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59" r:id="rId4"/>
  </p:sldMasterIdLst>
  <p:notesMasterIdLst>
    <p:notesMasterId r:id="rId6"/>
  </p:notesMasterIdLst>
  <p:handoutMasterIdLst>
    <p:handoutMasterId r:id="rId7"/>
  </p:handoutMasterIdLst>
  <p:sldIdLst>
    <p:sldId id="280" r:id="rId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p15:clr>
            <a:srgbClr val="A4A3A4"/>
          </p15:clr>
        </p15:guide>
        <p15:guide id="2" pos="288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6C2941-3D96-4C6B-B95B-AE6FDD8DD0F2}" v="1" dt="2026-04-30T18:14:13.5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90" autoAdjust="0"/>
    <p:restoredTop sz="91074" autoAdjust="0"/>
  </p:normalViewPr>
  <p:slideViewPr>
    <p:cSldViewPr snapToGrid="0" showGuides="1">
      <p:cViewPr varScale="1">
        <p:scale>
          <a:sx n="95" d="100"/>
          <a:sy n="95" d="100"/>
        </p:scale>
        <p:origin x="1782" y="90"/>
      </p:cViewPr>
      <p:guideLst>
        <p:guide orient="horz" pos="2162"/>
        <p:guide pos="28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88" d="100"/>
          <a:sy n="88" d="100"/>
        </p:scale>
        <p:origin x="-2310" y="-12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urn, Leina (contr-mto)" userId="878c8fb5-10b0-48e9-bfd5-ae360d344122" providerId="ADAL" clId="{4343AEFC-0BAC-4D65-9924-41939B569179}"/>
    <pc:docChg chg="custSel modSld">
      <pc:chgData name="Thurn, Leina (contr-mto)" userId="878c8fb5-10b0-48e9-bfd5-ae360d344122" providerId="ADAL" clId="{4343AEFC-0BAC-4D65-9924-41939B569179}" dt="2026-04-30T18:14:13.507" v="36"/>
      <pc:docMkLst>
        <pc:docMk/>
      </pc:docMkLst>
      <pc:sldChg chg="modSp mod">
        <pc:chgData name="Thurn, Leina (contr-mto)" userId="878c8fb5-10b0-48e9-bfd5-ae360d344122" providerId="ADAL" clId="{4343AEFC-0BAC-4D65-9924-41939B569179}" dt="2026-04-30T18:14:13.507" v="36"/>
        <pc:sldMkLst>
          <pc:docMk/>
          <pc:sldMk cId="3769729806" sldId="280"/>
        </pc:sldMkLst>
        <pc:spChg chg="mod">
          <ac:chgData name="Thurn, Leina (contr-mto)" userId="878c8fb5-10b0-48e9-bfd5-ae360d344122" providerId="ADAL" clId="{4343AEFC-0BAC-4D65-9924-41939B569179}" dt="2026-04-30T18:13:42.868" v="35" actId="20577"/>
          <ac:spMkLst>
            <pc:docMk/>
            <pc:sldMk cId="3769729806" sldId="280"/>
            <ac:spMk id="2" creationId="{00000000-0000-0000-0000-000000000000}"/>
          </ac:spMkLst>
        </pc:spChg>
        <pc:spChg chg="mod">
          <ac:chgData name="Thurn, Leina (contr-mto)" userId="878c8fb5-10b0-48e9-bfd5-ae360d344122" providerId="ADAL" clId="{4343AEFC-0BAC-4D65-9924-41939B569179}" dt="2026-04-30T18:14:13.507" v="36"/>
          <ac:spMkLst>
            <pc:docMk/>
            <pc:sldMk cId="3769729806" sldId="280"/>
            <ac:spMk id="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A45904C4-010F-4896-9D22-0FDDB5A0FF93}" type="datetimeFigureOut">
              <a:rPr lang="en-US" smtClean="0">
                <a:solidFill>
                  <a:schemeClr val="bg1">
                    <a:lumMod val="65000"/>
                  </a:schemeClr>
                </a:solidFill>
                <a:latin typeface="Tahoma" pitchFamily="34" charset="0"/>
                <a:ea typeface="Tahoma" pitchFamily="34" charset="0"/>
                <a:cs typeface="Tahoma" pitchFamily="34" charset="0"/>
              </a:rPr>
              <a:pPr/>
              <a:t>4/30/2026</a:t>
            </a:fld>
            <a:endParaRPr lang="en-US" dirty="0">
              <a:solidFill>
                <a:schemeClr val="bg1">
                  <a:lumMod val="65000"/>
                </a:schemeClr>
              </a:solidFill>
              <a:latin typeface="Tahoma" pitchFamily="34" charset="0"/>
              <a:ea typeface="Tahoma" pitchFamily="34" charset="0"/>
              <a:cs typeface="Tahoma" pitchFamily="34" charset="0"/>
            </a:endParaRPr>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r>
              <a:rPr lang="en-US" dirty="0">
                <a:solidFill>
                  <a:schemeClr val="bg1">
                    <a:lumMod val="65000"/>
                  </a:schemeClr>
                </a:solidFill>
                <a:latin typeface="Tahoma" pitchFamily="34" charset="0"/>
                <a:ea typeface="Tahoma" pitchFamily="34" charset="0"/>
                <a:cs typeface="Tahoma" pitchFamily="34" charset="0"/>
              </a:rPr>
              <a:t>Distribution Statement</a:t>
            </a:r>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4899D1F1-6DC0-4977-808C-FD0BF7AD2565}" type="slidenum">
              <a:rPr lang="en-US" smtClean="0">
                <a:solidFill>
                  <a:schemeClr val="bg1">
                    <a:lumMod val="65000"/>
                  </a:schemeClr>
                </a:solidFill>
                <a:latin typeface="Tahoma" pitchFamily="34" charset="0"/>
                <a:ea typeface="Tahoma" pitchFamily="34" charset="0"/>
                <a:cs typeface="Tahoma" pitchFamily="34" charset="0"/>
              </a:rPr>
              <a:pPr/>
              <a:t>‹#›</a:t>
            </a:fld>
            <a:endParaRPr lang="en-US" dirty="0">
              <a:solidFill>
                <a:schemeClr val="bg1">
                  <a:lumMod val="65000"/>
                </a:schemeClr>
              </a:solidFill>
              <a:latin typeface="Tahoma" pitchFamily="34" charset="0"/>
              <a:ea typeface="Tahoma" pitchFamily="34" charset="0"/>
              <a:cs typeface="Tahoma" pitchFamily="34" charset="0"/>
            </a:endParaRPr>
          </a:p>
        </p:txBody>
      </p:sp>
      <p:pic>
        <p:nvPicPr>
          <p:cNvPr id="6" name="Picture 6" descr="TITLE-HEADER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787" y="-77470"/>
            <a:ext cx="1582209" cy="1084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45924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solidFill>
                  <a:schemeClr val="bg1">
                    <a:lumMod val="65000"/>
                  </a:schemeClr>
                </a:solidFill>
                <a:latin typeface="Tahoma" pitchFamily="34" charset="0"/>
                <a:ea typeface="Tahoma" pitchFamily="34" charset="0"/>
                <a:cs typeface="Tahoma" pitchFamily="34" charset="0"/>
              </a:defRPr>
            </a:lvl1pPr>
          </a:lstStyle>
          <a:p>
            <a:fld id="{92715C0D-0E45-40B4-BE1B-664AAA8E6B7F}" type="datetimeFigureOut">
              <a:rPr lang="en-US" smtClean="0"/>
              <a:pPr/>
              <a:t>4/30/2026</a:t>
            </a:fld>
            <a:endParaRPr lang="en-US" dirty="0"/>
          </a:p>
        </p:txBody>
      </p:sp>
      <p:sp>
        <p:nvSpPr>
          <p:cNvPr id="4" name="Slide Image Placeholder 3"/>
          <p:cNvSpPr>
            <a:spLocks noGrp="1" noRot="1" noChangeAspect="1"/>
          </p:cNvSpPr>
          <p:nvPr>
            <p:ph type="sldImg" idx="2"/>
          </p:nvPr>
        </p:nvSpPr>
        <p:spPr>
          <a:xfrm>
            <a:off x="1181100" y="895350"/>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648200"/>
            <a:ext cx="5608320" cy="3950970"/>
          </a:xfrm>
          <a:prstGeom prst="rect">
            <a:avLst/>
          </a:prstGeom>
        </p:spPr>
        <p:txBody>
          <a:bodyPr vert="horz" lIns="93177" tIns="46589" rIns="93177" bIns="46589"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solidFill>
                  <a:schemeClr val="bg1">
                    <a:lumMod val="65000"/>
                  </a:schemeClr>
                </a:solidFill>
                <a:latin typeface="Tahoma" pitchFamily="34" charset="0"/>
                <a:ea typeface="Tahoma" pitchFamily="34" charset="0"/>
                <a:cs typeface="Tahoma" pitchFamily="34" charset="0"/>
              </a:defRPr>
            </a:lvl1pPr>
          </a:lstStyle>
          <a:p>
            <a:r>
              <a:rPr lang="en-US" dirty="0"/>
              <a:t>Distribution Statement</a:t>
            </a:r>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solidFill>
                  <a:schemeClr val="bg1">
                    <a:lumMod val="65000"/>
                  </a:schemeClr>
                </a:solidFill>
                <a:latin typeface="Tahoma" pitchFamily="34" charset="0"/>
                <a:ea typeface="Tahoma" pitchFamily="34" charset="0"/>
                <a:cs typeface="Tahoma" pitchFamily="34" charset="0"/>
              </a:defRPr>
            </a:lvl1pPr>
          </a:lstStyle>
          <a:p>
            <a:fld id="{639B577F-6036-4BCD-9021-A736CBC28733}" type="slidenum">
              <a:rPr lang="en-US" smtClean="0"/>
              <a:pPr/>
              <a:t>‹#›</a:t>
            </a:fld>
            <a:endParaRPr lang="en-US" dirty="0"/>
          </a:p>
        </p:txBody>
      </p:sp>
      <p:pic>
        <p:nvPicPr>
          <p:cNvPr id="8" name="Picture 6" descr="TITLE-HEADER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787" y="-77470"/>
            <a:ext cx="1582209" cy="1084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8633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ahoma" pitchFamily="34" charset="0"/>
        <a:ea typeface="Tahoma" pitchFamily="34" charset="0"/>
        <a:cs typeface="Tahoma" pitchFamily="34" charset="0"/>
      </a:defRPr>
    </a:lvl1pPr>
    <a:lvl2pPr marL="457200" algn="l" defTabSz="914400" rtl="0" eaLnBrk="1" latinLnBrk="0" hangingPunct="1">
      <a:defRPr sz="1200" kern="1200">
        <a:solidFill>
          <a:schemeClr val="tx1"/>
        </a:solidFill>
        <a:latin typeface="Tahoma" pitchFamily="34" charset="0"/>
        <a:ea typeface="Tahoma" pitchFamily="34" charset="0"/>
        <a:cs typeface="Tahoma" pitchFamily="34" charset="0"/>
      </a:defRPr>
    </a:lvl2pPr>
    <a:lvl3pPr marL="914400" algn="l" defTabSz="914400" rtl="0" eaLnBrk="1" latinLnBrk="0" hangingPunct="1">
      <a:defRPr sz="1200" kern="1200">
        <a:solidFill>
          <a:schemeClr val="tx1"/>
        </a:solidFill>
        <a:latin typeface="Tahoma" pitchFamily="34" charset="0"/>
        <a:ea typeface="Tahoma" pitchFamily="34" charset="0"/>
        <a:cs typeface="Tahoma" pitchFamily="34" charset="0"/>
      </a:defRPr>
    </a:lvl3pPr>
    <a:lvl4pPr marL="1371600" algn="l" defTabSz="914400" rtl="0" eaLnBrk="1" latinLnBrk="0" hangingPunct="1">
      <a:defRPr sz="1200" kern="1200">
        <a:solidFill>
          <a:schemeClr val="tx1"/>
        </a:solidFill>
        <a:latin typeface="Tahoma" pitchFamily="34" charset="0"/>
        <a:ea typeface="Tahoma" pitchFamily="34" charset="0"/>
        <a:cs typeface="Tahoma" pitchFamily="34" charset="0"/>
      </a:defRPr>
    </a:lvl4pPr>
    <a:lvl5pPr marL="1828800" algn="l" defTabSz="914400" rtl="0" eaLnBrk="1" latinLnBrk="0" hangingPunct="1">
      <a:defRPr sz="1200" kern="1200">
        <a:solidFill>
          <a:schemeClr val="tx1"/>
        </a:solidFill>
        <a:latin typeface="Tahoma" pitchFamily="34" charset="0"/>
        <a:ea typeface="Tahoma" pitchFamily="34" charset="0"/>
        <a:cs typeface="Tahoma"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9B577F-6036-4BCD-9021-A736CBC28733}"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4615287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2625" y="1456511"/>
            <a:ext cx="7772400" cy="457200"/>
          </a:xfrm>
        </p:spPr>
        <p:txBody>
          <a:bodyPr anchor="b" anchorCtr="0"/>
          <a:lstStyle>
            <a:lvl1pPr algn="ctr">
              <a:defRPr sz="2400" b="1">
                <a:latin typeface="Tahoma" pitchFamily="34" charset="0"/>
                <a:ea typeface="Tahoma" pitchFamily="34" charset="0"/>
                <a:cs typeface="Tahoma" pitchFamily="34" charset="0"/>
              </a:defRPr>
            </a:lvl1pPr>
          </a:lstStyle>
          <a:p>
            <a:r>
              <a:rPr lang="en-US"/>
              <a:t>Click to edit Master title style</a:t>
            </a:r>
            <a:endParaRPr lang="en-US" dirty="0"/>
          </a:p>
        </p:txBody>
      </p:sp>
      <p:sp>
        <p:nvSpPr>
          <p:cNvPr id="6" name="Subtitle 2"/>
          <p:cNvSpPr>
            <a:spLocks noGrp="1"/>
          </p:cNvSpPr>
          <p:nvPr>
            <p:ph type="subTitle" idx="1" hasCustomPrompt="1"/>
          </p:nvPr>
        </p:nvSpPr>
        <p:spPr>
          <a:xfrm>
            <a:off x="1371600" y="2057400"/>
            <a:ext cx="6400800" cy="1752600"/>
          </a:xfrm>
        </p:spPr>
        <p:txBody>
          <a:bodyPr/>
          <a:lstStyle>
            <a:lvl1pPr marL="0" indent="0" algn="ctr">
              <a:buNone/>
              <a:defRPr sz="1800">
                <a:latin typeface="Tahoma" pitchFamily="34" charset="0"/>
                <a:ea typeface="Tahoma" pitchFamily="34" charset="0"/>
                <a:cs typeface="Tahoma"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add briefer names</a:t>
            </a:r>
          </a:p>
        </p:txBody>
      </p:sp>
      <p:cxnSp>
        <p:nvCxnSpPr>
          <p:cNvPr id="7" name="Straight Connector 6"/>
          <p:cNvCxnSpPr>
            <a:cxnSpLocks noChangeShapeType="1"/>
          </p:cNvCxnSpPr>
          <p:nvPr userDrawn="1"/>
        </p:nvCxnSpPr>
        <p:spPr bwMode="auto">
          <a:xfrm>
            <a:off x="381000" y="19796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1280" y="5226161"/>
            <a:ext cx="1241441" cy="749220"/>
          </a:xfrm>
          <a:prstGeom prst="rect">
            <a:avLst/>
          </a:prstGeom>
        </p:spPr>
      </p:pic>
      <p:sp>
        <p:nvSpPr>
          <p:cNvPr id="9" name="Text Placeholder 8"/>
          <p:cNvSpPr>
            <a:spLocks noGrp="1"/>
          </p:cNvSpPr>
          <p:nvPr>
            <p:ph type="body" sz="quarter" idx="12" hasCustomPrompt="1"/>
          </p:nvPr>
        </p:nvSpPr>
        <p:spPr>
          <a:xfrm>
            <a:off x="1375646" y="4049486"/>
            <a:ext cx="6393425" cy="720221"/>
          </a:xfrm>
        </p:spPr>
        <p:txBody>
          <a:bodyPr/>
          <a:lstStyle>
            <a:lvl1pPr algn="ctr" eaLnBrk="1" hangingPunct="1">
              <a:defRPr sz="1600">
                <a:solidFill>
                  <a:schemeClr val="bg1">
                    <a:lumMod val="65000"/>
                  </a:schemeClr>
                </a:solidFill>
              </a:defRPr>
            </a:lvl1pPr>
          </a:lstStyle>
          <a:p>
            <a:pPr eaLnBrk="1" hangingPunct="1"/>
            <a:r>
              <a:rPr lang="en-US" dirty="0">
                <a:latin typeface="Tahoma" charset="0"/>
              </a:rPr>
              <a:t>Click to edit “Briefing prepared for”</a:t>
            </a:r>
          </a:p>
        </p:txBody>
      </p:sp>
      <p:sp>
        <p:nvSpPr>
          <p:cNvPr id="11" name="Text Placeholder 10"/>
          <p:cNvSpPr>
            <a:spLocks noGrp="1"/>
          </p:cNvSpPr>
          <p:nvPr>
            <p:ph type="body" sz="quarter" idx="13" hasCustomPrompt="1"/>
          </p:nvPr>
        </p:nvSpPr>
        <p:spPr>
          <a:xfrm>
            <a:off x="2740025" y="4790048"/>
            <a:ext cx="3657599" cy="322825"/>
          </a:xfrm>
        </p:spPr>
        <p:txBody>
          <a:bodyPr/>
          <a:lstStyle>
            <a:lvl1pPr algn="ctr" eaLnBrk="1" hangingPunct="1">
              <a:defRPr sz="1600">
                <a:solidFill>
                  <a:schemeClr val="bg1">
                    <a:lumMod val="65000"/>
                  </a:schemeClr>
                </a:solidFill>
              </a:defRPr>
            </a:lvl1pPr>
          </a:lstStyle>
          <a:p>
            <a:pPr eaLnBrk="1" hangingPunct="1"/>
            <a:r>
              <a:rPr lang="en-US" dirty="0">
                <a:latin typeface="Tahoma" charset="0"/>
              </a:rPr>
              <a:t>Click to edit Date</a:t>
            </a:r>
          </a:p>
        </p:txBody>
      </p:sp>
    </p:spTree>
    <p:extLst>
      <p:ext uri="{BB962C8B-B14F-4D97-AF65-F5344CB8AC3E}">
        <p14:creationId xmlns:p14="http://schemas.microsoft.com/office/powerpoint/2010/main" val="342142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Slide_No 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171973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Slide_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8" name="Text Placeholder 3"/>
          <p:cNvSpPr>
            <a:spLocks noGrp="1"/>
          </p:cNvSpPr>
          <p:nvPr>
            <p:ph type="body" sz="quarter" idx="12" hasCustomPrompt="1"/>
          </p:nvPr>
        </p:nvSpPr>
        <p:spPr>
          <a:xfrm>
            <a:off x="685800" y="3352798"/>
            <a:ext cx="7772400" cy="465138"/>
          </a:xfrm>
        </p:spPr>
        <p:txBody>
          <a:bodyPr/>
          <a:lstStyle>
            <a:lvl1pPr algn="ctr">
              <a:defRPr sz="1800">
                <a:solidFill>
                  <a:schemeClr val="bg1">
                    <a:lumMod val="65000"/>
                  </a:schemeClr>
                </a:solidFill>
              </a:defRPr>
            </a:lvl1pPr>
          </a:lstStyle>
          <a:p>
            <a:pPr lvl="0"/>
            <a:r>
              <a:rPr lang="en-US" dirty="0"/>
              <a:t>Click to add subtitle</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543357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_Hea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hasCustomPrompt="1"/>
          </p:nvPr>
        </p:nvSpPr>
        <p:spPr>
          <a:xfrm>
            <a:off x="657225" y="4329372"/>
            <a:ext cx="7772400" cy="1461828"/>
          </a:xfrm>
        </p:spPr>
        <p:txBody>
          <a:bodyPr anchor="t"/>
          <a:lstStyle>
            <a:lvl1pPr algn="l">
              <a:defRPr sz="2400" b="1" baseline="0">
                <a:latin typeface="Tahoma" pitchFamily="34" charset="0"/>
                <a:ea typeface="Tahoma" pitchFamily="34" charset="0"/>
                <a:cs typeface="Tahoma" pitchFamily="34" charset="0"/>
              </a:defRPr>
            </a:lvl1pPr>
          </a:lstStyle>
          <a:p>
            <a:r>
              <a:rPr lang="en-US" dirty="0"/>
              <a:t>CLICK TO EDIT MASTER TITLE STYLE</a:t>
            </a:r>
          </a:p>
        </p:txBody>
      </p:sp>
      <p:cxnSp>
        <p:nvCxnSpPr>
          <p:cNvPr id="6" name="Straight Connector 5"/>
          <p:cNvCxnSpPr>
            <a:cxnSpLocks noChangeShapeType="1"/>
          </p:cNvCxnSpPr>
          <p:nvPr userDrawn="1"/>
        </p:nvCxnSpPr>
        <p:spPr bwMode="auto">
          <a:xfrm>
            <a:off x="381000" y="4341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7" name="Text Placeholder 3"/>
          <p:cNvSpPr>
            <a:spLocks noGrp="1"/>
          </p:cNvSpPr>
          <p:nvPr>
            <p:ph type="body" sz="quarter" idx="12"/>
          </p:nvPr>
        </p:nvSpPr>
        <p:spPr>
          <a:xfrm>
            <a:off x="669472" y="2954111"/>
            <a:ext cx="7772400" cy="1379538"/>
          </a:xfrm>
        </p:spPr>
        <p:txBody>
          <a:bodyPr anchor="b"/>
          <a:lstStyle>
            <a:lvl1pPr algn="l">
              <a:defRPr sz="1800">
                <a:solidFill>
                  <a:schemeClr val="bg1">
                    <a:lumMod val="65000"/>
                  </a:schemeClr>
                </a:solidFill>
              </a:defRPr>
            </a:lvl1pPr>
          </a:lstStyle>
          <a:p>
            <a:pPr lvl="0"/>
            <a:r>
              <a:rPr lang="en-US"/>
              <a:t>Click to edit Master text styles</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3751012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and_Conten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6"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7" name="Straight Connector 6"/>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cxnSp>
        <p:nvCxnSpPr>
          <p:cNvPr id="8" name="Straight Connector 7"/>
          <p:cNvCxnSpPr>
            <a:endCxn id="3" idx="0"/>
          </p:cNvCxnSpPr>
          <p:nvPr userDrawn="1"/>
        </p:nvCxnSpPr>
        <p:spPr>
          <a:xfrm flipH="1">
            <a:off x="4572000" y="841688"/>
            <a:ext cx="12825" cy="5708338"/>
          </a:xfrm>
          <a:prstGeom prst="line">
            <a:avLst/>
          </a:prstGeom>
          <a:ln w="317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381000" y="3657600"/>
            <a:ext cx="84582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1390050" y="893550"/>
            <a:ext cx="1981200" cy="307777"/>
          </a:xfrm>
          <a:prstGeom prst="rect">
            <a:avLst/>
          </a:prstGeom>
          <a:noFill/>
        </p:spPr>
        <p:txBody>
          <a:bodyPr wrap="square" rtlCol="0">
            <a:spAutoFit/>
          </a:bodyPr>
          <a:lstStyle/>
          <a:p>
            <a:pPr algn="ctr"/>
            <a:r>
              <a:rPr lang="en-US" sz="1400" b="1" dirty="0">
                <a:solidFill>
                  <a:prstClr val="black"/>
                </a:solidFill>
                <a:latin typeface="Calibri" panose="020F0502020204030204" pitchFamily="34" charset="0"/>
                <a:cs typeface="Calibri" panose="020F0502020204030204" pitchFamily="34" charset="0"/>
              </a:rPr>
              <a:t>CONCEPT</a:t>
            </a:r>
            <a:endParaRPr lang="en-US" sz="1200" b="1" dirty="0">
              <a:solidFill>
                <a:prstClr val="black"/>
              </a:solidFill>
              <a:latin typeface="Calibri" panose="020F0502020204030204" pitchFamily="34" charset="0"/>
              <a:cs typeface="Calibri" panose="020F0502020204030204" pitchFamily="34" charset="0"/>
            </a:endParaRPr>
          </a:p>
        </p:txBody>
      </p:sp>
      <p:sp>
        <p:nvSpPr>
          <p:cNvPr id="12" name="TextBox 11"/>
          <p:cNvSpPr txBox="1"/>
          <p:nvPr userDrawn="1"/>
        </p:nvSpPr>
        <p:spPr>
          <a:xfrm>
            <a:off x="932850" y="3657600"/>
            <a:ext cx="2895600" cy="307777"/>
          </a:xfrm>
          <a:prstGeom prst="rect">
            <a:avLst/>
          </a:prstGeom>
          <a:noFill/>
        </p:spPr>
        <p:txBody>
          <a:bodyPr wrap="square" rtlCol="0">
            <a:spAutoFit/>
          </a:bodyPr>
          <a:lstStyle/>
          <a:p>
            <a:pPr algn="ctr"/>
            <a:r>
              <a:rPr lang="en-US" sz="1400" b="1" dirty="0">
                <a:solidFill>
                  <a:prstClr val="black"/>
                </a:solidFill>
                <a:latin typeface="Calibri" panose="020F0502020204030204" pitchFamily="34" charset="0"/>
                <a:cs typeface="Calibri" panose="020F0502020204030204" pitchFamily="34" charset="0"/>
              </a:rPr>
              <a:t>IMPACT</a:t>
            </a:r>
            <a:endParaRPr lang="en-US" sz="1200" b="1" dirty="0">
              <a:solidFill>
                <a:prstClr val="black"/>
              </a:solidFill>
              <a:latin typeface="Calibri" panose="020F0502020204030204" pitchFamily="34" charset="0"/>
              <a:cs typeface="Calibri" panose="020F0502020204030204" pitchFamily="34" charset="0"/>
            </a:endParaRPr>
          </a:p>
        </p:txBody>
      </p:sp>
      <p:sp>
        <p:nvSpPr>
          <p:cNvPr id="14" name="TextBox 13"/>
          <p:cNvSpPr txBox="1"/>
          <p:nvPr userDrawn="1"/>
        </p:nvSpPr>
        <p:spPr>
          <a:xfrm>
            <a:off x="5087750" y="3676050"/>
            <a:ext cx="3295650" cy="307777"/>
          </a:xfrm>
          <a:prstGeom prst="rect">
            <a:avLst/>
          </a:prstGeom>
          <a:noFill/>
        </p:spPr>
        <p:txBody>
          <a:bodyPr wrap="square" rtlCol="0">
            <a:spAutoFit/>
          </a:bodyPr>
          <a:lstStyle/>
          <a:p>
            <a:pPr algn="ctr"/>
            <a:r>
              <a:rPr lang="en-US" sz="1400" b="1" dirty="0">
                <a:solidFill>
                  <a:prstClr val="black"/>
                </a:solidFill>
                <a:latin typeface="Calibri" panose="020F0502020204030204" pitchFamily="34" charset="0"/>
                <a:cs typeface="Calibri" panose="020F0502020204030204" pitchFamily="34" charset="0"/>
              </a:rPr>
              <a:t>CONTEXT</a:t>
            </a:r>
            <a:endParaRPr lang="en-US" sz="1200" b="1" dirty="0">
              <a:solidFill>
                <a:prstClr val="black"/>
              </a:solidFill>
              <a:latin typeface="Calibri" panose="020F0502020204030204" pitchFamily="34" charset="0"/>
              <a:cs typeface="Calibri" panose="020F0502020204030204" pitchFamily="34" charset="0"/>
            </a:endParaRPr>
          </a:p>
        </p:txBody>
      </p:sp>
      <p:sp>
        <p:nvSpPr>
          <p:cNvPr id="15" name="TextBox 13"/>
          <p:cNvSpPr txBox="1"/>
          <p:nvPr userDrawn="1"/>
        </p:nvSpPr>
        <p:spPr>
          <a:xfrm>
            <a:off x="4693641" y="933573"/>
            <a:ext cx="3909268"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prstClr val="black"/>
                </a:solidFill>
                <a:latin typeface="Calibri" panose="020F0502020204030204" pitchFamily="34" charset="0"/>
                <a:cs typeface="Calibri" panose="020F0502020204030204" pitchFamily="34" charset="0"/>
              </a:rPr>
              <a:t>APPROACH</a:t>
            </a:r>
            <a:endParaRPr lang="en-US" sz="1200" b="1"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0237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_and_Title_Only">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cxnSp>
        <p:nvCxnSpPr>
          <p:cNvPr id="6" name="Straight Connector 5"/>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7"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102521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_Two_Row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457200" y="35814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44676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_Two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4648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22424"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22050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_Three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32766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quarter" idx="15"/>
          </p:nvPr>
        </p:nvSpPr>
        <p:spPr>
          <a:xfrm>
            <a:off x="60960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896424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_Four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2" y="1066800"/>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4645481" y="1066800"/>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quarter" idx="15"/>
          </p:nvPr>
        </p:nvSpPr>
        <p:spPr>
          <a:xfrm>
            <a:off x="4645477" y="3521528"/>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6"/>
          </p:nvPr>
        </p:nvSpPr>
        <p:spPr>
          <a:xfrm>
            <a:off x="454481" y="3529693"/>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1"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486640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_Six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6" name="Content Placeholder 2"/>
          <p:cNvSpPr>
            <a:spLocks noGrp="1"/>
          </p:cNvSpPr>
          <p:nvPr>
            <p:ph sz="quarter" idx="13"/>
          </p:nvPr>
        </p:nvSpPr>
        <p:spPr>
          <a:xfrm>
            <a:off x="4572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quarter" idx="14"/>
          </p:nvPr>
        </p:nvSpPr>
        <p:spPr>
          <a:xfrm>
            <a:off x="32766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5"/>
          </p:nvPr>
        </p:nvSpPr>
        <p:spPr>
          <a:xfrm>
            <a:off x="462643"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sz="quarter" idx="16"/>
          </p:nvPr>
        </p:nvSpPr>
        <p:spPr>
          <a:xfrm>
            <a:off x="6090557"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7"/>
          </p:nvPr>
        </p:nvSpPr>
        <p:spPr>
          <a:xfrm>
            <a:off x="6096000"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sz="quarter" idx="18"/>
          </p:nvPr>
        </p:nvSpPr>
        <p:spPr>
          <a:xfrm>
            <a:off x="3282044" y="3537858"/>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86321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_Caption">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4"/>
          </p:nvPr>
        </p:nvSpPr>
        <p:spPr>
          <a:xfrm>
            <a:off x="3535137" y="1066801"/>
            <a:ext cx="5227864" cy="4811486"/>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quarter" idx="15"/>
          </p:nvPr>
        </p:nvSpPr>
        <p:spPr>
          <a:xfrm>
            <a:off x="563566" y="1763488"/>
            <a:ext cx="2873601" cy="4115027"/>
          </a:xfrm>
        </p:spPr>
        <p:txBody>
          <a:bodyPr/>
          <a:lstStyle>
            <a:lvl1pPr>
              <a:defRPr sz="1400"/>
            </a:lvl1pPr>
          </a:lstStyle>
          <a:p>
            <a:pPr lvl="0"/>
            <a:r>
              <a:rPr lang="en-US"/>
              <a:t>Click to edit Master text styles</a:t>
            </a:r>
          </a:p>
        </p:txBody>
      </p:sp>
      <p:sp>
        <p:nvSpPr>
          <p:cNvPr id="7" name="Text Placeholder 3"/>
          <p:cNvSpPr>
            <a:spLocks noGrp="1"/>
          </p:cNvSpPr>
          <p:nvPr>
            <p:ph type="body" sz="quarter" idx="16"/>
          </p:nvPr>
        </p:nvSpPr>
        <p:spPr>
          <a:xfrm>
            <a:off x="571501" y="1066799"/>
            <a:ext cx="2871107" cy="696687"/>
          </a:xfrm>
        </p:spPr>
        <p:txBody>
          <a:bodyPr anchor="b"/>
          <a:lstStyle>
            <a:lvl1pPr algn="l">
              <a:defRPr sz="2000" b="1" baseline="0"/>
            </a:lvl1pPr>
          </a:lstStyle>
          <a:p>
            <a:pPr lvl="0"/>
            <a:r>
              <a:rPr lang="en-US"/>
              <a:t>Click to edit Master text styles</a:t>
            </a:r>
          </a:p>
          <a:p>
            <a:pPr lvl="1"/>
            <a:r>
              <a:rPr lang="en-US"/>
              <a:t>Second level</a:t>
            </a:r>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289588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cluding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extBox 4"/>
          <p:cNvSpPr txBox="1"/>
          <p:nvPr userDrawn="1"/>
        </p:nvSpPr>
        <p:spPr>
          <a:xfrm>
            <a:off x="3729431" y="3525877"/>
            <a:ext cx="1716111" cy="369332"/>
          </a:xfrm>
          <a:prstGeom prst="rect">
            <a:avLst/>
          </a:prstGeom>
          <a:noFill/>
        </p:spPr>
        <p:txBody>
          <a:bodyPr wrap="none" rtlCol="0">
            <a:spAutoFit/>
          </a:bodyPr>
          <a:lstStyle/>
          <a:p>
            <a:r>
              <a:rPr lang="en-US" dirty="0">
                <a:solidFill>
                  <a:prstClr val="black"/>
                </a:solidFill>
                <a:ea typeface="Tahoma" pitchFamily="34" charset="0"/>
                <a:cs typeface="Tahoma" pitchFamily="34" charset="0"/>
              </a:rPr>
              <a:t>www.darpa.mil</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5182" y="2531269"/>
            <a:ext cx="1770360" cy="1068427"/>
          </a:xfrm>
          <a:prstGeom prst="rect">
            <a:avLst/>
          </a:prstGeom>
        </p:spPr>
      </p:pic>
    </p:spTree>
    <p:extLst>
      <p:ext uri="{BB962C8B-B14F-4D97-AF65-F5344CB8AC3E}">
        <p14:creationId xmlns:p14="http://schemas.microsoft.com/office/powerpoint/2010/main" val="1599056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PA_Quad_Chart_Guidelin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Rectangle 4"/>
          <p:cNvSpPr/>
          <p:nvPr userDrawn="1"/>
        </p:nvSpPr>
        <p:spPr>
          <a:xfrm>
            <a:off x="1447800" y="5181600"/>
            <a:ext cx="1524000" cy="76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3810000" y="5181600"/>
            <a:ext cx="1524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ectangle 6"/>
          <p:cNvSpPr/>
          <p:nvPr userDrawn="1"/>
        </p:nvSpPr>
        <p:spPr>
          <a:xfrm>
            <a:off x="6172200" y="5181600"/>
            <a:ext cx="1524000" cy="76200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TextBox 7"/>
          <p:cNvSpPr txBox="1"/>
          <p:nvPr userDrawn="1"/>
        </p:nvSpPr>
        <p:spPr>
          <a:xfrm>
            <a:off x="1676400" y="5410200"/>
            <a:ext cx="1066800" cy="261610"/>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rPr>
              <a:t>Concept</a:t>
            </a:r>
          </a:p>
        </p:txBody>
      </p:sp>
      <p:sp>
        <p:nvSpPr>
          <p:cNvPr id="9" name="TextBox 8"/>
          <p:cNvSpPr txBox="1"/>
          <p:nvPr userDrawn="1"/>
        </p:nvSpPr>
        <p:spPr>
          <a:xfrm>
            <a:off x="4038600" y="5422272"/>
            <a:ext cx="1066800" cy="261610"/>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rPr>
              <a:t>Prototype</a:t>
            </a:r>
          </a:p>
        </p:txBody>
      </p:sp>
      <p:sp>
        <p:nvSpPr>
          <p:cNvPr id="10" name="TextBox 9"/>
          <p:cNvSpPr txBox="1"/>
          <p:nvPr userDrawn="1"/>
        </p:nvSpPr>
        <p:spPr>
          <a:xfrm>
            <a:off x="6286500" y="5347157"/>
            <a:ext cx="1295400" cy="430887"/>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rPr>
              <a:t>Field Demonstration</a:t>
            </a:r>
          </a:p>
        </p:txBody>
      </p:sp>
      <p:sp>
        <p:nvSpPr>
          <p:cNvPr id="11" name="TextBox 10"/>
          <p:cNvSpPr txBox="1"/>
          <p:nvPr userDrawn="1"/>
        </p:nvSpPr>
        <p:spPr>
          <a:xfrm>
            <a:off x="381000" y="1232807"/>
            <a:ext cx="8382000" cy="3785652"/>
          </a:xfrm>
          <a:prstGeom prst="rect">
            <a:avLst/>
          </a:prstGeom>
          <a:noFill/>
        </p:spPr>
        <p:txBody>
          <a:bodyPr wrap="square" rtlCol="0">
            <a:spAutoFit/>
          </a:bodyPr>
          <a:lstStyle/>
          <a:p>
            <a:pPr marL="342900" indent="-342900" fontAlgn="base">
              <a:spcBef>
                <a:spcPct val="20000"/>
              </a:spcBef>
              <a:buFont typeface="Arial" pitchFamily="34" charset="0"/>
              <a:buNone/>
              <a:defRPr/>
            </a:pPr>
            <a:r>
              <a:rPr lang="en-US" sz="1200" dirty="0">
                <a:solidFill>
                  <a:srgbClr val="000000"/>
                </a:solidFill>
                <a:ea typeface="MS PGothic"/>
                <a:cs typeface="MS PGothic"/>
              </a:rPr>
              <a:t>The following two slides outline the format for two different quad charts that will be used for Congressional Staffer day and internal DARPA use. The only difference between the two quad charts is the bottom right-hand quadrant as follows: </a:t>
            </a:r>
            <a:endParaRPr lang="en-US" sz="1200" dirty="0">
              <a:solidFill>
                <a:prstClr val="black"/>
              </a:solidFill>
              <a:latin typeface="Times New Roman"/>
              <a:ea typeface="Times New Roman"/>
              <a:cs typeface="Tahoma" pitchFamily="34" charset="0"/>
            </a:endParaRPr>
          </a:p>
          <a:p>
            <a:pPr marL="742950" lvl="1" indent="-285750" fontAlgn="base">
              <a:spcBef>
                <a:spcPct val="20000"/>
              </a:spcBef>
              <a:buFont typeface="Arial" pitchFamily="34" charset="0"/>
              <a:buChar char="•"/>
              <a:defRPr/>
            </a:pPr>
            <a:r>
              <a:rPr lang="en-US" sz="1200" dirty="0">
                <a:solidFill>
                  <a:srgbClr val="000000"/>
                </a:solidFill>
                <a:ea typeface="MS PGothic"/>
                <a:cs typeface="MS PGothic"/>
              </a:rPr>
              <a:t>Staffer: Names and locations of performers. </a:t>
            </a:r>
          </a:p>
          <a:p>
            <a:pPr marL="742950" lvl="1" indent="-285750" fontAlgn="base">
              <a:spcBef>
                <a:spcPct val="20000"/>
              </a:spcBef>
              <a:buFont typeface="Arial" pitchFamily="34" charset="0"/>
              <a:buChar char="•"/>
              <a:defRPr/>
            </a:pPr>
            <a:r>
              <a:rPr lang="en-US" sz="1200" dirty="0">
                <a:solidFill>
                  <a:srgbClr val="000000"/>
                </a:solidFill>
                <a:ea typeface="MS PGothic"/>
                <a:cs typeface="MS PGothic"/>
              </a:rPr>
              <a:t>Internal DARPA: Issues/challenges and a spend plan status. </a:t>
            </a:r>
            <a:endParaRPr lang="en-US" sz="1200" dirty="0">
              <a:solidFill>
                <a:prstClr val="black"/>
              </a:solidFill>
              <a:latin typeface="Times New Roman"/>
              <a:ea typeface="Times New Roman"/>
              <a:cs typeface="Times New Roman"/>
            </a:endParaRPr>
          </a:p>
          <a:p>
            <a:pPr marL="342900" indent="-342900" fontAlgn="base">
              <a:spcBef>
                <a:spcPct val="20000"/>
              </a:spcBef>
              <a:buFont typeface="Arial" pitchFamily="34" charset="0"/>
              <a:buNone/>
              <a:defRPr/>
            </a:pPr>
            <a:endParaRPr lang="en-US" sz="1200" dirty="0">
              <a:solidFill>
                <a:prstClr val="black"/>
              </a:solidFill>
              <a:latin typeface="Times New Roman"/>
              <a:ea typeface="Times New Roman"/>
              <a:cs typeface="Times New Roman"/>
            </a:endParaRPr>
          </a:p>
          <a:p>
            <a:pPr marL="342900" indent="-342900" fontAlgn="base">
              <a:spcBef>
                <a:spcPct val="20000"/>
              </a:spcBef>
              <a:buFont typeface="Arial" pitchFamily="34" charset="0"/>
              <a:buNone/>
              <a:defRPr/>
            </a:pPr>
            <a:r>
              <a:rPr lang="en-US" sz="1200" dirty="0">
                <a:solidFill>
                  <a:srgbClr val="000000"/>
                </a:solidFill>
                <a:ea typeface="MS PGothic"/>
                <a:cs typeface="MS PGothic"/>
              </a:rPr>
              <a:t>Formatting for both the internal DARPA and staffer quads:  </a:t>
            </a:r>
            <a:endParaRPr lang="en-US" sz="1200" dirty="0">
              <a:solidFill>
                <a:prstClr val="black"/>
              </a:solidFill>
              <a:latin typeface="Times New Roman"/>
              <a:ea typeface="Times New Roman"/>
              <a:cs typeface="Tahoma" pitchFamily="34"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Font: </a:t>
            </a:r>
            <a:r>
              <a:rPr lang="en-US" sz="1200" dirty="0">
                <a:solidFill>
                  <a:srgbClr val="000000"/>
                </a:solidFill>
                <a:ea typeface="MS PGothic"/>
                <a:cs typeface="MS PGothic"/>
              </a:rPr>
              <a:t>Tahoma</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Color: </a:t>
            </a:r>
            <a:r>
              <a:rPr lang="en-US" sz="1200" dirty="0">
                <a:solidFill>
                  <a:srgbClr val="000000"/>
                </a:solidFill>
                <a:ea typeface="MS PGothic"/>
                <a:cs typeface="MS PGothic"/>
              </a:rPr>
              <a:t>Font color = black</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Sizes: </a:t>
            </a:r>
            <a:r>
              <a:rPr lang="en-US" sz="1200" dirty="0">
                <a:solidFill>
                  <a:srgbClr val="000000"/>
                </a:solidFill>
                <a:ea typeface="MS PGothic"/>
                <a:cs typeface="MS PGothic"/>
              </a:rPr>
              <a:t>Font size is set at 12 pt., decreasing to 11 pt. and 9 pt. for sub-bullets.  (Recognizing that some programs will have more information needed on the quad charts than others, text size may be reduced but, for ease of </a:t>
            </a:r>
            <a:br>
              <a:rPr lang="en-US" sz="1200" dirty="0">
                <a:solidFill>
                  <a:srgbClr val="000000"/>
                </a:solidFill>
                <a:ea typeface="MS PGothic"/>
                <a:cs typeface="MS PGothic"/>
              </a:rPr>
            </a:br>
            <a:r>
              <a:rPr lang="en-US" sz="1200" dirty="0">
                <a:solidFill>
                  <a:srgbClr val="000000"/>
                </a:solidFill>
                <a:ea typeface="MS PGothic"/>
                <a:cs typeface="MS PGothic"/>
              </a:rPr>
              <a:t>reading, should never be smaller than 9 pt.) </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Font style: </a:t>
            </a:r>
            <a:r>
              <a:rPr lang="en-US" sz="1200" dirty="0">
                <a:solidFill>
                  <a:srgbClr val="000000"/>
                </a:solidFill>
                <a:ea typeface="MS PGothic"/>
                <a:cs typeface="MS PGothic"/>
              </a:rPr>
              <a:t>Avoid the use of bold unless needed</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Bullets and sub-bullets: </a:t>
            </a:r>
            <a:r>
              <a:rPr lang="en-US" sz="1200" dirty="0">
                <a:solidFill>
                  <a:srgbClr val="000000"/>
                </a:solidFill>
                <a:ea typeface="MS PGothic"/>
                <a:cs typeface="MS PGothic"/>
              </a:rPr>
              <a:t>Solid dots</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Status Boxes: </a:t>
            </a:r>
            <a:r>
              <a:rPr lang="en-US" sz="1200" dirty="0">
                <a:solidFill>
                  <a:srgbClr val="000000"/>
                </a:solidFill>
                <a:ea typeface="MS PGothic"/>
                <a:cs typeface="MS PGothic"/>
              </a:rPr>
              <a:t>In the upper right hand corner of each quad chart, there is a placeholder for one of these three boxes. Please replace the existing placeholder with the corresponding box that represents the status of the program:</a:t>
            </a:r>
            <a:endParaRPr lang="en-US" sz="1200" dirty="0">
              <a:solidFill>
                <a:prstClr val="black"/>
              </a:solidFill>
              <a:latin typeface="Times New Roman"/>
              <a:ea typeface="Times New Roman"/>
              <a:cs typeface="Times New Roman"/>
            </a:endParaRPr>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7143967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11" name="TextBox 10"/>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12" name="TextBox 11"/>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23"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24"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25"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19"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0"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14" name="TextBox 13"/>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15" name="TextBox 14"/>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a:t>Program Name (Acronym)</a:t>
            </a:r>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rPr>
              <a:t>LOCATION:</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968876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11" name="TextBox 10"/>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12" name="TextBox 11"/>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23"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24"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25"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1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4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3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34" name="Text Placeholder 39"/>
          <p:cNvSpPr>
            <a:spLocks noGrp="1"/>
          </p:cNvSpPr>
          <p:nvPr>
            <p:ph type="body" sz="quarter" idx="32"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43" name="Text Placeholder 39"/>
          <p:cNvSpPr>
            <a:spLocks noGrp="1"/>
          </p:cNvSpPr>
          <p:nvPr>
            <p:ph type="body" sz="quarter" idx="33"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13" name="TextBox 12"/>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14" name="TextBox 13"/>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15" name="TextBox 14"/>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45" name="TextBox 44"/>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46" name="Text Placeholder 39"/>
          <p:cNvSpPr>
            <a:spLocks noGrp="1"/>
          </p:cNvSpPr>
          <p:nvPr userDrawn="1">
            <p:ph type="body" sz="quarter" idx="34"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48" name="Text Placeholder 39"/>
          <p:cNvSpPr>
            <a:spLocks noGrp="1"/>
          </p:cNvSpPr>
          <p:nvPr userDrawn="1">
            <p:ph type="body" sz="quarter" idx="35"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3" name="Footer Placeholder 2"/>
          <p:cNvSpPr>
            <a:spLocks noGrp="1"/>
          </p:cNvSpPr>
          <p:nvPr userDrawn="1">
            <p:ph type="ftr" sz="quarter" idx="10"/>
          </p:nvPr>
        </p:nvSpPr>
        <p:spPr/>
        <p:txBody>
          <a:bodyPr/>
          <a:lstStyle/>
          <a:p>
            <a:pPr>
              <a:defRPr/>
            </a:pPr>
            <a:r>
              <a:rPr lang="en-US"/>
              <a:t>DARPA-BAA-14-62    ICONS  </a:t>
            </a: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a:t>Program Name (Acronym)</a:t>
            </a:r>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rPr>
              <a:t>LOCATION:</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743251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11" name="TextBox 10"/>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12" name="TextBox 11"/>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23"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24"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25"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19"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40"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32"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34"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43"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13" name="TextBox 12"/>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14" name="TextBox 13"/>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15" name="TextBox 14"/>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45" name="TextBox 44"/>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46" name="Text Placeholder 39"/>
          <p:cNvSpPr>
            <a:spLocks noGrp="1"/>
          </p:cNvSpPr>
          <p:nvPr userDrawn="1">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48" name="Text Placeholder 39"/>
          <p:cNvSpPr>
            <a:spLocks noGrp="1"/>
          </p:cNvSpPr>
          <p:nvPr userDrawn="1">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3" name="Footer Placeholder 2"/>
          <p:cNvSpPr>
            <a:spLocks noGrp="1"/>
          </p:cNvSpPr>
          <p:nvPr userDrawn="1">
            <p:ph type="ftr" sz="quarter" idx="10"/>
          </p:nvPr>
        </p:nvSpPr>
        <p:spPr/>
        <p:txBody>
          <a:bodyPr/>
          <a:lstStyle/>
          <a:p>
            <a:pPr>
              <a:defRPr/>
            </a:pPr>
            <a:r>
              <a:rPr lang="en-US"/>
              <a:t>DARPA-BAA-14-62    ICONS  </a:t>
            </a: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a:t>Program Name (Acronym)</a:t>
            </a:r>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rPr>
              <a:t>LOCATION:</a:t>
            </a:r>
          </a:p>
        </p:txBody>
      </p:sp>
      <p:sp>
        <p:nvSpPr>
          <p:cNvPr id="49" name="Text Placeholder 39"/>
          <p:cNvSpPr>
            <a:spLocks noGrp="1"/>
          </p:cNvSpPr>
          <p:nvPr userDrawn="1">
            <p:ph type="body" sz="quarter" idx="36"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50" name="Text Placeholder 39"/>
          <p:cNvSpPr>
            <a:spLocks noGrp="1"/>
          </p:cNvSpPr>
          <p:nvPr userDrawn="1">
            <p:ph type="body" sz="quarter" idx="37"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51" name="Text Placeholder 39"/>
          <p:cNvSpPr>
            <a:spLocks noGrp="1"/>
          </p:cNvSpPr>
          <p:nvPr userDrawn="1">
            <p:ph type="body" sz="quarter" idx="38"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52" name="Text Placeholder 39"/>
          <p:cNvSpPr>
            <a:spLocks noGrp="1"/>
          </p:cNvSpPr>
          <p:nvPr userDrawn="1">
            <p:ph type="body" sz="quarter" idx="39"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59017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RO_Update_Concept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16"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29"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
        <p:nvSpPr>
          <p:cNvPr id="30" name="Rectangle 2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Concept</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37" name="TextBox 36"/>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38" name="TextBox 37"/>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39"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40"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41"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42"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3"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5" name="TextBox 44"/>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46" name="TextBox 45"/>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47" name="TextBox 46"/>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sp>
        <p:nvSpPr>
          <p:cNvPr id="48" name="TextBox 47"/>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9" name="TextBox 48"/>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50" name="TextBox 49"/>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2" name="Straight Connector 5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3" name="Straight Connector 52"/>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4"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2"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1" name="Straight Connector 5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7571287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RO_Update_Prototype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0" name="Rectangle 2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Prototype</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15989124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RO_Update_Field Demonstration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0" name="Rectangle 2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rPr>
              <a:t>Field</a:t>
            </a:r>
          </a:p>
          <a:p>
            <a:pPr algn="ctr"/>
            <a:r>
              <a:rPr lang="en-US" sz="1050" dirty="0">
                <a:solidFill>
                  <a:prstClr val="black"/>
                </a:solidFill>
                <a:ea typeface="Tahoma" pitchFamily="34" charset="0"/>
                <a:cs typeface="Tahoma" pitchFamily="34" charset="0"/>
              </a:rPr>
              <a:t>Demonstration</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548186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RO_Update_Concept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Concept</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7562233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RO_Update_Prototype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Prototype</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6084832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RO_Update_Field Demonstration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rPr>
              <a:t>Field</a:t>
            </a:r>
          </a:p>
          <a:p>
            <a:pPr algn="ctr"/>
            <a:r>
              <a:rPr lang="en-US" sz="1050" dirty="0">
                <a:solidFill>
                  <a:prstClr val="black"/>
                </a:solidFill>
                <a:ea typeface="Tahoma" pitchFamily="34" charset="0"/>
                <a:cs typeface="Tahoma" pitchFamily="34" charset="0"/>
              </a:rPr>
              <a:t>Demonstration</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39003935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RO_Update_Concept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Concept</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879154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RO_Update_Prototype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Prototype</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6844537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RO_Update_Field Demonstration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rPr>
              <a:t>Field</a:t>
            </a:r>
          </a:p>
          <a:p>
            <a:pPr algn="ctr"/>
            <a:r>
              <a:rPr lang="en-US" sz="1050" dirty="0">
                <a:solidFill>
                  <a:prstClr val="black"/>
                </a:solidFill>
                <a:ea typeface="Tahoma" pitchFamily="34" charset="0"/>
                <a:cs typeface="Tahoma" pitchFamily="34" charset="0"/>
              </a:rPr>
              <a:t>Demonstration</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0450453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and_Content_Vert">
    <p:spTree>
      <p:nvGrpSpPr>
        <p:cNvPr id="1" name=""/>
        <p:cNvGrpSpPr/>
        <p:nvPr/>
      </p:nvGrpSpPr>
      <p:grpSpPr>
        <a:xfrm>
          <a:off x="0" y="0"/>
          <a:ext cx="0" cy="0"/>
          <a:chOff x="0" y="0"/>
          <a:chExt cx="0" cy="0"/>
        </a:xfrm>
      </p:grpSpPr>
      <p:sp>
        <p:nvSpPr>
          <p:cNvPr id="5" name="Content Placeholder 10"/>
          <p:cNvSpPr>
            <a:spLocks noGrp="1"/>
          </p:cNvSpPr>
          <p:nvPr>
            <p:ph sz="quarter" idx="13"/>
          </p:nvPr>
        </p:nvSpPr>
        <p:spPr>
          <a:xfrm rot="5400000">
            <a:off x="1152522" y="-142872"/>
            <a:ext cx="6400803" cy="7143751"/>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p:cNvSpPr>
            <a:spLocks noGrp="1"/>
          </p:cNvSpPr>
          <p:nvPr>
            <p:ph type="ftr" sz="quarter" idx="10"/>
          </p:nvPr>
        </p:nvSpPr>
        <p:spPr>
          <a:xfrm rot="5400000">
            <a:off x="-2528935" y="3278187"/>
            <a:ext cx="5546817" cy="298450"/>
          </a:xfrm>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a:xfrm rot="5400000">
            <a:off x="-23720" y="6357843"/>
            <a:ext cx="530038" cy="292102"/>
          </a:xfrm>
        </p:spPr>
        <p:txBody>
          <a:bodyPr/>
          <a:lstStyle/>
          <a:p>
            <a:pPr>
              <a:defRPr/>
            </a:pPr>
            <a:fld id="{231CC523-8BC6-4921-807A-66BD262F34AB}" type="slidenum">
              <a:rPr lang="en-US" smtClean="0"/>
              <a:pPr>
                <a:defRPr/>
              </a:pPr>
              <a:t>‹#›</a:t>
            </a:fld>
            <a:endParaRPr lang="en-US"/>
          </a:p>
        </p:txBody>
      </p:sp>
      <p:sp>
        <p:nvSpPr>
          <p:cNvPr id="6" name="Title 1"/>
          <p:cNvSpPr>
            <a:spLocks noGrp="1"/>
          </p:cNvSpPr>
          <p:nvPr>
            <p:ph type="ctrTitle"/>
          </p:nvPr>
        </p:nvSpPr>
        <p:spPr>
          <a:xfrm rot="5400000">
            <a:off x="6100764" y="3695703"/>
            <a:ext cx="5191125" cy="676275"/>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7" name="Straight Connector 6"/>
          <p:cNvCxnSpPr>
            <a:cxnSpLocks noChangeShapeType="1"/>
          </p:cNvCxnSpPr>
          <p:nvPr userDrawn="1"/>
        </p:nvCxnSpPr>
        <p:spPr bwMode="auto">
          <a:xfrm flipH="1">
            <a:off x="8266909" y="228600"/>
            <a:ext cx="1588" cy="6410325"/>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8156508" y="374048"/>
            <a:ext cx="1085438" cy="655071"/>
          </a:xfrm>
          <a:prstGeom prst="rect">
            <a:avLst/>
          </a:prstGeom>
        </p:spPr>
      </p:pic>
    </p:spTree>
    <p:extLst>
      <p:ext uri="{BB962C8B-B14F-4D97-AF65-F5344CB8AC3E}">
        <p14:creationId xmlns:p14="http://schemas.microsoft.com/office/powerpoint/2010/main" val="783532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ext Placeholder 2"/>
          <p:cNvSpPr>
            <a:spLocks noGrp="1"/>
          </p:cNvSpPr>
          <p:nvPr>
            <p:ph type="body" idx="1"/>
          </p:nvPr>
        </p:nvSpPr>
        <p:spPr bwMode="auto">
          <a:xfrm>
            <a:off x="381000" y="12192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p:cNvSpPr>
            <a:spLocks noGrp="1"/>
          </p:cNvSpPr>
          <p:nvPr>
            <p:ph type="ftr" sz="quarter" idx="3"/>
          </p:nvPr>
        </p:nvSpPr>
        <p:spPr>
          <a:xfrm>
            <a:off x="1333500" y="6550026"/>
            <a:ext cx="6477000" cy="298450"/>
          </a:xfrm>
          <a:prstGeom prst="rect">
            <a:avLst/>
          </a:prstGeom>
        </p:spPr>
        <p:txBody>
          <a:bodyPr vert="horz" wrap="square" lIns="91440" tIns="45720" rIns="91440" bIns="45720" numCol="1" anchor="ctr" anchorCtr="0" compatLnSpc="1">
            <a:prstTxWarp prst="textNoShape">
              <a:avLst/>
            </a:prstTxWarp>
          </a:bodyPr>
          <a:lstStyle>
            <a:lvl1pPr algn="ctr">
              <a:defRPr sz="900" baseline="0">
                <a:solidFill>
                  <a:srgbClr val="898989"/>
                </a:solidFill>
                <a:latin typeface="Tahoma" charset="0"/>
              </a:defRPr>
            </a:lvl1pPr>
          </a:lstStyle>
          <a:p>
            <a:pPr>
              <a:defRPr/>
            </a:pPr>
            <a:r>
              <a:rPr lang="en-US"/>
              <a:t>DARPA-BAA-14-62    ICONS  </a:t>
            </a:r>
            <a:endParaRPr lang="en-US" dirty="0"/>
          </a:p>
        </p:txBody>
      </p:sp>
      <p:sp>
        <p:nvSpPr>
          <p:cNvPr id="12" name="Slide Number Placeholder 5"/>
          <p:cNvSpPr>
            <a:spLocks noGrp="1"/>
          </p:cNvSpPr>
          <p:nvPr>
            <p:ph type="sldNum" sz="quarter" idx="4"/>
          </p:nvPr>
        </p:nvSpPr>
        <p:spPr>
          <a:xfrm>
            <a:off x="8102430" y="6553200"/>
            <a:ext cx="762000" cy="292102"/>
          </a:xfrm>
          <a:prstGeom prst="rect">
            <a:avLst/>
          </a:prstGeom>
        </p:spPr>
        <p:txBody>
          <a:bodyPr vert="horz" wrap="square" lIns="91440" tIns="45720" rIns="91440" bIns="45720" numCol="1" anchor="ctr" anchorCtr="0" compatLnSpc="1">
            <a:prstTxWarp prst="textNoShape">
              <a:avLst/>
            </a:prstTxWarp>
          </a:bodyPr>
          <a:lstStyle>
            <a:lvl1pPr algn="r">
              <a:defRPr sz="1200" baseline="0">
                <a:solidFill>
                  <a:srgbClr val="898989"/>
                </a:solidFill>
                <a:latin typeface="Tahoma" charset="0"/>
              </a:defRPr>
            </a:lvl1pPr>
          </a:lstStyle>
          <a:p>
            <a:pPr>
              <a:defRPr/>
            </a:pPr>
            <a:fld id="{231CC523-8BC6-4921-807A-66BD262F34AB}" type="slidenum">
              <a:rPr lang="en-US"/>
              <a:pPr>
                <a:defRPr/>
              </a:pPr>
              <a:t>‹#›</a:t>
            </a:fld>
            <a:endParaRPr lang="en-US"/>
          </a:p>
        </p:txBody>
      </p:sp>
      <p:sp>
        <p:nvSpPr>
          <p:cNvPr id="13" name="Title Placeholder 9"/>
          <p:cNvSpPr>
            <a:spLocks noGrp="1"/>
          </p:cNvSpPr>
          <p:nvPr>
            <p:ph type="title"/>
          </p:nvPr>
        </p:nvSpPr>
        <p:spPr bwMode="auto">
          <a:xfrm>
            <a:off x="1622424" y="152400"/>
            <a:ext cx="7140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Master title style</a:t>
            </a:r>
          </a:p>
        </p:txBody>
      </p:sp>
      <p:sp>
        <p:nvSpPr>
          <p:cNvPr id="2" name="Date Placeholder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Tree>
    <p:extLst>
      <p:ext uri="{BB962C8B-B14F-4D97-AF65-F5344CB8AC3E}">
        <p14:creationId xmlns:p14="http://schemas.microsoft.com/office/powerpoint/2010/main" val="1211192292"/>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Lst>
  <p:hf hdr="0" dt="0"/>
  <p:txStyles>
    <p:titleStyle>
      <a:lvl1pPr algn="l" defTabSz="914400" rtl="0" eaLnBrk="1" latinLnBrk="0" hangingPunct="1">
        <a:spcBef>
          <a:spcPct val="0"/>
        </a:spcBef>
        <a:buNone/>
        <a:defRPr sz="2200" kern="1200">
          <a:solidFill>
            <a:schemeClr val="tx1"/>
          </a:solidFill>
          <a:latin typeface="Tahoma" pitchFamily="34" charset="0"/>
          <a:ea typeface="+mj-ea"/>
          <a:cs typeface="Tahoma" pitchFamily="34" charset="0"/>
        </a:defRPr>
      </a:lvl1pPr>
    </p:titleStyle>
    <p:bodyStyle>
      <a:lvl1pPr marL="342900" indent="-342900" algn="l" defTabSz="914400" rtl="0" eaLnBrk="1" latinLnBrk="0" hangingPunct="1">
        <a:spcBef>
          <a:spcPct val="20000"/>
        </a:spcBef>
        <a:buFont typeface="Arial" pitchFamily="34" charset="0"/>
        <a:buNone/>
        <a:defRPr sz="2000" kern="120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231CC523-8BC6-4921-807A-66BD262F34AB}" type="slidenum">
              <a:rPr lang="en-US" smtClean="0">
                <a:latin typeface="Calibri" panose="020F0502020204030204" pitchFamily="34" charset="0"/>
                <a:cs typeface="Calibri" panose="020F0502020204030204" pitchFamily="34" charset="0"/>
              </a:rPr>
              <a:pPr/>
              <a:t>1</a:t>
            </a:fld>
            <a:endParaRPr lang="en-US" dirty="0">
              <a:latin typeface="Calibri" panose="020F0502020204030204" pitchFamily="34" charset="0"/>
              <a:cs typeface="Calibri" panose="020F0502020204030204" pitchFamily="34" charset="0"/>
            </a:endParaRPr>
          </a:p>
        </p:txBody>
      </p:sp>
      <p:sp>
        <p:nvSpPr>
          <p:cNvPr id="6" name="Title 17"/>
          <p:cNvSpPr txBox="1">
            <a:spLocks noGrp="1"/>
          </p:cNvSpPr>
          <p:nvPr>
            <p:ph type="ctrTitle"/>
          </p:nvPr>
        </p:nvSpPr>
        <p:spPr>
          <a:xfrm>
            <a:off x="406554" y="162570"/>
            <a:ext cx="5471732" cy="612648"/>
          </a:xfrm>
          <a:prstGeom prst="rect">
            <a:avLst/>
          </a:prstGeom>
        </p:spPr>
        <p:txBody>
          <a:bodyPr>
            <a:normAutofit fontScale="90000"/>
          </a:bodyPr>
          <a:lstStyle/>
          <a:p>
            <a:pPr lvl="0" fontAlgn="base">
              <a:spcAft>
                <a:spcPct val="0"/>
              </a:spcAft>
              <a:defRPr/>
            </a:pPr>
            <a:r>
              <a:rPr kumimoji="0" lang="en-US" sz="2400" b="1" i="0" u="none" strike="noStrike" kern="1200" cap="none" spc="0" normalizeH="0" noProof="0" dirty="0">
                <a:ln>
                  <a:noFill/>
                </a:ln>
                <a:effectLst/>
                <a:uLnTx/>
                <a:uFillTx/>
                <a:latin typeface="Calibri" panose="020F0502020204030204" pitchFamily="34" charset="0"/>
                <a:ea typeface="ＭＳ Ｐゴシック" pitchFamily="-32" charset="-128"/>
                <a:cs typeface="Calibri" panose="020F0502020204030204" pitchFamily="34" charset="0"/>
              </a:rPr>
              <a:t>Full Proposal </a:t>
            </a:r>
            <a:r>
              <a:rPr kumimoji="0" lang="en-US" sz="2400" b="1" i="0" u="none" strike="noStrike" kern="1200" cap="none" spc="0" normalizeH="0" baseline="0" noProof="0" dirty="0">
                <a:ln>
                  <a:noFill/>
                </a:ln>
                <a:effectLst/>
                <a:uLnTx/>
                <a:uFillTx/>
                <a:latin typeface="Calibri" panose="020F0502020204030204" pitchFamily="34" charset="0"/>
                <a:ea typeface="ＭＳ Ｐゴシック" pitchFamily="-32" charset="-128"/>
                <a:cs typeface="Calibri" panose="020F0502020204030204" pitchFamily="34" charset="0"/>
              </a:rPr>
              <a:t>Title</a:t>
            </a:r>
            <a:br>
              <a:rPr kumimoji="0" lang="en-US" sz="2400" b="0" i="0" u="none" strike="noStrike" kern="1200" cap="none" spc="0" normalizeH="0" baseline="0" noProof="0" dirty="0">
                <a:ln>
                  <a:noFill/>
                </a:ln>
                <a:effectLst/>
                <a:uLnTx/>
                <a:uFillTx/>
                <a:latin typeface="Calibri" panose="020F0502020204030204" pitchFamily="34" charset="0"/>
                <a:ea typeface="ＭＳ Ｐゴシック" pitchFamily="-32" charset="-128"/>
                <a:cs typeface="Calibri" panose="020F0502020204030204" pitchFamily="34" charset="0"/>
              </a:rPr>
            </a:br>
            <a:r>
              <a:rPr lang="en-US" sz="1600" dirty="0">
                <a:latin typeface="Calibri" panose="020F0502020204030204" pitchFamily="34" charset="0"/>
                <a:ea typeface="ＭＳ Ｐゴシック" pitchFamily="-32" charset="-128"/>
                <a:cs typeface="Calibri" panose="020F0502020204030204" pitchFamily="34" charset="0"/>
              </a:rPr>
              <a:t>Organization Name(s); Technical POC Name(s)</a:t>
            </a:r>
            <a:endParaRPr kumimoji="0" lang="en-US" sz="1600" b="0" i="0" u="none" strike="noStrike" kern="1200" cap="none" spc="0" normalizeH="0" baseline="0" noProof="0" dirty="0">
              <a:ln>
                <a:noFill/>
              </a:ln>
              <a:effectLst/>
              <a:uLnTx/>
              <a:uFillTx/>
              <a:latin typeface="Calibri" panose="020F0502020204030204" pitchFamily="34" charset="0"/>
              <a:ea typeface="ＭＳ Ｐゴシック" pitchFamily="-32" charset="-128"/>
              <a:cs typeface="Calibri" panose="020F0502020204030204" pitchFamily="34" charset="0"/>
            </a:endParaRPr>
          </a:p>
        </p:txBody>
      </p:sp>
      <p:sp>
        <p:nvSpPr>
          <p:cNvPr id="12" name="Text Placeholder 17"/>
          <p:cNvSpPr txBox="1">
            <a:spLocks/>
          </p:cNvSpPr>
          <p:nvPr/>
        </p:nvSpPr>
        <p:spPr>
          <a:xfrm>
            <a:off x="500063" y="1195388"/>
            <a:ext cx="3889375" cy="2251075"/>
          </a:xfrm>
          <a:prstGeom prst="rect">
            <a:avLst/>
          </a:prstGeom>
        </p:spPr>
        <p:txBody>
          <a:bodyPr/>
          <a:lstStyle>
            <a:lvl1pPr marL="342900" indent="-342900" algn="l" defTabSz="914400" rtl="0" eaLnBrk="1" latinLnBrk="0" hangingPunct="1">
              <a:spcBef>
                <a:spcPct val="20000"/>
              </a:spcBef>
              <a:buFont typeface="Arial" pitchFamily="34" charset="0"/>
              <a:buNone/>
              <a:defRPr sz="1400" kern="1200" baseline="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2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1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solidFill>
                  <a:srgbClr val="FF0000"/>
                </a:solidFill>
                <a:latin typeface="Calibri" panose="020F0502020204030204" pitchFamily="34" charset="0"/>
                <a:cs typeface="Calibri" panose="020F0502020204030204" pitchFamily="34" charset="0"/>
              </a:rPr>
              <a:t>Provide graphic</a:t>
            </a:r>
            <a:r>
              <a:rPr lang="en-US" dirty="0">
                <a:latin typeface="Calibri" panose="020F0502020204030204" pitchFamily="34" charset="0"/>
                <a:cs typeface="Calibri" panose="020F0502020204030204" pitchFamily="34" charset="0"/>
              </a:rPr>
              <a:t>.</a:t>
            </a:r>
          </a:p>
        </p:txBody>
      </p:sp>
      <p:sp>
        <p:nvSpPr>
          <p:cNvPr id="13" name="Text Placeholder 19"/>
          <p:cNvSpPr txBox="1">
            <a:spLocks/>
          </p:cNvSpPr>
          <p:nvPr/>
        </p:nvSpPr>
        <p:spPr>
          <a:xfrm>
            <a:off x="490538" y="3953049"/>
            <a:ext cx="3956050" cy="2447751"/>
          </a:xfrm>
          <a:prstGeom prst="rect">
            <a:avLst/>
          </a:prstGeom>
        </p:spPr>
        <p:txBody>
          <a:bodyPr/>
          <a:lstStyle>
            <a:lvl1pPr marL="0" indent="0" algn="l" defTabSz="914400" rtl="0" eaLnBrk="1" latinLnBrk="0" hangingPunct="1">
              <a:spcBef>
                <a:spcPct val="20000"/>
              </a:spcBef>
              <a:buFont typeface="Arial" pitchFamily="34" charset="0"/>
              <a:buNone/>
              <a:defRPr sz="1400" kern="1200" baseline="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2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1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solidFill>
                  <a:srgbClr val="FF0000"/>
                </a:solidFill>
                <a:latin typeface="Calibri" panose="020F0502020204030204" pitchFamily="34" charset="0"/>
                <a:cs typeface="Calibri" panose="020F0502020204030204" pitchFamily="34" charset="0"/>
              </a:rPr>
              <a:t>Describe need and problem being addressed</a:t>
            </a:r>
            <a:r>
              <a:rPr lang="en-US" dirty="0">
                <a:latin typeface="Calibri" panose="020F0502020204030204" pitchFamily="34" charset="0"/>
                <a:cs typeface="Calibri" panose="020F0502020204030204" pitchFamily="34" charset="0"/>
              </a:rPr>
              <a:t>.</a:t>
            </a:r>
          </a:p>
          <a:p>
            <a:r>
              <a:rPr lang="en-US" b="1" dirty="0">
                <a:solidFill>
                  <a:srgbClr val="FF0000"/>
                </a:solidFill>
                <a:latin typeface="Calibri" panose="020F0502020204030204" pitchFamily="34" charset="0"/>
                <a:cs typeface="Calibri" panose="020F0502020204030204" pitchFamily="34" charset="0"/>
              </a:rPr>
              <a:t>Describe goal</a:t>
            </a:r>
            <a:r>
              <a:rPr lang="en-US" dirty="0">
                <a:latin typeface="Calibri" panose="020F0502020204030204" pitchFamily="34" charset="0"/>
                <a:cs typeface="Calibri" panose="020F0502020204030204" pitchFamily="34" charset="0"/>
              </a:rPr>
              <a:t>.</a:t>
            </a:r>
          </a:p>
          <a:p>
            <a:pPr marL="285750" indent="-285750">
              <a:buFont typeface="Arial" pitchFamily="34" charset="0"/>
              <a:buChar char="•"/>
            </a:pPr>
            <a:endParaRPr lang="en-US" dirty="0">
              <a:solidFill>
                <a:prstClr val="black"/>
              </a:solidFill>
              <a:latin typeface="Calibri" panose="020F0502020204030204" pitchFamily="34" charset="0"/>
              <a:cs typeface="Calibri" panose="020F0502020204030204" pitchFamily="34" charset="0"/>
            </a:endParaRPr>
          </a:p>
          <a:p>
            <a:r>
              <a:rPr lang="en-US" dirty="0">
                <a:solidFill>
                  <a:prstClr val="black"/>
                </a:solidFill>
                <a:latin typeface="Calibri" panose="020F0502020204030204" pitchFamily="34" charset="0"/>
                <a:cs typeface="Calibri" panose="020F0502020204030204" pitchFamily="34" charset="0"/>
              </a:rPr>
              <a:t>	</a:t>
            </a:r>
          </a:p>
        </p:txBody>
      </p:sp>
      <p:sp>
        <p:nvSpPr>
          <p:cNvPr id="4" name="TextBox 3"/>
          <p:cNvSpPr txBox="1"/>
          <p:nvPr/>
        </p:nvSpPr>
        <p:spPr>
          <a:xfrm>
            <a:off x="4705525" y="1198373"/>
            <a:ext cx="4133675" cy="307777"/>
          </a:xfrm>
          <a:prstGeom prst="rect">
            <a:avLst/>
          </a:prstGeom>
          <a:noFill/>
        </p:spPr>
        <p:txBody>
          <a:bodyPr wrap="square" rtlCol="0">
            <a:spAutoFit/>
          </a:bodyPr>
          <a:lstStyle/>
          <a:p>
            <a:r>
              <a:rPr lang="en-US" sz="1400" b="1" dirty="0">
                <a:solidFill>
                  <a:srgbClr val="FF0000"/>
                </a:solidFill>
                <a:latin typeface="Calibri" panose="020F0502020204030204" pitchFamily="34" charset="0"/>
                <a:cs typeface="Calibri" panose="020F0502020204030204" pitchFamily="34" charset="0"/>
              </a:rPr>
              <a:t>Describe new ideas</a:t>
            </a:r>
            <a:r>
              <a:rPr lang="en-US" sz="1400" dirty="0">
                <a:latin typeface="Calibri" panose="020F0502020204030204" pitchFamily="34" charset="0"/>
                <a:cs typeface="Calibri" panose="020F0502020204030204" pitchFamily="34" charset="0"/>
              </a:rPr>
              <a:t>.</a:t>
            </a:r>
          </a:p>
        </p:txBody>
      </p:sp>
      <p:sp>
        <p:nvSpPr>
          <p:cNvPr id="8" name="Text Placeholder 19"/>
          <p:cNvSpPr txBox="1">
            <a:spLocks/>
          </p:cNvSpPr>
          <p:nvPr/>
        </p:nvSpPr>
        <p:spPr>
          <a:xfrm>
            <a:off x="4705525" y="3973385"/>
            <a:ext cx="3956050" cy="2447751"/>
          </a:xfrm>
          <a:prstGeom prst="rect">
            <a:avLst/>
          </a:prstGeom>
        </p:spPr>
        <p:txBody>
          <a:bodyPr/>
          <a:lstStyle>
            <a:lvl1pPr marL="0" indent="0" algn="l" defTabSz="914400" rtl="0" eaLnBrk="1" latinLnBrk="0" hangingPunct="1">
              <a:spcBef>
                <a:spcPct val="20000"/>
              </a:spcBef>
              <a:buFont typeface="Arial" pitchFamily="34" charset="0"/>
              <a:buNone/>
              <a:defRPr sz="1400" kern="1200" baseline="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2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1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solidFill>
                  <a:srgbClr val="FF0000"/>
                </a:solidFill>
                <a:latin typeface="Calibri" panose="020F0502020204030204" pitchFamily="34" charset="0"/>
                <a:cs typeface="Calibri" panose="020F0502020204030204" pitchFamily="34" charset="0"/>
              </a:rPr>
              <a:t>Describe existing approaches/state of the art</a:t>
            </a:r>
            <a:r>
              <a:rPr lang="en-US" dirty="0">
                <a:latin typeface="Calibri" panose="020F0502020204030204" pitchFamily="34" charset="0"/>
                <a:cs typeface="Calibri" panose="020F0502020204030204" pitchFamily="34" charset="0"/>
              </a:rPr>
              <a:t>.</a:t>
            </a:r>
          </a:p>
          <a:p>
            <a:r>
              <a:rPr lang="en-US" dirty="0">
                <a:solidFill>
                  <a:prstClr val="black"/>
                </a:solidFill>
                <a:latin typeface="Calibri" panose="020F0502020204030204" pitchFamily="34" charset="0"/>
                <a:cs typeface="Calibri" panose="020F0502020204030204" pitchFamily="34" charset="0"/>
              </a:rPr>
              <a:t>	</a:t>
            </a:r>
          </a:p>
        </p:txBody>
      </p:sp>
      <p:sp>
        <p:nvSpPr>
          <p:cNvPr id="2" name="Footer Placeholder 1"/>
          <p:cNvSpPr>
            <a:spLocks noGrp="1"/>
          </p:cNvSpPr>
          <p:nvPr>
            <p:ph type="ftr" sz="quarter" idx="10"/>
          </p:nvPr>
        </p:nvSpPr>
        <p:spPr>
          <a:xfrm>
            <a:off x="4921203" y="100207"/>
            <a:ext cx="4133675" cy="615409"/>
          </a:xfrm>
        </p:spPr>
        <p:txBody>
          <a:bodyPr/>
          <a:lstStyle/>
          <a:p>
            <a:pPr>
              <a:defRPr/>
            </a:pPr>
            <a:r>
              <a:rPr lang="en-US" sz="2200" b="1" dirty="0">
                <a:solidFill>
                  <a:schemeClr val="tx1"/>
                </a:solidFill>
                <a:latin typeface="Calibri" panose="020F0502020204030204" pitchFamily="34" charset="0"/>
                <a:cs typeface="Calibri" panose="020F0502020204030204" pitchFamily="34" charset="0"/>
              </a:rPr>
              <a:t>DARPA-PS-26-119: AMPED</a:t>
            </a:r>
            <a:endParaRPr lang="en-US" sz="2200" b="1" dirty="0">
              <a:solidFill>
                <a:srgbClr val="FF0000"/>
              </a:solidFill>
              <a:latin typeface="Calibri" panose="020F0502020204030204" pitchFamily="34" charset="0"/>
              <a:cs typeface="Calibri" panose="020F0502020204030204" pitchFamily="34" charset="0"/>
            </a:endParaRPr>
          </a:p>
          <a:p>
            <a:pPr>
              <a:defRPr/>
            </a:pPr>
            <a:r>
              <a:rPr lang="en-US" sz="1400" dirty="0">
                <a:solidFill>
                  <a:schemeClr val="tx1"/>
                </a:solidFill>
                <a:latin typeface="Calibri" panose="020F0502020204030204" pitchFamily="34" charset="0"/>
                <a:cs typeface="Calibri" panose="020F0502020204030204" pitchFamily="34" charset="0"/>
              </a:rPr>
              <a:t>           Proposal Summary Slide Template</a:t>
            </a:r>
          </a:p>
        </p:txBody>
      </p:sp>
      <p:sp>
        <p:nvSpPr>
          <p:cNvPr id="9" name="Footer Placeholder 1"/>
          <p:cNvSpPr txBox="1">
            <a:spLocks/>
          </p:cNvSpPr>
          <p:nvPr/>
        </p:nvSpPr>
        <p:spPr>
          <a:xfrm>
            <a:off x="1547358" y="6546205"/>
            <a:ext cx="6049284" cy="298450"/>
          </a:xfrm>
          <a:prstGeom prst="rect">
            <a:avLst/>
          </a:prstGeom>
        </p:spPr>
        <p:txBody>
          <a:bodyPr vert="horz" wrap="square" lIns="91440" tIns="45720" rIns="91440" bIns="45720" numCol="1" anchor="ctr" anchorCtr="0" compatLnSpc="1">
            <a:prstTxWarp prst="textNoShape">
              <a:avLst/>
            </a:prstTxWarp>
          </a:bodyPr>
          <a:lstStyle>
            <a:defPPr>
              <a:defRPr lang="en-US"/>
            </a:defPPr>
            <a:lvl1pPr marL="0" algn="ctr" defTabSz="914400" rtl="0" eaLnBrk="1" latinLnBrk="0" hangingPunct="1">
              <a:defRPr sz="900" kern="1200" baseline="0">
                <a:solidFill>
                  <a:srgbClr val="898989"/>
                </a:solidFill>
                <a:latin typeface="Tahoma"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100" dirty="0">
                <a:solidFill>
                  <a:prstClr val="black"/>
                </a:solidFill>
                <a:latin typeface="Calibri" panose="020F0502020204030204" pitchFamily="34" charset="0"/>
                <a:cs typeface="Calibri" panose="020F0502020204030204" pitchFamily="34" charset="0"/>
              </a:rPr>
              <a:t>Competition Sensitive Information – see 41 U.S.C. 2102</a:t>
            </a:r>
          </a:p>
        </p:txBody>
      </p:sp>
    </p:spTree>
    <p:extLst>
      <p:ext uri="{BB962C8B-B14F-4D97-AF65-F5344CB8AC3E}">
        <p14:creationId xmlns:p14="http://schemas.microsoft.com/office/powerpoint/2010/main" val="3769729806"/>
      </p:ext>
    </p:extLst>
  </p:cSld>
  <p:clrMapOvr>
    <a:masterClrMapping/>
  </p:clrMapOvr>
</p:sld>
</file>

<file path=ppt/theme/theme1.xml><?xml version="1.0" encoding="utf-8"?>
<a:theme xmlns:a="http://schemas.openxmlformats.org/drawingml/2006/main" name="1_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noFill/>
        <a:ln w="22225">
          <a:solidFill>
            <a:schemeClr val="tx1"/>
          </a:solidFill>
          <a:round/>
          <a:headEnd/>
          <a:tailEnd/>
        </a:ln>
        <a:extLst>
          <a:ext uri="{909E8E84-426E-40DD-AFC4-6F175D3DCCD1}">
            <a14:hiddenFill xmlns:a14="http://schemas.microsoft.com/office/drawing/2010/main">
              <a:noFill/>
            </a14:hiddenFill>
          </a:ext>
        </a:extLst>
      </a:spPr>
      <a:bodyPr/>
      <a:lst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75b7a5f-1319-490a-af4a-c040bb875a55">
      <Terms xmlns="http://schemas.microsoft.com/office/infopath/2007/PartnerControls"/>
    </lcf76f155ced4ddcb4097134ff3c332f>
    <TaxCatchAll xmlns="7fdfa2a2-e7f7-4cba-967f-7fbe38b9429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D1AC3C4955DA4FBDC80299E7FDA80B" ma:contentTypeVersion="10" ma:contentTypeDescription="Create a new document." ma:contentTypeScope="" ma:versionID="8e9fb931fbee7b043f1a75ff0a52c6df">
  <xsd:schema xmlns:xsd="http://www.w3.org/2001/XMLSchema" xmlns:xs="http://www.w3.org/2001/XMLSchema" xmlns:p="http://schemas.microsoft.com/office/2006/metadata/properties" xmlns:ns2="275b7a5f-1319-490a-af4a-c040bb875a55" xmlns:ns3="7fdfa2a2-e7f7-4cba-967f-7fbe38b94291" targetNamespace="http://schemas.microsoft.com/office/2006/metadata/properties" ma:root="true" ma:fieldsID="a49dc8a6836ad324e33148ed72e2d590" ns2:_="" ns3:_="">
    <xsd:import namespace="275b7a5f-1319-490a-af4a-c040bb875a55"/>
    <xsd:import namespace="7fdfa2a2-e7f7-4cba-967f-7fbe38b9429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5b7a5f-1319-490a-af4a-c040bb875a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9aa863f-a18b-4de0-9c78-b693d194da8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fdfa2a2-e7f7-4cba-967f-7fbe38b9429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45618a1-5783-44d3-ad6f-ac37f446cf24}" ma:internalName="TaxCatchAll" ma:showField="CatchAllData" ma:web="7fdfa2a2-e7f7-4cba-967f-7fbe38b942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064106-1CDD-40D6-8AAA-C10740CE9CE7}">
  <ds:schemaRefs>
    <ds:schemaRef ds:uri="http://schemas.microsoft.com/sharepoint/v3/contenttype/forms"/>
  </ds:schemaRefs>
</ds:datastoreItem>
</file>

<file path=customXml/itemProps2.xml><?xml version="1.0" encoding="utf-8"?>
<ds:datastoreItem xmlns:ds="http://schemas.openxmlformats.org/officeDocument/2006/customXml" ds:itemID="{23656492-EC65-421A-A2E1-BEC7125B3578}">
  <ds:schemaRefs>
    <ds:schemaRef ds:uri="http://schemas.microsoft.com/office/2006/documentManagement/types"/>
    <ds:schemaRef ds:uri="275b7a5f-1319-490a-af4a-c040bb875a55"/>
    <ds:schemaRef ds:uri="http://purl.org/dc/elements/1.1/"/>
    <ds:schemaRef ds:uri="7fdfa2a2-e7f7-4cba-967f-7fbe38b94291"/>
    <ds:schemaRef ds:uri="http://www.w3.org/XML/1998/namespace"/>
    <ds:schemaRef ds:uri="http://schemas.microsoft.com/office/infopath/2007/PartnerControls"/>
    <ds:schemaRef ds:uri="http://purl.org/dc/terms/"/>
    <ds:schemaRef ds:uri="http://purl.org/dc/dcmitype/"/>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C2E8F71E-1A57-48B6-AAF6-6C32BC58E0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5b7a5f-1319-490a-af4a-c040bb875a55"/>
    <ds:schemaRef ds:uri="7fdfa2a2-e7f7-4cba-967f-7fbe38b942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2454</TotalTime>
  <Words>66</Words>
  <Application>Microsoft Office PowerPoint</Application>
  <PresentationFormat>On-screen Show (4:3)</PresentationFormat>
  <Paragraphs>14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MS PGothic</vt:lpstr>
      <vt:lpstr>Arial</vt:lpstr>
      <vt:lpstr>Calibri</vt:lpstr>
      <vt:lpstr>Tahoma</vt:lpstr>
      <vt:lpstr>Times New Roman</vt:lpstr>
      <vt:lpstr>1_blank</vt:lpstr>
      <vt:lpstr>Full Proposal Title Organization Name(s); Technical POC Name(s)</vt:lpstr>
    </vt:vector>
  </TitlesOfParts>
  <Company>Wyle Information Systems - DARPA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 Name (Acronym) Office/PM</dc:title>
  <dc:creator>Emily VanSice</dc:creator>
  <cp:lastModifiedBy>Thurn, Leina (contr-mto)</cp:lastModifiedBy>
  <cp:revision>98</cp:revision>
  <cp:lastPrinted>2011-09-22T20:00:03Z</cp:lastPrinted>
  <dcterms:created xsi:type="dcterms:W3CDTF">2012-01-24T15:16:44Z</dcterms:created>
  <dcterms:modified xsi:type="dcterms:W3CDTF">2026-04-30T18:14:26Z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0x01010079D1AC3C4955DA4FBDC80299E7FDA80B</vt:lpwstr>
  </property>
  <property fmtid="{D5CDD505-2E9C-101B-9397-08002B2CF9AE}" pid="3" name="MediaServiceImageTags">
    <vt:lpwstr/>
  </property>
</Properties>
</file>