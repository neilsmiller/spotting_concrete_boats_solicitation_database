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4" r:id="rId2"/>
    <p:sldId id="258" r:id="rId3"/>
    <p:sldId id="261" r:id="rId4"/>
    <p:sldId id="262" r:id="rId5"/>
    <p:sldId id="265" r:id="rId6"/>
  </p:sldIdLst>
  <p:sldSz cx="12192000" cy="6858000"/>
  <p:notesSz cx="7023100" cy="93091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0FF3AE-8B8B-4B09-A2B1-8EAFAE08BBE7}" v="7" dt="2026-04-30T16:40:19.502"/>
    <p1510:client id="{A828F35F-FCA2-44BE-BE9A-AC50EAC7D0F7}" v="2" dt="2026-04-30T23:18:38.65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95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, Maletta A CIV USARMY 413 CONTR SPT BDE (USA)" userId="79ce32cf-9ab1-465e-954c-fd6a518c2992" providerId="ADAL" clId="{62CCBD3A-5B07-4756-A436-DBA47383DE6E}"/>
    <pc:docChg chg="undo custSel addSld delSld modSld">
      <pc:chgData name="Chan, Maletta A CIV USARMY 413 CONTR SPT BDE (USA)" userId="79ce32cf-9ab1-465e-954c-fd6a518c2992" providerId="ADAL" clId="{62CCBD3A-5B07-4756-A436-DBA47383DE6E}" dt="2026-04-30T23:37:18.467" v="339" actId="20577"/>
      <pc:docMkLst>
        <pc:docMk/>
      </pc:docMkLst>
      <pc:sldChg chg="modSp mod">
        <pc:chgData name="Chan, Maletta A CIV USARMY 413 CONTR SPT BDE (USA)" userId="79ce32cf-9ab1-465e-954c-fd6a518c2992" providerId="ADAL" clId="{62CCBD3A-5B07-4756-A436-DBA47383DE6E}" dt="2026-04-30T23:36:04.076" v="302" actId="20577"/>
        <pc:sldMkLst>
          <pc:docMk/>
          <pc:sldMk cId="2865766801" sldId="258"/>
        </pc:sldMkLst>
        <pc:spChg chg="mod">
          <ac:chgData name="Chan, Maletta A CIV USARMY 413 CONTR SPT BDE (USA)" userId="79ce32cf-9ab1-465e-954c-fd6a518c2992" providerId="ADAL" clId="{62CCBD3A-5B07-4756-A436-DBA47383DE6E}" dt="2026-04-30T23:36:04.076" v="302" actId="20577"/>
          <ac:spMkLst>
            <pc:docMk/>
            <pc:sldMk cId="2865766801" sldId="258"/>
            <ac:spMk id="4" creationId="{00000000-0000-0000-0000-000000000000}"/>
          </ac:spMkLst>
        </pc:spChg>
      </pc:sldChg>
      <pc:sldChg chg="addSp delSp modSp mod">
        <pc:chgData name="Chan, Maletta A CIV USARMY 413 CONTR SPT BDE (USA)" userId="79ce32cf-9ab1-465e-954c-fd6a518c2992" providerId="ADAL" clId="{62CCBD3A-5B07-4756-A436-DBA47383DE6E}" dt="2026-04-30T23:26:58.370" v="183" actId="20577"/>
        <pc:sldMkLst>
          <pc:docMk/>
          <pc:sldMk cId="1218401939" sldId="261"/>
        </pc:sldMkLst>
        <pc:spChg chg="del mod">
          <ac:chgData name="Chan, Maletta A CIV USARMY 413 CONTR SPT BDE (USA)" userId="79ce32cf-9ab1-465e-954c-fd6a518c2992" providerId="ADAL" clId="{62CCBD3A-5B07-4756-A436-DBA47383DE6E}" dt="2026-04-30T23:18:28.131" v="51" actId="21"/>
          <ac:spMkLst>
            <pc:docMk/>
            <pc:sldMk cId="1218401939" sldId="261"/>
            <ac:spMk id="6" creationId="{237D04D5-3CD0-209A-4EBF-FF466B28FBA2}"/>
          </ac:spMkLst>
        </pc:spChg>
        <pc:spChg chg="mod">
          <ac:chgData name="Chan, Maletta A CIV USARMY 413 CONTR SPT BDE (USA)" userId="79ce32cf-9ab1-465e-954c-fd6a518c2992" providerId="ADAL" clId="{62CCBD3A-5B07-4756-A436-DBA47383DE6E}" dt="2026-04-30T23:18:09.560" v="48" actId="1076"/>
          <ac:spMkLst>
            <pc:docMk/>
            <pc:sldMk cId="1218401939" sldId="261"/>
            <ac:spMk id="8" creationId="{5C2AFF61-CEFE-0C91-1864-6C26F48A3FF2}"/>
          </ac:spMkLst>
        </pc:spChg>
        <pc:spChg chg="del mod">
          <ac:chgData name="Chan, Maletta A CIV USARMY 413 CONTR SPT BDE (USA)" userId="79ce32cf-9ab1-465e-954c-fd6a518c2992" providerId="ADAL" clId="{62CCBD3A-5B07-4756-A436-DBA47383DE6E}" dt="2026-04-30T23:18:28.144" v="53"/>
          <ac:spMkLst>
            <pc:docMk/>
            <pc:sldMk cId="1218401939" sldId="261"/>
            <ac:spMk id="13" creationId="{E39A8661-1069-793D-847A-DEB2FD712536}"/>
          </ac:spMkLst>
        </pc:spChg>
        <pc:spChg chg="add del mod">
          <ac:chgData name="Chan, Maletta A CIV USARMY 413 CONTR SPT BDE (USA)" userId="79ce32cf-9ab1-465e-954c-fd6a518c2992" providerId="ADAL" clId="{62CCBD3A-5B07-4756-A436-DBA47383DE6E}" dt="2026-04-30T23:19:52.761" v="66" actId="21"/>
          <ac:spMkLst>
            <pc:docMk/>
            <pc:sldMk cId="1218401939" sldId="261"/>
            <ac:spMk id="16" creationId="{B6A1220B-9C50-A6A4-D234-A7F12F0B9B73}"/>
          </ac:spMkLst>
        </pc:spChg>
        <pc:spChg chg="add mod">
          <ac:chgData name="Chan, Maletta A CIV USARMY 413 CONTR SPT BDE (USA)" userId="79ce32cf-9ab1-465e-954c-fd6a518c2992" providerId="ADAL" clId="{62CCBD3A-5B07-4756-A436-DBA47383DE6E}" dt="2026-04-30T23:18:34.662" v="54"/>
          <ac:spMkLst>
            <pc:docMk/>
            <pc:sldMk cId="1218401939" sldId="261"/>
            <ac:spMk id="17" creationId="{BE6B6D31-8EE3-550F-05D3-565DC5AA6108}"/>
          </ac:spMkLst>
        </pc:spChg>
        <pc:spChg chg="add mod">
          <ac:chgData name="Chan, Maletta A CIV USARMY 413 CONTR SPT BDE (USA)" userId="79ce32cf-9ab1-465e-954c-fd6a518c2992" providerId="ADAL" clId="{62CCBD3A-5B07-4756-A436-DBA47383DE6E}" dt="2026-04-30T23:20:18.598" v="70" actId="6549"/>
          <ac:spMkLst>
            <pc:docMk/>
            <pc:sldMk cId="1218401939" sldId="261"/>
            <ac:spMk id="18" creationId="{9B8B3B1F-0A96-A822-765A-F58C21E80211}"/>
          </ac:spMkLst>
        </pc:spChg>
        <pc:spChg chg="add mod">
          <ac:chgData name="Chan, Maletta A CIV USARMY 413 CONTR SPT BDE (USA)" userId="79ce32cf-9ab1-465e-954c-fd6a518c2992" providerId="ADAL" clId="{62CCBD3A-5B07-4756-A436-DBA47383DE6E}" dt="2026-04-30T23:26:58.370" v="183" actId="20577"/>
          <ac:spMkLst>
            <pc:docMk/>
            <pc:sldMk cId="1218401939" sldId="261"/>
            <ac:spMk id="19" creationId="{C1724119-F164-7151-0413-6816FA1583FA}"/>
          </ac:spMkLst>
        </pc:spChg>
        <pc:picChg chg="mod">
          <ac:chgData name="Chan, Maletta A CIV USARMY 413 CONTR SPT BDE (USA)" userId="79ce32cf-9ab1-465e-954c-fd6a518c2992" providerId="ADAL" clId="{62CCBD3A-5B07-4756-A436-DBA47383DE6E}" dt="2026-04-30T23:26:41.613" v="170" actId="14100"/>
          <ac:picMkLst>
            <pc:docMk/>
            <pc:sldMk cId="1218401939" sldId="261"/>
            <ac:picMk id="2" creationId="{E89DEDDF-B82C-5817-37DA-9124E19DD628}"/>
          </ac:picMkLst>
        </pc:picChg>
        <pc:picChg chg="mod">
          <ac:chgData name="Chan, Maletta A CIV USARMY 413 CONTR SPT BDE (USA)" userId="79ce32cf-9ab1-465e-954c-fd6a518c2992" providerId="ADAL" clId="{62CCBD3A-5B07-4756-A436-DBA47383DE6E}" dt="2026-04-30T23:18:05.551" v="47" actId="1076"/>
          <ac:picMkLst>
            <pc:docMk/>
            <pc:sldMk cId="1218401939" sldId="261"/>
            <ac:picMk id="5" creationId="{04F5AFFC-1FCC-C920-C26A-D1E46AC5D37E}"/>
          </ac:picMkLst>
        </pc:picChg>
        <pc:picChg chg="add del">
          <ac:chgData name="Chan, Maletta A CIV USARMY 413 CONTR SPT BDE (USA)" userId="79ce32cf-9ab1-465e-954c-fd6a518c2992" providerId="ADAL" clId="{62CCBD3A-5B07-4756-A436-DBA47383DE6E}" dt="2026-04-30T23:08:09.582" v="7" actId="22"/>
          <ac:picMkLst>
            <pc:docMk/>
            <pc:sldMk cId="1218401939" sldId="261"/>
            <ac:picMk id="7" creationId="{282B44C7-3C80-421D-0AAE-0B8868F40558}"/>
          </ac:picMkLst>
        </pc:picChg>
        <pc:picChg chg="add del">
          <ac:chgData name="Chan, Maletta A CIV USARMY 413 CONTR SPT BDE (USA)" userId="79ce32cf-9ab1-465e-954c-fd6a518c2992" providerId="ADAL" clId="{62CCBD3A-5B07-4756-A436-DBA47383DE6E}" dt="2026-04-30T23:08:15.525" v="9" actId="22"/>
          <ac:picMkLst>
            <pc:docMk/>
            <pc:sldMk cId="1218401939" sldId="261"/>
            <ac:picMk id="11" creationId="{3C1BEF6B-A5B5-2FF2-3C6F-ED85A2222DB4}"/>
          </ac:picMkLst>
        </pc:picChg>
        <pc:picChg chg="add mod">
          <ac:chgData name="Chan, Maletta A CIV USARMY 413 CONTR SPT BDE (USA)" userId="79ce32cf-9ab1-465e-954c-fd6a518c2992" providerId="ADAL" clId="{62CCBD3A-5B07-4756-A436-DBA47383DE6E}" dt="2026-04-30T23:17:57.560" v="46" actId="14100"/>
          <ac:picMkLst>
            <pc:docMk/>
            <pc:sldMk cId="1218401939" sldId="261"/>
            <ac:picMk id="14" creationId="{CBB65B5E-6908-F910-51DF-81E0BB07EA96}"/>
          </ac:picMkLst>
        </pc:picChg>
        <pc:cxnChg chg="del">
          <ac:chgData name="Chan, Maletta A CIV USARMY 413 CONTR SPT BDE (USA)" userId="79ce32cf-9ab1-465e-954c-fd6a518c2992" providerId="ADAL" clId="{62CCBD3A-5B07-4756-A436-DBA47383DE6E}" dt="2026-04-30T23:20:02.055" v="67" actId="478"/>
          <ac:cxnSpMkLst>
            <pc:docMk/>
            <pc:sldMk cId="1218401939" sldId="261"/>
            <ac:cxnSpMk id="4" creationId="{9FD4FF71-16B8-EA3A-0534-2241341DD7E6}"/>
          </ac:cxnSpMkLst>
        </pc:cxnChg>
        <pc:cxnChg chg="mod">
          <ac:chgData name="Chan, Maletta A CIV USARMY 413 CONTR SPT BDE (USA)" userId="79ce32cf-9ab1-465e-954c-fd6a518c2992" providerId="ADAL" clId="{62CCBD3A-5B07-4756-A436-DBA47383DE6E}" dt="2026-04-30T23:20:07.706" v="68" actId="1076"/>
          <ac:cxnSpMkLst>
            <pc:docMk/>
            <pc:sldMk cId="1218401939" sldId="261"/>
            <ac:cxnSpMk id="10" creationId="{C9917057-CDE3-51D8-5D04-9B6446AFB944}"/>
          </ac:cxnSpMkLst>
        </pc:cxnChg>
      </pc:sldChg>
      <pc:sldChg chg="addSp delSp modSp mod modClrScheme chgLayout">
        <pc:chgData name="Chan, Maletta A CIV USARMY 413 CONTR SPT BDE (USA)" userId="79ce32cf-9ab1-465e-954c-fd6a518c2992" providerId="ADAL" clId="{62CCBD3A-5B07-4756-A436-DBA47383DE6E}" dt="2026-04-30T23:37:18.467" v="339" actId="20577"/>
        <pc:sldMkLst>
          <pc:docMk/>
          <pc:sldMk cId="3085573658" sldId="262"/>
        </pc:sldMkLst>
        <pc:spChg chg="mod ord">
          <ac:chgData name="Chan, Maletta A CIV USARMY 413 CONTR SPT BDE (USA)" userId="79ce32cf-9ab1-465e-954c-fd6a518c2992" providerId="ADAL" clId="{62CCBD3A-5B07-4756-A436-DBA47383DE6E}" dt="2026-04-30T23:37:18.467" v="339" actId="20577"/>
          <ac:spMkLst>
            <pc:docMk/>
            <pc:sldMk cId="3085573658" sldId="262"/>
            <ac:spMk id="2" creationId="{8CAD086E-BC73-C8C8-EABE-63EF2CACA92B}"/>
          </ac:spMkLst>
        </pc:spChg>
        <pc:spChg chg="add del mod ord">
          <ac:chgData name="Chan, Maletta A CIV USARMY 413 CONTR SPT BDE (USA)" userId="79ce32cf-9ab1-465e-954c-fd6a518c2992" providerId="ADAL" clId="{62CCBD3A-5B07-4756-A436-DBA47383DE6E}" dt="2026-04-30T23:36:58.049" v="332" actId="700"/>
          <ac:spMkLst>
            <pc:docMk/>
            <pc:sldMk cId="3085573658" sldId="262"/>
            <ac:spMk id="3" creationId="{60B571CA-342E-08F9-C9B3-1CF7201BCA4B}"/>
          </ac:spMkLst>
        </pc:spChg>
        <pc:spChg chg="add mod">
          <ac:chgData name="Chan, Maletta A CIV USARMY 413 CONTR SPT BDE (USA)" userId="79ce32cf-9ab1-465e-954c-fd6a518c2992" providerId="ADAL" clId="{62CCBD3A-5B07-4756-A436-DBA47383DE6E}" dt="2026-04-30T23:37:08.472" v="334" actId="1076"/>
          <ac:spMkLst>
            <pc:docMk/>
            <pc:sldMk cId="3085573658" sldId="262"/>
            <ac:spMk id="6" creationId="{5500EEB5-9CA5-4C24-A525-E7D0AE4F6F2E}"/>
          </ac:spMkLst>
        </pc:spChg>
        <pc:picChg chg="mod ord">
          <ac:chgData name="Chan, Maletta A CIV USARMY 413 CONTR SPT BDE (USA)" userId="79ce32cf-9ab1-465e-954c-fd6a518c2992" providerId="ADAL" clId="{62CCBD3A-5B07-4756-A436-DBA47383DE6E}" dt="2026-04-30T23:37:12.209" v="335" actId="1076"/>
          <ac:picMkLst>
            <pc:docMk/>
            <pc:sldMk cId="3085573658" sldId="262"/>
            <ac:picMk id="4" creationId="{2266C0BF-8266-6C2F-C5D9-8DF7B50F62E4}"/>
          </ac:picMkLst>
        </pc:picChg>
      </pc:sldChg>
      <pc:sldChg chg="addSp delSp modSp new mod">
        <pc:chgData name="Chan, Maletta A CIV USARMY 413 CONTR SPT BDE (USA)" userId="79ce32cf-9ab1-465e-954c-fd6a518c2992" providerId="ADAL" clId="{62CCBD3A-5B07-4756-A436-DBA47383DE6E}" dt="2026-04-30T23:36:15.464" v="309" actId="20577"/>
        <pc:sldMkLst>
          <pc:docMk/>
          <pc:sldMk cId="2444003452" sldId="265"/>
        </pc:sldMkLst>
        <pc:spChg chg="mod">
          <ac:chgData name="Chan, Maletta A CIV USARMY 413 CONTR SPT BDE (USA)" userId="79ce32cf-9ab1-465e-954c-fd6a518c2992" providerId="ADAL" clId="{62CCBD3A-5B07-4756-A436-DBA47383DE6E}" dt="2026-04-30T23:36:15.464" v="309" actId="20577"/>
          <ac:spMkLst>
            <pc:docMk/>
            <pc:sldMk cId="2444003452" sldId="265"/>
            <ac:spMk id="2" creationId="{DC0922CF-6E28-2EF5-EAD6-40A8906E94D4}"/>
          </ac:spMkLst>
        </pc:spChg>
        <pc:spChg chg="add del">
          <ac:chgData name="Chan, Maletta A CIV USARMY 413 CONTR SPT BDE (USA)" userId="79ce32cf-9ab1-465e-954c-fd6a518c2992" providerId="ADAL" clId="{62CCBD3A-5B07-4756-A436-DBA47383DE6E}" dt="2026-04-30T23:23:04.690" v="77" actId="22"/>
          <ac:spMkLst>
            <pc:docMk/>
            <pc:sldMk cId="2444003452" sldId="265"/>
            <ac:spMk id="3" creationId="{7255BAC9-44E2-D080-EB31-ED02CE3F33D9}"/>
          </ac:spMkLst>
        </pc:spChg>
        <pc:picChg chg="add del mod ord">
          <ac:chgData name="Chan, Maletta A CIV USARMY 413 CONTR SPT BDE (USA)" userId="79ce32cf-9ab1-465e-954c-fd6a518c2992" providerId="ADAL" clId="{62CCBD3A-5B07-4756-A436-DBA47383DE6E}" dt="2026-04-30T23:22:17.926" v="76" actId="22"/>
          <ac:picMkLst>
            <pc:docMk/>
            <pc:sldMk cId="2444003452" sldId="265"/>
            <ac:picMk id="5" creationId="{A7CD2066-B84B-974F-507B-572C9ABED471}"/>
          </ac:picMkLst>
        </pc:picChg>
        <pc:picChg chg="add mod ord">
          <ac:chgData name="Chan, Maletta A CIV USARMY 413 CONTR SPT BDE (USA)" userId="79ce32cf-9ab1-465e-954c-fd6a518c2992" providerId="ADAL" clId="{62CCBD3A-5B07-4756-A436-DBA47383DE6E}" dt="2026-04-30T23:23:15.570" v="80" actId="14100"/>
          <ac:picMkLst>
            <pc:docMk/>
            <pc:sldMk cId="2444003452" sldId="265"/>
            <ac:picMk id="7" creationId="{14788C62-9379-BDB4-1F0A-6FA198545632}"/>
          </ac:picMkLst>
        </pc:picChg>
      </pc:sldChg>
      <pc:sldChg chg="del">
        <pc:chgData name="Chan, Maletta A CIV USARMY 413 CONTR SPT BDE (USA)" userId="79ce32cf-9ab1-465e-954c-fd6a518c2992" providerId="ADAL" clId="{62CCBD3A-5B07-4756-A436-DBA47383DE6E}" dt="2026-04-30T16:23:49.377" v="0" actId="2696"/>
        <pc:sldMkLst>
          <pc:docMk/>
          <pc:sldMk cId="4219208280" sldId="265"/>
        </pc:sldMkLst>
      </pc:sldChg>
      <pc:sldChg chg="del">
        <pc:chgData name="Chan, Maletta A CIV USARMY 413 CONTR SPT BDE (USA)" userId="79ce32cf-9ab1-465e-954c-fd6a518c2992" providerId="ADAL" clId="{62CCBD3A-5B07-4756-A436-DBA47383DE6E}" dt="2026-04-30T16:23:52.685" v="1" actId="2696"/>
        <pc:sldMkLst>
          <pc:docMk/>
          <pc:sldMk cId="3176377072" sldId="266"/>
        </pc:sldMkLst>
      </pc:sldChg>
      <pc:sldChg chg="del">
        <pc:chgData name="Chan, Maletta A CIV USARMY 413 CONTR SPT BDE (USA)" userId="79ce32cf-9ab1-465e-954c-fd6a518c2992" providerId="ADAL" clId="{62CCBD3A-5B07-4756-A436-DBA47383DE6E}" dt="2026-04-30T16:23:57.231" v="2" actId="2696"/>
        <pc:sldMkLst>
          <pc:docMk/>
          <pc:sldMk cId="4189091564" sldId="267"/>
        </pc:sldMkLst>
      </pc:sldChg>
      <pc:sldChg chg="del">
        <pc:chgData name="Chan, Maletta A CIV USARMY 413 CONTR SPT BDE (USA)" userId="79ce32cf-9ab1-465e-954c-fd6a518c2992" providerId="ADAL" clId="{62CCBD3A-5B07-4756-A436-DBA47383DE6E}" dt="2026-04-30T16:24:03.184" v="3" actId="2696"/>
        <pc:sldMkLst>
          <pc:docMk/>
          <pc:sldMk cId="273718691" sldId="268"/>
        </pc:sldMkLst>
      </pc:sldChg>
    </pc:docChg>
  </pc:docChgLst>
  <pc:docChgLst>
    <pc:chgData name="Chan, Maletta A CIV USARMY 413 CONTR SPT BDE (USA)" userId="S::maletta.a.chan.civ@army.mil::79ce32cf-9ab1-465e-954c-fd6a518c2992" providerId="AD" clId="Web-{450FF3AE-8B8B-4B09-A2B1-8EAFAE08BBE7}"/>
    <pc:docChg chg="modSld">
      <pc:chgData name="Chan, Maletta A CIV USARMY 413 CONTR SPT BDE (USA)" userId="S::maletta.a.chan.civ@army.mil::79ce32cf-9ab1-465e-954c-fd6a518c2992" providerId="AD" clId="Web-{450FF3AE-8B8B-4B09-A2B1-8EAFAE08BBE7}" dt="2026-04-30T16:40:19.502" v="6" actId="20577"/>
      <pc:docMkLst>
        <pc:docMk/>
      </pc:docMkLst>
      <pc:sldChg chg="modSp">
        <pc:chgData name="Chan, Maletta A CIV USARMY 413 CONTR SPT BDE (USA)" userId="S::maletta.a.chan.civ@army.mil::79ce32cf-9ab1-465e-954c-fd6a518c2992" providerId="AD" clId="Web-{450FF3AE-8B8B-4B09-A2B1-8EAFAE08BBE7}" dt="2026-04-30T16:40:19.502" v="6" actId="20577"/>
        <pc:sldMkLst>
          <pc:docMk/>
          <pc:sldMk cId="2865766801" sldId="258"/>
        </pc:sldMkLst>
        <pc:spChg chg="mod">
          <ac:chgData name="Chan, Maletta A CIV USARMY 413 CONTR SPT BDE (USA)" userId="S::maletta.a.chan.civ@army.mil::79ce32cf-9ab1-465e-954c-fd6a518c2992" providerId="AD" clId="Web-{450FF3AE-8B8B-4B09-A2B1-8EAFAE08BBE7}" dt="2026-04-30T16:40:19.502" v="6" actId="20577"/>
          <ac:spMkLst>
            <pc:docMk/>
            <pc:sldMk cId="2865766801" sldId="258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8275" y="0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49F2A-639A-49FE-A147-060F46A99B8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9138" y="1163638"/>
            <a:ext cx="5584825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9925"/>
            <a:ext cx="5619750" cy="36655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8275" y="8842375"/>
            <a:ext cx="3043238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99748C-692E-423F-9D75-E398644D5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155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8A85C82-9667-4331-BB55-81ABA6F7E16D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3375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EB4A9F-CB7D-0059-F494-396A98419D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50FD50-3D7D-CA06-18BF-6EA812DA99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7416-C40E-A7D7-0FB0-981103896E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48C519-9EBC-8BAA-E570-F2D6B04857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2FF357-6F1A-9F73-C31A-DF0A0933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3163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780C35-253C-6F41-41A4-75FEEF7C1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FB8BBA-201E-A3EB-0995-63486EE8A5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A9843E-113B-C48B-4CD3-A7A829F6D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D1A29-32F5-349E-E3B3-8DF668BA0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5165CB-AE10-BAFC-BEFB-C68A19E8F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687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F8303F-F993-FAC5-B0E1-F44F137FEE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28E8D9-8627-8AAA-3277-2A6662E783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02102-94A2-0219-8AC8-0BD154975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886300-155B-3575-D2C2-28E0ED8A78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143607-979D-AE46-E86D-D40153E83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3060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E2851-AA05-9551-D41E-5247F4A21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7E993-B882-AFC4-00BD-892AB5F8D1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14087B-9708-5096-3750-2463A6C408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C1E12-440A-F3FF-7B7A-902E345CE9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AF3A-29EC-CAD0-8C1F-9D7FC7D4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62C6E6-A515-54B2-AD59-657FEF815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247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07E1DC-4BD6-9422-424E-165C32A7E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D1B753-A37B-2465-66DD-05AD597D74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3DE6BF-A91E-D807-8135-4F622F79D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BB41BD-B6C0-6DEE-C75E-A61A6B7906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C8DA20-339E-36F6-2092-3778883904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C9CFFF-7BBC-C6F8-12BC-3EAB53287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D0EE3-7B46-0114-4300-68E7B8CCE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E71783-8315-B3CD-C7D4-10AF7F58F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327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CD3C-092E-7BF8-42A0-5AF540F97C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3A053C-A5B7-D832-180F-D3DEEA7B58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D26192-D13B-E424-62FD-C26E6B0E5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B58B59-E852-3BD0-E76B-BF6CCB41F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43983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6647B9-A21F-0B7A-B0A1-4777BBDED9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2189C5-FF11-6947-2C2F-CEC7F35F40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3B0015-8E54-2F0A-C845-77C4CCD22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7744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D4C10-A0E0-B9A8-CE96-54F7A7BF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1D498A-0571-D214-4D8A-B49D34CDF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30CC9-E469-D856-B0B9-F18A770B76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EAE28-5D11-DBE9-3A4F-184E4C399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387022-E2E0-C300-C74F-BB2608D3E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5889B8-C91C-487E-DAD4-12088EE6A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872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9748-3323-95C6-7867-83ED628CC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2CD5E7-ABB1-C3AB-1422-C60CE276D2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27960-66C4-4F22-F7F8-0B8F530861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B74EF5-FF53-C301-3ABC-35864357D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8F61F4-CE97-F782-716D-7CD0C92F74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864086-DB14-446F-F751-832113696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26871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664AE9-8747-783A-828D-29325AB14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A03526-B880-6257-8C2F-4167A00205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C64F75-CEDD-D8F5-E767-638B9BED28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38DFC-9C85-167C-78FD-37BF815373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97936D-F821-79CC-AE3B-1D6FACD150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13554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E730E-EB21-C0DC-1B0D-3761B524F7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6A61F1-990F-B9FF-4475-BABF7E1BA9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A743ED-FC3B-572D-22EF-A50E7F06A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B558C5-18C0-1CCF-97FC-E5FCE68F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7C3CC1-459C-D036-9B42-A1A70533E6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270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-1"/>
            <a:ext cx="10972800" cy="5486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548639"/>
            <a:ext cx="10972800" cy="5944236"/>
          </a:xfrm>
        </p:spPr>
        <p:txBody>
          <a:bodyPr>
            <a:normAutofit/>
          </a:bodyPr>
          <a:lstStyle>
            <a:lvl1pPr marL="283464" indent="-283464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4B8478-0FCE-46E7-AB6E-2EA856965C3E}" type="datetime1">
              <a:rPr lang="en-US" smtClean="0"/>
              <a:t>4/30/2026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RTOP NO. DPW-XX-XXXX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2AF8-D390-4891-AB77-3D99833BEC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67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F5569D-C672-D9BF-83AC-AF7EC55671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A6D624-B615-60F8-3130-1750766541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2CEB3-0BC3-5CE4-46D1-58092F9F65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415B8F-8A38-4B15-B796-30FF70507372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57E98-0E23-8DB0-1006-F7CB780422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051E8-3E4E-31F7-ED01-953400C112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66E6E32-FCA5-4B86-88C2-61984640ED0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833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4E7F5-7474-395E-381F-C56C16523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4887" y="1"/>
            <a:ext cx="10634870" cy="1351721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/>
              <a:t>Install JMSC-IP Signs, Bldg. 1503, SB</a:t>
            </a:r>
            <a:br>
              <a:rPr lang="en-US" sz="2400" dirty="0"/>
            </a:br>
            <a:r>
              <a:rPr lang="en-US" sz="2400" dirty="0"/>
              <a:t>POC: Greg Henderson, Phone No. 808-787-2856</a:t>
            </a:r>
            <a:br>
              <a:rPr lang="en-US" sz="2400" dirty="0"/>
            </a:br>
            <a:r>
              <a:rPr lang="en-US" sz="2400" dirty="0"/>
              <a:t>Alternate POC: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8550278-175C-8291-ECC0-EF7C7C1EDB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7582" y="1528133"/>
            <a:ext cx="8786191" cy="515690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EF28460-62B0-F95E-ACBA-D9CC2DAE5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264610" y="4096633"/>
            <a:ext cx="608246" cy="101835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F6F86C-C150-1F31-CF78-DFFB4AE8005B}"/>
              </a:ext>
            </a:extLst>
          </p:cNvPr>
          <p:cNvSpPr txBox="1"/>
          <p:nvPr/>
        </p:nvSpPr>
        <p:spPr>
          <a:xfrm rot="21397706">
            <a:off x="6141430" y="4451921"/>
            <a:ext cx="854607" cy="307777"/>
          </a:xfrm>
          <a:prstGeom prst="rect">
            <a:avLst/>
          </a:prstGeom>
          <a:solidFill>
            <a:srgbClr val="FFFF00"/>
          </a:solidFill>
          <a:ln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</a:rPr>
              <a:t>SB 1503 </a:t>
            </a:r>
          </a:p>
        </p:txBody>
      </p:sp>
    </p:spTree>
    <p:extLst>
      <p:ext uri="{BB962C8B-B14F-4D97-AF65-F5344CB8AC3E}">
        <p14:creationId xmlns:p14="http://schemas.microsoft.com/office/powerpoint/2010/main" val="22126656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400" b="1" dirty="0">
                <a:latin typeface="+mn-lt"/>
              </a:rPr>
              <a:t>STATEMENT OF WORK</a:t>
            </a:r>
            <a:endParaRPr lang="en-US" sz="2400" dirty="0">
              <a:latin typeface="+mn-lt"/>
            </a:endParaRP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B928E-945D-43C8-9FAC-AE0341CDB290}" type="datetime1">
              <a:rPr lang="en-US" smtClean="0"/>
              <a:t>4/30/2026</a:t>
            </a:fld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092AF8-D390-4891-AB77-3D99833BEC7F}" type="slidenum">
              <a:rPr lang="en-US" smtClean="0"/>
              <a:t>2</a:t>
            </a:fld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000" dirty="0"/>
              <a:t>   1. Scope of Work:</a:t>
            </a:r>
          </a:p>
          <a:p>
            <a:pPr marL="0" indent="0">
              <a:buNone/>
            </a:pPr>
            <a:r>
              <a:rPr lang="en-US" sz="2000" dirty="0"/>
              <a:t>   The scope of work includes the following:</a:t>
            </a:r>
          </a:p>
          <a:p>
            <a:pPr marL="457200" indent="-457200">
              <a:buFont typeface="+mj-lt"/>
              <a:buAutoNum type="alphaLcPeriod"/>
            </a:pPr>
            <a:r>
              <a:rPr lang="en-US" sz="2000" dirty="0"/>
              <a:t>      Slide #3:</a:t>
            </a:r>
          </a:p>
          <a:p>
            <a:pPr marL="0" indent="0">
              <a:buNone/>
            </a:pPr>
            <a:r>
              <a:rPr lang="en-US" sz="2000" dirty="0"/>
              <a:t>      - USARPAC Logo (L 36” x H 36”).</a:t>
            </a:r>
          </a:p>
          <a:p>
            <a:pPr marL="0" indent="0">
              <a:buNone/>
            </a:pPr>
            <a:r>
              <a:rPr lang="en-US" sz="2000" dirty="0"/>
              <a:t>      - Joint Multinational Simulation Center Indo-Pacific (Large enough visible from Trimble Road). </a:t>
            </a:r>
          </a:p>
          <a:p>
            <a:pPr marL="0" indent="0">
              <a:buNone/>
            </a:pPr>
            <a:r>
              <a:rPr lang="en-US" sz="2000" dirty="0">
                <a:latin typeface="Aptos"/>
                <a:cs typeface="Arial"/>
              </a:rPr>
              <a:t>b. Slide #4:</a:t>
            </a:r>
          </a:p>
          <a:p>
            <a:pPr marL="0" indent="0">
              <a:buNone/>
            </a:pPr>
            <a:r>
              <a:rPr lang="en-US" sz="2000" dirty="0">
                <a:latin typeface="Aptos"/>
                <a:cs typeface="Arial"/>
              </a:rPr>
              <a:t>     - Logo Mock-Up</a:t>
            </a:r>
          </a:p>
          <a:p>
            <a:pPr marL="0" indent="0">
              <a:buNone/>
            </a:pPr>
            <a:r>
              <a:rPr lang="en-US" sz="2000" dirty="0">
                <a:latin typeface="Aptos"/>
                <a:cs typeface="Arial"/>
              </a:rPr>
              <a:t>c. Slide #5:</a:t>
            </a:r>
          </a:p>
          <a:p>
            <a:pPr marL="0" indent="0">
              <a:buNone/>
            </a:pPr>
            <a:r>
              <a:rPr lang="en-US" sz="2000" dirty="0">
                <a:latin typeface="Aptos"/>
                <a:cs typeface="Arial"/>
              </a:rPr>
              <a:t>    - Sign Mock-Up</a:t>
            </a:r>
          </a:p>
          <a:p>
            <a:pPr marL="0" indent="0">
              <a:buNone/>
            </a:pPr>
            <a:r>
              <a:rPr lang="en-US" sz="2000" dirty="0"/>
              <a:t>           </a:t>
            </a:r>
          </a:p>
        </p:txBody>
      </p:sp>
    </p:spTree>
    <p:extLst>
      <p:ext uri="{BB962C8B-B14F-4D97-AF65-F5344CB8AC3E}">
        <p14:creationId xmlns:p14="http://schemas.microsoft.com/office/powerpoint/2010/main" val="286576680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89DEDDF-B82C-5817-37DA-9124E19DD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7037109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9917057-CDE3-51D8-5D04-9B6446AFB944}"/>
              </a:ext>
            </a:extLst>
          </p:cNvPr>
          <p:cNvCxnSpPr>
            <a:cxnSpLocks/>
          </p:cNvCxnSpPr>
          <p:nvPr/>
        </p:nvCxnSpPr>
        <p:spPr>
          <a:xfrm>
            <a:off x="5605156" y="2630267"/>
            <a:ext cx="1586163" cy="330133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C2AFF61-CEFE-0C91-1864-6C26F48A3FF2}"/>
              </a:ext>
            </a:extLst>
          </p:cNvPr>
          <p:cNvSpPr txBox="1"/>
          <p:nvPr/>
        </p:nvSpPr>
        <p:spPr>
          <a:xfrm>
            <a:off x="197092" y="870822"/>
            <a:ext cx="323249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Logo: L 36” x H 36”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F5AFFC-1FCC-C920-C26A-D1E46AC5D3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76" y="1307250"/>
            <a:ext cx="1586163" cy="1454484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CBB65B5E-6908-F910-51DF-81E0BB07EA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4094" y="1640264"/>
            <a:ext cx="9017540" cy="936804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7" name="Title 5">
            <a:extLst>
              <a:ext uri="{FF2B5EF4-FFF2-40B4-BE49-F238E27FC236}">
                <a16:creationId xmlns:a16="http://schemas.microsoft.com/office/drawing/2014/main" id="{BE6B6D31-8EE3-550F-05D3-565DC5AA6108}"/>
              </a:ext>
            </a:extLst>
          </p:cNvPr>
          <p:cNvSpPr txBox="1">
            <a:spLocks/>
          </p:cNvSpPr>
          <p:nvPr/>
        </p:nvSpPr>
        <p:spPr>
          <a:xfrm>
            <a:off x="3276594" y="5517694"/>
            <a:ext cx="6999436" cy="1938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/>
            </a:br>
            <a:endParaRPr lang="en-US" sz="2000" b="1" dirty="0"/>
          </a:p>
        </p:txBody>
      </p:sp>
      <p:sp>
        <p:nvSpPr>
          <p:cNvPr id="18" name="Title 5">
            <a:extLst>
              <a:ext uri="{FF2B5EF4-FFF2-40B4-BE49-F238E27FC236}">
                <a16:creationId xmlns:a16="http://schemas.microsoft.com/office/drawing/2014/main" id="{9B8B3B1F-0A96-A822-765A-F58C21E80211}"/>
              </a:ext>
            </a:extLst>
          </p:cNvPr>
          <p:cNvSpPr txBox="1">
            <a:spLocks/>
          </p:cNvSpPr>
          <p:nvPr/>
        </p:nvSpPr>
        <p:spPr>
          <a:xfrm>
            <a:off x="3428994" y="5670094"/>
            <a:ext cx="6999436" cy="19389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en-US" sz="2000" b="1" dirty="0"/>
            </a:br>
            <a:r>
              <a:rPr lang="en-US" sz="2000" b="1" dirty="0"/>
              <a:t> 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1724119-F164-7151-0413-6816FA1583FA}"/>
              </a:ext>
            </a:extLst>
          </p:cNvPr>
          <p:cNvSpPr/>
          <p:nvPr/>
        </p:nvSpPr>
        <p:spPr>
          <a:xfrm>
            <a:off x="6862864" y="6004874"/>
            <a:ext cx="3717966" cy="78242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Sign installation on the South-Side of the building</a:t>
            </a:r>
          </a:p>
        </p:txBody>
      </p:sp>
    </p:spTree>
    <p:extLst>
      <p:ext uri="{BB962C8B-B14F-4D97-AF65-F5344CB8AC3E}">
        <p14:creationId xmlns:p14="http://schemas.microsoft.com/office/powerpoint/2010/main" val="12184019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D086E-BC73-C8C8-EABE-63EF2CACA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257273"/>
            <a:ext cx="10972800" cy="548640"/>
          </a:xfrm>
        </p:spPr>
        <p:txBody>
          <a:bodyPr>
            <a:normAutofit fontScale="90000"/>
          </a:bodyPr>
          <a:lstStyle/>
          <a:p>
            <a:br>
              <a:rPr lang="pt-BR" dirty="0"/>
            </a:br>
            <a:br>
              <a:rPr lang="pt-BR" dirty="0"/>
            </a:br>
            <a:r>
              <a:rPr lang="pt-BR" dirty="0"/>
              <a:t>USARPAC Logo (L 36” x H 36”)</a:t>
            </a:r>
            <a:br>
              <a:rPr lang="pt-BR" dirty="0"/>
            </a:br>
            <a:endParaRPr lang="en-US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66C0BF-8266-6C2F-C5D9-8DF7B50F62E4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4067914" y="2203834"/>
            <a:ext cx="3130537" cy="283385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500EEB5-9CA5-4C24-A525-E7D0AE4F6F2E}"/>
              </a:ext>
            </a:extLst>
          </p:cNvPr>
          <p:cNvSpPr txBox="1"/>
          <p:nvPr/>
        </p:nvSpPr>
        <p:spPr>
          <a:xfrm>
            <a:off x="609600" y="103117"/>
            <a:ext cx="6096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pt-BR" sz="4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 Display" panose="02110004020202020204"/>
                <a:ea typeface="+mj-ea"/>
                <a:cs typeface="+mj-cs"/>
              </a:rPr>
              <a:t>Logo Mock-up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55736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922CF-6E28-2EF5-EAD6-40A8906E94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Sign Mock-Up 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4788C62-9379-BDB4-1F0A-6FA19854563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723900" y="549274"/>
            <a:ext cx="10706100" cy="615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0034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54eecc5-e26c-4620-b240-5a8bb326c33d}" enabled="1" method="Privileged" siteId="{fae6d70f-954b-4811-92b6-0530d6f84c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368</TotalTime>
  <Words>137</Words>
  <Application>Microsoft Office PowerPoint</Application>
  <PresentationFormat>Widescreen</PresentationFormat>
  <Paragraphs>23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Install JMSC-IP Signs, Bldg. 1503, SB POC: Greg Henderson, Phone No. 808-787-2856 Alternate POC: </vt:lpstr>
      <vt:lpstr>STATEMENT OF WORK</vt:lpstr>
      <vt:lpstr>PowerPoint Presentation</vt:lpstr>
      <vt:lpstr>  USARPAC Logo (L 36” x H 36”) </vt:lpstr>
      <vt:lpstr>Sign Mock-Up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Henderson, Gregory CIV USARMY USARPAC (USA)</dc:creator>
  <cp:lastModifiedBy>Chan, Maletta A CIV USARMY 413 CONTR SPT BDE (USA)</cp:lastModifiedBy>
  <cp:revision>14</cp:revision>
  <cp:lastPrinted>2024-11-21T01:27:49Z</cp:lastPrinted>
  <dcterms:created xsi:type="dcterms:W3CDTF">2024-11-21T01:01:42Z</dcterms:created>
  <dcterms:modified xsi:type="dcterms:W3CDTF">2026-04-30T23:37:22Z</dcterms:modified>
</cp:coreProperties>
</file>