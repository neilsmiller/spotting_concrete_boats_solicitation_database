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D3BC15-BA59-4146-9A71-867B017E6980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46E9DA-6567-4BA0-8D6C-F1CA4D9BD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559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50A6B-83F3-C73F-B398-255D8B8503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A2E014-308C-8955-87F1-EB32DE038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95E553-F543-F8F9-94BA-FDEB540C2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03260-413E-4629-B390-E6FC03A5576E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5E080-1D2A-0CBE-16B5-BE8FCBC1F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7B5F8-93CB-DE0B-2D69-6F6865012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3B367-9B57-401D-90C1-5F173EF22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388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FF38D-2C91-F4B7-7D67-1400D4EE0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74498-9AC7-8D51-42DE-79109CEE0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7823F-8C9A-64AF-E868-195D7CA2B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03260-413E-4629-B390-E6FC03A5576E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3E5CC-D604-02FB-4F6C-ED64EBC8D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C4A27-34C3-410F-09E2-FA50B1F02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3B367-9B57-401D-90C1-5F173EF22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987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1924B-6E9B-9CE7-233D-6E1AFAE2F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85EC22-4D9D-8122-6C91-5A491C6C5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44BED-DD2E-F491-5676-783F8D316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03260-413E-4629-B390-E6FC03A5576E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77D53-E634-515E-6868-46D645582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D483E-FCC5-92BB-23AD-A8569D0CF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3B367-9B57-401D-90C1-5F173EF22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206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79D3E-ACFF-42E6-9D9B-66CF6C1E4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009B3-E3CC-F054-F21F-FF05E0C15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87775-966B-DB4D-10B9-26209E1A8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57702-6EE3-78D4-F71D-54EB8C19B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03260-413E-4629-B390-E6FC03A5576E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B365C7-86CD-C3F8-779E-19C44C3F9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30C915-1A11-E361-C122-66743EFF0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3B367-9B57-401D-90C1-5F173EF22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62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89B5C-CA2B-1D43-3E39-84DEA028B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19CA83-A12E-107D-E9F3-7962B870D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44A81B-C214-046D-1265-4BE6ADF11C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5B9F3E-556E-3673-A318-318EEBD817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87CD47-C5B6-A717-F462-F3D3734054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8B11BF-92DF-8EAD-169C-80EDC910D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03260-413E-4629-B390-E6FC03A5576E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411137-5AAE-9C42-63DF-F0EED95B9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FB55B0-3DE7-F886-E545-70B79A789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3B367-9B57-401D-90C1-5F173EF22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681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E3D55-2925-D548-07BE-9256DA8B0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6D35DB-A2C2-4F1E-D608-B31C2FEB1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03260-413E-4629-B390-E6FC03A5576E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E99F02-96B7-5761-C341-5D7FCD019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897923-B462-48E3-2B62-D0929D24A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3B367-9B57-401D-90C1-5F173EF22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870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D978FF-A0D0-C1CE-138A-73154350A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03260-413E-4629-B390-E6FC03A5576E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31A343-F375-3705-D621-36A85BCF5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439767-9CDB-48A1-A532-C83BC997D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3B367-9B57-401D-90C1-5F173EF22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184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E270B-FD72-9683-5D2A-BACA2E8E4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04212-DF49-316A-9112-17271EAE1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D35877-D890-5DCF-737C-D9A6D85162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DA4137-CDC3-6EE5-6637-3ADF7491A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03260-413E-4629-B390-E6FC03A5576E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B7C47A-B55C-2F84-7F9B-B8546FD82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032FDB-E208-1CBC-FBC2-694856553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3B367-9B57-401D-90C1-5F173EF22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089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A5FA3-5922-C83E-3857-D58C97081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097360-775D-435F-3464-EFB01EA622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7CB6BD-1B41-0B13-3A2B-4B9F648B6B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685A8B-8033-A706-9DB8-E7801C08E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03260-413E-4629-B390-E6FC03A5576E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8092E1-7FA4-8E53-A254-8FB1B0BB7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054804-97E8-7DC8-F86D-99F3A57E7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3B367-9B57-401D-90C1-5F173EF22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428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48096-93CD-5023-FC9E-DED8182D3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5E41F8-E3A4-FFD2-D444-03D792E3A9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DC30F-CA81-1BAF-75C1-2BBEDE31F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03260-413E-4629-B390-E6FC03A5576E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BE4F0-6086-05C3-9DD8-D797CFE96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DD5DC-DF41-AB35-59CF-E152F051F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3B367-9B57-401D-90C1-5F173EF22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09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80B9D5-EAFC-3FFC-2638-762A587434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A170AE-4D4D-4E8B-EACF-4795FBC7CC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36C2D-9D60-E8DA-D897-85E04BEA9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03260-413E-4629-B390-E6FC03A5576E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1ECD2-FD89-3F00-E87D-96C588A43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8B474-3D3B-95CF-F8D1-54BB7E8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3B367-9B57-401D-90C1-5F173EF22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188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436823-557A-F58B-EDB9-1CC6A2E0D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504774-3120-196E-5E25-3F9DB2DFC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59A95-A59D-0127-73E8-0B5DC323BD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503260-413E-4629-B390-E6FC03A5576E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6541D-B8A9-14CD-9EA7-355C3DA2FE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653FE-E57E-E499-B3F6-5CC517E0C2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F3B367-9B57-401D-90C1-5F173EF22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583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FA1C7-BCA0-D5D0-58B8-26D05FC18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Flagpole in the Circle</a:t>
            </a:r>
          </a:p>
        </p:txBody>
      </p:sp>
      <p:pic>
        <p:nvPicPr>
          <p:cNvPr id="5" name="Content Placeholder 4" descr="A picture containing text, tree, grass, outdoor&#10;&#10;AI-generated content may be incorrect.">
            <a:extLst>
              <a:ext uri="{FF2B5EF4-FFF2-40B4-BE49-F238E27FC236}">
                <a16:creationId xmlns:a16="http://schemas.microsoft.com/office/drawing/2014/main" id="{A5888905-BA9F-D358-D919-70DFBF1880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9071" y="1825625"/>
            <a:ext cx="8493857" cy="4667250"/>
          </a:xfr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351F9C43-22AC-369C-A501-4B6E3094F61C}"/>
              </a:ext>
            </a:extLst>
          </p:cNvPr>
          <p:cNvSpPr/>
          <p:nvPr/>
        </p:nvSpPr>
        <p:spPr>
          <a:xfrm>
            <a:off x="4403271" y="3546215"/>
            <a:ext cx="150067" cy="1673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1FA8DC7-B8AF-209A-4780-E5A9C053EB70}"/>
              </a:ext>
            </a:extLst>
          </p:cNvPr>
          <p:cNvSpPr/>
          <p:nvPr/>
        </p:nvSpPr>
        <p:spPr>
          <a:xfrm>
            <a:off x="4478304" y="3350854"/>
            <a:ext cx="150067" cy="1673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340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Flagpole in the Circle</vt:lpstr>
    </vt:vector>
  </TitlesOfParts>
  <Company>USSOUTHCOM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Rubio, David CPO USN SOUTHCOM JIATFS J4 (USA)</dc:creator>
  <cp:lastModifiedBy>Rubio, David CPO USN SOUTHCOM JIATFS J4 (USA)</cp:lastModifiedBy>
  <cp:revision>1</cp:revision>
  <dcterms:created xsi:type="dcterms:W3CDTF">2026-01-12T16:10:42Z</dcterms:created>
  <dcterms:modified xsi:type="dcterms:W3CDTF">2026-01-12T16:14:16Z</dcterms:modified>
</cp:coreProperties>
</file>