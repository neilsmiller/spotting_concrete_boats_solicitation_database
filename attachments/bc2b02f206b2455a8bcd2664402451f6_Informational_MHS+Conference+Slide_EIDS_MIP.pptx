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Override1.xml" ContentType="application/vnd.openxmlformats-officedocument.themeOverr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Override2.xml" ContentType="application/vnd.openxmlformats-officedocument.themeOverr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Override3.xml" ContentType="application/vnd.openxmlformats-officedocument.themeOverride+xml"/>
  <Override PartName="/ppt/tags/tag17.xml" ContentType="application/vnd.openxmlformats-officedocument.presentationml.tags+xml"/>
  <Override PartName="/ppt/theme/themeOverride4.xml" ContentType="application/vnd.openxmlformats-officedocument.themeOverr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62" r:id="rId6"/>
    <p:sldMasterId id="2147483681" r:id="rId7"/>
  </p:sldMasterIdLst>
  <p:notesMasterIdLst>
    <p:notesMasterId r:id="rId40"/>
  </p:notesMasterIdLst>
  <p:sldIdLst>
    <p:sldId id="390" r:id="rId8"/>
    <p:sldId id="396" r:id="rId9"/>
    <p:sldId id="262" r:id="rId10"/>
    <p:sldId id="379" r:id="rId11"/>
    <p:sldId id="387" r:id="rId12"/>
    <p:sldId id="292" r:id="rId13"/>
    <p:sldId id="404" r:id="rId14"/>
    <p:sldId id="405" r:id="rId15"/>
    <p:sldId id="406" r:id="rId16"/>
    <p:sldId id="407" r:id="rId17"/>
    <p:sldId id="463" r:id="rId18"/>
    <p:sldId id="464" r:id="rId19"/>
    <p:sldId id="465" r:id="rId20"/>
    <p:sldId id="466" r:id="rId21"/>
    <p:sldId id="467" r:id="rId22"/>
    <p:sldId id="468" r:id="rId23"/>
    <p:sldId id="469" r:id="rId24"/>
    <p:sldId id="470" r:id="rId25"/>
    <p:sldId id="471" r:id="rId26"/>
    <p:sldId id="472" r:id="rId27"/>
    <p:sldId id="473" r:id="rId28"/>
    <p:sldId id="474" r:id="rId29"/>
    <p:sldId id="475" r:id="rId30"/>
    <p:sldId id="476" r:id="rId31"/>
    <p:sldId id="477" r:id="rId32"/>
    <p:sldId id="478" r:id="rId33"/>
    <p:sldId id="479" r:id="rId34"/>
    <p:sldId id="480" r:id="rId35"/>
    <p:sldId id="481" r:id="rId36"/>
    <p:sldId id="402" r:id="rId37"/>
    <p:sldId id="277" r:id="rId38"/>
    <p:sldId id="39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Deck" id="{7C8B9C33-E2D0-C64C-A5A4-E7D017C217B0}">
          <p14:sldIdLst>
            <p14:sldId id="390"/>
            <p14:sldId id="396"/>
            <p14:sldId id="262"/>
            <p14:sldId id="379"/>
            <p14:sldId id="387"/>
            <p14:sldId id="292"/>
            <p14:sldId id="404"/>
            <p14:sldId id="405"/>
            <p14:sldId id="406"/>
            <p14:sldId id="407"/>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02"/>
            <p14:sldId id="277"/>
            <p14:sldId id="391"/>
          </p14:sldIdLst>
        </p14:section>
        <p14:section name="Backup Slides" id="{FA923568-D8C8-EB49-9BC1-744F3EF22E63}">
          <p14:sldIdLst/>
        </p14:section>
        <p14:section name="Charts and Graphics" id="{2F058B4A-4416-3442-A027-C7D5F8EE4BA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444"/>
    <a:srgbClr val="81000B"/>
    <a:srgbClr val="B4EEBF"/>
    <a:srgbClr val="394E6C"/>
    <a:srgbClr val="007392"/>
    <a:srgbClr val="505E00"/>
    <a:srgbClr val="004050"/>
    <a:srgbClr val="00A8C2"/>
    <a:srgbClr val="6781A8"/>
    <a:srgbClr val="BEC7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D1F2D-B3A4-E1DB-AF09-07A811E12C44}" v="2" dt="2025-04-16T20:53:46.708"/>
    <p1510:client id="{930A3466-EFF9-77DD-23E8-3D18C2A3EDC3}" v="2" dt="2025-04-16T21:00:00.24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3951" autoAdjust="0"/>
    <p:restoredTop sz="90234" autoAdjust="0"/>
  </p:normalViewPr>
  <p:slideViewPr>
    <p:cSldViewPr snapToGrid="0">
      <p:cViewPr varScale="1">
        <p:scale>
          <a:sx n="98" d="100"/>
          <a:sy n="98" d="100"/>
        </p:scale>
        <p:origin x="3738" y="84"/>
      </p:cViewPr>
      <p:guideLst/>
    </p:cSldViewPr>
  </p:slideViewPr>
  <p:outlineViewPr>
    <p:cViewPr>
      <p:scale>
        <a:sx n="33" d="100"/>
        <a:sy n="33" d="100"/>
      </p:scale>
      <p:origin x="0" y="-117864"/>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0" Type="http://schemas.openxmlformats.org/officeDocument/2006/relationships/slide" Target="slides/slide13.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2C2AF0-C7E0-164F-96C5-9BC9142EC4FF}" type="doc">
      <dgm:prSet loTypeId="urn:microsoft.com/office/officeart/2008/layout/AccentedPicture" loCatId="" qsTypeId="urn:microsoft.com/office/officeart/2005/8/quickstyle/simple1" qsCatId="simple" csTypeId="urn:microsoft.com/office/officeart/2005/8/colors/accent0_1" csCatId="mainScheme" phldr="1"/>
      <dgm:spPr/>
      <dgm:t>
        <a:bodyPr/>
        <a:lstStyle/>
        <a:p>
          <a:endParaRPr lang="en-US"/>
        </a:p>
      </dgm:t>
    </dgm:pt>
    <dgm:pt modelId="{6DF48D15-C606-044B-A0E0-7C915A007E3B}">
      <dgm:prSet phldrT="[Text]"/>
      <dgm:spPr>
        <a:xfrm>
          <a:off x="2021828" y="529417"/>
          <a:ext cx="2354260" cy="447718"/>
        </a:xfrm>
        <a:prstGeom prst="rect">
          <a:avLst/>
        </a:prstGeom>
        <a:noFill/>
        <a:ln>
          <a:noFill/>
        </a:ln>
        <a:effectLst/>
      </dgm:spPr>
      <dgm:t>
        <a:bodyPr/>
        <a:lstStyle/>
        <a:p>
          <a:pPr>
            <a:buNone/>
          </a:pPr>
          <a:r>
            <a:rPr lang="en-US" sz="900" b="1" dirty="0">
              <a:solidFill>
                <a:srgbClr val="575757">
                  <a:hueOff val="0"/>
                  <a:satOff val="0"/>
                  <a:lumOff val="0"/>
                  <a:alphaOff val="0"/>
                </a:srgbClr>
              </a:solidFill>
              <a:latin typeface="Franklin Gothic Book"/>
              <a:ea typeface="+mn-ea"/>
              <a:cs typeface="+mn-cs"/>
            </a:rPr>
            <a:t>Standardization</a:t>
          </a:r>
        </a:p>
      </dgm:t>
    </dgm:pt>
    <dgm:pt modelId="{C9BC6F37-FB04-1248-A997-5B7B85D56A39}" type="parTrans" cxnId="{B9A35F69-D16E-F14E-BED4-0323563F9693}">
      <dgm:prSet/>
      <dgm:spPr/>
      <dgm:t>
        <a:bodyPr/>
        <a:lstStyle/>
        <a:p>
          <a:endParaRPr lang="en-US"/>
        </a:p>
      </dgm:t>
    </dgm:pt>
    <dgm:pt modelId="{49188456-B585-5242-BEBB-B560C255A920}" type="sibTrans" cxnId="{B9A35F69-D16E-F14E-BED4-0323563F9693}">
      <dgm:prSet/>
      <dgm:spPr/>
      <dgm:t>
        <a:bodyPr/>
        <a:lstStyle/>
        <a:p>
          <a:endParaRPr lang="en-US"/>
        </a:p>
      </dgm:t>
    </dgm:pt>
    <dgm:pt modelId="{F634C893-617C-6F4D-AF17-F612C2F33474}">
      <dgm:prSet phldrT="[Text]" custT="1"/>
      <dgm:spPr>
        <a:xfrm>
          <a:off x="2021828" y="529417"/>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Consistent clinical workflows</a:t>
          </a:r>
        </a:p>
      </dgm:t>
    </dgm:pt>
    <dgm:pt modelId="{F201B0F6-EA9F-624B-AC18-41FEA26B0CB1}" type="parTrans" cxnId="{D81A6972-1951-0342-A31D-0678C8F2D93B}">
      <dgm:prSet/>
      <dgm:spPr/>
      <dgm:t>
        <a:bodyPr/>
        <a:lstStyle/>
        <a:p>
          <a:endParaRPr lang="en-US"/>
        </a:p>
      </dgm:t>
    </dgm:pt>
    <dgm:pt modelId="{A4D60212-1907-AF4E-B69E-CAB4CE735497}" type="sibTrans" cxnId="{D81A6972-1951-0342-A31D-0678C8F2D93B}">
      <dgm:prSet/>
      <dgm:spPr/>
      <dgm:t>
        <a:bodyPr/>
        <a:lstStyle/>
        <a:p>
          <a:endParaRPr lang="en-US"/>
        </a:p>
      </dgm:t>
    </dgm:pt>
    <dgm:pt modelId="{BA854182-5240-654B-B4D0-CA9E1CBEED08}">
      <dgm:prSet phldrT="[Text]"/>
      <dgm:spPr>
        <a:xfrm>
          <a:off x="2021828" y="1057725"/>
          <a:ext cx="2354260" cy="447718"/>
        </a:xfrm>
        <a:prstGeom prst="rect">
          <a:avLst/>
        </a:prstGeom>
        <a:noFill/>
        <a:ln>
          <a:noFill/>
        </a:ln>
        <a:effectLst/>
      </dgm:spPr>
      <dgm:t>
        <a:bodyPr/>
        <a:lstStyle/>
        <a:p>
          <a:pPr>
            <a:buNone/>
          </a:pPr>
          <a:r>
            <a:rPr lang="en-US" sz="900" b="1" dirty="0">
              <a:solidFill>
                <a:srgbClr val="575757">
                  <a:hueOff val="0"/>
                  <a:satOff val="0"/>
                  <a:lumOff val="0"/>
                  <a:alphaOff val="0"/>
                </a:srgbClr>
              </a:solidFill>
              <a:latin typeface="Franklin Gothic Book"/>
              <a:ea typeface="+mn-ea"/>
              <a:cs typeface="+mn-cs"/>
            </a:rPr>
            <a:t>Patient Identity</a:t>
          </a:r>
        </a:p>
      </dgm:t>
    </dgm:pt>
    <dgm:pt modelId="{8F2BB43E-A27D-664A-A6C6-DD74572540A3}" type="parTrans" cxnId="{14EFDEB9-0D49-CB44-8E0D-831A5144095D}">
      <dgm:prSet/>
      <dgm:spPr/>
      <dgm:t>
        <a:bodyPr/>
        <a:lstStyle/>
        <a:p>
          <a:endParaRPr lang="en-US"/>
        </a:p>
      </dgm:t>
    </dgm:pt>
    <dgm:pt modelId="{8DDE17FA-BD8A-0447-8A97-D68112E6237E}" type="sibTrans" cxnId="{14EFDEB9-0D49-CB44-8E0D-831A5144095D}">
      <dgm:prSet/>
      <dgm:spPr/>
      <dgm:t>
        <a:bodyPr/>
        <a:lstStyle/>
        <a:p>
          <a:endParaRPr lang="en-US"/>
        </a:p>
      </dgm:t>
    </dgm:pt>
    <dgm:pt modelId="{C8C863D4-EE9A-6B4C-B8C0-36448EF92603}">
      <dgm:prSet phldrT="[Text]" custT="1"/>
      <dgm:spPr>
        <a:xfrm>
          <a:off x="2021828" y="1057725"/>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Unique and accurate patient identifiers</a:t>
          </a:r>
        </a:p>
      </dgm:t>
    </dgm:pt>
    <dgm:pt modelId="{5124D55C-9737-7040-B0A0-09ADBAD31F0C}" type="parTrans" cxnId="{C2087B4B-4585-EC4E-8886-D35F32A27858}">
      <dgm:prSet/>
      <dgm:spPr/>
      <dgm:t>
        <a:bodyPr/>
        <a:lstStyle/>
        <a:p>
          <a:endParaRPr lang="en-US"/>
        </a:p>
      </dgm:t>
    </dgm:pt>
    <dgm:pt modelId="{B94DC8FE-C801-464D-B45D-E338067BFD98}" type="sibTrans" cxnId="{C2087B4B-4585-EC4E-8886-D35F32A27858}">
      <dgm:prSet/>
      <dgm:spPr/>
      <dgm:t>
        <a:bodyPr/>
        <a:lstStyle/>
        <a:p>
          <a:endParaRPr lang="en-US"/>
        </a:p>
      </dgm:t>
    </dgm:pt>
    <dgm:pt modelId="{F8B6311F-EC99-1B43-AA09-FD32C3B81D66}">
      <dgm:prSet phldrT="[Text]" custT="1"/>
      <dgm:spPr>
        <a:xfrm>
          <a:off x="2021828" y="1057725"/>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EDIPN vs SSN vs </a:t>
          </a:r>
          <a:r>
            <a:rPr lang="en-US" sz="800" dirty="0" err="1">
              <a:solidFill>
                <a:srgbClr val="575757">
                  <a:hueOff val="0"/>
                  <a:satOff val="0"/>
                  <a:lumOff val="0"/>
                  <a:alphaOff val="0"/>
                </a:srgbClr>
              </a:solidFill>
              <a:latin typeface="Franklin Gothic Book"/>
              <a:ea typeface="+mn-ea"/>
              <a:cs typeface="+mn-cs"/>
            </a:rPr>
            <a:t>CernerID</a:t>
          </a:r>
          <a:r>
            <a:rPr lang="en-US" sz="800" dirty="0">
              <a:solidFill>
                <a:srgbClr val="575757">
                  <a:hueOff val="0"/>
                  <a:satOff val="0"/>
                  <a:lumOff val="0"/>
                  <a:alphaOff val="0"/>
                </a:srgbClr>
              </a:solidFill>
              <a:latin typeface="Franklin Gothic Book"/>
              <a:ea typeface="+mn-ea"/>
              <a:cs typeface="+mn-cs"/>
            </a:rPr>
            <a:t> vs DEERS</a:t>
          </a:r>
        </a:p>
      </dgm:t>
    </dgm:pt>
    <dgm:pt modelId="{C1E82F62-918B-F047-94C3-EC41280279DE}" type="parTrans" cxnId="{85D69266-F28F-E44F-9503-1F585390CE6C}">
      <dgm:prSet/>
      <dgm:spPr/>
      <dgm:t>
        <a:bodyPr/>
        <a:lstStyle/>
        <a:p>
          <a:endParaRPr lang="en-US"/>
        </a:p>
      </dgm:t>
    </dgm:pt>
    <dgm:pt modelId="{DF45A4C0-5AFA-AB48-9E90-5290D7944CF7}" type="sibTrans" cxnId="{85D69266-F28F-E44F-9503-1F585390CE6C}">
      <dgm:prSet/>
      <dgm:spPr/>
      <dgm:t>
        <a:bodyPr/>
        <a:lstStyle/>
        <a:p>
          <a:endParaRPr lang="en-US"/>
        </a:p>
      </dgm:t>
    </dgm:pt>
    <dgm:pt modelId="{A11B042D-C6F9-C04A-BF6D-62BAAB0CACA3}">
      <dgm:prSet phldrT="[Text]"/>
      <dgm:spPr>
        <a:xfrm>
          <a:off x="2021828" y="1586033"/>
          <a:ext cx="2354260" cy="447718"/>
        </a:xfrm>
        <a:prstGeom prst="rect">
          <a:avLst/>
        </a:prstGeom>
        <a:noFill/>
        <a:ln>
          <a:noFill/>
        </a:ln>
        <a:effectLst/>
      </dgm:spPr>
      <dgm:t>
        <a:bodyPr/>
        <a:lstStyle/>
        <a:p>
          <a:pPr>
            <a:buNone/>
          </a:pPr>
          <a:r>
            <a:rPr lang="en-US" sz="900" b="1" dirty="0">
              <a:solidFill>
                <a:srgbClr val="575757">
                  <a:hueOff val="0"/>
                  <a:satOff val="0"/>
                  <a:lumOff val="0"/>
                  <a:alphaOff val="0"/>
                </a:srgbClr>
              </a:solidFill>
              <a:latin typeface="Franklin Gothic Book"/>
              <a:ea typeface="+mn-ea"/>
              <a:cs typeface="+mn-cs"/>
            </a:rPr>
            <a:t>Temporal Consistency</a:t>
          </a:r>
        </a:p>
      </dgm:t>
    </dgm:pt>
    <dgm:pt modelId="{7C5686DF-58B5-294C-91E2-68FA38C3F7E4}" type="parTrans" cxnId="{7758EAB4-B87F-1640-BE95-75BF7B7ABABF}">
      <dgm:prSet/>
      <dgm:spPr/>
      <dgm:t>
        <a:bodyPr/>
        <a:lstStyle/>
        <a:p>
          <a:endParaRPr lang="en-US"/>
        </a:p>
      </dgm:t>
    </dgm:pt>
    <dgm:pt modelId="{6CC4D6FE-3D8A-1245-BF2B-E0E5CF6A854E}" type="sibTrans" cxnId="{7758EAB4-B87F-1640-BE95-75BF7B7ABABF}">
      <dgm:prSet/>
      <dgm:spPr/>
      <dgm:t>
        <a:bodyPr/>
        <a:lstStyle/>
        <a:p>
          <a:endParaRPr lang="en-US"/>
        </a:p>
      </dgm:t>
    </dgm:pt>
    <dgm:pt modelId="{2E4FE438-7758-3E41-9AD6-1711222AF4CA}">
      <dgm:prSet phldrT="[Text]" custT="1"/>
      <dgm:spPr>
        <a:xfrm>
          <a:off x="2021828" y="1586033"/>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Consistency after policy changes</a:t>
          </a:r>
        </a:p>
      </dgm:t>
    </dgm:pt>
    <dgm:pt modelId="{2825DF65-984E-624F-A890-236CDCBE6902}" type="parTrans" cxnId="{E67AC6C3-51F9-204C-B9A3-E287A1D65C65}">
      <dgm:prSet/>
      <dgm:spPr/>
      <dgm:t>
        <a:bodyPr/>
        <a:lstStyle/>
        <a:p>
          <a:endParaRPr lang="en-US"/>
        </a:p>
      </dgm:t>
    </dgm:pt>
    <dgm:pt modelId="{9EBC3B5A-9BBA-9C47-9FF1-9E20BA303FB3}" type="sibTrans" cxnId="{E67AC6C3-51F9-204C-B9A3-E287A1D65C65}">
      <dgm:prSet/>
      <dgm:spPr/>
      <dgm:t>
        <a:bodyPr/>
        <a:lstStyle/>
        <a:p>
          <a:endParaRPr lang="en-US"/>
        </a:p>
      </dgm:t>
    </dgm:pt>
    <dgm:pt modelId="{BB7548A2-25DA-9445-A3CC-727F128C386F}">
      <dgm:prSet phldrT="[Text]" custT="1"/>
      <dgm:spPr>
        <a:xfrm>
          <a:off x="2021828" y="1586033"/>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Consistency in documentation</a:t>
          </a:r>
        </a:p>
      </dgm:t>
    </dgm:pt>
    <dgm:pt modelId="{DB6F8C82-AFDE-0D40-8485-55B1403CEF2D}" type="parTrans" cxnId="{D2995CFE-0294-3043-9EE9-AF97B1B3BAE7}">
      <dgm:prSet/>
      <dgm:spPr/>
      <dgm:t>
        <a:bodyPr/>
        <a:lstStyle/>
        <a:p>
          <a:endParaRPr lang="en-US"/>
        </a:p>
      </dgm:t>
    </dgm:pt>
    <dgm:pt modelId="{1C3B8143-30B9-A947-A0C2-45AE43A3EF14}" type="sibTrans" cxnId="{D2995CFE-0294-3043-9EE9-AF97B1B3BAE7}">
      <dgm:prSet/>
      <dgm:spPr/>
      <dgm:t>
        <a:bodyPr/>
        <a:lstStyle/>
        <a:p>
          <a:endParaRPr lang="en-US"/>
        </a:p>
      </dgm:t>
    </dgm:pt>
    <dgm:pt modelId="{8D0F7872-8849-1E44-A023-215782E32A63}">
      <dgm:prSet phldrT="[Text]"/>
      <dgm:spPr>
        <a:xfrm>
          <a:off x="2021828" y="1109"/>
          <a:ext cx="2354260" cy="447718"/>
        </a:xfrm>
        <a:prstGeom prst="rect">
          <a:avLst/>
        </a:prstGeom>
        <a:noFill/>
        <a:ln>
          <a:noFill/>
        </a:ln>
        <a:effectLst/>
      </dgm:spPr>
      <dgm:t>
        <a:bodyPr/>
        <a:lstStyle/>
        <a:p>
          <a:pPr>
            <a:buNone/>
          </a:pPr>
          <a:r>
            <a:rPr lang="en-US" sz="900" b="1" dirty="0">
              <a:solidFill>
                <a:srgbClr val="575757">
                  <a:hueOff val="0"/>
                  <a:satOff val="0"/>
                  <a:lumOff val="0"/>
                  <a:alphaOff val="0"/>
                </a:srgbClr>
              </a:solidFill>
              <a:latin typeface="Franklin Gothic Book"/>
              <a:ea typeface="+mn-ea"/>
              <a:cs typeface="+mn-cs"/>
            </a:rPr>
            <a:t>Clinical Documentation</a:t>
          </a:r>
        </a:p>
      </dgm:t>
    </dgm:pt>
    <dgm:pt modelId="{93D3C4CF-F5E3-C449-AF01-CB8C0E93C4C2}" type="parTrans" cxnId="{DE2FAF48-4B78-8D48-9979-DE21CBEAC073}">
      <dgm:prSet/>
      <dgm:spPr/>
      <dgm:t>
        <a:bodyPr/>
        <a:lstStyle/>
        <a:p>
          <a:endParaRPr lang="en-US"/>
        </a:p>
      </dgm:t>
    </dgm:pt>
    <dgm:pt modelId="{7281D171-0895-9C43-A46E-C17F7F6F0435}" type="sibTrans" cxnId="{DE2FAF48-4B78-8D48-9979-DE21CBEAC073}">
      <dgm:prSet/>
      <dgm:spPr/>
      <dgm:t>
        <a:bodyPr/>
        <a:lstStyle/>
        <a:p>
          <a:endParaRPr lang="en-US"/>
        </a:p>
      </dgm:t>
    </dgm:pt>
    <dgm:pt modelId="{3F6036BF-48A8-5249-9494-C956049A3358}">
      <dgm:prSet phldrT="[Text]" custT="1"/>
      <dgm:spPr>
        <a:xfrm>
          <a:off x="2021828" y="1109"/>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Completeness of clinical notes</a:t>
          </a:r>
        </a:p>
      </dgm:t>
    </dgm:pt>
    <dgm:pt modelId="{5C0EA27D-AFCD-D043-B998-DC22DD361798}" type="parTrans" cxnId="{DFA3FF72-0138-324D-8508-3C3602EBA292}">
      <dgm:prSet/>
      <dgm:spPr/>
      <dgm:t>
        <a:bodyPr/>
        <a:lstStyle/>
        <a:p>
          <a:endParaRPr lang="en-US"/>
        </a:p>
      </dgm:t>
    </dgm:pt>
    <dgm:pt modelId="{42617335-8D68-CD4A-93F7-370612B5F070}" type="sibTrans" cxnId="{DFA3FF72-0138-324D-8508-3C3602EBA292}">
      <dgm:prSet/>
      <dgm:spPr/>
      <dgm:t>
        <a:bodyPr/>
        <a:lstStyle/>
        <a:p>
          <a:endParaRPr lang="en-US"/>
        </a:p>
      </dgm:t>
    </dgm:pt>
    <dgm:pt modelId="{4F85027D-71EC-1A46-8267-BDFD697645DC}">
      <dgm:prSet phldrT="[Text]" custT="1"/>
      <dgm:spPr>
        <a:xfrm>
          <a:off x="2021828" y="1109"/>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Accuracy of provider’s coding</a:t>
          </a:r>
        </a:p>
      </dgm:t>
    </dgm:pt>
    <dgm:pt modelId="{636554B3-4281-3F4E-B22A-BDDB94BCE33C}" type="parTrans" cxnId="{195674B0-C424-DE44-B99D-D23E80C5EFD5}">
      <dgm:prSet/>
      <dgm:spPr/>
      <dgm:t>
        <a:bodyPr/>
        <a:lstStyle/>
        <a:p>
          <a:endParaRPr lang="en-US"/>
        </a:p>
      </dgm:t>
    </dgm:pt>
    <dgm:pt modelId="{241C13A6-0DFE-454A-97B7-266AFA1D7BA1}" type="sibTrans" cxnId="{195674B0-C424-DE44-B99D-D23E80C5EFD5}">
      <dgm:prSet/>
      <dgm:spPr/>
      <dgm:t>
        <a:bodyPr/>
        <a:lstStyle/>
        <a:p>
          <a:endParaRPr lang="en-US"/>
        </a:p>
      </dgm:t>
    </dgm:pt>
    <dgm:pt modelId="{6EF47C6A-8C88-3742-9C95-E3BCD6EC4522}">
      <dgm:prSet phldrT="[Text]" custT="1"/>
      <dgm:spPr>
        <a:xfrm>
          <a:off x="2021828" y="529417"/>
          <a:ext cx="2354260" cy="447718"/>
        </a:xfrm>
        <a:prstGeom prst="rect">
          <a:avLst/>
        </a:prstGeom>
        <a:noFill/>
        <a:ln>
          <a:noFill/>
        </a:ln>
        <a:effectLst/>
      </dgm:spPr>
      <dgm:t>
        <a:bodyPr/>
        <a:lstStyle/>
        <a:p>
          <a:pPr>
            <a:buChar char="•"/>
          </a:pPr>
          <a:r>
            <a:rPr lang="en-US" sz="800" dirty="0">
              <a:solidFill>
                <a:srgbClr val="575757">
                  <a:hueOff val="0"/>
                  <a:satOff val="0"/>
                  <a:lumOff val="0"/>
                  <a:alphaOff val="0"/>
                </a:srgbClr>
              </a:solidFill>
              <a:latin typeface="Franklin Gothic Book"/>
              <a:ea typeface="+mn-ea"/>
              <a:cs typeface="+mn-cs"/>
            </a:rPr>
            <a:t>Data aligned to standards (ICD-10-CM, LOINC, etc.)</a:t>
          </a:r>
        </a:p>
      </dgm:t>
    </dgm:pt>
    <dgm:pt modelId="{A633B8CF-CCFC-3B4D-BDB0-9842D062DC4F}" type="parTrans" cxnId="{4471918B-86EE-F345-AFF3-0C66ACBD7A60}">
      <dgm:prSet/>
      <dgm:spPr/>
      <dgm:t>
        <a:bodyPr/>
        <a:lstStyle/>
        <a:p>
          <a:endParaRPr lang="en-US"/>
        </a:p>
      </dgm:t>
    </dgm:pt>
    <dgm:pt modelId="{1C13F954-F45C-4F44-8CBC-D41C8CF29A37}" type="sibTrans" cxnId="{4471918B-86EE-F345-AFF3-0C66ACBD7A60}">
      <dgm:prSet/>
      <dgm:spPr/>
      <dgm:t>
        <a:bodyPr/>
        <a:lstStyle/>
        <a:p>
          <a:endParaRPr lang="en-US"/>
        </a:p>
      </dgm:t>
    </dgm:pt>
    <dgm:pt modelId="{50BC5A06-C283-2947-89FB-568D00071124}">
      <dgm:prSet phldrT="[Text]"/>
      <dgm:spPr>
        <a:xfrm>
          <a:off x="405819" y="759481"/>
          <a:ext cx="1116620" cy="1109813"/>
        </a:xfrm>
        <a:prstGeom prst="rect">
          <a:avLst/>
        </a:prstGeom>
        <a:noFill/>
        <a:ln w="10795" cap="flat" cmpd="sng" algn="ctr">
          <a:noFill/>
          <a:prstDash val="solid"/>
        </a:ln>
        <a:effectLst/>
        <a:sp3d/>
      </dgm:spPr>
      <dgm:t>
        <a:bodyPr/>
        <a:lstStyle/>
        <a:p>
          <a:pPr>
            <a:buNone/>
          </a:pPr>
          <a:endParaRPr lang="en-US" dirty="0">
            <a:solidFill>
              <a:srgbClr val="575757">
                <a:hueOff val="0"/>
                <a:satOff val="0"/>
                <a:lumOff val="0"/>
                <a:alphaOff val="0"/>
              </a:srgbClr>
            </a:solidFill>
            <a:latin typeface="Franklin Gothic Book"/>
            <a:ea typeface="+mn-ea"/>
            <a:cs typeface="+mn-cs"/>
          </a:endParaRPr>
        </a:p>
      </dgm:t>
    </dgm:pt>
    <dgm:pt modelId="{8216F28A-19F5-C047-B1AF-E9F7C292D8A3}" type="parTrans" cxnId="{05280ADD-34B5-DB4B-A329-479DBA22F193}">
      <dgm:prSet/>
      <dgm:spPr/>
      <dgm:t>
        <a:bodyPr/>
        <a:lstStyle/>
        <a:p>
          <a:endParaRPr lang="en-US"/>
        </a:p>
      </dgm:t>
    </dgm:pt>
    <dgm:pt modelId="{1CDF022C-519E-1E47-AD40-41BB4F089713}" type="sibTrans" cxnId="{05280ADD-34B5-DB4B-A329-479DBA22F193}">
      <dgm:prSet/>
      <dgm:spPr>
        <a:xfrm>
          <a:off x="347812" y="93593"/>
          <a:ext cx="1450155" cy="1849688"/>
        </a:xfrm>
        <a:prstGeom prst="roundRect">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ln>
        <a:effectLst/>
      </dgm:spPr>
      <dgm:t>
        <a:bodyPr/>
        <a:lstStyle/>
        <a:p>
          <a:endParaRPr lang="en-US"/>
        </a:p>
      </dgm:t>
    </dgm:pt>
    <dgm:pt modelId="{7F845BA6-CAA0-254E-8BDA-2D334D18C35D}" type="pres">
      <dgm:prSet presAssocID="{3F2C2AF0-C7E0-164F-96C5-9BC9142EC4FF}" presName="Name0" presStyleCnt="0">
        <dgm:presLayoutVars>
          <dgm:dir/>
        </dgm:presLayoutVars>
      </dgm:prSet>
      <dgm:spPr/>
    </dgm:pt>
    <dgm:pt modelId="{0D39DA47-BBFF-7548-9134-B98B252361C7}" type="pres">
      <dgm:prSet presAssocID="{1CDF022C-519E-1E47-AD40-41BB4F089713}" presName="picture_1" presStyleLbl="bgImgPlace1" presStyleIdx="0" presStyleCnt="1"/>
      <dgm:spPr/>
    </dgm:pt>
    <dgm:pt modelId="{11AF34A0-AEA5-7B4B-9A40-BB7F5284988E}" type="pres">
      <dgm:prSet presAssocID="{50BC5A06-C283-2947-89FB-568D00071124}" presName="text_1" presStyleLbl="node1" presStyleIdx="0" presStyleCnt="0">
        <dgm:presLayoutVars>
          <dgm:bulletEnabled val="1"/>
        </dgm:presLayoutVars>
      </dgm:prSet>
      <dgm:spPr/>
    </dgm:pt>
    <dgm:pt modelId="{328071CF-23E8-6143-938F-376BDEF94CDE}" type="pres">
      <dgm:prSet presAssocID="{3F2C2AF0-C7E0-164F-96C5-9BC9142EC4FF}" presName="linV" presStyleCnt="0"/>
      <dgm:spPr/>
    </dgm:pt>
    <dgm:pt modelId="{20417CC3-64C8-0541-8056-CF12A858F3E7}" type="pres">
      <dgm:prSet presAssocID="{8D0F7872-8849-1E44-A023-215782E32A63}" presName="pair" presStyleCnt="0"/>
      <dgm:spPr/>
    </dgm:pt>
    <dgm:pt modelId="{09294C13-5B5A-4742-A12A-0F58CBF8669F}" type="pres">
      <dgm:prSet presAssocID="{8D0F7872-8849-1E44-A023-215782E32A63}" presName="spaceH" presStyleLbl="node1" presStyleIdx="0" presStyleCnt="0"/>
      <dgm:spPr/>
    </dgm:pt>
    <dgm:pt modelId="{F4D6B4A5-21D5-9D46-94AB-3BCC8D1AC1AC}" type="pres">
      <dgm:prSet presAssocID="{8D0F7872-8849-1E44-A023-215782E32A63}" presName="desPictures" presStyleLbl="alignImgPlace1" presStyleIdx="0" presStyleCnt="4"/>
      <dgm:spPr>
        <a:xfrm>
          <a:off x="1574109" y="1109"/>
          <a:ext cx="447718" cy="447718"/>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ln>
        <a:effectLst/>
      </dgm:spPr>
    </dgm:pt>
    <dgm:pt modelId="{6914676A-7513-2840-BB06-2F14F60BF49D}" type="pres">
      <dgm:prSet presAssocID="{8D0F7872-8849-1E44-A023-215782E32A63}" presName="desTextWrapper" presStyleCnt="0"/>
      <dgm:spPr/>
    </dgm:pt>
    <dgm:pt modelId="{26661573-9ECA-A740-A349-A0C130ECFEA9}" type="pres">
      <dgm:prSet presAssocID="{8D0F7872-8849-1E44-A023-215782E32A63}" presName="desText" presStyleLbl="revTx" presStyleIdx="0" presStyleCnt="4">
        <dgm:presLayoutVars>
          <dgm:bulletEnabled val="1"/>
        </dgm:presLayoutVars>
      </dgm:prSet>
      <dgm:spPr/>
    </dgm:pt>
    <dgm:pt modelId="{4E52FA9D-F881-DC42-9765-71023EBD86C6}" type="pres">
      <dgm:prSet presAssocID="{7281D171-0895-9C43-A46E-C17F7F6F0435}" presName="spaceV" presStyleCnt="0"/>
      <dgm:spPr/>
    </dgm:pt>
    <dgm:pt modelId="{720FF16E-5C56-724B-8D79-0B8025EDAA9E}" type="pres">
      <dgm:prSet presAssocID="{6DF48D15-C606-044B-A0E0-7C915A007E3B}" presName="pair" presStyleCnt="0"/>
      <dgm:spPr/>
    </dgm:pt>
    <dgm:pt modelId="{736E6347-4BA6-4440-973F-991FC1738599}" type="pres">
      <dgm:prSet presAssocID="{6DF48D15-C606-044B-A0E0-7C915A007E3B}" presName="spaceH" presStyleLbl="node1" presStyleIdx="0" presStyleCnt="0"/>
      <dgm:spPr/>
    </dgm:pt>
    <dgm:pt modelId="{053606D7-2C07-2C42-8BF8-0D7E8CE055E9}" type="pres">
      <dgm:prSet presAssocID="{6DF48D15-C606-044B-A0E0-7C915A007E3B}" presName="desPictures" presStyleLbl="alignImgPlace1" presStyleIdx="1" presStyleCnt="4"/>
      <dgm:spPr>
        <a:xfrm>
          <a:off x="1574109" y="529417"/>
          <a:ext cx="447718" cy="447718"/>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ln>
        <a:effectLst/>
      </dgm:spPr>
    </dgm:pt>
    <dgm:pt modelId="{BBD68E0D-6B41-CE42-A650-20E3AFF7A39E}" type="pres">
      <dgm:prSet presAssocID="{6DF48D15-C606-044B-A0E0-7C915A007E3B}" presName="desTextWrapper" presStyleCnt="0"/>
      <dgm:spPr/>
    </dgm:pt>
    <dgm:pt modelId="{27D763C9-A28C-044F-A1D2-4C3DCDFA7FF6}" type="pres">
      <dgm:prSet presAssocID="{6DF48D15-C606-044B-A0E0-7C915A007E3B}" presName="desText" presStyleLbl="revTx" presStyleIdx="1" presStyleCnt="4">
        <dgm:presLayoutVars>
          <dgm:bulletEnabled val="1"/>
        </dgm:presLayoutVars>
      </dgm:prSet>
      <dgm:spPr/>
    </dgm:pt>
    <dgm:pt modelId="{1AD1E185-0204-A34B-B96A-C218D7735BC3}" type="pres">
      <dgm:prSet presAssocID="{49188456-B585-5242-BEBB-B560C255A920}" presName="spaceV" presStyleCnt="0"/>
      <dgm:spPr/>
    </dgm:pt>
    <dgm:pt modelId="{1B63F3E7-7186-6B40-A0DA-16DA47A6EB66}" type="pres">
      <dgm:prSet presAssocID="{BA854182-5240-654B-B4D0-CA9E1CBEED08}" presName="pair" presStyleCnt="0"/>
      <dgm:spPr/>
    </dgm:pt>
    <dgm:pt modelId="{3DA2172A-E342-F742-855A-D90FF646DAF1}" type="pres">
      <dgm:prSet presAssocID="{BA854182-5240-654B-B4D0-CA9E1CBEED08}" presName="spaceH" presStyleLbl="node1" presStyleIdx="0" presStyleCnt="0"/>
      <dgm:spPr/>
    </dgm:pt>
    <dgm:pt modelId="{98B566E7-2FE8-964B-9D0B-910E44A27682}" type="pres">
      <dgm:prSet presAssocID="{BA854182-5240-654B-B4D0-CA9E1CBEED08}" presName="desPictures" presStyleLbl="alignImgPlace1" presStyleIdx="2" presStyleCnt="4"/>
      <dgm:spPr>
        <a:xfrm>
          <a:off x="1574109" y="1057725"/>
          <a:ext cx="447718" cy="447718"/>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ln>
        <a:effectLst/>
      </dgm:spPr>
    </dgm:pt>
    <dgm:pt modelId="{7D830216-D135-674D-A683-E92DE30A196D}" type="pres">
      <dgm:prSet presAssocID="{BA854182-5240-654B-B4D0-CA9E1CBEED08}" presName="desTextWrapper" presStyleCnt="0"/>
      <dgm:spPr/>
    </dgm:pt>
    <dgm:pt modelId="{AC7B03EF-8E35-2A45-BDC4-33E55324D838}" type="pres">
      <dgm:prSet presAssocID="{BA854182-5240-654B-B4D0-CA9E1CBEED08}" presName="desText" presStyleLbl="revTx" presStyleIdx="2" presStyleCnt="4">
        <dgm:presLayoutVars>
          <dgm:bulletEnabled val="1"/>
        </dgm:presLayoutVars>
      </dgm:prSet>
      <dgm:spPr/>
    </dgm:pt>
    <dgm:pt modelId="{2C262D8E-7F68-504A-B597-08FCC0359324}" type="pres">
      <dgm:prSet presAssocID="{8DDE17FA-BD8A-0447-8A97-D68112E6237E}" presName="spaceV" presStyleCnt="0"/>
      <dgm:spPr/>
    </dgm:pt>
    <dgm:pt modelId="{662B87D8-7DB6-5E47-9C01-CCC4F0D6D82C}" type="pres">
      <dgm:prSet presAssocID="{A11B042D-C6F9-C04A-BF6D-62BAAB0CACA3}" presName="pair" presStyleCnt="0"/>
      <dgm:spPr/>
    </dgm:pt>
    <dgm:pt modelId="{E76A227C-2054-9949-A8D8-1E3121C19C26}" type="pres">
      <dgm:prSet presAssocID="{A11B042D-C6F9-C04A-BF6D-62BAAB0CACA3}" presName="spaceH" presStyleLbl="node1" presStyleIdx="0" presStyleCnt="0"/>
      <dgm:spPr/>
    </dgm:pt>
    <dgm:pt modelId="{07C6FDD2-08B8-E34A-A419-1EF7BBEAEE19}" type="pres">
      <dgm:prSet presAssocID="{A11B042D-C6F9-C04A-BF6D-62BAAB0CACA3}" presName="desPictures" presStyleLbl="alignImgPlace1" presStyleIdx="3" presStyleCnt="4"/>
      <dgm:spPr>
        <a:xfrm>
          <a:off x="1574109" y="1586033"/>
          <a:ext cx="447718" cy="447718"/>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ln>
        <a:effectLst/>
      </dgm:spPr>
    </dgm:pt>
    <dgm:pt modelId="{9591D5FE-B58C-6E47-BD5D-19254D3362A5}" type="pres">
      <dgm:prSet presAssocID="{A11B042D-C6F9-C04A-BF6D-62BAAB0CACA3}" presName="desTextWrapper" presStyleCnt="0"/>
      <dgm:spPr/>
    </dgm:pt>
    <dgm:pt modelId="{FC88F12B-E5FE-D746-AC62-926504DF7FC2}" type="pres">
      <dgm:prSet presAssocID="{A11B042D-C6F9-C04A-BF6D-62BAAB0CACA3}" presName="desText" presStyleLbl="revTx" presStyleIdx="3" presStyleCnt="4">
        <dgm:presLayoutVars>
          <dgm:bulletEnabled val="1"/>
        </dgm:presLayoutVars>
      </dgm:prSet>
      <dgm:spPr/>
    </dgm:pt>
    <dgm:pt modelId="{2CB36EDF-D1FB-5A4D-8CA2-A16D563D787F}" type="pres">
      <dgm:prSet presAssocID="{3F2C2AF0-C7E0-164F-96C5-9BC9142EC4FF}" presName="maxNode" presStyleCnt="0"/>
      <dgm:spPr/>
    </dgm:pt>
    <dgm:pt modelId="{21F2F295-6CB4-6C47-88FB-D580F3A02605}" type="pres">
      <dgm:prSet presAssocID="{3F2C2AF0-C7E0-164F-96C5-9BC9142EC4FF}" presName="Name33" presStyleCnt="0"/>
      <dgm:spPr/>
    </dgm:pt>
  </dgm:ptLst>
  <dgm:cxnLst>
    <dgm:cxn modelId="{2F525C1D-4BC6-6641-9A7B-F07F6F704AD8}" type="presOf" srcId="{6DF48D15-C606-044B-A0E0-7C915A007E3B}" destId="{27D763C9-A28C-044F-A1D2-4C3DCDFA7FF6}" srcOrd="0" destOrd="0" presId="urn:microsoft.com/office/officeart/2008/layout/AccentedPicture"/>
    <dgm:cxn modelId="{36356D25-1F28-D84A-AC73-1E829BE755EB}" type="presOf" srcId="{F8B6311F-EC99-1B43-AA09-FD32C3B81D66}" destId="{AC7B03EF-8E35-2A45-BDC4-33E55324D838}" srcOrd="0" destOrd="2" presId="urn:microsoft.com/office/officeart/2008/layout/AccentedPicture"/>
    <dgm:cxn modelId="{38053C27-C321-1A48-A9A8-9F33500EA5A3}" type="presOf" srcId="{1CDF022C-519E-1E47-AD40-41BB4F089713}" destId="{0D39DA47-BBFF-7548-9134-B98B252361C7}" srcOrd="0" destOrd="0" presId="urn:microsoft.com/office/officeart/2008/layout/AccentedPicture"/>
    <dgm:cxn modelId="{52BA5728-8B97-234C-A75C-F27C1EF042A1}" type="presOf" srcId="{BA854182-5240-654B-B4D0-CA9E1CBEED08}" destId="{AC7B03EF-8E35-2A45-BDC4-33E55324D838}" srcOrd="0" destOrd="0" presId="urn:microsoft.com/office/officeart/2008/layout/AccentedPicture"/>
    <dgm:cxn modelId="{22990F32-A9D4-BA40-9ABA-5723B39E95B5}" type="presOf" srcId="{F634C893-617C-6F4D-AF17-F612C2F33474}" destId="{27D763C9-A28C-044F-A1D2-4C3DCDFA7FF6}" srcOrd="0" destOrd="1" presId="urn:microsoft.com/office/officeart/2008/layout/AccentedPicture"/>
    <dgm:cxn modelId="{4C9D3341-3609-F34A-B7CE-0214611FC184}" type="presOf" srcId="{A11B042D-C6F9-C04A-BF6D-62BAAB0CACA3}" destId="{FC88F12B-E5FE-D746-AC62-926504DF7FC2}" srcOrd="0" destOrd="0" presId="urn:microsoft.com/office/officeart/2008/layout/AccentedPicture"/>
    <dgm:cxn modelId="{85D69266-F28F-E44F-9503-1F585390CE6C}" srcId="{BA854182-5240-654B-B4D0-CA9E1CBEED08}" destId="{F8B6311F-EC99-1B43-AA09-FD32C3B81D66}" srcOrd="1" destOrd="0" parTransId="{C1E82F62-918B-F047-94C3-EC41280279DE}" sibTransId="{DF45A4C0-5AFA-AB48-9E90-5290D7944CF7}"/>
    <dgm:cxn modelId="{EFB78E47-1609-0F4D-8103-8127746C9019}" type="presOf" srcId="{50BC5A06-C283-2947-89FB-568D00071124}" destId="{11AF34A0-AEA5-7B4B-9A40-BB7F5284988E}" srcOrd="0" destOrd="0" presId="urn:microsoft.com/office/officeart/2008/layout/AccentedPicture"/>
    <dgm:cxn modelId="{DE2FAF48-4B78-8D48-9979-DE21CBEAC073}" srcId="{3F2C2AF0-C7E0-164F-96C5-9BC9142EC4FF}" destId="{8D0F7872-8849-1E44-A023-215782E32A63}" srcOrd="1" destOrd="0" parTransId="{93D3C4CF-F5E3-C449-AF01-CB8C0E93C4C2}" sibTransId="{7281D171-0895-9C43-A46E-C17F7F6F0435}"/>
    <dgm:cxn modelId="{B9A35F69-D16E-F14E-BED4-0323563F9693}" srcId="{3F2C2AF0-C7E0-164F-96C5-9BC9142EC4FF}" destId="{6DF48D15-C606-044B-A0E0-7C915A007E3B}" srcOrd="2" destOrd="0" parTransId="{C9BC6F37-FB04-1248-A997-5B7B85D56A39}" sibTransId="{49188456-B585-5242-BEBB-B560C255A920}"/>
    <dgm:cxn modelId="{C2087B4B-4585-EC4E-8886-D35F32A27858}" srcId="{BA854182-5240-654B-B4D0-CA9E1CBEED08}" destId="{C8C863D4-EE9A-6B4C-B8C0-36448EF92603}" srcOrd="0" destOrd="0" parTransId="{5124D55C-9737-7040-B0A0-09ADBAD31F0C}" sibTransId="{B94DC8FE-C801-464D-B45D-E338067BFD98}"/>
    <dgm:cxn modelId="{8A56926E-F9B8-2648-997C-0E056802DBE5}" type="presOf" srcId="{8D0F7872-8849-1E44-A023-215782E32A63}" destId="{26661573-9ECA-A740-A349-A0C130ECFEA9}" srcOrd="0" destOrd="0" presId="urn:microsoft.com/office/officeart/2008/layout/AccentedPicture"/>
    <dgm:cxn modelId="{D81A6972-1951-0342-A31D-0678C8F2D93B}" srcId="{6DF48D15-C606-044B-A0E0-7C915A007E3B}" destId="{F634C893-617C-6F4D-AF17-F612C2F33474}" srcOrd="0" destOrd="0" parTransId="{F201B0F6-EA9F-624B-AC18-41FEA26B0CB1}" sibTransId="{A4D60212-1907-AF4E-B69E-CAB4CE735497}"/>
    <dgm:cxn modelId="{9230F472-B29D-874B-A3AA-BFB43E7D8214}" type="presOf" srcId="{2E4FE438-7758-3E41-9AD6-1711222AF4CA}" destId="{FC88F12B-E5FE-D746-AC62-926504DF7FC2}" srcOrd="0" destOrd="1" presId="urn:microsoft.com/office/officeart/2008/layout/AccentedPicture"/>
    <dgm:cxn modelId="{DFA3FF72-0138-324D-8508-3C3602EBA292}" srcId="{8D0F7872-8849-1E44-A023-215782E32A63}" destId="{3F6036BF-48A8-5249-9494-C956049A3358}" srcOrd="0" destOrd="0" parTransId="{5C0EA27D-AFCD-D043-B998-DC22DD361798}" sibTransId="{42617335-8D68-CD4A-93F7-370612B5F070}"/>
    <dgm:cxn modelId="{950B197A-456D-D74A-B1C3-837F80AF6995}" type="presOf" srcId="{6EF47C6A-8C88-3742-9C95-E3BCD6EC4522}" destId="{27D763C9-A28C-044F-A1D2-4C3DCDFA7FF6}" srcOrd="0" destOrd="2" presId="urn:microsoft.com/office/officeart/2008/layout/AccentedPicture"/>
    <dgm:cxn modelId="{8C25FD80-E386-904F-83D6-C9B74337CA12}" type="presOf" srcId="{BB7548A2-25DA-9445-A3CC-727F128C386F}" destId="{FC88F12B-E5FE-D746-AC62-926504DF7FC2}" srcOrd="0" destOrd="2" presId="urn:microsoft.com/office/officeart/2008/layout/AccentedPicture"/>
    <dgm:cxn modelId="{E56A0C86-D879-934E-A52D-7D07BF472B92}" type="presOf" srcId="{4F85027D-71EC-1A46-8267-BDFD697645DC}" destId="{26661573-9ECA-A740-A349-A0C130ECFEA9}" srcOrd="0" destOrd="2" presId="urn:microsoft.com/office/officeart/2008/layout/AccentedPicture"/>
    <dgm:cxn modelId="{4471918B-86EE-F345-AFF3-0C66ACBD7A60}" srcId="{6DF48D15-C606-044B-A0E0-7C915A007E3B}" destId="{6EF47C6A-8C88-3742-9C95-E3BCD6EC4522}" srcOrd="1" destOrd="0" parTransId="{A633B8CF-CCFC-3B4D-BDB0-9842D062DC4F}" sibTransId="{1C13F954-F45C-4F44-8CBC-D41C8CF29A37}"/>
    <dgm:cxn modelId="{7BD94BA1-908C-BF4D-B04C-5A4A0EACF9ED}" type="presOf" srcId="{3F6036BF-48A8-5249-9494-C956049A3358}" destId="{26661573-9ECA-A740-A349-A0C130ECFEA9}" srcOrd="0" destOrd="1" presId="urn:microsoft.com/office/officeart/2008/layout/AccentedPicture"/>
    <dgm:cxn modelId="{485173A3-3BDD-AE40-BD38-98E4C7406446}" type="presOf" srcId="{3F2C2AF0-C7E0-164F-96C5-9BC9142EC4FF}" destId="{7F845BA6-CAA0-254E-8BDA-2D334D18C35D}" srcOrd="0" destOrd="0" presId="urn:microsoft.com/office/officeart/2008/layout/AccentedPicture"/>
    <dgm:cxn modelId="{195674B0-C424-DE44-B99D-D23E80C5EFD5}" srcId="{8D0F7872-8849-1E44-A023-215782E32A63}" destId="{4F85027D-71EC-1A46-8267-BDFD697645DC}" srcOrd="1" destOrd="0" parTransId="{636554B3-4281-3F4E-B22A-BDDB94BCE33C}" sibTransId="{241C13A6-0DFE-454A-97B7-266AFA1D7BA1}"/>
    <dgm:cxn modelId="{7758EAB4-B87F-1640-BE95-75BF7B7ABABF}" srcId="{3F2C2AF0-C7E0-164F-96C5-9BC9142EC4FF}" destId="{A11B042D-C6F9-C04A-BF6D-62BAAB0CACA3}" srcOrd="4" destOrd="0" parTransId="{7C5686DF-58B5-294C-91E2-68FA38C3F7E4}" sibTransId="{6CC4D6FE-3D8A-1245-BF2B-E0E5CF6A854E}"/>
    <dgm:cxn modelId="{14EFDEB9-0D49-CB44-8E0D-831A5144095D}" srcId="{3F2C2AF0-C7E0-164F-96C5-9BC9142EC4FF}" destId="{BA854182-5240-654B-B4D0-CA9E1CBEED08}" srcOrd="3" destOrd="0" parTransId="{8F2BB43E-A27D-664A-A6C6-DD74572540A3}" sibTransId="{8DDE17FA-BD8A-0447-8A97-D68112E6237E}"/>
    <dgm:cxn modelId="{E67AC6C3-51F9-204C-B9A3-E287A1D65C65}" srcId="{A11B042D-C6F9-C04A-BF6D-62BAAB0CACA3}" destId="{2E4FE438-7758-3E41-9AD6-1711222AF4CA}" srcOrd="0" destOrd="0" parTransId="{2825DF65-984E-624F-A890-236CDCBE6902}" sibTransId="{9EBC3B5A-9BBA-9C47-9FF1-9E20BA303FB3}"/>
    <dgm:cxn modelId="{34D913D9-73DB-2246-9981-E0554A0FD905}" type="presOf" srcId="{C8C863D4-EE9A-6B4C-B8C0-36448EF92603}" destId="{AC7B03EF-8E35-2A45-BDC4-33E55324D838}" srcOrd="0" destOrd="1" presId="urn:microsoft.com/office/officeart/2008/layout/AccentedPicture"/>
    <dgm:cxn modelId="{05280ADD-34B5-DB4B-A329-479DBA22F193}" srcId="{3F2C2AF0-C7E0-164F-96C5-9BC9142EC4FF}" destId="{50BC5A06-C283-2947-89FB-568D00071124}" srcOrd="0" destOrd="0" parTransId="{8216F28A-19F5-C047-B1AF-E9F7C292D8A3}" sibTransId="{1CDF022C-519E-1E47-AD40-41BB4F089713}"/>
    <dgm:cxn modelId="{D2995CFE-0294-3043-9EE9-AF97B1B3BAE7}" srcId="{A11B042D-C6F9-C04A-BF6D-62BAAB0CACA3}" destId="{BB7548A2-25DA-9445-A3CC-727F128C386F}" srcOrd="1" destOrd="0" parTransId="{DB6F8C82-AFDE-0D40-8485-55B1403CEF2D}" sibTransId="{1C3B8143-30B9-A947-A0C2-45AE43A3EF14}"/>
    <dgm:cxn modelId="{41DF9B03-68E9-CA4A-B3F5-0B246DC2639A}" type="presParOf" srcId="{7F845BA6-CAA0-254E-8BDA-2D334D18C35D}" destId="{0D39DA47-BBFF-7548-9134-B98B252361C7}" srcOrd="0" destOrd="0" presId="urn:microsoft.com/office/officeart/2008/layout/AccentedPicture"/>
    <dgm:cxn modelId="{FEF367A9-2BFC-1F49-9AD8-974FB8863608}" type="presParOf" srcId="{7F845BA6-CAA0-254E-8BDA-2D334D18C35D}" destId="{11AF34A0-AEA5-7B4B-9A40-BB7F5284988E}" srcOrd="1" destOrd="0" presId="urn:microsoft.com/office/officeart/2008/layout/AccentedPicture"/>
    <dgm:cxn modelId="{180E6978-ABDF-1A4E-84EF-D774D4701B10}" type="presParOf" srcId="{7F845BA6-CAA0-254E-8BDA-2D334D18C35D}" destId="{328071CF-23E8-6143-938F-376BDEF94CDE}" srcOrd="2" destOrd="0" presId="urn:microsoft.com/office/officeart/2008/layout/AccentedPicture"/>
    <dgm:cxn modelId="{FAEB4A74-1D39-8B4E-9AD6-5E5BC175B951}" type="presParOf" srcId="{328071CF-23E8-6143-938F-376BDEF94CDE}" destId="{20417CC3-64C8-0541-8056-CF12A858F3E7}" srcOrd="0" destOrd="0" presId="urn:microsoft.com/office/officeart/2008/layout/AccentedPicture"/>
    <dgm:cxn modelId="{8F48A96C-46CC-3945-890C-DA91FCBDE31F}" type="presParOf" srcId="{20417CC3-64C8-0541-8056-CF12A858F3E7}" destId="{09294C13-5B5A-4742-A12A-0F58CBF8669F}" srcOrd="0" destOrd="0" presId="urn:microsoft.com/office/officeart/2008/layout/AccentedPicture"/>
    <dgm:cxn modelId="{398612CC-C9CD-2A45-B953-5F121E89DABB}" type="presParOf" srcId="{20417CC3-64C8-0541-8056-CF12A858F3E7}" destId="{F4D6B4A5-21D5-9D46-94AB-3BCC8D1AC1AC}" srcOrd="1" destOrd="0" presId="urn:microsoft.com/office/officeart/2008/layout/AccentedPicture"/>
    <dgm:cxn modelId="{D0EB3F59-C788-3847-8E91-D2ADFF001911}" type="presParOf" srcId="{20417CC3-64C8-0541-8056-CF12A858F3E7}" destId="{6914676A-7513-2840-BB06-2F14F60BF49D}" srcOrd="2" destOrd="0" presId="urn:microsoft.com/office/officeart/2008/layout/AccentedPicture"/>
    <dgm:cxn modelId="{9E74AD51-F5E6-D541-BF4F-ABCA8D9E5F56}" type="presParOf" srcId="{6914676A-7513-2840-BB06-2F14F60BF49D}" destId="{26661573-9ECA-A740-A349-A0C130ECFEA9}" srcOrd="0" destOrd="0" presId="urn:microsoft.com/office/officeart/2008/layout/AccentedPicture"/>
    <dgm:cxn modelId="{CB543DFC-0404-EC49-B84E-53CDA02021AA}" type="presParOf" srcId="{328071CF-23E8-6143-938F-376BDEF94CDE}" destId="{4E52FA9D-F881-DC42-9765-71023EBD86C6}" srcOrd="1" destOrd="0" presId="urn:microsoft.com/office/officeart/2008/layout/AccentedPicture"/>
    <dgm:cxn modelId="{C42D980C-3FD7-D64D-AFEB-9D4CEB04D4F7}" type="presParOf" srcId="{328071CF-23E8-6143-938F-376BDEF94CDE}" destId="{720FF16E-5C56-724B-8D79-0B8025EDAA9E}" srcOrd="2" destOrd="0" presId="urn:microsoft.com/office/officeart/2008/layout/AccentedPicture"/>
    <dgm:cxn modelId="{F19DD16D-DB1A-104F-AF53-06FFB216DCAB}" type="presParOf" srcId="{720FF16E-5C56-724B-8D79-0B8025EDAA9E}" destId="{736E6347-4BA6-4440-973F-991FC1738599}" srcOrd="0" destOrd="0" presId="urn:microsoft.com/office/officeart/2008/layout/AccentedPicture"/>
    <dgm:cxn modelId="{D1BE62FC-3648-4D4A-A472-CC1BEFD541CA}" type="presParOf" srcId="{720FF16E-5C56-724B-8D79-0B8025EDAA9E}" destId="{053606D7-2C07-2C42-8BF8-0D7E8CE055E9}" srcOrd="1" destOrd="0" presId="urn:microsoft.com/office/officeart/2008/layout/AccentedPicture"/>
    <dgm:cxn modelId="{72A2212C-72C4-A94D-8FC9-230414B122CB}" type="presParOf" srcId="{720FF16E-5C56-724B-8D79-0B8025EDAA9E}" destId="{BBD68E0D-6B41-CE42-A650-20E3AFF7A39E}" srcOrd="2" destOrd="0" presId="urn:microsoft.com/office/officeart/2008/layout/AccentedPicture"/>
    <dgm:cxn modelId="{F62E1D9F-7828-A346-A149-646AE2051EF9}" type="presParOf" srcId="{BBD68E0D-6B41-CE42-A650-20E3AFF7A39E}" destId="{27D763C9-A28C-044F-A1D2-4C3DCDFA7FF6}" srcOrd="0" destOrd="0" presId="urn:microsoft.com/office/officeart/2008/layout/AccentedPicture"/>
    <dgm:cxn modelId="{E83CCED9-6617-8D4E-BB2E-F23FDBFFCCAF}" type="presParOf" srcId="{328071CF-23E8-6143-938F-376BDEF94CDE}" destId="{1AD1E185-0204-A34B-B96A-C218D7735BC3}" srcOrd="3" destOrd="0" presId="urn:microsoft.com/office/officeart/2008/layout/AccentedPicture"/>
    <dgm:cxn modelId="{43F2783B-072B-EB41-A670-6124B3CED048}" type="presParOf" srcId="{328071CF-23E8-6143-938F-376BDEF94CDE}" destId="{1B63F3E7-7186-6B40-A0DA-16DA47A6EB66}" srcOrd="4" destOrd="0" presId="urn:microsoft.com/office/officeart/2008/layout/AccentedPicture"/>
    <dgm:cxn modelId="{527E6242-5377-0A4F-916B-88D9F22141BB}" type="presParOf" srcId="{1B63F3E7-7186-6B40-A0DA-16DA47A6EB66}" destId="{3DA2172A-E342-F742-855A-D90FF646DAF1}" srcOrd="0" destOrd="0" presId="urn:microsoft.com/office/officeart/2008/layout/AccentedPicture"/>
    <dgm:cxn modelId="{EA1013DE-C6EA-C44B-86EF-976A6A030B27}" type="presParOf" srcId="{1B63F3E7-7186-6B40-A0DA-16DA47A6EB66}" destId="{98B566E7-2FE8-964B-9D0B-910E44A27682}" srcOrd="1" destOrd="0" presId="urn:microsoft.com/office/officeart/2008/layout/AccentedPicture"/>
    <dgm:cxn modelId="{05A55FC5-6B63-0D42-9A5A-79D75C79913B}" type="presParOf" srcId="{1B63F3E7-7186-6B40-A0DA-16DA47A6EB66}" destId="{7D830216-D135-674D-A683-E92DE30A196D}" srcOrd="2" destOrd="0" presId="urn:microsoft.com/office/officeart/2008/layout/AccentedPicture"/>
    <dgm:cxn modelId="{EB2D2710-ABC7-B94C-A7D5-1A3F75B3ECB5}" type="presParOf" srcId="{7D830216-D135-674D-A683-E92DE30A196D}" destId="{AC7B03EF-8E35-2A45-BDC4-33E55324D838}" srcOrd="0" destOrd="0" presId="urn:microsoft.com/office/officeart/2008/layout/AccentedPicture"/>
    <dgm:cxn modelId="{BDEA3482-EE87-A24A-ACCB-B21323F1F414}" type="presParOf" srcId="{328071CF-23E8-6143-938F-376BDEF94CDE}" destId="{2C262D8E-7F68-504A-B597-08FCC0359324}" srcOrd="5" destOrd="0" presId="urn:microsoft.com/office/officeart/2008/layout/AccentedPicture"/>
    <dgm:cxn modelId="{2E03D300-63C5-6D4B-9630-30E69B9F62D8}" type="presParOf" srcId="{328071CF-23E8-6143-938F-376BDEF94CDE}" destId="{662B87D8-7DB6-5E47-9C01-CCC4F0D6D82C}" srcOrd="6" destOrd="0" presId="urn:microsoft.com/office/officeart/2008/layout/AccentedPicture"/>
    <dgm:cxn modelId="{F6104D9C-184A-1D44-B5FA-2E0CB4FD829E}" type="presParOf" srcId="{662B87D8-7DB6-5E47-9C01-CCC4F0D6D82C}" destId="{E76A227C-2054-9949-A8D8-1E3121C19C26}" srcOrd="0" destOrd="0" presId="urn:microsoft.com/office/officeart/2008/layout/AccentedPicture"/>
    <dgm:cxn modelId="{DC888796-4AC4-CC43-917C-0324EB08D31C}" type="presParOf" srcId="{662B87D8-7DB6-5E47-9C01-CCC4F0D6D82C}" destId="{07C6FDD2-08B8-E34A-A419-1EF7BBEAEE19}" srcOrd="1" destOrd="0" presId="urn:microsoft.com/office/officeart/2008/layout/AccentedPicture"/>
    <dgm:cxn modelId="{7EA7DAAE-CB2D-1A4F-91D6-CF8E1830DDDB}" type="presParOf" srcId="{662B87D8-7DB6-5E47-9C01-CCC4F0D6D82C}" destId="{9591D5FE-B58C-6E47-BD5D-19254D3362A5}" srcOrd="2" destOrd="0" presId="urn:microsoft.com/office/officeart/2008/layout/AccentedPicture"/>
    <dgm:cxn modelId="{E6CB8836-C56E-9240-8EB1-5BBAC23CF91E}" type="presParOf" srcId="{9591D5FE-B58C-6E47-BD5D-19254D3362A5}" destId="{FC88F12B-E5FE-D746-AC62-926504DF7FC2}" srcOrd="0" destOrd="0" presId="urn:microsoft.com/office/officeart/2008/layout/AccentedPicture"/>
    <dgm:cxn modelId="{F67DB3D0-3553-7945-B028-13874FDFB691}" type="presParOf" srcId="{7F845BA6-CAA0-254E-8BDA-2D334D18C35D}" destId="{2CB36EDF-D1FB-5A4D-8CA2-A16D563D787F}" srcOrd="3" destOrd="0" presId="urn:microsoft.com/office/officeart/2008/layout/AccentedPicture"/>
    <dgm:cxn modelId="{0AB80C65-BFE8-6349-AA40-B80D88980902}" type="presParOf" srcId="{2CB36EDF-D1FB-5A4D-8CA2-A16D563D787F}" destId="{21F2F295-6CB4-6C47-88FB-D580F3A02605}" srcOrd="0" destOrd="0" presId="urn:microsoft.com/office/officeart/2008/layout/AccentedPicture"/>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F2C2AF0-C7E0-164F-96C5-9BC9142EC4FF}" type="doc">
      <dgm:prSet loTypeId="urn:microsoft.com/office/officeart/2008/layout/AccentedPicture" loCatId="" qsTypeId="urn:microsoft.com/office/officeart/2005/8/quickstyle/simple1" qsCatId="simple" csTypeId="urn:microsoft.com/office/officeart/2005/8/colors/accent6_1" csCatId="accent6" phldr="1"/>
      <dgm:spPr/>
      <dgm:t>
        <a:bodyPr/>
        <a:lstStyle/>
        <a:p>
          <a:endParaRPr lang="en-US"/>
        </a:p>
      </dgm:t>
    </dgm:pt>
    <dgm:pt modelId="{20AA3805-036F-A742-B0FD-82A7DC2FB160}">
      <dgm:prSet phldrT="[Text]"/>
      <dgm:spPr/>
      <dgm:t>
        <a:bodyPr/>
        <a:lstStyle/>
        <a:p>
          <a:r>
            <a:rPr lang="en-US" sz="900" b="1" dirty="0"/>
            <a:t>Code Mapping</a:t>
          </a:r>
        </a:p>
      </dgm:t>
    </dgm:pt>
    <dgm:pt modelId="{492EA7BB-891A-084F-B396-591CDD0E8C1B}" type="parTrans" cxnId="{0B787BE9-25D0-034C-B8F5-641900111AE5}">
      <dgm:prSet/>
      <dgm:spPr/>
      <dgm:t>
        <a:bodyPr/>
        <a:lstStyle/>
        <a:p>
          <a:endParaRPr lang="en-US"/>
        </a:p>
      </dgm:t>
    </dgm:pt>
    <dgm:pt modelId="{8CA125F4-6CC3-E547-8BCA-1FF2F6A33527}" type="sibTrans" cxnId="{0B787BE9-25D0-034C-B8F5-641900111AE5}">
      <dgm:prSet/>
      <dgm:spPr/>
      <dgm:t>
        <a:bodyPr/>
        <a:lstStyle/>
        <a:p>
          <a:endParaRPr lang="en-US"/>
        </a:p>
      </dgm:t>
    </dgm:pt>
    <dgm:pt modelId="{19F9E208-A445-314F-B69E-288AC851E647}">
      <dgm:prSet phldrT="[Text]" custT="1"/>
      <dgm:spPr/>
      <dgm:t>
        <a:bodyPr/>
        <a:lstStyle/>
        <a:p>
          <a:r>
            <a:rPr lang="en-US" sz="800" dirty="0"/>
            <a:t>Diagnosis to billing or surveillance codes</a:t>
          </a:r>
        </a:p>
      </dgm:t>
    </dgm:pt>
    <dgm:pt modelId="{63310A38-5653-AB4A-B5AC-91BD3B911B10}" type="parTrans" cxnId="{EC87D10A-B236-EB47-B3D4-FFDB64D5C1A9}">
      <dgm:prSet/>
      <dgm:spPr/>
      <dgm:t>
        <a:bodyPr/>
        <a:lstStyle/>
        <a:p>
          <a:endParaRPr lang="en-US"/>
        </a:p>
      </dgm:t>
    </dgm:pt>
    <dgm:pt modelId="{BCCA99F0-4DAF-504A-AB47-75879C476CFE}" type="sibTrans" cxnId="{EC87D10A-B236-EB47-B3D4-FFDB64D5C1A9}">
      <dgm:prSet/>
      <dgm:spPr/>
      <dgm:t>
        <a:bodyPr/>
        <a:lstStyle/>
        <a:p>
          <a:endParaRPr lang="en-US"/>
        </a:p>
      </dgm:t>
    </dgm:pt>
    <dgm:pt modelId="{E93AC018-D3CC-B149-9C02-D0F88A652C65}">
      <dgm:prSet phldrT="[Text]" custT="1"/>
      <dgm:spPr/>
      <dgm:t>
        <a:bodyPr/>
        <a:lstStyle/>
        <a:p>
          <a:r>
            <a:rPr lang="en-US" sz="800" dirty="0"/>
            <a:t>Codes alignment to patient care</a:t>
          </a:r>
        </a:p>
      </dgm:t>
    </dgm:pt>
    <dgm:pt modelId="{56FBD1E7-8DF9-BD47-9DC4-D155ED4D680D}" type="parTrans" cxnId="{92C5780E-CC68-2444-A70C-5015E91F0D26}">
      <dgm:prSet/>
      <dgm:spPr/>
      <dgm:t>
        <a:bodyPr/>
        <a:lstStyle/>
        <a:p>
          <a:endParaRPr lang="en-US"/>
        </a:p>
      </dgm:t>
    </dgm:pt>
    <dgm:pt modelId="{A97388CD-ED86-0643-99C3-EEE51A33D648}" type="sibTrans" cxnId="{92C5780E-CC68-2444-A70C-5015E91F0D26}">
      <dgm:prSet/>
      <dgm:spPr/>
      <dgm:t>
        <a:bodyPr/>
        <a:lstStyle/>
        <a:p>
          <a:endParaRPr lang="en-US"/>
        </a:p>
      </dgm:t>
    </dgm:pt>
    <dgm:pt modelId="{C41702BE-66A4-8942-BC79-2240706507F6}">
      <dgm:prSet phldrT="[Text]"/>
      <dgm:spPr/>
      <dgm:t>
        <a:bodyPr/>
        <a:lstStyle/>
        <a:p>
          <a:r>
            <a:rPr lang="en-US" sz="900" b="1" dirty="0"/>
            <a:t>Revenue Cycle</a:t>
          </a:r>
        </a:p>
      </dgm:t>
    </dgm:pt>
    <dgm:pt modelId="{E76864CF-659F-9548-A207-5BBB71A0B7C1}" type="parTrans" cxnId="{26FD5FC5-8DC5-384F-B4EE-2B505F26A509}">
      <dgm:prSet/>
      <dgm:spPr/>
      <dgm:t>
        <a:bodyPr/>
        <a:lstStyle/>
        <a:p>
          <a:endParaRPr lang="en-US"/>
        </a:p>
      </dgm:t>
    </dgm:pt>
    <dgm:pt modelId="{10F37BBE-C6B4-5047-BF45-D37AC59E17A2}" type="sibTrans" cxnId="{26FD5FC5-8DC5-384F-B4EE-2B505F26A509}">
      <dgm:prSet/>
      <dgm:spPr/>
      <dgm:t>
        <a:bodyPr/>
        <a:lstStyle/>
        <a:p>
          <a:endParaRPr lang="en-US"/>
        </a:p>
      </dgm:t>
    </dgm:pt>
    <dgm:pt modelId="{6AD1F0A4-5FCD-3040-BAB0-AEBAB7721596}">
      <dgm:prSet phldrT="[Text]"/>
      <dgm:spPr/>
      <dgm:t>
        <a:bodyPr/>
        <a:lstStyle/>
        <a:p>
          <a:r>
            <a:rPr lang="en-US" sz="900" b="1" dirty="0"/>
            <a:t>Workflows</a:t>
          </a:r>
        </a:p>
      </dgm:t>
    </dgm:pt>
    <dgm:pt modelId="{6C765B54-579F-E242-B156-42619C91F8B7}" type="parTrans" cxnId="{9AFF762F-8712-F145-8633-38656C002620}">
      <dgm:prSet/>
      <dgm:spPr/>
      <dgm:t>
        <a:bodyPr/>
        <a:lstStyle/>
        <a:p>
          <a:endParaRPr lang="en-US"/>
        </a:p>
      </dgm:t>
    </dgm:pt>
    <dgm:pt modelId="{A31578AC-79F4-2F40-B8BE-9B2BE2941355}" type="sibTrans" cxnId="{9AFF762F-8712-F145-8633-38656C002620}">
      <dgm:prSet/>
      <dgm:spPr/>
      <dgm:t>
        <a:bodyPr/>
        <a:lstStyle/>
        <a:p>
          <a:endParaRPr lang="en-US"/>
        </a:p>
      </dgm:t>
    </dgm:pt>
    <dgm:pt modelId="{1D9AD27E-B4EE-9546-9E52-94704541D823}">
      <dgm:prSet phldrT="[Text]"/>
      <dgm:spPr/>
      <dgm:t>
        <a:bodyPr/>
        <a:lstStyle/>
        <a:p>
          <a:r>
            <a:rPr lang="en-US" sz="900" b="1" dirty="0"/>
            <a:t>Governance</a:t>
          </a:r>
        </a:p>
      </dgm:t>
    </dgm:pt>
    <dgm:pt modelId="{2C36BF68-38A5-E441-A9EA-0DC1512E551F}" type="parTrans" cxnId="{9FF6C6FA-5118-B84F-BEB8-707FC369A7EB}">
      <dgm:prSet/>
      <dgm:spPr/>
      <dgm:t>
        <a:bodyPr/>
        <a:lstStyle/>
        <a:p>
          <a:endParaRPr lang="en-US"/>
        </a:p>
      </dgm:t>
    </dgm:pt>
    <dgm:pt modelId="{473CA13A-05B8-2C4E-8821-4B5D1487D637}" type="sibTrans" cxnId="{9FF6C6FA-5118-B84F-BEB8-707FC369A7EB}">
      <dgm:prSet/>
      <dgm:spPr/>
      <dgm:t>
        <a:bodyPr/>
        <a:lstStyle/>
        <a:p>
          <a:endParaRPr lang="en-US"/>
        </a:p>
      </dgm:t>
    </dgm:pt>
    <dgm:pt modelId="{68CEB304-A3D6-BF43-A769-E75D3EB75112}">
      <dgm:prSet phldrT="[Text]"/>
      <dgm:spPr/>
      <dgm:t>
        <a:bodyPr/>
        <a:lstStyle/>
        <a:p>
          <a:endParaRPr lang="en-US" dirty="0"/>
        </a:p>
      </dgm:t>
    </dgm:pt>
    <dgm:pt modelId="{EF63F71C-7575-4941-9E88-29E0F9DF70BB}" type="parTrans" cxnId="{99E17D45-D1B0-8B47-81E9-70B1510FE301}">
      <dgm:prSet/>
      <dgm:spPr/>
      <dgm:t>
        <a:bodyPr/>
        <a:lstStyle/>
        <a:p>
          <a:endParaRPr lang="en-US"/>
        </a:p>
      </dgm:t>
    </dgm:pt>
    <dgm:pt modelId="{F338BECB-A2B4-AE46-A0AF-62E0154720D0}" type="sibTrans" cxnId="{99E17D45-D1B0-8B47-81E9-70B1510FE301}">
      <dgm:prSet/>
      <dgm:spPr>
        <a:solidFill>
          <a:srgbClr val="B4EEBF"/>
        </a:solidFill>
      </dgm:spPr>
      <dgm:t>
        <a:bodyPr/>
        <a:lstStyle/>
        <a:p>
          <a:endParaRPr lang="en-US"/>
        </a:p>
      </dgm:t>
    </dgm:pt>
    <dgm:pt modelId="{2638998A-3F29-EA47-9235-B46DE2DB37D1}">
      <dgm:prSet phldrT="[Text]" custT="1"/>
      <dgm:spPr/>
      <dgm:t>
        <a:bodyPr/>
        <a:lstStyle/>
        <a:p>
          <a:r>
            <a:rPr lang="en-US" sz="800" b="0" i="0" u="none" dirty="0"/>
            <a:t>Billing and claims processes</a:t>
          </a:r>
          <a:endParaRPr lang="en-US" sz="800" dirty="0"/>
        </a:p>
      </dgm:t>
    </dgm:pt>
    <dgm:pt modelId="{A7B367D0-CEE4-CA44-B9E5-C6A130F614EA}" type="parTrans" cxnId="{15A982E6-C766-0B4C-BBA6-CBF874B5492E}">
      <dgm:prSet/>
      <dgm:spPr/>
      <dgm:t>
        <a:bodyPr/>
        <a:lstStyle/>
        <a:p>
          <a:endParaRPr lang="en-US"/>
        </a:p>
      </dgm:t>
    </dgm:pt>
    <dgm:pt modelId="{189F6000-E5A9-C24D-94C2-31043260F8A4}" type="sibTrans" cxnId="{15A982E6-C766-0B4C-BBA6-CBF874B5492E}">
      <dgm:prSet/>
      <dgm:spPr/>
      <dgm:t>
        <a:bodyPr/>
        <a:lstStyle/>
        <a:p>
          <a:endParaRPr lang="en-US"/>
        </a:p>
      </dgm:t>
    </dgm:pt>
    <dgm:pt modelId="{512AC872-87E7-9842-9526-A944DDEABC67}">
      <dgm:prSet phldrT="[Text]" custT="1"/>
      <dgm:spPr/>
      <dgm:t>
        <a:bodyPr/>
        <a:lstStyle/>
        <a:p>
          <a:r>
            <a:rPr lang="en-US" sz="800" dirty="0"/>
            <a:t>Claims audit</a:t>
          </a:r>
        </a:p>
      </dgm:t>
    </dgm:pt>
    <dgm:pt modelId="{3856952B-91D4-B240-AE32-282D49FDDDBB}" type="parTrans" cxnId="{10FC035E-C703-4A44-8358-41D652AE9A4D}">
      <dgm:prSet/>
      <dgm:spPr/>
      <dgm:t>
        <a:bodyPr/>
        <a:lstStyle/>
        <a:p>
          <a:endParaRPr lang="en-US"/>
        </a:p>
      </dgm:t>
    </dgm:pt>
    <dgm:pt modelId="{B6AF4EE6-8A5D-2E4E-8AA6-0F06620E2402}" type="sibTrans" cxnId="{10FC035E-C703-4A44-8358-41D652AE9A4D}">
      <dgm:prSet/>
      <dgm:spPr/>
      <dgm:t>
        <a:bodyPr/>
        <a:lstStyle/>
        <a:p>
          <a:endParaRPr lang="en-US"/>
        </a:p>
      </dgm:t>
    </dgm:pt>
    <dgm:pt modelId="{0F66D200-6158-7040-BBB9-9A5AF48C2AEB}">
      <dgm:prSet phldrT="[Text]" custT="1"/>
      <dgm:spPr/>
      <dgm:t>
        <a:bodyPr/>
        <a:lstStyle/>
        <a:p>
          <a:r>
            <a:rPr lang="en-US" sz="800" dirty="0"/>
            <a:t>Standardized clinical workflows</a:t>
          </a:r>
        </a:p>
      </dgm:t>
    </dgm:pt>
    <dgm:pt modelId="{C2D69ABF-B087-CD4E-A754-F81F5DC7C257}" type="parTrans" cxnId="{FB799CAD-0E6D-534D-BFEE-16C8AD461070}">
      <dgm:prSet/>
      <dgm:spPr/>
      <dgm:t>
        <a:bodyPr/>
        <a:lstStyle/>
        <a:p>
          <a:endParaRPr lang="en-US"/>
        </a:p>
      </dgm:t>
    </dgm:pt>
    <dgm:pt modelId="{86A5A175-84D3-FF42-91AC-AE2B6147592F}" type="sibTrans" cxnId="{FB799CAD-0E6D-534D-BFEE-16C8AD461070}">
      <dgm:prSet/>
      <dgm:spPr/>
      <dgm:t>
        <a:bodyPr/>
        <a:lstStyle/>
        <a:p>
          <a:endParaRPr lang="en-US"/>
        </a:p>
      </dgm:t>
    </dgm:pt>
    <dgm:pt modelId="{C297E52B-71B4-6C43-B500-9523B376D5E9}">
      <dgm:prSet phldrT="[Text]" custT="1"/>
      <dgm:spPr/>
      <dgm:t>
        <a:bodyPr/>
        <a:lstStyle/>
        <a:p>
          <a:r>
            <a:rPr lang="en-US" sz="800" dirty="0"/>
            <a:t>Consistent scheduling, admission, discharge</a:t>
          </a:r>
        </a:p>
      </dgm:t>
    </dgm:pt>
    <dgm:pt modelId="{4CA5CBBD-B49C-BE41-BC58-CDE998994AEE}" type="parTrans" cxnId="{49A1F2A7-9E65-A142-80BF-845B33D4699E}">
      <dgm:prSet/>
      <dgm:spPr/>
      <dgm:t>
        <a:bodyPr/>
        <a:lstStyle/>
        <a:p>
          <a:endParaRPr lang="en-US"/>
        </a:p>
      </dgm:t>
    </dgm:pt>
    <dgm:pt modelId="{D11DB252-1785-4F47-AE9B-4015F7B83026}" type="sibTrans" cxnId="{49A1F2A7-9E65-A142-80BF-845B33D4699E}">
      <dgm:prSet/>
      <dgm:spPr/>
      <dgm:t>
        <a:bodyPr/>
        <a:lstStyle/>
        <a:p>
          <a:endParaRPr lang="en-US"/>
        </a:p>
      </dgm:t>
    </dgm:pt>
    <dgm:pt modelId="{8F73DB4F-4C05-444D-87FD-390BF7C79262}">
      <dgm:prSet phldrT="[Text]" custT="1"/>
      <dgm:spPr/>
      <dgm:t>
        <a:bodyPr/>
        <a:lstStyle/>
        <a:p>
          <a:r>
            <a:rPr lang="en-US" sz="800" dirty="0"/>
            <a:t>Define standards</a:t>
          </a:r>
        </a:p>
      </dgm:t>
    </dgm:pt>
    <dgm:pt modelId="{095FA379-34D7-444A-A537-66116BFA9130}" type="parTrans" cxnId="{F21CD5CB-B341-F144-95FF-05AA142D31A0}">
      <dgm:prSet/>
      <dgm:spPr/>
      <dgm:t>
        <a:bodyPr/>
        <a:lstStyle/>
        <a:p>
          <a:endParaRPr lang="en-US"/>
        </a:p>
      </dgm:t>
    </dgm:pt>
    <dgm:pt modelId="{63EFCBED-7483-B842-935D-05A2528F41BE}" type="sibTrans" cxnId="{F21CD5CB-B341-F144-95FF-05AA142D31A0}">
      <dgm:prSet/>
      <dgm:spPr/>
      <dgm:t>
        <a:bodyPr/>
        <a:lstStyle/>
        <a:p>
          <a:endParaRPr lang="en-US"/>
        </a:p>
      </dgm:t>
    </dgm:pt>
    <dgm:pt modelId="{438F75A1-DEFA-E142-AB2C-9F2A8E4D9442}">
      <dgm:prSet phldrT="[Text]" custT="1"/>
      <dgm:spPr/>
      <dgm:t>
        <a:bodyPr/>
        <a:lstStyle/>
        <a:p>
          <a:r>
            <a:rPr lang="en-US" sz="800" dirty="0"/>
            <a:t>Set policies</a:t>
          </a:r>
        </a:p>
      </dgm:t>
    </dgm:pt>
    <dgm:pt modelId="{B9D53EF6-EF02-CB43-AFF2-1F69F0A8AC77}" type="parTrans" cxnId="{F258288E-4B4B-B648-954E-E9F14D42FBFF}">
      <dgm:prSet/>
      <dgm:spPr/>
      <dgm:t>
        <a:bodyPr/>
        <a:lstStyle/>
        <a:p>
          <a:endParaRPr lang="en-US"/>
        </a:p>
      </dgm:t>
    </dgm:pt>
    <dgm:pt modelId="{7F8AB360-22B4-6D42-94BB-643853FA29E2}" type="sibTrans" cxnId="{F258288E-4B4B-B648-954E-E9F14D42FBFF}">
      <dgm:prSet/>
      <dgm:spPr/>
      <dgm:t>
        <a:bodyPr/>
        <a:lstStyle/>
        <a:p>
          <a:endParaRPr lang="en-US"/>
        </a:p>
      </dgm:t>
    </dgm:pt>
    <dgm:pt modelId="{59DF6ECB-C777-7347-8614-534EE232FE57}" type="pres">
      <dgm:prSet presAssocID="{3F2C2AF0-C7E0-164F-96C5-9BC9142EC4FF}" presName="Name0" presStyleCnt="0">
        <dgm:presLayoutVars>
          <dgm:dir/>
        </dgm:presLayoutVars>
      </dgm:prSet>
      <dgm:spPr/>
    </dgm:pt>
    <dgm:pt modelId="{B13DCE07-AA66-AE4B-8E4A-85256B0AF904}" type="pres">
      <dgm:prSet presAssocID="{F338BECB-A2B4-AE46-A0AF-62E0154720D0}" presName="picture_1" presStyleLbl="bgImgPlace1" presStyleIdx="0" presStyleCnt="1" custScaleY="105357" custLinFactNeighborX="-19487" custLinFactNeighborY="21393"/>
      <dgm:spPr/>
    </dgm:pt>
    <dgm:pt modelId="{BAE10996-81E0-FA47-B74A-8891EBB490D2}" type="pres">
      <dgm:prSet presAssocID="{68CEB304-A3D6-BF43-A769-E75D3EB75112}" presName="text_1" presStyleLbl="node1" presStyleIdx="0" presStyleCnt="0">
        <dgm:presLayoutVars>
          <dgm:bulletEnabled val="1"/>
        </dgm:presLayoutVars>
      </dgm:prSet>
      <dgm:spPr/>
    </dgm:pt>
    <dgm:pt modelId="{904EBE6B-4E78-EB4C-B8C3-B17C522E84AD}" type="pres">
      <dgm:prSet presAssocID="{3F2C2AF0-C7E0-164F-96C5-9BC9142EC4FF}" presName="linV" presStyleCnt="0"/>
      <dgm:spPr/>
    </dgm:pt>
    <dgm:pt modelId="{88798109-3073-014D-80A7-71DF0F41927F}" type="pres">
      <dgm:prSet presAssocID="{C41702BE-66A4-8942-BC79-2240706507F6}" presName="pair" presStyleCnt="0"/>
      <dgm:spPr/>
    </dgm:pt>
    <dgm:pt modelId="{4CCFFE69-D3D5-F046-83D7-58DC57E68A57}" type="pres">
      <dgm:prSet presAssocID="{C41702BE-66A4-8942-BC79-2240706507F6}" presName="spaceH" presStyleLbl="node1" presStyleIdx="0" presStyleCnt="0"/>
      <dgm:spPr/>
    </dgm:pt>
    <dgm:pt modelId="{1F1F7EFC-C89E-B846-842B-81117EAEBBC7}" type="pres">
      <dgm:prSet presAssocID="{C41702BE-66A4-8942-BC79-2240706507F6}" presName="desPictures" presStyleLbl="alignImgPlace1" presStyleIdx="0" presStyleCnt="4"/>
      <dgm:spPr/>
    </dgm:pt>
    <dgm:pt modelId="{92C2B738-491D-BF4D-BCBA-F7C4A4E5A4E5}" type="pres">
      <dgm:prSet presAssocID="{C41702BE-66A4-8942-BC79-2240706507F6}" presName="desTextWrapper" presStyleCnt="0"/>
      <dgm:spPr/>
    </dgm:pt>
    <dgm:pt modelId="{29D4EB87-C62B-F34B-8D26-2D43E803F231}" type="pres">
      <dgm:prSet presAssocID="{C41702BE-66A4-8942-BC79-2240706507F6}" presName="desText" presStyleLbl="revTx" presStyleIdx="0" presStyleCnt="4">
        <dgm:presLayoutVars>
          <dgm:bulletEnabled val="1"/>
        </dgm:presLayoutVars>
      </dgm:prSet>
      <dgm:spPr/>
    </dgm:pt>
    <dgm:pt modelId="{0BCCF0E8-9FA2-D84B-B696-745B372E56EE}" type="pres">
      <dgm:prSet presAssocID="{10F37BBE-C6B4-5047-BF45-D37AC59E17A2}" presName="spaceV" presStyleCnt="0"/>
      <dgm:spPr/>
    </dgm:pt>
    <dgm:pt modelId="{3B939E0E-39A7-214E-AA6E-F7D7DB69ACC5}" type="pres">
      <dgm:prSet presAssocID="{6AD1F0A4-5FCD-3040-BAB0-AEBAB7721596}" presName="pair" presStyleCnt="0"/>
      <dgm:spPr/>
    </dgm:pt>
    <dgm:pt modelId="{90559113-29B9-C34C-A421-160BC2BAC05B}" type="pres">
      <dgm:prSet presAssocID="{6AD1F0A4-5FCD-3040-BAB0-AEBAB7721596}" presName="spaceH" presStyleLbl="node1" presStyleIdx="0" presStyleCnt="0"/>
      <dgm:spPr/>
    </dgm:pt>
    <dgm:pt modelId="{D4A03536-9F02-AD4B-AFB5-A09D0DF1CC3A}" type="pres">
      <dgm:prSet presAssocID="{6AD1F0A4-5FCD-3040-BAB0-AEBAB7721596}" presName="desPictures" presStyleLbl="alignImgPlace1" presStyleIdx="1" presStyleCnt="4"/>
      <dgm:spPr/>
    </dgm:pt>
    <dgm:pt modelId="{EA442833-5796-BB49-8B7B-BA85F2504F05}" type="pres">
      <dgm:prSet presAssocID="{6AD1F0A4-5FCD-3040-BAB0-AEBAB7721596}" presName="desTextWrapper" presStyleCnt="0"/>
      <dgm:spPr/>
    </dgm:pt>
    <dgm:pt modelId="{994B36EB-2A67-9949-9000-19AC30CCDC54}" type="pres">
      <dgm:prSet presAssocID="{6AD1F0A4-5FCD-3040-BAB0-AEBAB7721596}" presName="desText" presStyleLbl="revTx" presStyleIdx="1" presStyleCnt="4">
        <dgm:presLayoutVars>
          <dgm:bulletEnabled val="1"/>
        </dgm:presLayoutVars>
      </dgm:prSet>
      <dgm:spPr/>
    </dgm:pt>
    <dgm:pt modelId="{3C1DF4F1-CD2D-C64A-8D49-ABA64EC5E7D3}" type="pres">
      <dgm:prSet presAssocID="{A31578AC-79F4-2F40-B8BE-9B2BE2941355}" presName="spaceV" presStyleCnt="0"/>
      <dgm:spPr/>
    </dgm:pt>
    <dgm:pt modelId="{AF45E921-C96F-354C-A34D-4FCED4910A98}" type="pres">
      <dgm:prSet presAssocID="{20AA3805-036F-A742-B0FD-82A7DC2FB160}" presName="pair" presStyleCnt="0"/>
      <dgm:spPr/>
    </dgm:pt>
    <dgm:pt modelId="{49AFF36F-DBC7-8E4D-9227-F9DC9659BAFD}" type="pres">
      <dgm:prSet presAssocID="{20AA3805-036F-A742-B0FD-82A7DC2FB160}" presName="spaceH" presStyleLbl="node1" presStyleIdx="0" presStyleCnt="0"/>
      <dgm:spPr/>
    </dgm:pt>
    <dgm:pt modelId="{EE7A0CCD-F94F-5C44-8DF8-5A954105CFC8}" type="pres">
      <dgm:prSet presAssocID="{20AA3805-036F-A742-B0FD-82A7DC2FB160}" presName="desPictures" presStyleLbl="alignImgPlace1" presStyleIdx="2" presStyleCnt="4"/>
      <dgm:spPr/>
    </dgm:pt>
    <dgm:pt modelId="{72FD1D57-1C32-BC4B-AD9F-BCC6571B9BBD}" type="pres">
      <dgm:prSet presAssocID="{20AA3805-036F-A742-B0FD-82A7DC2FB160}" presName="desTextWrapper" presStyleCnt="0"/>
      <dgm:spPr/>
    </dgm:pt>
    <dgm:pt modelId="{8355E97E-20B7-FC46-A583-9BA977AF0FA5}" type="pres">
      <dgm:prSet presAssocID="{20AA3805-036F-A742-B0FD-82A7DC2FB160}" presName="desText" presStyleLbl="revTx" presStyleIdx="2" presStyleCnt="4">
        <dgm:presLayoutVars>
          <dgm:bulletEnabled val="1"/>
        </dgm:presLayoutVars>
      </dgm:prSet>
      <dgm:spPr/>
    </dgm:pt>
    <dgm:pt modelId="{00304DDB-65C3-E54F-A0BD-747C9E94A159}" type="pres">
      <dgm:prSet presAssocID="{8CA125F4-6CC3-E547-8BCA-1FF2F6A33527}" presName="spaceV" presStyleCnt="0"/>
      <dgm:spPr/>
    </dgm:pt>
    <dgm:pt modelId="{007CE87C-86B0-3343-91D4-CD444A5AEDD0}" type="pres">
      <dgm:prSet presAssocID="{1D9AD27E-B4EE-9546-9E52-94704541D823}" presName="pair" presStyleCnt="0"/>
      <dgm:spPr/>
    </dgm:pt>
    <dgm:pt modelId="{9BC3FF0D-BECD-EC48-B0EE-8B6E967509B3}" type="pres">
      <dgm:prSet presAssocID="{1D9AD27E-B4EE-9546-9E52-94704541D823}" presName="spaceH" presStyleLbl="node1" presStyleIdx="0" presStyleCnt="0"/>
      <dgm:spPr/>
    </dgm:pt>
    <dgm:pt modelId="{CA73474F-2003-6544-AEC1-FB52F108E419}" type="pres">
      <dgm:prSet presAssocID="{1D9AD27E-B4EE-9546-9E52-94704541D823}" presName="desPictures" presStyleLbl="alignImgPlace1" presStyleIdx="3" presStyleCnt="4"/>
      <dgm:spPr/>
    </dgm:pt>
    <dgm:pt modelId="{257B9A3E-8194-E44F-803B-2E1906FCCF19}" type="pres">
      <dgm:prSet presAssocID="{1D9AD27E-B4EE-9546-9E52-94704541D823}" presName="desTextWrapper" presStyleCnt="0"/>
      <dgm:spPr/>
    </dgm:pt>
    <dgm:pt modelId="{711895DC-30D6-6747-8914-C738DE7A64CE}" type="pres">
      <dgm:prSet presAssocID="{1D9AD27E-B4EE-9546-9E52-94704541D823}" presName="desText" presStyleLbl="revTx" presStyleIdx="3" presStyleCnt="4">
        <dgm:presLayoutVars>
          <dgm:bulletEnabled val="1"/>
        </dgm:presLayoutVars>
      </dgm:prSet>
      <dgm:spPr/>
    </dgm:pt>
    <dgm:pt modelId="{C700C7C1-1189-9648-AE31-41E6C2FFD882}" type="pres">
      <dgm:prSet presAssocID="{3F2C2AF0-C7E0-164F-96C5-9BC9142EC4FF}" presName="maxNode" presStyleCnt="0"/>
      <dgm:spPr/>
    </dgm:pt>
    <dgm:pt modelId="{82BE695D-55A4-2F4D-BDE0-DC1448CA6A28}" type="pres">
      <dgm:prSet presAssocID="{3F2C2AF0-C7E0-164F-96C5-9BC9142EC4FF}" presName="Name33" presStyleCnt="0"/>
      <dgm:spPr/>
    </dgm:pt>
  </dgm:ptLst>
  <dgm:cxnLst>
    <dgm:cxn modelId="{A07AAA04-2D78-174D-965C-4309E54A26B4}" type="presOf" srcId="{0F66D200-6158-7040-BBB9-9A5AF48C2AEB}" destId="{994B36EB-2A67-9949-9000-19AC30CCDC54}" srcOrd="0" destOrd="1" presId="urn:microsoft.com/office/officeart/2008/layout/AccentedPicture"/>
    <dgm:cxn modelId="{EC87D10A-B236-EB47-B3D4-FFDB64D5C1A9}" srcId="{20AA3805-036F-A742-B0FD-82A7DC2FB160}" destId="{19F9E208-A445-314F-B69E-288AC851E647}" srcOrd="0" destOrd="0" parTransId="{63310A38-5653-AB4A-B5AC-91BD3B911B10}" sibTransId="{BCCA99F0-4DAF-504A-AB47-75879C476CFE}"/>
    <dgm:cxn modelId="{5B91F60C-40DA-884A-A164-BAE7A6EDAD3B}" type="presOf" srcId="{68CEB304-A3D6-BF43-A769-E75D3EB75112}" destId="{BAE10996-81E0-FA47-B74A-8891EBB490D2}" srcOrd="0" destOrd="0" presId="urn:microsoft.com/office/officeart/2008/layout/AccentedPicture"/>
    <dgm:cxn modelId="{92C5780E-CC68-2444-A70C-5015E91F0D26}" srcId="{20AA3805-036F-A742-B0FD-82A7DC2FB160}" destId="{E93AC018-D3CC-B149-9C02-D0F88A652C65}" srcOrd="1" destOrd="0" parTransId="{56FBD1E7-8DF9-BD47-9DC4-D155ED4D680D}" sibTransId="{A97388CD-ED86-0643-99C3-EEE51A33D648}"/>
    <dgm:cxn modelId="{9FBF2923-D69C-7541-BA22-EB99ACE02419}" type="presOf" srcId="{8F73DB4F-4C05-444D-87FD-390BF7C79262}" destId="{711895DC-30D6-6747-8914-C738DE7A64CE}" srcOrd="0" destOrd="1" presId="urn:microsoft.com/office/officeart/2008/layout/AccentedPicture"/>
    <dgm:cxn modelId="{5584C527-0DD7-2C4B-9A19-631A0AD462D5}" type="presOf" srcId="{20AA3805-036F-A742-B0FD-82A7DC2FB160}" destId="{8355E97E-20B7-FC46-A583-9BA977AF0FA5}" srcOrd="0" destOrd="0" presId="urn:microsoft.com/office/officeart/2008/layout/AccentedPicture"/>
    <dgm:cxn modelId="{9AFF762F-8712-F145-8633-38656C002620}" srcId="{3F2C2AF0-C7E0-164F-96C5-9BC9142EC4FF}" destId="{6AD1F0A4-5FCD-3040-BAB0-AEBAB7721596}" srcOrd="2" destOrd="0" parTransId="{6C765B54-579F-E242-B156-42619C91F8B7}" sibTransId="{A31578AC-79F4-2F40-B8BE-9B2BE2941355}"/>
    <dgm:cxn modelId="{10FC035E-C703-4A44-8358-41D652AE9A4D}" srcId="{C41702BE-66A4-8942-BC79-2240706507F6}" destId="{512AC872-87E7-9842-9526-A944DDEABC67}" srcOrd="1" destOrd="0" parTransId="{3856952B-91D4-B240-AE32-282D49FDDDBB}" sibTransId="{B6AF4EE6-8A5D-2E4E-8AA6-0F06620E2402}"/>
    <dgm:cxn modelId="{7134A341-976A-A041-8EEA-AD25BEF46D6C}" type="presOf" srcId="{6AD1F0A4-5FCD-3040-BAB0-AEBAB7721596}" destId="{994B36EB-2A67-9949-9000-19AC30CCDC54}" srcOrd="0" destOrd="0" presId="urn:microsoft.com/office/officeart/2008/layout/AccentedPicture"/>
    <dgm:cxn modelId="{756A6342-448C-1642-8CC0-3D821C660C1A}" type="presOf" srcId="{3F2C2AF0-C7E0-164F-96C5-9BC9142EC4FF}" destId="{59DF6ECB-C777-7347-8614-534EE232FE57}" srcOrd="0" destOrd="0" presId="urn:microsoft.com/office/officeart/2008/layout/AccentedPicture"/>
    <dgm:cxn modelId="{99E17D45-D1B0-8B47-81E9-70B1510FE301}" srcId="{3F2C2AF0-C7E0-164F-96C5-9BC9142EC4FF}" destId="{68CEB304-A3D6-BF43-A769-E75D3EB75112}" srcOrd="0" destOrd="0" parTransId="{EF63F71C-7575-4941-9E88-29E0F9DF70BB}" sibTransId="{F338BECB-A2B4-AE46-A0AF-62E0154720D0}"/>
    <dgm:cxn modelId="{E4700C48-1F0A-8B46-85EE-7A3760061286}" type="presOf" srcId="{C297E52B-71B4-6C43-B500-9523B376D5E9}" destId="{994B36EB-2A67-9949-9000-19AC30CCDC54}" srcOrd="0" destOrd="2" presId="urn:microsoft.com/office/officeart/2008/layout/AccentedPicture"/>
    <dgm:cxn modelId="{F258288E-4B4B-B648-954E-E9F14D42FBFF}" srcId="{1D9AD27E-B4EE-9546-9E52-94704541D823}" destId="{438F75A1-DEFA-E142-AB2C-9F2A8E4D9442}" srcOrd="1" destOrd="0" parTransId="{B9D53EF6-EF02-CB43-AFF2-1F69F0A8AC77}" sibTransId="{7F8AB360-22B4-6D42-94BB-643853FA29E2}"/>
    <dgm:cxn modelId="{93D6409C-EF9A-4446-9475-380F978EEFB4}" type="presOf" srcId="{2638998A-3F29-EA47-9235-B46DE2DB37D1}" destId="{29D4EB87-C62B-F34B-8D26-2D43E803F231}" srcOrd="0" destOrd="1" presId="urn:microsoft.com/office/officeart/2008/layout/AccentedPicture"/>
    <dgm:cxn modelId="{49A1F2A7-9E65-A142-80BF-845B33D4699E}" srcId="{6AD1F0A4-5FCD-3040-BAB0-AEBAB7721596}" destId="{C297E52B-71B4-6C43-B500-9523B376D5E9}" srcOrd="1" destOrd="0" parTransId="{4CA5CBBD-B49C-BE41-BC58-CDE998994AEE}" sibTransId="{D11DB252-1785-4F47-AE9B-4015F7B83026}"/>
    <dgm:cxn modelId="{FB799CAD-0E6D-534D-BFEE-16C8AD461070}" srcId="{6AD1F0A4-5FCD-3040-BAB0-AEBAB7721596}" destId="{0F66D200-6158-7040-BBB9-9A5AF48C2AEB}" srcOrd="0" destOrd="0" parTransId="{C2D69ABF-B087-CD4E-A754-F81F5DC7C257}" sibTransId="{86A5A175-84D3-FF42-91AC-AE2B6147592F}"/>
    <dgm:cxn modelId="{D4782DBA-7BE6-3C48-B1CE-327381BBDE5F}" type="presOf" srcId="{19F9E208-A445-314F-B69E-288AC851E647}" destId="{8355E97E-20B7-FC46-A583-9BA977AF0FA5}" srcOrd="0" destOrd="1" presId="urn:microsoft.com/office/officeart/2008/layout/AccentedPicture"/>
    <dgm:cxn modelId="{26FD5FC5-8DC5-384F-B4EE-2B505F26A509}" srcId="{3F2C2AF0-C7E0-164F-96C5-9BC9142EC4FF}" destId="{C41702BE-66A4-8942-BC79-2240706507F6}" srcOrd="1" destOrd="0" parTransId="{E76864CF-659F-9548-A207-5BBB71A0B7C1}" sibTransId="{10F37BBE-C6B4-5047-BF45-D37AC59E17A2}"/>
    <dgm:cxn modelId="{F21CD5CB-B341-F144-95FF-05AA142D31A0}" srcId="{1D9AD27E-B4EE-9546-9E52-94704541D823}" destId="{8F73DB4F-4C05-444D-87FD-390BF7C79262}" srcOrd="0" destOrd="0" parTransId="{095FA379-34D7-444A-A537-66116BFA9130}" sibTransId="{63EFCBED-7483-B842-935D-05A2528F41BE}"/>
    <dgm:cxn modelId="{8F4486DC-57F0-7040-BA3A-C10A08C1449A}" type="presOf" srcId="{E93AC018-D3CC-B149-9C02-D0F88A652C65}" destId="{8355E97E-20B7-FC46-A583-9BA977AF0FA5}" srcOrd="0" destOrd="2" presId="urn:microsoft.com/office/officeart/2008/layout/AccentedPicture"/>
    <dgm:cxn modelId="{B6B877E1-39AA-044B-BD43-89238081E93E}" type="presOf" srcId="{438F75A1-DEFA-E142-AB2C-9F2A8E4D9442}" destId="{711895DC-30D6-6747-8914-C738DE7A64CE}" srcOrd="0" destOrd="2" presId="urn:microsoft.com/office/officeart/2008/layout/AccentedPicture"/>
    <dgm:cxn modelId="{15A982E6-C766-0B4C-BBA6-CBF874B5492E}" srcId="{C41702BE-66A4-8942-BC79-2240706507F6}" destId="{2638998A-3F29-EA47-9235-B46DE2DB37D1}" srcOrd="0" destOrd="0" parTransId="{A7B367D0-CEE4-CA44-B9E5-C6A130F614EA}" sibTransId="{189F6000-E5A9-C24D-94C2-31043260F8A4}"/>
    <dgm:cxn modelId="{DC9388E7-0D98-2C4F-B740-E55BFE650B95}" type="presOf" srcId="{512AC872-87E7-9842-9526-A944DDEABC67}" destId="{29D4EB87-C62B-F34B-8D26-2D43E803F231}" srcOrd="0" destOrd="2" presId="urn:microsoft.com/office/officeart/2008/layout/AccentedPicture"/>
    <dgm:cxn modelId="{0B787BE9-25D0-034C-B8F5-641900111AE5}" srcId="{3F2C2AF0-C7E0-164F-96C5-9BC9142EC4FF}" destId="{20AA3805-036F-A742-B0FD-82A7DC2FB160}" srcOrd="3" destOrd="0" parTransId="{492EA7BB-891A-084F-B396-591CDD0E8C1B}" sibTransId="{8CA125F4-6CC3-E547-8BCA-1FF2F6A33527}"/>
    <dgm:cxn modelId="{D52B69F4-6356-2A4D-B5E2-9C97143C1CF4}" type="presOf" srcId="{C41702BE-66A4-8942-BC79-2240706507F6}" destId="{29D4EB87-C62B-F34B-8D26-2D43E803F231}" srcOrd="0" destOrd="0" presId="urn:microsoft.com/office/officeart/2008/layout/AccentedPicture"/>
    <dgm:cxn modelId="{B87325F5-1E7A-5347-91C9-C0DC623BFDCE}" type="presOf" srcId="{F338BECB-A2B4-AE46-A0AF-62E0154720D0}" destId="{B13DCE07-AA66-AE4B-8E4A-85256B0AF904}" srcOrd="0" destOrd="0" presId="urn:microsoft.com/office/officeart/2008/layout/AccentedPicture"/>
    <dgm:cxn modelId="{D78645F8-27C6-0A4A-8863-D23FEBA714C0}" type="presOf" srcId="{1D9AD27E-B4EE-9546-9E52-94704541D823}" destId="{711895DC-30D6-6747-8914-C738DE7A64CE}" srcOrd="0" destOrd="0" presId="urn:microsoft.com/office/officeart/2008/layout/AccentedPicture"/>
    <dgm:cxn modelId="{9FF6C6FA-5118-B84F-BEB8-707FC369A7EB}" srcId="{3F2C2AF0-C7E0-164F-96C5-9BC9142EC4FF}" destId="{1D9AD27E-B4EE-9546-9E52-94704541D823}" srcOrd="4" destOrd="0" parTransId="{2C36BF68-38A5-E441-A9EA-0DC1512E551F}" sibTransId="{473CA13A-05B8-2C4E-8821-4B5D1487D637}"/>
    <dgm:cxn modelId="{97AA86F2-AC3C-7847-BD67-AC5733400C8B}" type="presParOf" srcId="{59DF6ECB-C777-7347-8614-534EE232FE57}" destId="{B13DCE07-AA66-AE4B-8E4A-85256B0AF904}" srcOrd="0" destOrd="0" presId="urn:microsoft.com/office/officeart/2008/layout/AccentedPicture"/>
    <dgm:cxn modelId="{9B91F48D-6E1E-6D40-AE34-FE34B44010E3}" type="presParOf" srcId="{59DF6ECB-C777-7347-8614-534EE232FE57}" destId="{BAE10996-81E0-FA47-B74A-8891EBB490D2}" srcOrd="1" destOrd="0" presId="urn:microsoft.com/office/officeart/2008/layout/AccentedPicture"/>
    <dgm:cxn modelId="{54777722-252D-6649-BD3E-27D89486C17C}" type="presParOf" srcId="{59DF6ECB-C777-7347-8614-534EE232FE57}" destId="{904EBE6B-4E78-EB4C-B8C3-B17C522E84AD}" srcOrd="2" destOrd="0" presId="urn:microsoft.com/office/officeart/2008/layout/AccentedPicture"/>
    <dgm:cxn modelId="{3D8FE1C6-7A81-DF4D-A5B9-2DD42A6D67A2}" type="presParOf" srcId="{904EBE6B-4E78-EB4C-B8C3-B17C522E84AD}" destId="{88798109-3073-014D-80A7-71DF0F41927F}" srcOrd="0" destOrd="0" presId="urn:microsoft.com/office/officeart/2008/layout/AccentedPicture"/>
    <dgm:cxn modelId="{1CAE5A7F-12ED-9445-A653-54E54A634125}" type="presParOf" srcId="{88798109-3073-014D-80A7-71DF0F41927F}" destId="{4CCFFE69-D3D5-F046-83D7-58DC57E68A57}" srcOrd="0" destOrd="0" presId="urn:microsoft.com/office/officeart/2008/layout/AccentedPicture"/>
    <dgm:cxn modelId="{9974A3BB-1A12-CC4D-B0F3-CB459431F9A6}" type="presParOf" srcId="{88798109-3073-014D-80A7-71DF0F41927F}" destId="{1F1F7EFC-C89E-B846-842B-81117EAEBBC7}" srcOrd="1" destOrd="0" presId="urn:microsoft.com/office/officeart/2008/layout/AccentedPicture"/>
    <dgm:cxn modelId="{373CF03E-D9DD-A244-9E2A-CCB9860209FD}" type="presParOf" srcId="{88798109-3073-014D-80A7-71DF0F41927F}" destId="{92C2B738-491D-BF4D-BCBA-F7C4A4E5A4E5}" srcOrd="2" destOrd="0" presId="urn:microsoft.com/office/officeart/2008/layout/AccentedPicture"/>
    <dgm:cxn modelId="{7588B470-A74F-C740-91F3-156AE4E86DED}" type="presParOf" srcId="{92C2B738-491D-BF4D-BCBA-F7C4A4E5A4E5}" destId="{29D4EB87-C62B-F34B-8D26-2D43E803F231}" srcOrd="0" destOrd="0" presId="urn:microsoft.com/office/officeart/2008/layout/AccentedPicture"/>
    <dgm:cxn modelId="{035285B1-FBB1-A746-9E3E-EEEE3489EFEB}" type="presParOf" srcId="{904EBE6B-4E78-EB4C-B8C3-B17C522E84AD}" destId="{0BCCF0E8-9FA2-D84B-B696-745B372E56EE}" srcOrd="1" destOrd="0" presId="urn:microsoft.com/office/officeart/2008/layout/AccentedPicture"/>
    <dgm:cxn modelId="{562947AF-4DFA-524A-9558-9D69F13C4583}" type="presParOf" srcId="{904EBE6B-4E78-EB4C-B8C3-B17C522E84AD}" destId="{3B939E0E-39A7-214E-AA6E-F7D7DB69ACC5}" srcOrd="2" destOrd="0" presId="urn:microsoft.com/office/officeart/2008/layout/AccentedPicture"/>
    <dgm:cxn modelId="{C624A115-0C1B-1B49-8D23-07C38056AAC1}" type="presParOf" srcId="{3B939E0E-39A7-214E-AA6E-F7D7DB69ACC5}" destId="{90559113-29B9-C34C-A421-160BC2BAC05B}" srcOrd="0" destOrd="0" presId="urn:microsoft.com/office/officeart/2008/layout/AccentedPicture"/>
    <dgm:cxn modelId="{AB72C1E0-62F9-1B42-821A-71774D551735}" type="presParOf" srcId="{3B939E0E-39A7-214E-AA6E-F7D7DB69ACC5}" destId="{D4A03536-9F02-AD4B-AFB5-A09D0DF1CC3A}" srcOrd="1" destOrd="0" presId="urn:microsoft.com/office/officeart/2008/layout/AccentedPicture"/>
    <dgm:cxn modelId="{AA012E18-BB8A-BE4B-B892-1114195E829D}" type="presParOf" srcId="{3B939E0E-39A7-214E-AA6E-F7D7DB69ACC5}" destId="{EA442833-5796-BB49-8B7B-BA85F2504F05}" srcOrd="2" destOrd="0" presId="urn:microsoft.com/office/officeart/2008/layout/AccentedPicture"/>
    <dgm:cxn modelId="{1320B838-F7B8-854D-83C7-76B38D164A33}" type="presParOf" srcId="{EA442833-5796-BB49-8B7B-BA85F2504F05}" destId="{994B36EB-2A67-9949-9000-19AC30CCDC54}" srcOrd="0" destOrd="0" presId="urn:microsoft.com/office/officeart/2008/layout/AccentedPicture"/>
    <dgm:cxn modelId="{BA72B828-0409-1748-B568-A82ABA7DA19D}" type="presParOf" srcId="{904EBE6B-4E78-EB4C-B8C3-B17C522E84AD}" destId="{3C1DF4F1-CD2D-C64A-8D49-ABA64EC5E7D3}" srcOrd="3" destOrd="0" presId="urn:microsoft.com/office/officeart/2008/layout/AccentedPicture"/>
    <dgm:cxn modelId="{1E5718EB-EC8B-6145-8F5C-89F2DF168922}" type="presParOf" srcId="{904EBE6B-4E78-EB4C-B8C3-B17C522E84AD}" destId="{AF45E921-C96F-354C-A34D-4FCED4910A98}" srcOrd="4" destOrd="0" presId="urn:microsoft.com/office/officeart/2008/layout/AccentedPicture"/>
    <dgm:cxn modelId="{4CC4EE9F-7CB9-0E48-9E9F-124D83A00367}" type="presParOf" srcId="{AF45E921-C96F-354C-A34D-4FCED4910A98}" destId="{49AFF36F-DBC7-8E4D-9227-F9DC9659BAFD}" srcOrd="0" destOrd="0" presId="urn:microsoft.com/office/officeart/2008/layout/AccentedPicture"/>
    <dgm:cxn modelId="{5550948F-50CB-584B-A95D-346ADE0F7568}" type="presParOf" srcId="{AF45E921-C96F-354C-A34D-4FCED4910A98}" destId="{EE7A0CCD-F94F-5C44-8DF8-5A954105CFC8}" srcOrd="1" destOrd="0" presId="urn:microsoft.com/office/officeart/2008/layout/AccentedPicture"/>
    <dgm:cxn modelId="{FF8890B8-3A23-3948-AA23-D4AF363174EC}" type="presParOf" srcId="{AF45E921-C96F-354C-A34D-4FCED4910A98}" destId="{72FD1D57-1C32-BC4B-AD9F-BCC6571B9BBD}" srcOrd="2" destOrd="0" presId="urn:microsoft.com/office/officeart/2008/layout/AccentedPicture"/>
    <dgm:cxn modelId="{FE7600D4-8637-3A4D-BC6E-57F23597E5FD}" type="presParOf" srcId="{72FD1D57-1C32-BC4B-AD9F-BCC6571B9BBD}" destId="{8355E97E-20B7-FC46-A583-9BA977AF0FA5}" srcOrd="0" destOrd="0" presId="urn:microsoft.com/office/officeart/2008/layout/AccentedPicture"/>
    <dgm:cxn modelId="{4F531F87-BE57-ED4A-835B-F567B9A72152}" type="presParOf" srcId="{904EBE6B-4E78-EB4C-B8C3-B17C522E84AD}" destId="{00304DDB-65C3-E54F-A0BD-747C9E94A159}" srcOrd="5" destOrd="0" presId="urn:microsoft.com/office/officeart/2008/layout/AccentedPicture"/>
    <dgm:cxn modelId="{9BFA1C3B-9823-A44C-87B9-F3A95C156FF4}" type="presParOf" srcId="{904EBE6B-4E78-EB4C-B8C3-B17C522E84AD}" destId="{007CE87C-86B0-3343-91D4-CD444A5AEDD0}" srcOrd="6" destOrd="0" presId="urn:microsoft.com/office/officeart/2008/layout/AccentedPicture"/>
    <dgm:cxn modelId="{7AE3DD51-5F62-F446-85FE-8731026756AA}" type="presParOf" srcId="{007CE87C-86B0-3343-91D4-CD444A5AEDD0}" destId="{9BC3FF0D-BECD-EC48-B0EE-8B6E967509B3}" srcOrd="0" destOrd="0" presId="urn:microsoft.com/office/officeart/2008/layout/AccentedPicture"/>
    <dgm:cxn modelId="{DDAF9C5E-42E7-0B4E-B8E9-C5D74BF98945}" type="presParOf" srcId="{007CE87C-86B0-3343-91D4-CD444A5AEDD0}" destId="{CA73474F-2003-6544-AEC1-FB52F108E419}" srcOrd="1" destOrd="0" presId="urn:microsoft.com/office/officeart/2008/layout/AccentedPicture"/>
    <dgm:cxn modelId="{C3C17CC4-6D65-5E48-8529-296414F81C24}" type="presParOf" srcId="{007CE87C-86B0-3343-91D4-CD444A5AEDD0}" destId="{257B9A3E-8194-E44F-803B-2E1906FCCF19}" srcOrd="2" destOrd="0" presId="urn:microsoft.com/office/officeart/2008/layout/AccentedPicture"/>
    <dgm:cxn modelId="{663D86CD-77F6-834C-B432-ABC5D85BD394}" type="presParOf" srcId="{257B9A3E-8194-E44F-803B-2E1906FCCF19}" destId="{711895DC-30D6-6747-8914-C738DE7A64CE}" srcOrd="0" destOrd="0" presId="urn:microsoft.com/office/officeart/2008/layout/AccentedPicture"/>
    <dgm:cxn modelId="{B11CAB7D-7731-1B4F-91F7-87DFF87A27ED}" type="presParOf" srcId="{59DF6ECB-C777-7347-8614-534EE232FE57}" destId="{C700C7C1-1189-9648-AE31-41E6C2FFD882}" srcOrd="3" destOrd="0" presId="urn:microsoft.com/office/officeart/2008/layout/AccentedPicture"/>
    <dgm:cxn modelId="{7A38F9B5-5544-324F-8E01-A614E378EC18}" type="presParOf" srcId="{C700C7C1-1189-9648-AE31-41E6C2FFD882}" destId="{82BE695D-55A4-2F4D-BDE0-DC1448CA6A28}" srcOrd="0" destOrd="0" presId="urn:microsoft.com/office/officeart/2008/layout/AccentedPicture"/>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9DA47-BBFF-7548-9134-B98B252361C7}">
      <dsp:nvSpPr>
        <dsp:cNvPr id="0" name=""/>
        <dsp:cNvSpPr/>
      </dsp:nvSpPr>
      <dsp:spPr>
        <a:xfrm>
          <a:off x="438386" y="85983"/>
          <a:ext cx="1332241" cy="1699287"/>
        </a:xfrm>
        <a:prstGeom prst="roundRect">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11AF34A0-AEA5-7B4B-9A40-BB7F5284988E}">
      <dsp:nvSpPr>
        <dsp:cNvPr id="0" name=""/>
        <dsp:cNvSpPr/>
      </dsp:nvSpPr>
      <dsp:spPr>
        <a:xfrm>
          <a:off x="491676" y="697726"/>
          <a:ext cx="1025825" cy="101957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b" anchorCtr="0">
          <a:noAutofit/>
        </a:bodyPr>
        <a:lstStyle/>
        <a:p>
          <a:pPr marL="0" lvl="0" indent="0" algn="l" defTabSz="2489200">
            <a:lnSpc>
              <a:spcPct val="90000"/>
            </a:lnSpc>
            <a:spcBef>
              <a:spcPct val="0"/>
            </a:spcBef>
            <a:spcAft>
              <a:spcPct val="35000"/>
            </a:spcAft>
            <a:buNone/>
          </a:pPr>
          <a:endParaRPr lang="en-US" sz="5600" kern="1200" dirty="0">
            <a:solidFill>
              <a:srgbClr val="575757">
                <a:hueOff val="0"/>
                <a:satOff val="0"/>
                <a:lumOff val="0"/>
                <a:alphaOff val="0"/>
              </a:srgbClr>
            </a:solidFill>
            <a:latin typeface="Franklin Gothic Book"/>
            <a:ea typeface="+mn-ea"/>
            <a:cs typeface="+mn-cs"/>
          </a:endParaRPr>
        </a:p>
      </dsp:txBody>
      <dsp:txXfrm>
        <a:off x="491676" y="697726"/>
        <a:ext cx="1025825" cy="1019572"/>
      </dsp:txXfrm>
    </dsp:sp>
    <dsp:sp modelId="{F4D6B4A5-21D5-9D46-94AB-3BCC8D1AC1AC}">
      <dsp:nvSpPr>
        <dsp:cNvPr id="0" name=""/>
        <dsp:cNvSpPr/>
      </dsp:nvSpPr>
      <dsp:spPr>
        <a:xfrm>
          <a:off x="1564971" y="1019"/>
          <a:ext cx="411313" cy="411313"/>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26661573-9ECA-A740-A349-A0C130ECFEA9}">
      <dsp:nvSpPr>
        <dsp:cNvPr id="0" name=""/>
        <dsp:cNvSpPr/>
      </dsp:nvSpPr>
      <dsp:spPr>
        <a:xfrm>
          <a:off x="1976285" y="1019"/>
          <a:ext cx="2339588" cy="411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Clinical Documentation</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Completeness of clinical notes</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Accuracy of provider’s coding</a:t>
          </a:r>
        </a:p>
      </dsp:txBody>
      <dsp:txXfrm>
        <a:off x="1976285" y="1019"/>
        <a:ext cx="2339588" cy="411313"/>
      </dsp:txXfrm>
    </dsp:sp>
    <dsp:sp modelId="{053606D7-2C07-2C42-8BF8-0D7E8CE055E9}">
      <dsp:nvSpPr>
        <dsp:cNvPr id="0" name=""/>
        <dsp:cNvSpPr/>
      </dsp:nvSpPr>
      <dsp:spPr>
        <a:xfrm>
          <a:off x="1564971" y="486369"/>
          <a:ext cx="411313" cy="411313"/>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27D763C9-A28C-044F-A1D2-4C3DCDFA7FF6}">
      <dsp:nvSpPr>
        <dsp:cNvPr id="0" name=""/>
        <dsp:cNvSpPr/>
      </dsp:nvSpPr>
      <dsp:spPr>
        <a:xfrm>
          <a:off x="1976285" y="486369"/>
          <a:ext cx="2339588" cy="411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Standardization</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Consistent clinical workflows</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Data aligned to standards (ICD-10-CM, LOINC, etc.)</a:t>
          </a:r>
        </a:p>
      </dsp:txBody>
      <dsp:txXfrm>
        <a:off x="1976285" y="486369"/>
        <a:ext cx="2339588" cy="411313"/>
      </dsp:txXfrm>
    </dsp:sp>
    <dsp:sp modelId="{98B566E7-2FE8-964B-9D0B-910E44A27682}">
      <dsp:nvSpPr>
        <dsp:cNvPr id="0" name=""/>
        <dsp:cNvSpPr/>
      </dsp:nvSpPr>
      <dsp:spPr>
        <a:xfrm>
          <a:off x="1564971" y="971719"/>
          <a:ext cx="411313" cy="411313"/>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AC7B03EF-8E35-2A45-BDC4-33E55324D838}">
      <dsp:nvSpPr>
        <dsp:cNvPr id="0" name=""/>
        <dsp:cNvSpPr/>
      </dsp:nvSpPr>
      <dsp:spPr>
        <a:xfrm>
          <a:off x="1976285" y="971719"/>
          <a:ext cx="2339588" cy="411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Patient Identity</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Unique and accurate patient identifiers</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EDIPN vs SSN vs </a:t>
          </a:r>
          <a:r>
            <a:rPr lang="en-US" sz="800" kern="1200" dirty="0" err="1">
              <a:solidFill>
                <a:srgbClr val="575757">
                  <a:hueOff val="0"/>
                  <a:satOff val="0"/>
                  <a:lumOff val="0"/>
                  <a:alphaOff val="0"/>
                </a:srgbClr>
              </a:solidFill>
              <a:latin typeface="Franklin Gothic Book"/>
              <a:ea typeface="+mn-ea"/>
              <a:cs typeface="+mn-cs"/>
            </a:rPr>
            <a:t>CernerID</a:t>
          </a:r>
          <a:r>
            <a:rPr lang="en-US" sz="800" kern="1200" dirty="0">
              <a:solidFill>
                <a:srgbClr val="575757">
                  <a:hueOff val="0"/>
                  <a:satOff val="0"/>
                  <a:lumOff val="0"/>
                  <a:alphaOff val="0"/>
                </a:srgbClr>
              </a:solidFill>
              <a:latin typeface="Franklin Gothic Book"/>
              <a:ea typeface="+mn-ea"/>
              <a:cs typeface="+mn-cs"/>
            </a:rPr>
            <a:t> vs DEERS</a:t>
          </a:r>
        </a:p>
      </dsp:txBody>
      <dsp:txXfrm>
        <a:off x="1976285" y="971719"/>
        <a:ext cx="2339588" cy="411313"/>
      </dsp:txXfrm>
    </dsp:sp>
    <dsp:sp modelId="{07C6FDD2-08B8-E34A-A419-1EF7BBEAEE19}">
      <dsp:nvSpPr>
        <dsp:cNvPr id="0" name=""/>
        <dsp:cNvSpPr/>
      </dsp:nvSpPr>
      <dsp:spPr>
        <a:xfrm>
          <a:off x="1564971" y="1457070"/>
          <a:ext cx="411313" cy="411313"/>
        </a:xfrm>
        <a:prstGeom prst="ellipse">
          <a:avLst/>
        </a:prstGeom>
        <a:solidFill>
          <a:srgbClr val="575757">
            <a:tint val="40000"/>
            <a:hueOff val="0"/>
            <a:satOff val="0"/>
            <a:lumOff val="0"/>
            <a:alphaOff val="0"/>
          </a:srgbClr>
        </a:solidFill>
        <a:ln w="10795" cap="flat" cmpd="sng" algn="ctr">
          <a:solidFill>
            <a:srgbClr val="57575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FC88F12B-E5FE-D746-AC62-926504DF7FC2}">
      <dsp:nvSpPr>
        <dsp:cNvPr id="0" name=""/>
        <dsp:cNvSpPr/>
      </dsp:nvSpPr>
      <dsp:spPr>
        <a:xfrm>
          <a:off x="1976285" y="1457070"/>
          <a:ext cx="2339588" cy="411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Temporal Consistency</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Consistency after policy changes</a:t>
          </a: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Consistency in documentation</a:t>
          </a:r>
        </a:p>
      </dsp:txBody>
      <dsp:txXfrm>
        <a:off x="1976285" y="1457070"/>
        <a:ext cx="2339588" cy="411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DCE07-AA66-AE4B-8E4A-85256B0AF904}">
      <dsp:nvSpPr>
        <dsp:cNvPr id="0" name=""/>
        <dsp:cNvSpPr/>
      </dsp:nvSpPr>
      <dsp:spPr>
        <a:xfrm>
          <a:off x="0" y="82438"/>
          <a:ext cx="1388733" cy="1866234"/>
        </a:xfrm>
        <a:prstGeom prst="roundRect">
          <a:avLst/>
        </a:prstGeom>
        <a:solidFill>
          <a:srgbClr val="B4EEBF"/>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E10996-81E0-FA47-B74A-8891EBB490D2}">
      <dsp:nvSpPr>
        <dsp:cNvPr id="0" name=""/>
        <dsp:cNvSpPr/>
      </dsp:nvSpPr>
      <dsp:spPr>
        <a:xfrm>
          <a:off x="257615" y="727313"/>
          <a:ext cx="1069324" cy="106280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7320" tIns="147320" rIns="147320" bIns="147320" numCol="1" spcCol="1270" anchor="b" anchorCtr="0">
          <a:noAutofit/>
        </a:bodyPr>
        <a:lstStyle/>
        <a:p>
          <a:pPr marL="0" lvl="0" indent="0" algn="l" defTabSz="2578100">
            <a:lnSpc>
              <a:spcPct val="90000"/>
            </a:lnSpc>
            <a:spcBef>
              <a:spcPct val="0"/>
            </a:spcBef>
            <a:spcAft>
              <a:spcPct val="35000"/>
            </a:spcAft>
            <a:buNone/>
          </a:pPr>
          <a:endParaRPr lang="en-US" sz="5800" kern="1200" dirty="0"/>
        </a:p>
      </dsp:txBody>
      <dsp:txXfrm>
        <a:off x="257615" y="727313"/>
        <a:ext cx="1069324" cy="1062806"/>
      </dsp:txXfrm>
    </dsp:sp>
    <dsp:sp modelId="{1F1F7EFC-C89E-B846-842B-81117EAEBBC7}">
      <dsp:nvSpPr>
        <dsp:cNvPr id="0" name=""/>
        <dsp:cNvSpPr/>
      </dsp:nvSpPr>
      <dsp:spPr>
        <a:xfrm>
          <a:off x="1376422" y="1062"/>
          <a:ext cx="428755" cy="428755"/>
        </a:xfrm>
        <a:prstGeom prst="ellipse">
          <a:avLst/>
        </a:prstGeom>
        <a:solidFill>
          <a:schemeClr val="accent6">
            <a:tint val="40000"/>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D4EB87-C62B-F34B-8D26-2D43E803F231}">
      <dsp:nvSpPr>
        <dsp:cNvPr id="0" name=""/>
        <dsp:cNvSpPr/>
      </dsp:nvSpPr>
      <dsp:spPr>
        <a:xfrm>
          <a:off x="1805177" y="1062"/>
          <a:ext cx="2018672" cy="428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t>Revenue Cycle</a:t>
          </a:r>
        </a:p>
        <a:p>
          <a:pPr marL="57150" lvl="1" indent="-57150" algn="l" defTabSz="355600">
            <a:lnSpc>
              <a:spcPct val="90000"/>
            </a:lnSpc>
            <a:spcBef>
              <a:spcPct val="0"/>
            </a:spcBef>
            <a:spcAft>
              <a:spcPct val="15000"/>
            </a:spcAft>
            <a:buChar char="•"/>
          </a:pPr>
          <a:r>
            <a:rPr lang="en-US" sz="800" b="0" i="0" u="none" kern="1200" dirty="0"/>
            <a:t>Billing and claims processes</a:t>
          </a:r>
          <a:endParaRPr lang="en-US" sz="800" kern="1200" dirty="0"/>
        </a:p>
        <a:p>
          <a:pPr marL="57150" lvl="1" indent="-57150" algn="l" defTabSz="355600">
            <a:lnSpc>
              <a:spcPct val="90000"/>
            </a:lnSpc>
            <a:spcBef>
              <a:spcPct val="0"/>
            </a:spcBef>
            <a:spcAft>
              <a:spcPct val="15000"/>
            </a:spcAft>
            <a:buChar char="•"/>
          </a:pPr>
          <a:r>
            <a:rPr lang="en-US" sz="800" kern="1200" dirty="0"/>
            <a:t>Claims audit</a:t>
          </a:r>
        </a:p>
      </dsp:txBody>
      <dsp:txXfrm>
        <a:off x="1805177" y="1062"/>
        <a:ext cx="2018672" cy="428755"/>
      </dsp:txXfrm>
    </dsp:sp>
    <dsp:sp modelId="{D4A03536-9F02-AD4B-AFB5-A09D0DF1CC3A}">
      <dsp:nvSpPr>
        <dsp:cNvPr id="0" name=""/>
        <dsp:cNvSpPr/>
      </dsp:nvSpPr>
      <dsp:spPr>
        <a:xfrm>
          <a:off x="1376422" y="506993"/>
          <a:ext cx="428755" cy="428755"/>
        </a:xfrm>
        <a:prstGeom prst="ellipse">
          <a:avLst/>
        </a:prstGeom>
        <a:solidFill>
          <a:schemeClr val="accent6">
            <a:tint val="40000"/>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4B36EB-2A67-9949-9000-19AC30CCDC54}">
      <dsp:nvSpPr>
        <dsp:cNvPr id="0" name=""/>
        <dsp:cNvSpPr/>
      </dsp:nvSpPr>
      <dsp:spPr>
        <a:xfrm>
          <a:off x="1805177" y="506993"/>
          <a:ext cx="2018672" cy="428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t>Workflows</a:t>
          </a:r>
        </a:p>
        <a:p>
          <a:pPr marL="57150" lvl="1" indent="-57150" algn="l" defTabSz="355600">
            <a:lnSpc>
              <a:spcPct val="90000"/>
            </a:lnSpc>
            <a:spcBef>
              <a:spcPct val="0"/>
            </a:spcBef>
            <a:spcAft>
              <a:spcPct val="15000"/>
            </a:spcAft>
            <a:buChar char="•"/>
          </a:pPr>
          <a:r>
            <a:rPr lang="en-US" sz="800" kern="1200" dirty="0"/>
            <a:t>Standardized clinical workflows</a:t>
          </a:r>
        </a:p>
        <a:p>
          <a:pPr marL="57150" lvl="1" indent="-57150" algn="l" defTabSz="355600">
            <a:lnSpc>
              <a:spcPct val="90000"/>
            </a:lnSpc>
            <a:spcBef>
              <a:spcPct val="0"/>
            </a:spcBef>
            <a:spcAft>
              <a:spcPct val="15000"/>
            </a:spcAft>
            <a:buChar char="•"/>
          </a:pPr>
          <a:r>
            <a:rPr lang="en-US" sz="800" kern="1200" dirty="0"/>
            <a:t>Consistent scheduling, admission, discharge</a:t>
          </a:r>
        </a:p>
      </dsp:txBody>
      <dsp:txXfrm>
        <a:off x="1805177" y="506993"/>
        <a:ext cx="2018672" cy="428755"/>
      </dsp:txXfrm>
    </dsp:sp>
    <dsp:sp modelId="{EE7A0CCD-F94F-5C44-8DF8-5A954105CFC8}">
      <dsp:nvSpPr>
        <dsp:cNvPr id="0" name=""/>
        <dsp:cNvSpPr/>
      </dsp:nvSpPr>
      <dsp:spPr>
        <a:xfrm>
          <a:off x="1376422" y="1012924"/>
          <a:ext cx="428755" cy="428755"/>
        </a:xfrm>
        <a:prstGeom prst="ellipse">
          <a:avLst/>
        </a:prstGeom>
        <a:solidFill>
          <a:schemeClr val="accent6">
            <a:tint val="40000"/>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55E97E-20B7-FC46-A583-9BA977AF0FA5}">
      <dsp:nvSpPr>
        <dsp:cNvPr id="0" name=""/>
        <dsp:cNvSpPr/>
      </dsp:nvSpPr>
      <dsp:spPr>
        <a:xfrm>
          <a:off x="1805177" y="1012924"/>
          <a:ext cx="2018672" cy="428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t>Code Mapping</a:t>
          </a:r>
        </a:p>
        <a:p>
          <a:pPr marL="57150" lvl="1" indent="-57150" algn="l" defTabSz="355600">
            <a:lnSpc>
              <a:spcPct val="90000"/>
            </a:lnSpc>
            <a:spcBef>
              <a:spcPct val="0"/>
            </a:spcBef>
            <a:spcAft>
              <a:spcPct val="15000"/>
            </a:spcAft>
            <a:buChar char="•"/>
          </a:pPr>
          <a:r>
            <a:rPr lang="en-US" sz="800" kern="1200" dirty="0"/>
            <a:t>Diagnosis to billing or surveillance codes</a:t>
          </a:r>
        </a:p>
        <a:p>
          <a:pPr marL="57150" lvl="1" indent="-57150" algn="l" defTabSz="355600">
            <a:lnSpc>
              <a:spcPct val="90000"/>
            </a:lnSpc>
            <a:spcBef>
              <a:spcPct val="0"/>
            </a:spcBef>
            <a:spcAft>
              <a:spcPct val="15000"/>
            </a:spcAft>
            <a:buChar char="•"/>
          </a:pPr>
          <a:r>
            <a:rPr lang="en-US" sz="800" kern="1200" dirty="0"/>
            <a:t>Codes alignment to patient care</a:t>
          </a:r>
        </a:p>
      </dsp:txBody>
      <dsp:txXfrm>
        <a:off x="1805177" y="1012924"/>
        <a:ext cx="2018672" cy="428755"/>
      </dsp:txXfrm>
    </dsp:sp>
    <dsp:sp modelId="{CA73474F-2003-6544-AEC1-FB52F108E419}">
      <dsp:nvSpPr>
        <dsp:cNvPr id="0" name=""/>
        <dsp:cNvSpPr/>
      </dsp:nvSpPr>
      <dsp:spPr>
        <a:xfrm>
          <a:off x="1376422" y="1518855"/>
          <a:ext cx="428755" cy="428755"/>
        </a:xfrm>
        <a:prstGeom prst="ellipse">
          <a:avLst/>
        </a:prstGeom>
        <a:solidFill>
          <a:schemeClr val="accent6">
            <a:tint val="40000"/>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1895DC-30D6-6747-8914-C738DE7A64CE}">
      <dsp:nvSpPr>
        <dsp:cNvPr id="0" name=""/>
        <dsp:cNvSpPr/>
      </dsp:nvSpPr>
      <dsp:spPr>
        <a:xfrm>
          <a:off x="1805177" y="1518855"/>
          <a:ext cx="2018672" cy="428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t>Governance</a:t>
          </a:r>
        </a:p>
        <a:p>
          <a:pPr marL="57150" lvl="1" indent="-57150" algn="l" defTabSz="355600">
            <a:lnSpc>
              <a:spcPct val="90000"/>
            </a:lnSpc>
            <a:spcBef>
              <a:spcPct val="0"/>
            </a:spcBef>
            <a:spcAft>
              <a:spcPct val="15000"/>
            </a:spcAft>
            <a:buChar char="•"/>
          </a:pPr>
          <a:r>
            <a:rPr lang="en-US" sz="800" kern="1200" dirty="0"/>
            <a:t>Define standards</a:t>
          </a:r>
        </a:p>
        <a:p>
          <a:pPr marL="57150" lvl="1" indent="-57150" algn="l" defTabSz="355600">
            <a:lnSpc>
              <a:spcPct val="90000"/>
            </a:lnSpc>
            <a:spcBef>
              <a:spcPct val="0"/>
            </a:spcBef>
            <a:spcAft>
              <a:spcPct val="15000"/>
            </a:spcAft>
            <a:buChar char="•"/>
          </a:pPr>
          <a:r>
            <a:rPr lang="en-US" sz="800" kern="1200" dirty="0"/>
            <a:t>Set policies</a:t>
          </a:r>
        </a:p>
      </dsp:txBody>
      <dsp:txXfrm>
        <a:off x="1805177" y="1518855"/>
        <a:ext cx="2018672" cy="428755"/>
      </dsp:txXfrm>
    </dsp:sp>
  </dsp:spTree>
</dsp:drawing>
</file>

<file path=ppt/diagrams/layout1.xml><?xml version="1.0" encoding="utf-8"?>
<dgm:layoutDef xmlns:dgm="http://schemas.openxmlformats.org/drawingml/2006/diagram" xmlns:a="http://schemas.openxmlformats.org/drawingml/2006/main" uniqueId="urn:microsoft.com/office/officeart/2008/layout/AccentedPicture">
  <dgm:title val=""/>
  <dgm:desc val=""/>
  <dgm:catLst>
    <dgm:cat type="picture" pri="1000"/>
    <dgm:cat type="pictureconvert" pri="1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composite"/>
    <dgm:shape xmlns:r="http://schemas.openxmlformats.org/officeDocument/2006/relationships" r:blip="">
      <dgm:adjLst/>
    </dgm:shape>
    <dgm:choose name="Name1">
      <dgm:if name="Name2" axis="ch" ptType="node" func="cnt" op="lte" val="1">
        <dgm:constrLst>
          <dgm:constr type="h" for="ch" forName="picture_1" refType="h"/>
          <dgm:constr type="w" for="ch" forName="picture_1" refType="h" refFor="ch" refForName="picture_1" op="equ" fact="0.784"/>
          <dgm:constr type="l" for="ch" forName="picture_1"/>
          <dgm:constr type="t" for="ch" forName="picture_1"/>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
        </dgm:constrLst>
      </dgm:if>
      <dgm:if name="Name3" axis="ch" ptType="node" func="cnt" op="lte" val="5">
        <dgm:choose name="Name4">
          <dgm:if name="Name5"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6">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if>
      <dgm:else name="Name7">
        <dgm:choose name="Name8">
          <dgm:if name="Name9"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10">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else>
    </dgm:choose>
    <dgm:forEach name="Name11" axis="ch" ptType="sibTrans" hideLastTrans="0" cnt="1">
      <dgm:layoutNode name="picture_1" styleLbl="bgImgPlace1">
        <dgm:alg type="sp"/>
        <dgm:shape xmlns:r="http://schemas.openxmlformats.org/officeDocument/2006/relationships" type="roundRect" r:blip="" blipPhldr="1">
          <dgm:adjLst/>
        </dgm:shape>
        <dgm:presOf axis="self"/>
      </dgm:layoutNode>
    </dgm:forEach>
    <dgm:forEach name="Name12" axis="ch" ptType="node" cnt="1">
      <dgm:layoutNode name="text_1" styleLbl="node1">
        <dgm:varLst>
          <dgm:bulletEnabled val="1"/>
        </dgm:varLst>
        <dgm:choose name="Name13">
          <dgm:if name="Name14" func="var" arg="dir" op="equ" val="norm">
            <dgm:alg type="tx">
              <dgm:param type="txAnchorVert" val="b"/>
              <dgm:param type="parTxLTRAlign" val="l"/>
              <dgm:param type="shpTxLTRAlignCh" val="l"/>
              <dgm:param type="parTxRTLAlign" val="l"/>
              <dgm:param type="shpTxRTLAlignCh" val="l"/>
            </dgm:alg>
          </dgm:if>
          <dgm:else name="Name15">
            <dgm:alg type="tx">
              <dgm:param type="txAnchorVert" val="b"/>
              <dgm:param type="parTxLTRAlign" val="r"/>
              <dgm:param type="shpTxLTRAlignCh" val="r"/>
              <dgm:param type="parTxRTLAlign" val="r"/>
              <dgm:param type="shpTxRTLAlignCh" val="r"/>
            </dgm:alg>
          </dgm:else>
        </dgm:choose>
        <dgm:shape xmlns:r="http://schemas.openxmlformats.org/officeDocument/2006/relationships" type="rect" r:blip="" hideGeom="1">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choose name="Name16">
      <dgm:if name="Name17" axis="ch" ptType="node" func="cnt" op="gte" val="2">
        <dgm:layoutNode name="linV">
          <dgm:choose name="Name18">
            <dgm:if name="Name19" func="var" arg="dir" op="equ" val="norm">
              <dgm:alg type="lin">
                <dgm:param type="linDir" val="fromT"/>
                <dgm:param type="vertAlign" val="t"/>
                <dgm:param type="fallback" val="1D"/>
                <dgm:param type="horzAlign" val="l"/>
                <dgm:param type="nodeHorzAlign" val="l"/>
              </dgm:alg>
            </dgm:if>
            <dgm:else name="Name20">
              <dgm:alg type="lin">
                <dgm:param type="linDir" val="fromT"/>
                <dgm:param type="vertAlign" val="t"/>
                <dgm:param type="fallback" val="1D"/>
                <dgm:param type="horzAlign" val="r"/>
                <dgm:param type="nodeHorzAlign" val="r"/>
              </dgm:alg>
            </dgm:else>
          </dgm:choose>
          <dgm:shape xmlns:r="http://schemas.openxmlformats.org/officeDocument/2006/relationships" r:blip="">
            <dgm:adjLst/>
          </dgm:shape>
          <dgm:constrLst>
            <dgm:constr type="w" for="ch" forName="spaceV" val="1"/>
            <dgm:constr type="w" for="ch" forName="pair" refType="w" op="equ"/>
            <dgm:constr type="w" for="des" forName="desText" op="equ"/>
            <dgm:constr type="primFontSz" for="des" forName="desText" op="equ" val="65"/>
          </dgm:constrLst>
          <dgm:forEach name="Name21" axis="ch" ptType="node" st="2">
            <dgm:layoutNode name="pair">
              <dgm:alg type="composite"/>
              <dgm:shape xmlns:r="http://schemas.openxmlformats.org/officeDocument/2006/relationships" r:blip="">
                <dgm:adjLst/>
              </dgm:shape>
              <dgm:choose name="Name22">
                <dgm:if name="Name23" func="var" arg="dir" op="equ" val="norm">
                  <dgm:constrLst>
                    <dgm:constr type="userC"/>
                    <dgm:constr type="l" for="ch" forName="spaceH"/>
                    <dgm:constr type="r"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l" for="ch" forName="desTextWrapper" refType="r" refFor="ch" refForName="desPictures"/>
                    <dgm:constr type="ctrY" for="ch" forName="desTextWrapper" refType="w" fact="0.5"/>
                    <dgm:constr type="h" for="ch" forName="desTextWrapper" refType="h"/>
                    <dgm:constr type="h" for="des" forName="desText" refType="h"/>
                  </dgm:constrLst>
                </dgm:if>
                <dgm:else name="Name24">
                  <dgm:constrLst>
                    <dgm:constr type="userC"/>
                    <dgm:constr type="r" for="ch" forName="spaceH" refType="w"/>
                    <dgm:constr type="l"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r" for="ch" forName="desTextWrapper" refType="l" refFor="ch" refForName="desPictures"/>
                    <dgm:constr type="ctrY" for="ch" forName="desTextWrapper" refType="w" fact="0.5"/>
                    <dgm:constr type="h" for="ch" forName="desTextWrapper" refType="h"/>
                    <dgm:constr type="h" for="des" forName="desText" refType="h"/>
                  </dgm:constrLst>
                </dgm:else>
              </dgm:choose>
              <dgm:layoutNode name="spaceH">
                <dgm:alg type="sp"/>
                <dgm:shape xmlns:r="http://schemas.openxmlformats.org/officeDocument/2006/relationships" type="rect" r:blip="" hideGeom="1">
                  <dgm:adjLst/>
                </dgm:shape>
                <dgm:presOf/>
              </dgm:layoutNode>
              <dgm:layoutNode name="desPictures" styleLbl="alignImgPlace1">
                <dgm:alg type="sp"/>
                <dgm:shape xmlns:r="http://schemas.openxmlformats.org/officeDocument/2006/relationships" type="ellipse" r:blip="" blipPhldr="1">
                  <dgm:adjLst/>
                </dgm:shape>
                <dgm:presOf/>
              </dgm:layoutNode>
              <dgm:layoutNode name="desTextWrapper">
                <dgm:choose name="Name25">
                  <dgm:if name="Name26" func="var" arg="dir" op="equ" val="norm">
                    <dgm:alg type="lin">
                      <dgm:param type="horzAlign" val="l"/>
                    </dgm:alg>
                  </dgm:if>
                  <dgm:else name="Name27">
                    <dgm:alg type="lin">
                      <dgm:param type="horzAlign" val="r"/>
                    </dgm:alg>
                  </dgm:else>
                </dgm:choose>
                <dgm:layoutNode name="desText" styleLbl="revTx">
                  <dgm:varLst>
                    <dgm:bulletEnabled val="1"/>
                  </dgm:varLst>
                  <dgm:choose name="Name28">
                    <dgm:if name="Name29" func="var" arg="dir" op="equ" val="norm">
                      <dgm:alg type="tx">
                        <dgm:param type="parTxLTRAlign" val="l"/>
                        <dgm:param type="shpTxLTRAlignCh" val="l"/>
                        <dgm:param type="parTxRTLAlign" val="r"/>
                        <dgm:param type="shpTxRTLAlignCh" val="r"/>
                      </dgm:alg>
                    </dgm:if>
                    <dgm:else name="Name30">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2"/>
                    <dgm:constr type="rMarg" refType="primFontSz" fact="0.2"/>
                    <dgm:constr type="tMarg" refType="primFontSz" fact="0.1"/>
                    <dgm:constr type="bMarg" refType="primFontSz" fact="0.1"/>
                  </dgm:constrLst>
                  <dgm:ruleLst>
                    <dgm:rule type="w" val="NaN" fact="1" max="NaN"/>
                    <dgm:rule type="primFontSz" val="5" fact="NaN" max="NaN"/>
                  </dgm:ruleLst>
                </dgm:layoutNode>
              </dgm:layoutNode>
            </dgm:layoutNode>
            <dgm:forEach name="Name31" axis="followSib" ptType="sibTrans" cnt="1">
              <dgm:layoutNode name="spaceV">
                <dgm:alg type="sp"/>
                <dgm:shape xmlns:r="http://schemas.openxmlformats.org/officeDocument/2006/relationships" r:blip="">
                  <dgm:adjLst/>
                </dgm:shape>
                <dgm:presOf/>
              </dgm:layoutNode>
            </dgm:forEach>
          </dgm:forEach>
        </dgm:layoutNode>
      </dgm:if>
      <dgm:else name="Name32"/>
    </dgm:choose>
    <dgm:layoutNode name="maxNode">
      <dgm:alg type="lin"/>
      <dgm:shape xmlns:r="http://schemas.openxmlformats.org/officeDocument/2006/relationships" r:blip="">
        <dgm:adjLst/>
      </dgm:shape>
      <dgm:presOf/>
      <dgm:constrLst>
        <dgm:constr type="w" for="ch"/>
        <dgm:constr type="h" for="ch"/>
      </dgm:constrLst>
      <dgm:layoutNode name="Name33">
        <dgm:alg type="sp"/>
        <dgm:shape xmlns:r="http://schemas.openxmlformats.org/officeDocument/2006/relationships" r:blip="">
          <dgm:adjLst/>
        </dgm:shape>
        <dgm:presOf/>
      </dgm:layoutNode>
    </dgm:layoutNode>
  </dgm:layoutNode>
</dgm:layoutDef>
</file>

<file path=ppt/diagrams/layout2.xml><?xml version="1.0" encoding="utf-8"?>
<dgm:layoutDef xmlns:dgm="http://schemas.openxmlformats.org/drawingml/2006/diagram" xmlns:a="http://schemas.openxmlformats.org/drawingml/2006/main" uniqueId="urn:microsoft.com/office/officeart/2008/layout/AccentedPicture">
  <dgm:title val=""/>
  <dgm:desc val=""/>
  <dgm:catLst>
    <dgm:cat type="picture" pri="1000"/>
    <dgm:cat type="pictureconvert" pri="1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composite"/>
    <dgm:shape xmlns:r="http://schemas.openxmlformats.org/officeDocument/2006/relationships" r:blip="">
      <dgm:adjLst/>
    </dgm:shape>
    <dgm:choose name="Name1">
      <dgm:if name="Name2" axis="ch" ptType="node" func="cnt" op="lte" val="1">
        <dgm:constrLst>
          <dgm:constr type="h" for="ch" forName="picture_1" refType="h"/>
          <dgm:constr type="w" for="ch" forName="picture_1" refType="h" refFor="ch" refForName="picture_1" op="equ" fact="0.784"/>
          <dgm:constr type="l" for="ch" forName="picture_1"/>
          <dgm:constr type="t" for="ch" forName="picture_1"/>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
        </dgm:constrLst>
      </dgm:if>
      <dgm:if name="Name3" axis="ch" ptType="node" func="cnt" op="lte" val="5">
        <dgm:choose name="Name4">
          <dgm:if name="Name5"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6">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if>
      <dgm:else name="Name7">
        <dgm:choose name="Name8">
          <dgm:if name="Name9"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10">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else>
    </dgm:choose>
    <dgm:forEach name="Name11" axis="ch" ptType="sibTrans" hideLastTrans="0" cnt="1">
      <dgm:layoutNode name="picture_1" styleLbl="bgImgPlace1">
        <dgm:alg type="sp"/>
        <dgm:shape xmlns:r="http://schemas.openxmlformats.org/officeDocument/2006/relationships" type="roundRect" r:blip="" blipPhldr="1">
          <dgm:adjLst/>
        </dgm:shape>
        <dgm:presOf axis="self"/>
      </dgm:layoutNode>
    </dgm:forEach>
    <dgm:forEach name="Name12" axis="ch" ptType="node" cnt="1">
      <dgm:layoutNode name="text_1" styleLbl="node1">
        <dgm:varLst>
          <dgm:bulletEnabled val="1"/>
        </dgm:varLst>
        <dgm:choose name="Name13">
          <dgm:if name="Name14" func="var" arg="dir" op="equ" val="norm">
            <dgm:alg type="tx">
              <dgm:param type="txAnchorVert" val="b"/>
              <dgm:param type="parTxLTRAlign" val="l"/>
              <dgm:param type="shpTxLTRAlignCh" val="l"/>
              <dgm:param type="parTxRTLAlign" val="l"/>
              <dgm:param type="shpTxRTLAlignCh" val="l"/>
            </dgm:alg>
          </dgm:if>
          <dgm:else name="Name15">
            <dgm:alg type="tx">
              <dgm:param type="txAnchorVert" val="b"/>
              <dgm:param type="parTxLTRAlign" val="r"/>
              <dgm:param type="shpTxLTRAlignCh" val="r"/>
              <dgm:param type="parTxRTLAlign" val="r"/>
              <dgm:param type="shpTxRTLAlignCh" val="r"/>
            </dgm:alg>
          </dgm:else>
        </dgm:choose>
        <dgm:shape xmlns:r="http://schemas.openxmlformats.org/officeDocument/2006/relationships" type="rect" r:blip="" hideGeom="1">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choose name="Name16">
      <dgm:if name="Name17" axis="ch" ptType="node" func="cnt" op="gte" val="2">
        <dgm:layoutNode name="linV">
          <dgm:choose name="Name18">
            <dgm:if name="Name19" func="var" arg="dir" op="equ" val="norm">
              <dgm:alg type="lin">
                <dgm:param type="linDir" val="fromT"/>
                <dgm:param type="vertAlign" val="t"/>
                <dgm:param type="fallback" val="1D"/>
                <dgm:param type="horzAlign" val="l"/>
                <dgm:param type="nodeHorzAlign" val="l"/>
              </dgm:alg>
            </dgm:if>
            <dgm:else name="Name20">
              <dgm:alg type="lin">
                <dgm:param type="linDir" val="fromT"/>
                <dgm:param type="vertAlign" val="t"/>
                <dgm:param type="fallback" val="1D"/>
                <dgm:param type="horzAlign" val="r"/>
                <dgm:param type="nodeHorzAlign" val="r"/>
              </dgm:alg>
            </dgm:else>
          </dgm:choose>
          <dgm:shape xmlns:r="http://schemas.openxmlformats.org/officeDocument/2006/relationships" r:blip="">
            <dgm:adjLst/>
          </dgm:shape>
          <dgm:constrLst>
            <dgm:constr type="w" for="ch" forName="spaceV" val="1"/>
            <dgm:constr type="w" for="ch" forName="pair" refType="w" op="equ"/>
            <dgm:constr type="w" for="des" forName="desText" op="equ"/>
            <dgm:constr type="primFontSz" for="des" forName="desText" op="equ" val="65"/>
          </dgm:constrLst>
          <dgm:forEach name="Name21" axis="ch" ptType="node" st="2">
            <dgm:layoutNode name="pair">
              <dgm:alg type="composite"/>
              <dgm:shape xmlns:r="http://schemas.openxmlformats.org/officeDocument/2006/relationships" r:blip="">
                <dgm:adjLst/>
              </dgm:shape>
              <dgm:choose name="Name22">
                <dgm:if name="Name23" func="var" arg="dir" op="equ" val="norm">
                  <dgm:constrLst>
                    <dgm:constr type="userC"/>
                    <dgm:constr type="l" for="ch" forName="spaceH"/>
                    <dgm:constr type="r"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l" for="ch" forName="desTextWrapper" refType="r" refFor="ch" refForName="desPictures"/>
                    <dgm:constr type="ctrY" for="ch" forName="desTextWrapper" refType="w" fact="0.5"/>
                    <dgm:constr type="h" for="ch" forName="desTextWrapper" refType="h"/>
                    <dgm:constr type="h" for="des" forName="desText" refType="h"/>
                  </dgm:constrLst>
                </dgm:if>
                <dgm:else name="Name24">
                  <dgm:constrLst>
                    <dgm:constr type="userC"/>
                    <dgm:constr type="r" for="ch" forName="spaceH" refType="w"/>
                    <dgm:constr type="l"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r" for="ch" forName="desTextWrapper" refType="l" refFor="ch" refForName="desPictures"/>
                    <dgm:constr type="ctrY" for="ch" forName="desTextWrapper" refType="w" fact="0.5"/>
                    <dgm:constr type="h" for="ch" forName="desTextWrapper" refType="h"/>
                    <dgm:constr type="h" for="des" forName="desText" refType="h"/>
                  </dgm:constrLst>
                </dgm:else>
              </dgm:choose>
              <dgm:layoutNode name="spaceH">
                <dgm:alg type="sp"/>
                <dgm:shape xmlns:r="http://schemas.openxmlformats.org/officeDocument/2006/relationships" type="rect" r:blip="" hideGeom="1">
                  <dgm:adjLst/>
                </dgm:shape>
                <dgm:presOf/>
              </dgm:layoutNode>
              <dgm:layoutNode name="desPictures" styleLbl="alignImgPlace1">
                <dgm:alg type="sp"/>
                <dgm:shape xmlns:r="http://schemas.openxmlformats.org/officeDocument/2006/relationships" type="ellipse" r:blip="" blipPhldr="1">
                  <dgm:adjLst/>
                </dgm:shape>
                <dgm:presOf/>
              </dgm:layoutNode>
              <dgm:layoutNode name="desTextWrapper">
                <dgm:choose name="Name25">
                  <dgm:if name="Name26" func="var" arg="dir" op="equ" val="norm">
                    <dgm:alg type="lin">
                      <dgm:param type="horzAlign" val="l"/>
                    </dgm:alg>
                  </dgm:if>
                  <dgm:else name="Name27">
                    <dgm:alg type="lin">
                      <dgm:param type="horzAlign" val="r"/>
                    </dgm:alg>
                  </dgm:else>
                </dgm:choose>
                <dgm:layoutNode name="desText" styleLbl="revTx">
                  <dgm:varLst>
                    <dgm:bulletEnabled val="1"/>
                  </dgm:varLst>
                  <dgm:choose name="Name28">
                    <dgm:if name="Name29" func="var" arg="dir" op="equ" val="norm">
                      <dgm:alg type="tx">
                        <dgm:param type="parTxLTRAlign" val="l"/>
                        <dgm:param type="shpTxLTRAlignCh" val="l"/>
                        <dgm:param type="parTxRTLAlign" val="r"/>
                        <dgm:param type="shpTxRTLAlignCh" val="r"/>
                      </dgm:alg>
                    </dgm:if>
                    <dgm:else name="Name30">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2"/>
                    <dgm:constr type="rMarg" refType="primFontSz" fact="0.2"/>
                    <dgm:constr type="tMarg" refType="primFontSz" fact="0.1"/>
                    <dgm:constr type="bMarg" refType="primFontSz" fact="0.1"/>
                  </dgm:constrLst>
                  <dgm:ruleLst>
                    <dgm:rule type="w" val="NaN" fact="1" max="NaN"/>
                    <dgm:rule type="primFontSz" val="5" fact="NaN" max="NaN"/>
                  </dgm:ruleLst>
                </dgm:layoutNode>
              </dgm:layoutNode>
            </dgm:layoutNode>
            <dgm:forEach name="Name31" axis="followSib" ptType="sibTrans" cnt="1">
              <dgm:layoutNode name="spaceV">
                <dgm:alg type="sp"/>
                <dgm:shape xmlns:r="http://schemas.openxmlformats.org/officeDocument/2006/relationships" r:blip="">
                  <dgm:adjLst/>
                </dgm:shape>
                <dgm:presOf/>
              </dgm:layoutNode>
            </dgm:forEach>
          </dgm:forEach>
        </dgm:layoutNode>
      </dgm:if>
      <dgm:else name="Name32"/>
    </dgm:choose>
    <dgm:layoutNode name="maxNode">
      <dgm:alg type="lin"/>
      <dgm:shape xmlns:r="http://schemas.openxmlformats.org/officeDocument/2006/relationships" r:blip="">
        <dgm:adjLst/>
      </dgm:shape>
      <dgm:presOf/>
      <dgm:constrLst>
        <dgm:constr type="w" for="ch"/>
        <dgm:constr type="h" for="ch"/>
      </dgm:constrLst>
      <dgm:layoutNode name="Name33">
        <dgm:alg type="sp"/>
        <dgm:shape xmlns:r="http://schemas.openxmlformats.org/officeDocument/2006/relationships" r:blip="">
          <dgm:adjLst/>
        </dgm:shape>
        <dgm:presOf/>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48F064-D10D-4A29-A4C7-5B7A7FDB8DE6}" type="datetimeFigureOut">
              <a:rPr lang="en-US" smtClean="0"/>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16A5AD-12F1-4A66-A61B-4AF44E54052C}" type="slidenum">
              <a:rPr lang="en-US" smtClean="0"/>
              <a:t>‹#›</a:t>
            </a:fld>
            <a:endParaRPr lang="en-US"/>
          </a:p>
        </p:txBody>
      </p:sp>
    </p:spTree>
    <p:extLst>
      <p:ext uri="{BB962C8B-B14F-4D97-AF65-F5344CB8AC3E}">
        <p14:creationId xmlns:p14="http://schemas.microsoft.com/office/powerpoint/2010/main" val="1089369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10</a:t>
            </a:fld>
            <a:endParaRPr lang="en-US"/>
          </a:p>
        </p:txBody>
      </p:sp>
    </p:spTree>
    <p:extLst>
      <p:ext uri="{BB962C8B-B14F-4D97-AF65-F5344CB8AC3E}">
        <p14:creationId xmlns:p14="http://schemas.microsoft.com/office/powerpoint/2010/main" val="823255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82:notes"/>
          <p:cNvSpPr>
            <a:spLocks noGrp="1" noRot="1" noChangeAspect="1"/>
          </p:cNvSpPr>
          <p:nvPr>
            <p:ph type="sldImg" idx="2"/>
          </p:nvPr>
        </p:nvSpPr>
        <p:spPr>
          <a:xfrm>
            <a:off x="719138" y="1163638"/>
            <a:ext cx="5584825" cy="3141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p82:notes"/>
          <p:cNvSpPr txBox="1">
            <a:spLocks noGrp="1"/>
          </p:cNvSpPr>
          <p:nvPr>
            <p:ph type="body" idx="1"/>
          </p:nvPr>
        </p:nvSpPr>
        <p:spPr>
          <a:xfrm>
            <a:off x="702310" y="4480004"/>
            <a:ext cx="5618480" cy="3665458"/>
          </a:xfrm>
          <a:prstGeom prst="rect">
            <a:avLst/>
          </a:prstGeom>
          <a:noFill/>
          <a:ln>
            <a:noFill/>
          </a:ln>
        </p:spPr>
        <p:txBody>
          <a:bodyPr spcFirstLastPara="1" wrap="square" lIns="93308" tIns="46641" rIns="93308" bIns="46641" anchor="t" anchorCtr="0">
            <a:noAutofit/>
          </a:bodyPr>
          <a:lstStyle/>
          <a:p>
            <a:pPr marL="466618" indent="-233309"/>
            <a:r>
              <a:rPr lang="en-US" dirty="0"/>
              <a:t>-EIDS stood MIP up in 2018 – Intent &amp; purpose 1) to consolidate disparate data capabilities under 1 PMO and into 1 platform  2) J6 data/system consolidation and financial recoupment 3) Data integration point for clinical, business and administrative data to include medical personnel (MILPER/CIVPER) data </a:t>
            </a:r>
          </a:p>
          <a:p>
            <a:pPr marL="466618" indent="-233309"/>
            <a:r>
              <a:rPr lang="en-US" dirty="0"/>
              <a:t>-Without MIP – no integration of direct, purchased care data (60% of care provided via Tricare Managed Care Support contractors) and legacy health data nor integration with Readiness systems or other federal agencies (VA, </a:t>
            </a:r>
            <a:r>
              <a:rPr lang="en-US" dirty="0" err="1"/>
              <a:t>etc</a:t>
            </a:r>
            <a:r>
              <a:rPr lang="en-US" dirty="0"/>
              <a:t>)</a:t>
            </a:r>
          </a:p>
          <a:p>
            <a:pPr marL="466618" indent="-233309"/>
            <a:r>
              <a:rPr lang="en-US" dirty="0"/>
              <a:t>-MIP also hosts Data Exchange Service (DES) and is the query backbone of JLV and VA partnerships for data</a:t>
            </a:r>
          </a:p>
          <a:p>
            <a:pPr marL="466618" indent="-233309"/>
            <a:endParaRPr lang="en-US" dirty="0"/>
          </a:p>
          <a:p>
            <a:pPr marL="466618" indent="-233309"/>
            <a:endParaRPr lang="en-US" dirty="0"/>
          </a:p>
          <a:p>
            <a:pPr marL="466618" indent="-233309"/>
            <a:endParaRPr dirty="0"/>
          </a:p>
        </p:txBody>
      </p:sp>
      <p:sp>
        <p:nvSpPr>
          <p:cNvPr id="749" name="Google Shape;749;p82:notes"/>
          <p:cNvSpPr txBox="1">
            <a:spLocks noGrp="1"/>
          </p:cNvSpPr>
          <p:nvPr>
            <p:ph type="sldNum" idx="12"/>
          </p:nvPr>
        </p:nvSpPr>
        <p:spPr>
          <a:xfrm>
            <a:off x="3978132" y="8842030"/>
            <a:ext cx="3043343" cy="467071"/>
          </a:xfrm>
          <a:prstGeom prst="rect">
            <a:avLst/>
          </a:prstGeom>
          <a:noFill/>
          <a:ln>
            <a:noFill/>
          </a:ln>
        </p:spPr>
        <p:txBody>
          <a:bodyPr spcFirstLastPara="1" wrap="square" lIns="93308" tIns="46641" rIns="93308" bIns="46641"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400" b="0" i="0" u="none" strike="noStrike" kern="1200" cap="none" spc="0" normalizeH="0" baseline="0" noProof="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11</a:t>
            </a:fld>
            <a:endParaRPr kumimoji="0" sz="1400" b="0" i="0" u="none" strike="noStrike" kern="1200" cap="none" spc="0" normalizeH="0" baseline="0" noProof="0" dirty="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3535286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15</a:t>
            </a:fld>
            <a:endParaRPr lang="en-US"/>
          </a:p>
        </p:txBody>
      </p:sp>
    </p:spTree>
    <p:extLst>
      <p:ext uri="{BB962C8B-B14F-4D97-AF65-F5344CB8AC3E}">
        <p14:creationId xmlns:p14="http://schemas.microsoft.com/office/powerpoint/2010/main" val="3290715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19</a:t>
            </a:fld>
            <a:endParaRPr lang="en-US"/>
          </a:p>
        </p:txBody>
      </p:sp>
    </p:spTree>
    <p:extLst>
      <p:ext uri="{BB962C8B-B14F-4D97-AF65-F5344CB8AC3E}">
        <p14:creationId xmlns:p14="http://schemas.microsoft.com/office/powerpoint/2010/main" val="2214788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21</a:t>
            </a:fld>
            <a:endParaRPr lang="en-US"/>
          </a:p>
        </p:txBody>
      </p:sp>
    </p:spTree>
    <p:extLst>
      <p:ext uri="{BB962C8B-B14F-4D97-AF65-F5344CB8AC3E}">
        <p14:creationId xmlns:p14="http://schemas.microsoft.com/office/powerpoint/2010/main" val="288164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24</a:t>
            </a:fld>
            <a:endParaRPr lang="en-US"/>
          </a:p>
        </p:txBody>
      </p:sp>
    </p:spTree>
    <p:extLst>
      <p:ext uri="{BB962C8B-B14F-4D97-AF65-F5344CB8AC3E}">
        <p14:creationId xmlns:p14="http://schemas.microsoft.com/office/powerpoint/2010/main" val="4234825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16A5AD-12F1-4A66-A61B-4AF44E54052C}" type="slidenum">
              <a:rPr lang="en-US" smtClean="0"/>
              <a:t>26</a:t>
            </a:fld>
            <a:endParaRPr lang="en-US"/>
          </a:p>
        </p:txBody>
      </p:sp>
    </p:spTree>
    <p:extLst>
      <p:ext uri="{BB962C8B-B14F-4D97-AF65-F5344CB8AC3E}">
        <p14:creationId xmlns:p14="http://schemas.microsoft.com/office/powerpoint/2010/main" val="1652222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9.png"/><Relationship Id="rId2" Type="http://schemas.openxmlformats.org/officeDocument/2006/relationships/slideMaster" Target="../slideMasters/slideMaster4.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3.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4.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4.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4.xml"/><Relationship Id="rId1" Type="http://schemas.openxmlformats.org/officeDocument/2006/relationships/tags" Target="../tags/tag6.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7.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8.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4.xml"/><Relationship Id="rId1" Type="http://schemas.openxmlformats.org/officeDocument/2006/relationships/tags" Target="../tags/tag9.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0.xml"/><Relationship Id="rId1" Type="http://schemas.openxmlformats.org/officeDocument/2006/relationships/themeOverride" Target="../theme/themeOverride1.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4.xml"/><Relationship Id="rId1" Type="http://schemas.openxmlformats.org/officeDocument/2006/relationships/tags" Target="../tags/tag11.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4.xml"/><Relationship Id="rId1" Type="http://schemas.openxmlformats.org/officeDocument/2006/relationships/tags" Target="../tags/tag12.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3.xml"/><Relationship Id="rId1" Type="http://schemas.openxmlformats.org/officeDocument/2006/relationships/themeOverride" Target="../theme/themeOverride2.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3.bin"/></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9.png"/><Relationship Id="rId2" Type="http://schemas.openxmlformats.org/officeDocument/2006/relationships/slideMaster" Target="../slideMasters/slideMaster4.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4.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4.xml"/><Relationship Id="rId1" Type="http://schemas.openxmlformats.org/officeDocument/2006/relationships/tags" Target="../tags/tag16.xml"/><Relationship Id="rId5" Type="http://schemas.openxmlformats.org/officeDocument/2006/relationships/image" Target="../media/image9.png"/><Relationship Id="rId4" Type="http://schemas.openxmlformats.org/officeDocument/2006/relationships/image" Target="../media/image6.emf"/></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7.xml"/><Relationship Id="rId1" Type="http://schemas.openxmlformats.org/officeDocument/2006/relationships/themeOverride" Target="../theme/themeOverride3.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7.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8.xml"/><Relationship Id="rId1" Type="http://schemas.openxmlformats.org/officeDocument/2006/relationships/themeOverride" Target="../theme/themeOverride4.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oleObject" Target="../embeddings/oleObject18.bin"/></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19.xml"/><Relationship Id="rId5" Type="http://schemas.openxmlformats.org/officeDocument/2006/relationships/image" Target="../media/image10.png"/><Relationship Id="rId4" Type="http://schemas.openxmlformats.org/officeDocument/2006/relationships/image" Target="../media/image6.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4.xml"/><Relationship Id="rId1" Type="http://schemas.openxmlformats.org/officeDocument/2006/relationships/tags" Target="../tags/tag20.xml"/><Relationship Id="rId5" Type="http://schemas.openxmlformats.org/officeDocument/2006/relationships/image" Target="../media/image10.png"/><Relationship Id="rId4" Type="http://schemas.openxmlformats.org/officeDocument/2006/relationships/image" Target="../media/image6.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5319-EE07-D176-1246-FB604C5F4D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75D81-3A26-AC5F-E278-AA073F5AA92F}"/>
              </a:ext>
            </a:extLst>
          </p:cNvPr>
          <p:cNvSpPr>
            <a:spLocks noGrp="1"/>
          </p:cNvSpPr>
          <p:nvPr>
            <p:ph idx="1"/>
          </p:nvPr>
        </p:nvSpPr>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B4044A-CDC6-7415-65A0-ACA6C4EC8285}"/>
              </a:ext>
            </a:extLst>
          </p:cNvPr>
          <p:cNvSpPr>
            <a:spLocks noGrp="1"/>
          </p:cNvSpPr>
          <p:nvPr>
            <p:ph type="dt" sz="half" idx="2"/>
          </p:nvPr>
        </p:nvSpPr>
        <p:spPr>
          <a:xfrm>
            <a:off x="28161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21B2300D-B09A-9956-EBD1-F8ADAD14306B}"/>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3889618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50DD4-150C-D7FF-0972-6D7A2F1848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50AE5-D1F9-2ADD-FEAE-AE91B998E784}"/>
              </a:ext>
            </a:extLst>
          </p:cNvPr>
          <p:cNvSpPr>
            <a:spLocks noGrp="1"/>
          </p:cNvSpPr>
          <p:nvPr>
            <p:ph sz="half" idx="1"/>
          </p:nvPr>
        </p:nvSpPr>
        <p:spPr>
          <a:xfrm>
            <a:off x="838200" y="1715556"/>
            <a:ext cx="5181600" cy="435133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47C36FC-53C6-D159-08D2-8F82FA15231E}"/>
              </a:ext>
            </a:extLst>
          </p:cNvPr>
          <p:cNvSpPr>
            <a:spLocks noGrp="1"/>
          </p:cNvSpPr>
          <p:nvPr>
            <p:ph sz="half" idx="2"/>
          </p:nvPr>
        </p:nvSpPr>
        <p:spPr>
          <a:xfrm>
            <a:off x="6172200" y="1715556"/>
            <a:ext cx="5181600" cy="435133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3">
            <a:extLst>
              <a:ext uri="{FF2B5EF4-FFF2-40B4-BE49-F238E27FC236}">
                <a16:creationId xmlns:a16="http://schemas.microsoft.com/office/drawing/2014/main" id="{A3726560-789F-77A0-2931-8438A45D2885}"/>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5" name="Slide Number Placeholder 5">
            <a:extLst>
              <a:ext uri="{FF2B5EF4-FFF2-40B4-BE49-F238E27FC236}">
                <a16:creationId xmlns:a16="http://schemas.microsoft.com/office/drawing/2014/main" id="{F869123D-C22C-A478-DA79-6EC137218FB0}"/>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3168879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AB4368-7829-5294-0815-BF4ED85AA509}"/>
              </a:ext>
            </a:extLst>
          </p:cNvPr>
          <p:cNvSpPr>
            <a:spLocks noGrp="1"/>
          </p:cNvSpPr>
          <p:nvPr>
            <p:ph type="body" idx="1"/>
          </p:nvPr>
        </p:nvSpPr>
        <p:spPr>
          <a:xfrm>
            <a:off x="839788" y="1698097"/>
            <a:ext cx="5157787" cy="823912"/>
          </a:xfrm>
        </p:spPr>
        <p:txBody>
          <a:bodyPr anchor="b"/>
          <a:lstStyle>
            <a:lvl1pPr marL="0" indent="0">
              <a:buNone/>
              <a:defRPr sz="2400" b="1">
                <a:solidFill>
                  <a:srgbClr val="004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EFB9571-F3C5-EF66-651B-BBB0120662D7}"/>
              </a:ext>
            </a:extLst>
          </p:cNvPr>
          <p:cNvSpPr>
            <a:spLocks noGrp="1"/>
          </p:cNvSpPr>
          <p:nvPr>
            <p:ph sz="half" idx="2"/>
          </p:nvPr>
        </p:nvSpPr>
        <p:spPr>
          <a:xfrm>
            <a:off x="839788" y="2522009"/>
            <a:ext cx="5157787" cy="368458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0B8834-0893-0D56-7BC9-10CD99FF27FD}"/>
              </a:ext>
            </a:extLst>
          </p:cNvPr>
          <p:cNvSpPr>
            <a:spLocks noGrp="1"/>
          </p:cNvSpPr>
          <p:nvPr>
            <p:ph type="body" sz="quarter" idx="3"/>
          </p:nvPr>
        </p:nvSpPr>
        <p:spPr>
          <a:xfrm>
            <a:off x="6172200" y="1698097"/>
            <a:ext cx="5183188" cy="823912"/>
          </a:xfrm>
        </p:spPr>
        <p:txBody>
          <a:bodyPr anchor="b"/>
          <a:lstStyle>
            <a:lvl1pPr marL="0" indent="0">
              <a:buNone/>
              <a:defRPr sz="2400" b="1">
                <a:solidFill>
                  <a:srgbClr val="004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75242-08E5-52C9-2F12-322C2B2A3001}"/>
              </a:ext>
            </a:extLst>
          </p:cNvPr>
          <p:cNvSpPr>
            <a:spLocks noGrp="1"/>
          </p:cNvSpPr>
          <p:nvPr>
            <p:ph sz="quarter" idx="4"/>
          </p:nvPr>
        </p:nvSpPr>
        <p:spPr>
          <a:xfrm>
            <a:off x="6172200" y="2522009"/>
            <a:ext cx="5183188" cy="368458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FD9D731A-D204-92C3-6586-D63E15B316B1}"/>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2" name="Slide Number Placeholder 5">
            <a:extLst>
              <a:ext uri="{FF2B5EF4-FFF2-40B4-BE49-F238E27FC236}">
                <a16:creationId xmlns:a16="http://schemas.microsoft.com/office/drawing/2014/main" id="{06ABC336-D14C-E68C-741F-B40ADBEB5AB1}"/>
              </a:ext>
            </a:extLst>
          </p:cNvPr>
          <p:cNvSpPr>
            <a:spLocks noGrp="1"/>
          </p:cNvSpPr>
          <p:nvPr>
            <p:ph type="sldNum" sz="quarter" idx="11"/>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
        <p:nvSpPr>
          <p:cNvPr id="8" name="Title 1">
            <a:extLst>
              <a:ext uri="{FF2B5EF4-FFF2-40B4-BE49-F238E27FC236}">
                <a16:creationId xmlns:a16="http://schemas.microsoft.com/office/drawing/2014/main" id="{AB7FC184-08BD-7E13-9C7A-EEFA066BB22F}"/>
              </a:ext>
            </a:extLst>
          </p:cNvPr>
          <p:cNvSpPr>
            <a:spLocks noGrp="1"/>
          </p:cNvSpPr>
          <p:nvPr>
            <p:ph type="title"/>
          </p:nvPr>
        </p:nvSpPr>
        <p:spPr>
          <a:xfrm>
            <a:off x="838200" y="336654"/>
            <a:ext cx="10515600" cy="1009651"/>
          </a:xfrm>
        </p:spPr>
        <p:txBody>
          <a:bodyPr/>
          <a:lstStyle/>
          <a:p>
            <a:r>
              <a:rPr lang="en-US"/>
              <a:t>Click to edit Master title style</a:t>
            </a:r>
          </a:p>
        </p:txBody>
      </p:sp>
    </p:spTree>
    <p:extLst>
      <p:ext uri="{BB962C8B-B14F-4D97-AF65-F5344CB8AC3E}">
        <p14:creationId xmlns:p14="http://schemas.microsoft.com/office/powerpoint/2010/main" val="230320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B8F0-2C28-CAAC-B472-340F4C718C06}"/>
              </a:ext>
            </a:extLst>
          </p:cNvPr>
          <p:cNvSpPr>
            <a:spLocks noGrp="1"/>
          </p:cNvSpPr>
          <p:nvPr>
            <p:ph type="title"/>
          </p:nvPr>
        </p:nvSpPr>
        <p:spPr/>
        <p:txBody>
          <a:bodyPr/>
          <a:lstStyle/>
          <a:p>
            <a:r>
              <a:rPr lang="en-US"/>
              <a:t>Click to edit Master title style</a:t>
            </a:r>
          </a:p>
        </p:txBody>
      </p:sp>
      <p:sp>
        <p:nvSpPr>
          <p:cNvPr id="6" name="Date Placeholder 3">
            <a:extLst>
              <a:ext uri="{FF2B5EF4-FFF2-40B4-BE49-F238E27FC236}">
                <a16:creationId xmlns:a16="http://schemas.microsoft.com/office/drawing/2014/main" id="{43DD664F-508E-18B6-9A44-6506B9C5E64B}"/>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3" name="Slide Number Placeholder 5">
            <a:extLst>
              <a:ext uri="{FF2B5EF4-FFF2-40B4-BE49-F238E27FC236}">
                <a16:creationId xmlns:a16="http://schemas.microsoft.com/office/drawing/2014/main" id="{763FE0B1-6166-6AAA-EC15-301ED636D4EE}"/>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33468261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B8F0-2C28-CAAC-B472-340F4C718C06}"/>
              </a:ext>
            </a:extLst>
          </p:cNvPr>
          <p:cNvSpPr>
            <a:spLocks noGrp="1"/>
          </p:cNvSpPr>
          <p:nvPr>
            <p:ph type="title"/>
          </p:nvPr>
        </p:nvSpPr>
        <p:spPr/>
        <p:txBody>
          <a:bodyPr/>
          <a:lstStyle/>
          <a:p>
            <a:r>
              <a:rPr lang="en-US" dirty="0"/>
              <a:t>Click to edit Master title style</a:t>
            </a:r>
          </a:p>
        </p:txBody>
      </p:sp>
      <p:sp>
        <p:nvSpPr>
          <p:cNvPr id="26" name="Picture Placeholder 25">
            <a:extLst>
              <a:ext uri="{FF2B5EF4-FFF2-40B4-BE49-F238E27FC236}">
                <a16:creationId xmlns:a16="http://schemas.microsoft.com/office/drawing/2014/main" id="{28363EAB-6452-EE6B-F131-3CF157A00674}"/>
              </a:ext>
            </a:extLst>
          </p:cNvPr>
          <p:cNvSpPr>
            <a:spLocks noGrp="1"/>
          </p:cNvSpPr>
          <p:nvPr>
            <p:ph type="pic" sz="quarter" idx="10" hasCustomPrompt="1"/>
          </p:nvPr>
        </p:nvSpPr>
        <p:spPr>
          <a:xfrm>
            <a:off x="718930"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3" name="Picture Placeholder 25">
            <a:extLst>
              <a:ext uri="{FF2B5EF4-FFF2-40B4-BE49-F238E27FC236}">
                <a16:creationId xmlns:a16="http://schemas.microsoft.com/office/drawing/2014/main" id="{11CAE6E0-833D-7F8A-D0D4-499E170D4646}"/>
              </a:ext>
            </a:extLst>
          </p:cNvPr>
          <p:cNvSpPr>
            <a:spLocks noGrp="1"/>
          </p:cNvSpPr>
          <p:nvPr>
            <p:ph type="pic" sz="quarter" idx="11" hasCustomPrompt="1"/>
          </p:nvPr>
        </p:nvSpPr>
        <p:spPr>
          <a:xfrm>
            <a:off x="2961044"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4" name="Picture Placeholder 25">
            <a:extLst>
              <a:ext uri="{FF2B5EF4-FFF2-40B4-BE49-F238E27FC236}">
                <a16:creationId xmlns:a16="http://schemas.microsoft.com/office/drawing/2014/main" id="{C47C85C0-EF1E-F6A8-168C-64BA1E5DE94F}"/>
              </a:ext>
            </a:extLst>
          </p:cNvPr>
          <p:cNvSpPr>
            <a:spLocks noGrp="1"/>
          </p:cNvSpPr>
          <p:nvPr>
            <p:ph type="pic" sz="quarter" idx="12" hasCustomPrompt="1"/>
          </p:nvPr>
        </p:nvSpPr>
        <p:spPr>
          <a:xfrm>
            <a:off x="5203158"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5" name="Picture Placeholder 25">
            <a:extLst>
              <a:ext uri="{FF2B5EF4-FFF2-40B4-BE49-F238E27FC236}">
                <a16:creationId xmlns:a16="http://schemas.microsoft.com/office/drawing/2014/main" id="{1FB0CB6F-97D3-8A76-9FEB-1CE5D9C74830}"/>
              </a:ext>
            </a:extLst>
          </p:cNvPr>
          <p:cNvSpPr>
            <a:spLocks noGrp="1"/>
          </p:cNvSpPr>
          <p:nvPr>
            <p:ph type="pic" sz="quarter" idx="13" hasCustomPrompt="1"/>
          </p:nvPr>
        </p:nvSpPr>
        <p:spPr>
          <a:xfrm>
            <a:off x="7445272"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8" name="Picture Placeholder 25">
            <a:extLst>
              <a:ext uri="{FF2B5EF4-FFF2-40B4-BE49-F238E27FC236}">
                <a16:creationId xmlns:a16="http://schemas.microsoft.com/office/drawing/2014/main" id="{3E08FD02-67E2-90FB-D963-E6F1967D76A1}"/>
              </a:ext>
            </a:extLst>
          </p:cNvPr>
          <p:cNvSpPr>
            <a:spLocks noGrp="1"/>
          </p:cNvSpPr>
          <p:nvPr>
            <p:ph type="pic" sz="quarter" idx="14" hasCustomPrompt="1"/>
          </p:nvPr>
        </p:nvSpPr>
        <p:spPr>
          <a:xfrm>
            <a:off x="9687387" y="2410452"/>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7" name="Date Placeholder 3">
            <a:extLst>
              <a:ext uri="{FF2B5EF4-FFF2-40B4-BE49-F238E27FC236}">
                <a16:creationId xmlns:a16="http://schemas.microsoft.com/office/drawing/2014/main" id="{A0AE3511-F48B-02A9-8FC4-1B78409A361B}"/>
              </a:ext>
            </a:extLst>
          </p:cNvPr>
          <p:cNvSpPr>
            <a:spLocks noGrp="1"/>
          </p:cNvSpPr>
          <p:nvPr>
            <p:ph type="dt" sz="half" idx="15"/>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0E1A0041-4740-BB54-40DA-9C447528B773}"/>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16535310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3F0D89A-E575-DCF2-3864-50BB4F670AA5}"/>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2" name="Slide Number Placeholder 5">
            <a:extLst>
              <a:ext uri="{FF2B5EF4-FFF2-40B4-BE49-F238E27FC236}">
                <a16:creationId xmlns:a16="http://schemas.microsoft.com/office/drawing/2014/main" id="{1222981D-058F-4DCF-A856-24DAE09F1AE2}"/>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8654095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CAA6E6-894C-02D2-626F-94B7472EDB36}"/>
              </a:ext>
            </a:extLst>
          </p:cNvPr>
          <p:cNvSpPr>
            <a:spLocks noGrp="1"/>
          </p:cNvSpPr>
          <p:nvPr>
            <p:ph type="pic" idx="1"/>
          </p:nvPr>
        </p:nvSpPr>
        <p:spPr>
          <a:xfrm>
            <a:off x="5183188" y="1700532"/>
            <a:ext cx="6172200" cy="43637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425EDC-0583-FA3D-5581-87B7EDEAB4FC}"/>
              </a:ext>
            </a:extLst>
          </p:cNvPr>
          <p:cNvSpPr>
            <a:spLocks noGrp="1"/>
          </p:cNvSpPr>
          <p:nvPr>
            <p:ph type="body" sz="half" idx="2"/>
          </p:nvPr>
        </p:nvSpPr>
        <p:spPr>
          <a:xfrm>
            <a:off x="839788" y="1700532"/>
            <a:ext cx="3932237" cy="4371658"/>
          </a:xfrm>
        </p:spPr>
        <p:txBody>
          <a:bodyPr/>
          <a:lstStyle>
            <a:lvl1pPr marL="0" indent="0">
              <a:buNone/>
              <a:defRPr sz="1600">
                <a:solidFill>
                  <a:srgbClr val="00405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3">
            <a:extLst>
              <a:ext uri="{FF2B5EF4-FFF2-40B4-BE49-F238E27FC236}">
                <a16:creationId xmlns:a16="http://schemas.microsoft.com/office/drawing/2014/main" id="{3CA83B27-09AC-928A-693F-D7B762D81C74}"/>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10" name="Slide Number Placeholder 5">
            <a:extLst>
              <a:ext uri="{FF2B5EF4-FFF2-40B4-BE49-F238E27FC236}">
                <a16:creationId xmlns:a16="http://schemas.microsoft.com/office/drawing/2014/main" id="{80F984B5-9E4B-8B12-68CF-B174E4271A7A}"/>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2024 DHITS    </a:t>
            </a:r>
            <a:fld id="{54558BDB-F807-4A0D-8BCD-2F5355F4A24C}" type="slidenum">
              <a:rPr lang="en-US" smtClean="0"/>
              <a:pPr/>
              <a:t>‹#›</a:t>
            </a:fld>
            <a:endParaRPr lang="en-US" dirty="0"/>
          </a:p>
        </p:txBody>
      </p:sp>
      <p:sp>
        <p:nvSpPr>
          <p:cNvPr id="5" name="Title 1">
            <a:extLst>
              <a:ext uri="{FF2B5EF4-FFF2-40B4-BE49-F238E27FC236}">
                <a16:creationId xmlns:a16="http://schemas.microsoft.com/office/drawing/2014/main" id="{43EC080F-BA82-BE1F-F85B-36E504B47B85}"/>
              </a:ext>
            </a:extLst>
          </p:cNvPr>
          <p:cNvSpPr>
            <a:spLocks noGrp="1"/>
          </p:cNvSpPr>
          <p:nvPr>
            <p:ph type="title"/>
          </p:nvPr>
        </p:nvSpPr>
        <p:spPr>
          <a:xfrm>
            <a:off x="838200" y="336654"/>
            <a:ext cx="10515600" cy="1009651"/>
          </a:xfrm>
        </p:spPr>
        <p:txBody>
          <a:bodyPr/>
          <a:lstStyle/>
          <a:p>
            <a:r>
              <a:rPr lang="en-US"/>
              <a:t>Click to edit Master title style</a:t>
            </a:r>
          </a:p>
        </p:txBody>
      </p:sp>
    </p:spTree>
    <p:extLst>
      <p:ext uri="{BB962C8B-B14F-4D97-AF65-F5344CB8AC3E}">
        <p14:creationId xmlns:p14="http://schemas.microsoft.com/office/powerpoint/2010/main" val="29339353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57A6F164-9236-6669-FBBA-D95969878AF5}"/>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2" name="Slide Number Placeholder 5">
            <a:extLst>
              <a:ext uri="{FF2B5EF4-FFF2-40B4-BE49-F238E27FC236}">
                <a16:creationId xmlns:a16="http://schemas.microsoft.com/office/drawing/2014/main" id="{D9FCAF90-4EBE-6EFA-5243-FBD2A3E07175}"/>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3788080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5319-EE07-D176-1246-FB604C5F4D24}"/>
              </a:ext>
            </a:extLst>
          </p:cNvPr>
          <p:cNvSpPr>
            <a:spLocks noGrp="1"/>
          </p:cNvSpPr>
          <p:nvPr>
            <p:ph type="title"/>
          </p:nvPr>
        </p:nvSpPr>
        <p:spPr>
          <a:xfrm>
            <a:off x="838200" y="336654"/>
            <a:ext cx="10515600" cy="1009651"/>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7375D81-3A26-AC5F-E278-AA073F5AA92F}"/>
              </a:ext>
            </a:extLst>
          </p:cNvPr>
          <p:cNvSpPr>
            <a:spLocks noGrp="1"/>
          </p:cNvSpPr>
          <p:nvPr>
            <p:ph idx="1"/>
          </p:nvPr>
        </p:nvSpPr>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B4044A-CDC6-7415-65A0-ACA6C4EC8285}"/>
              </a:ext>
            </a:extLst>
          </p:cNvPr>
          <p:cNvSpPr>
            <a:spLocks noGrp="1"/>
          </p:cNvSpPr>
          <p:nvPr>
            <p:ph type="dt" sz="half" idx="2"/>
          </p:nvPr>
        </p:nvSpPr>
        <p:spPr>
          <a:xfrm>
            <a:off x="28161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21B2300D-B09A-9956-EBD1-F8ADAD14306B}"/>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2057638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50DD4-150C-D7FF-0972-6D7A2F184843}"/>
              </a:ext>
            </a:extLst>
          </p:cNvPr>
          <p:cNvSpPr>
            <a:spLocks noGrp="1"/>
          </p:cNvSpPr>
          <p:nvPr>
            <p:ph type="title"/>
          </p:nvPr>
        </p:nvSpPr>
        <p:spPr>
          <a:xfrm>
            <a:off x="838200" y="336654"/>
            <a:ext cx="10515600" cy="1009651"/>
          </a:xfrm>
          <a:prstGeom prst="rect">
            <a:avLst/>
          </a:prstGeom>
        </p:spPr>
        <p:txBody>
          <a:bodyPr/>
          <a:lstStyle>
            <a:lvl1pPr>
              <a:defRPr>
                <a:solidFill>
                  <a:srgbClr val="00405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4F50AE5-D1F9-2ADD-FEAE-AE91B998E784}"/>
              </a:ext>
            </a:extLst>
          </p:cNvPr>
          <p:cNvSpPr>
            <a:spLocks noGrp="1"/>
          </p:cNvSpPr>
          <p:nvPr>
            <p:ph sz="half" idx="1"/>
          </p:nvPr>
        </p:nvSpPr>
        <p:spPr>
          <a:xfrm>
            <a:off x="838200" y="1715556"/>
            <a:ext cx="5181600" cy="435133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47C36FC-53C6-D159-08D2-8F82FA15231E}"/>
              </a:ext>
            </a:extLst>
          </p:cNvPr>
          <p:cNvSpPr>
            <a:spLocks noGrp="1"/>
          </p:cNvSpPr>
          <p:nvPr>
            <p:ph sz="half" idx="2"/>
          </p:nvPr>
        </p:nvSpPr>
        <p:spPr>
          <a:xfrm>
            <a:off x="6172200" y="1715556"/>
            <a:ext cx="5181600" cy="435133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A3726560-789F-77A0-2931-8438A45D2885}"/>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5" name="Slide Number Placeholder 5">
            <a:extLst>
              <a:ext uri="{FF2B5EF4-FFF2-40B4-BE49-F238E27FC236}">
                <a16:creationId xmlns:a16="http://schemas.microsoft.com/office/drawing/2014/main" id="{F869123D-C22C-A478-DA79-6EC137218FB0}"/>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1311077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AB4368-7829-5294-0815-BF4ED85AA509}"/>
              </a:ext>
            </a:extLst>
          </p:cNvPr>
          <p:cNvSpPr>
            <a:spLocks noGrp="1"/>
          </p:cNvSpPr>
          <p:nvPr>
            <p:ph type="body" idx="1"/>
          </p:nvPr>
        </p:nvSpPr>
        <p:spPr>
          <a:xfrm>
            <a:off x="839788" y="1698097"/>
            <a:ext cx="5157787" cy="823912"/>
          </a:xfrm>
        </p:spPr>
        <p:txBody>
          <a:bodyPr anchor="b"/>
          <a:lstStyle>
            <a:lvl1pPr marL="0" indent="0">
              <a:buNone/>
              <a:defRPr sz="2400" b="1">
                <a:solidFill>
                  <a:srgbClr val="004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FB9571-F3C5-EF66-651B-BBB0120662D7}"/>
              </a:ext>
            </a:extLst>
          </p:cNvPr>
          <p:cNvSpPr>
            <a:spLocks noGrp="1"/>
          </p:cNvSpPr>
          <p:nvPr>
            <p:ph sz="half" idx="2"/>
          </p:nvPr>
        </p:nvSpPr>
        <p:spPr>
          <a:xfrm>
            <a:off x="839788" y="2522009"/>
            <a:ext cx="5157787" cy="368458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0B8834-0893-0D56-7BC9-10CD99FF27FD}"/>
              </a:ext>
            </a:extLst>
          </p:cNvPr>
          <p:cNvSpPr>
            <a:spLocks noGrp="1"/>
          </p:cNvSpPr>
          <p:nvPr>
            <p:ph type="body" sz="quarter" idx="3"/>
          </p:nvPr>
        </p:nvSpPr>
        <p:spPr>
          <a:xfrm>
            <a:off x="6172200" y="1698097"/>
            <a:ext cx="5183188" cy="823912"/>
          </a:xfrm>
        </p:spPr>
        <p:txBody>
          <a:bodyPr anchor="b"/>
          <a:lstStyle>
            <a:lvl1pPr marL="0" indent="0">
              <a:buNone/>
              <a:defRPr sz="2400" b="1">
                <a:solidFill>
                  <a:srgbClr val="00405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75242-08E5-52C9-2F12-322C2B2A3001}"/>
              </a:ext>
            </a:extLst>
          </p:cNvPr>
          <p:cNvSpPr>
            <a:spLocks noGrp="1"/>
          </p:cNvSpPr>
          <p:nvPr>
            <p:ph sz="quarter" idx="4"/>
          </p:nvPr>
        </p:nvSpPr>
        <p:spPr>
          <a:xfrm>
            <a:off x="6172200" y="2522009"/>
            <a:ext cx="5183188" cy="3684588"/>
          </a:xfrm>
        </p:spPr>
        <p:txBody>
          <a:bodyPr/>
          <a:lstStyle>
            <a:lvl1pPr>
              <a:defRPr>
                <a:solidFill>
                  <a:srgbClr val="004050"/>
                </a:solidFill>
              </a:defRPr>
            </a:lvl1pPr>
            <a:lvl2pPr>
              <a:defRPr>
                <a:solidFill>
                  <a:srgbClr val="004050"/>
                </a:solidFill>
              </a:defRPr>
            </a:lvl2pPr>
            <a:lvl3pPr>
              <a:defRPr>
                <a:solidFill>
                  <a:srgbClr val="004050"/>
                </a:solidFill>
              </a:defRPr>
            </a:lvl3pPr>
            <a:lvl4pPr>
              <a:defRPr>
                <a:solidFill>
                  <a:srgbClr val="004050"/>
                </a:solidFill>
              </a:defRPr>
            </a:lvl4pPr>
            <a:lvl5pPr>
              <a:defRPr>
                <a:solidFill>
                  <a:srgbClr val="00405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FD9D731A-D204-92C3-6586-D63E15B316B1}"/>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2" name="Slide Number Placeholder 5">
            <a:extLst>
              <a:ext uri="{FF2B5EF4-FFF2-40B4-BE49-F238E27FC236}">
                <a16:creationId xmlns:a16="http://schemas.microsoft.com/office/drawing/2014/main" id="{06ABC336-D14C-E68C-741F-B40ADBEB5AB1}"/>
              </a:ext>
            </a:extLst>
          </p:cNvPr>
          <p:cNvSpPr>
            <a:spLocks noGrp="1"/>
          </p:cNvSpPr>
          <p:nvPr>
            <p:ph type="sldNum" sz="quarter" idx="11"/>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
        <p:nvSpPr>
          <p:cNvPr id="8" name="Title 1">
            <a:extLst>
              <a:ext uri="{FF2B5EF4-FFF2-40B4-BE49-F238E27FC236}">
                <a16:creationId xmlns:a16="http://schemas.microsoft.com/office/drawing/2014/main" id="{AB7FC184-08BD-7E13-9C7A-EEFA066BB22F}"/>
              </a:ext>
            </a:extLst>
          </p:cNvPr>
          <p:cNvSpPr>
            <a:spLocks noGrp="1"/>
          </p:cNvSpPr>
          <p:nvPr>
            <p:ph type="title"/>
          </p:nvPr>
        </p:nvSpPr>
        <p:spPr>
          <a:xfrm>
            <a:off x="838200" y="336654"/>
            <a:ext cx="10515600" cy="1009651"/>
          </a:xfrm>
          <a:prstGeom prst="rect">
            <a:avLst/>
          </a:prstGeom>
        </p:spPr>
        <p:txBody>
          <a:bodyPr/>
          <a:lstStyle>
            <a:lvl1pPr>
              <a:defRPr>
                <a:solidFill>
                  <a:srgbClr val="004050"/>
                </a:solidFill>
              </a:defRPr>
            </a:lvl1pPr>
          </a:lstStyle>
          <a:p>
            <a:r>
              <a:rPr lang="en-US" dirty="0"/>
              <a:t>Click to edit Master title style</a:t>
            </a:r>
          </a:p>
        </p:txBody>
      </p:sp>
    </p:spTree>
    <p:extLst>
      <p:ext uri="{BB962C8B-B14F-4D97-AF65-F5344CB8AC3E}">
        <p14:creationId xmlns:p14="http://schemas.microsoft.com/office/powerpoint/2010/main" val="2741886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B8F0-2C28-CAAC-B472-340F4C718C06}"/>
              </a:ext>
            </a:extLst>
          </p:cNvPr>
          <p:cNvSpPr>
            <a:spLocks noGrp="1"/>
          </p:cNvSpPr>
          <p:nvPr>
            <p:ph type="title"/>
          </p:nvPr>
        </p:nvSpPr>
        <p:spPr>
          <a:xfrm>
            <a:off x="838200" y="336654"/>
            <a:ext cx="10515600" cy="1009651"/>
          </a:xfrm>
          <a:prstGeom prst="rect">
            <a:avLst/>
          </a:prstGeom>
        </p:spPr>
        <p:txBody>
          <a:bodyPr/>
          <a:lstStyle/>
          <a:p>
            <a:r>
              <a:rPr lang="en-US"/>
              <a:t>Click to edit Master title style</a:t>
            </a:r>
          </a:p>
        </p:txBody>
      </p:sp>
      <p:sp>
        <p:nvSpPr>
          <p:cNvPr id="6" name="Date Placeholder 3">
            <a:extLst>
              <a:ext uri="{FF2B5EF4-FFF2-40B4-BE49-F238E27FC236}">
                <a16:creationId xmlns:a16="http://schemas.microsoft.com/office/drawing/2014/main" id="{43DD664F-508E-18B6-9A44-6506B9C5E64B}"/>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3" name="Slide Number Placeholder 5">
            <a:extLst>
              <a:ext uri="{FF2B5EF4-FFF2-40B4-BE49-F238E27FC236}">
                <a16:creationId xmlns:a16="http://schemas.microsoft.com/office/drawing/2014/main" id="{763FE0B1-6166-6AAA-EC15-301ED636D4EE}"/>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900082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B8F0-2C28-CAAC-B472-340F4C718C06}"/>
              </a:ext>
            </a:extLst>
          </p:cNvPr>
          <p:cNvSpPr>
            <a:spLocks noGrp="1"/>
          </p:cNvSpPr>
          <p:nvPr>
            <p:ph type="title"/>
          </p:nvPr>
        </p:nvSpPr>
        <p:spPr>
          <a:xfrm>
            <a:off x="838200" y="336654"/>
            <a:ext cx="10515600" cy="1009651"/>
          </a:xfrm>
          <a:prstGeom prst="rect">
            <a:avLst/>
          </a:prstGeom>
        </p:spPr>
        <p:txBody>
          <a:bodyPr/>
          <a:lstStyle/>
          <a:p>
            <a:r>
              <a:rPr lang="en-US" dirty="0"/>
              <a:t>Click to edit Master title style</a:t>
            </a:r>
          </a:p>
        </p:txBody>
      </p:sp>
      <p:sp>
        <p:nvSpPr>
          <p:cNvPr id="26" name="Picture Placeholder 25">
            <a:extLst>
              <a:ext uri="{FF2B5EF4-FFF2-40B4-BE49-F238E27FC236}">
                <a16:creationId xmlns:a16="http://schemas.microsoft.com/office/drawing/2014/main" id="{28363EAB-6452-EE6B-F131-3CF157A00674}"/>
              </a:ext>
            </a:extLst>
          </p:cNvPr>
          <p:cNvSpPr>
            <a:spLocks noGrp="1"/>
          </p:cNvSpPr>
          <p:nvPr>
            <p:ph type="pic" sz="quarter" idx="10" hasCustomPrompt="1"/>
          </p:nvPr>
        </p:nvSpPr>
        <p:spPr>
          <a:xfrm>
            <a:off x="718930"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3" name="Picture Placeholder 25">
            <a:extLst>
              <a:ext uri="{FF2B5EF4-FFF2-40B4-BE49-F238E27FC236}">
                <a16:creationId xmlns:a16="http://schemas.microsoft.com/office/drawing/2014/main" id="{11CAE6E0-833D-7F8A-D0D4-499E170D4646}"/>
              </a:ext>
            </a:extLst>
          </p:cNvPr>
          <p:cNvSpPr>
            <a:spLocks noGrp="1"/>
          </p:cNvSpPr>
          <p:nvPr>
            <p:ph type="pic" sz="quarter" idx="11" hasCustomPrompt="1"/>
          </p:nvPr>
        </p:nvSpPr>
        <p:spPr>
          <a:xfrm>
            <a:off x="2961044"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4" name="Picture Placeholder 25">
            <a:extLst>
              <a:ext uri="{FF2B5EF4-FFF2-40B4-BE49-F238E27FC236}">
                <a16:creationId xmlns:a16="http://schemas.microsoft.com/office/drawing/2014/main" id="{C47C85C0-EF1E-F6A8-168C-64BA1E5DE94F}"/>
              </a:ext>
            </a:extLst>
          </p:cNvPr>
          <p:cNvSpPr>
            <a:spLocks noGrp="1"/>
          </p:cNvSpPr>
          <p:nvPr>
            <p:ph type="pic" sz="quarter" idx="12" hasCustomPrompt="1"/>
          </p:nvPr>
        </p:nvSpPr>
        <p:spPr>
          <a:xfrm>
            <a:off x="5203158"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5" name="Picture Placeholder 25">
            <a:extLst>
              <a:ext uri="{FF2B5EF4-FFF2-40B4-BE49-F238E27FC236}">
                <a16:creationId xmlns:a16="http://schemas.microsoft.com/office/drawing/2014/main" id="{1FB0CB6F-97D3-8A76-9FEB-1CE5D9C74830}"/>
              </a:ext>
            </a:extLst>
          </p:cNvPr>
          <p:cNvSpPr>
            <a:spLocks noGrp="1"/>
          </p:cNvSpPr>
          <p:nvPr>
            <p:ph type="pic" sz="quarter" idx="13" hasCustomPrompt="1"/>
          </p:nvPr>
        </p:nvSpPr>
        <p:spPr>
          <a:xfrm>
            <a:off x="7445272" y="2410453"/>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8" name="Picture Placeholder 25">
            <a:extLst>
              <a:ext uri="{FF2B5EF4-FFF2-40B4-BE49-F238E27FC236}">
                <a16:creationId xmlns:a16="http://schemas.microsoft.com/office/drawing/2014/main" id="{3E08FD02-67E2-90FB-D963-E6F1967D76A1}"/>
              </a:ext>
            </a:extLst>
          </p:cNvPr>
          <p:cNvSpPr>
            <a:spLocks noGrp="1"/>
          </p:cNvSpPr>
          <p:nvPr>
            <p:ph type="pic" sz="quarter" idx="14" hasCustomPrompt="1"/>
          </p:nvPr>
        </p:nvSpPr>
        <p:spPr>
          <a:xfrm>
            <a:off x="9687387" y="2410452"/>
            <a:ext cx="1803928" cy="2266911"/>
          </a:xfrm>
          <a:custGeom>
            <a:avLst/>
            <a:gdLst>
              <a:gd name="connsiteX0" fmla="*/ 0 w 1803928"/>
              <a:gd name="connsiteY0" fmla="*/ 0 h 2266911"/>
              <a:gd name="connsiteX1" fmla="*/ 1803928 w 1803928"/>
              <a:gd name="connsiteY1" fmla="*/ 0 h 2266911"/>
              <a:gd name="connsiteX2" fmla="*/ 1803928 w 1803928"/>
              <a:gd name="connsiteY2" fmla="*/ 2266911 h 2266911"/>
              <a:gd name="connsiteX3" fmla="*/ 0 w 1803928"/>
              <a:gd name="connsiteY3" fmla="*/ 2266911 h 2266911"/>
            </a:gdLst>
            <a:ahLst/>
            <a:cxnLst>
              <a:cxn ang="0">
                <a:pos x="connsiteX0" y="connsiteY0"/>
              </a:cxn>
              <a:cxn ang="0">
                <a:pos x="connsiteX1" y="connsiteY1"/>
              </a:cxn>
              <a:cxn ang="0">
                <a:pos x="connsiteX2" y="connsiteY2"/>
              </a:cxn>
              <a:cxn ang="0">
                <a:pos x="connsiteX3" y="connsiteY3"/>
              </a:cxn>
            </a:cxnLst>
            <a:rect l="l" t="t" r="r" b="b"/>
            <a:pathLst>
              <a:path w="1803928" h="2266911">
                <a:moveTo>
                  <a:pt x="0" y="0"/>
                </a:moveTo>
                <a:lnTo>
                  <a:pt x="1803928" y="0"/>
                </a:lnTo>
                <a:lnTo>
                  <a:pt x="1803928" y="2266911"/>
                </a:lnTo>
                <a:lnTo>
                  <a:pt x="0" y="2266911"/>
                </a:lnTo>
                <a:close/>
              </a:path>
            </a:pathLst>
          </a:custGeom>
        </p:spPr>
        <p:txBody>
          <a:bodyPr wrap="square" anchor="ctr">
            <a:noAutofit/>
          </a:bodyPr>
          <a:lstStyle>
            <a:lvl1pPr marL="0" indent="0" algn="ctr">
              <a:buNone/>
              <a:defRPr sz="1400" b="1"/>
            </a:lvl1pPr>
          </a:lstStyle>
          <a:p>
            <a:r>
              <a:rPr lang="en-US" dirty="0"/>
              <a:t>Click Here to Insert Photo</a:t>
            </a:r>
          </a:p>
          <a:p>
            <a:endParaRPr lang="en-US" dirty="0"/>
          </a:p>
          <a:p>
            <a:endParaRPr lang="en-US" dirty="0"/>
          </a:p>
          <a:p>
            <a:endParaRPr lang="en-US" dirty="0"/>
          </a:p>
        </p:txBody>
      </p:sp>
      <p:sp>
        <p:nvSpPr>
          <p:cNvPr id="7" name="Date Placeholder 3">
            <a:extLst>
              <a:ext uri="{FF2B5EF4-FFF2-40B4-BE49-F238E27FC236}">
                <a16:creationId xmlns:a16="http://schemas.microsoft.com/office/drawing/2014/main" id="{A0AE3511-F48B-02A9-8FC4-1B78409A361B}"/>
              </a:ext>
            </a:extLst>
          </p:cNvPr>
          <p:cNvSpPr>
            <a:spLocks noGrp="1"/>
          </p:cNvSpPr>
          <p:nvPr>
            <p:ph type="dt" sz="half" idx="15"/>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0E1A0041-4740-BB54-40DA-9C447528B773}"/>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3296369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3F0D89A-E575-DCF2-3864-50BB4F670AA5}"/>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2" name="Slide Number Placeholder 5">
            <a:extLst>
              <a:ext uri="{FF2B5EF4-FFF2-40B4-BE49-F238E27FC236}">
                <a16:creationId xmlns:a16="http://schemas.microsoft.com/office/drawing/2014/main" id="{1222981D-058F-4DCF-A856-24DAE09F1AE2}"/>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Tree>
    <p:extLst>
      <p:ext uri="{BB962C8B-B14F-4D97-AF65-F5344CB8AC3E}">
        <p14:creationId xmlns:p14="http://schemas.microsoft.com/office/powerpoint/2010/main" val="2432209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698B8-42F5-FECF-5A2B-B9C7C6BA0CEF}"/>
              </a:ext>
            </a:extLst>
          </p:cNvPr>
          <p:cNvSpPr>
            <a:spLocks noGrp="1"/>
          </p:cNvSpPr>
          <p:nvPr>
            <p:ph idx="1"/>
          </p:nvPr>
        </p:nvSpPr>
        <p:spPr>
          <a:xfrm>
            <a:off x="5183188" y="1706457"/>
            <a:ext cx="6172200" cy="46609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E1633F-04ED-3542-E874-D915855C7262}"/>
              </a:ext>
            </a:extLst>
          </p:cNvPr>
          <p:cNvSpPr>
            <a:spLocks noGrp="1"/>
          </p:cNvSpPr>
          <p:nvPr>
            <p:ph type="body" sz="half" idx="2"/>
          </p:nvPr>
        </p:nvSpPr>
        <p:spPr>
          <a:xfrm>
            <a:off x="839788" y="1706457"/>
            <a:ext cx="3932237" cy="434879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3">
            <a:extLst>
              <a:ext uri="{FF2B5EF4-FFF2-40B4-BE49-F238E27FC236}">
                <a16:creationId xmlns:a16="http://schemas.microsoft.com/office/drawing/2014/main" id="{99F2AF55-39EA-EF0B-91FE-AB0B2E3F6732}"/>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5" name="Slide Number Placeholder 5">
            <a:extLst>
              <a:ext uri="{FF2B5EF4-FFF2-40B4-BE49-F238E27FC236}">
                <a16:creationId xmlns:a16="http://schemas.microsoft.com/office/drawing/2014/main" id="{6033D20C-850F-8337-1334-DE56CAA3DEE0}"/>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
        <p:nvSpPr>
          <p:cNvPr id="6" name="Title 1">
            <a:extLst>
              <a:ext uri="{FF2B5EF4-FFF2-40B4-BE49-F238E27FC236}">
                <a16:creationId xmlns:a16="http://schemas.microsoft.com/office/drawing/2014/main" id="{881CD3DA-D0CB-C9E2-E690-1DB3D55533FB}"/>
              </a:ext>
            </a:extLst>
          </p:cNvPr>
          <p:cNvSpPr>
            <a:spLocks noGrp="1"/>
          </p:cNvSpPr>
          <p:nvPr>
            <p:ph type="title"/>
          </p:nvPr>
        </p:nvSpPr>
        <p:spPr>
          <a:xfrm>
            <a:off x="838200" y="336654"/>
            <a:ext cx="10515600" cy="100965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856709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CAA6E6-894C-02D2-626F-94B7472EDB36}"/>
              </a:ext>
            </a:extLst>
          </p:cNvPr>
          <p:cNvSpPr>
            <a:spLocks noGrp="1"/>
          </p:cNvSpPr>
          <p:nvPr>
            <p:ph type="pic" idx="1"/>
          </p:nvPr>
        </p:nvSpPr>
        <p:spPr>
          <a:xfrm>
            <a:off x="5183188" y="1700532"/>
            <a:ext cx="6172200" cy="43637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425EDC-0583-FA3D-5581-87B7EDEAB4FC}"/>
              </a:ext>
            </a:extLst>
          </p:cNvPr>
          <p:cNvSpPr>
            <a:spLocks noGrp="1"/>
          </p:cNvSpPr>
          <p:nvPr>
            <p:ph type="body" sz="half" idx="2"/>
          </p:nvPr>
        </p:nvSpPr>
        <p:spPr>
          <a:xfrm>
            <a:off x="839788" y="1700532"/>
            <a:ext cx="3932237" cy="43716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3">
            <a:extLst>
              <a:ext uri="{FF2B5EF4-FFF2-40B4-BE49-F238E27FC236}">
                <a16:creationId xmlns:a16="http://schemas.microsoft.com/office/drawing/2014/main" id="{3CA83B27-09AC-928A-693F-D7B762D81C74}"/>
              </a:ext>
            </a:extLst>
          </p:cNvPr>
          <p:cNvSpPr>
            <a:spLocks noGrp="1"/>
          </p:cNvSpPr>
          <p:nvPr>
            <p:ph type="dt" sz="half" idx="10"/>
          </p:nvPr>
        </p:nvSpPr>
        <p:spPr>
          <a:xfrm>
            <a:off x="38100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10" name="Slide Number Placeholder 5">
            <a:extLst>
              <a:ext uri="{FF2B5EF4-FFF2-40B4-BE49-F238E27FC236}">
                <a16:creationId xmlns:a16="http://schemas.microsoft.com/office/drawing/2014/main" id="{80F984B5-9E4B-8B12-68CF-B174E4271A7A}"/>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2024 DHITS    </a:t>
            </a:r>
            <a:fld id="{54558BDB-F807-4A0D-8BCD-2F5355F4A24C}" type="slidenum">
              <a:rPr lang="en-US" smtClean="0"/>
              <a:pPr/>
              <a:t>‹#›</a:t>
            </a:fld>
            <a:endParaRPr lang="en-US" dirty="0"/>
          </a:p>
        </p:txBody>
      </p:sp>
      <p:sp>
        <p:nvSpPr>
          <p:cNvPr id="5" name="Title 1">
            <a:extLst>
              <a:ext uri="{FF2B5EF4-FFF2-40B4-BE49-F238E27FC236}">
                <a16:creationId xmlns:a16="http://schemas.microsoft.com/office/drawing/2014/main" id="{43EC080F-BA82-BE1F-F85B-36E504B47B85}"/>
              </a:ext>
            </a:extLst>
          </p:cNvPr>
          <p:cNvSpPr>
            <a:spLocks noGrp="1"/>
          </p:cNvSpPr>
          <p:nvPr>
            <p:ph type="title"/>
          </p:nvPr>
        </p:nvSpPr>
        <p:spPr>
          <a:xfrm>
            <a:off x="838200" y="336654"/>
            <a:ext cx="10515600" cy="1009651"/>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43088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FA1D92-BC32-6D0D-5F13-7C850B4556D0}"/>
              </a:ext>
            </a:extLst>
          </p:cNvPr>
          <p:cNvSpPr>
            <a:spLocks noGrp="1"/>
          </p:cNvSpPr>
          <p:nvPr>
            <p:ph type="ctrTitle"/>
          </p:nvPr>
        </p:nvSpPr>
        <p:spPr>
          <a:xfrm>
            <a:off x="381000" y="2601178"/>
            <a:ext cx="11430000" cy="1740798"/>
          </a:xfrm>
          <a:prstGeom prst="rect">
            <a:avLst/>
          </a:prstGeom>
        </p:spPr>
        <p:txBody>
          <a:bodyPr anchor="b"/>
          <a:lstStyle>
            <a:lvl1pPr algn="l">
              <a:defRPr sz="5400">
                <a:solidFill>
                  <a:schemeClr val="bg1"/>
                </a:solidFill>
                <a:latin typeface="Franklin Gothic Medium" panose="020B0603020102020204" pitchFamily="34" charset="0"/>
              </a:defRPr>
            </a:lvl1pPr>
          </a:lstStyle>
          <a:p>
            <a:r>
              <a:rPr lang="en-US" dirty="0"/>
              <a:t>Click to edit Master title style</a:t>
            </a:r>
          </a:p>
        </p:txBody>
      </p:sp>
      <p:sp>
        <p:nvSpPr>
          <p:cNvPr id="5" name="Subtitle 2">
            <a:extLst>
              <a:ext uri="{FF2B5EF4-FFF2-40B4-BE49-F238E27FC236}">
                <a16:creationId xmlns:a16="http://schemas.microsoft.com/office/drawing/2014/main" id="{1762BA2D-66BC-0A8A-EA1B-AA07B3E88CB4}"/>
              </a:ext>
            </a:extLst>
          </p:cNvPr>
          <p:cNvSpPr>
            <a:spLocks noGrp="1"/>
          </p:cNvSpPr>
          <p:nvPr>
            <p:ph type="subTitle" idx="1"/>
          </p:nvPr>
        </p:nvSpPr>
        <p:spPr>
          <a:xfrm>
            <a:off x="381000" y="4747208"/>
            <a:ext cx="9839960" cy="1475571"/>
          </a:xfrm>
          <a:prstGeom prst="rect">
            <a:avLst/>
          </a:prstGeom>
        </p:spPr>
        <p:txBody>
          <a:bodyPr/>
          <a:lstStyle>
            <a:lvl1pPr marL="0" indent="0" algn="l">
              <a:lnSpc>
                <a:spcPct val="100000"/>
              </a:lnSpc>
              <a:buNone/>
              <a:defRPr sz="240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26902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6EAA1700-4156-4EB9-AE01-FE66E1F86850}"/>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 t="21925" r="12861" b="33566"/>
          <a:stretch/>
        </p:blipFill>
        <p:spPr>
          <a:xfrm>
            <a:off x="0" y="2200596"/>
            <a:ext cx="12192000" cy="4657404"/>
          </a:xfrm>
          <a:prstGeom prst="rect">
            <a:avLst/>
          </a:prstGeom>
        </p:spPr>
      </p:pic>
      <p:pic>
        <p:nvPicPr>
          <p:cNvPr id="18" name="Picture 17">
            <a:extLst>
              <a:ext uri="{FF2B5EF4-FFF2-40B4-BE49-F238E27FC236}">
                <a16:creationId xmlns:a16="http://schemas.microsoft.com/office/drawing/2014/main" id="{3312E260-25D4-4726-8918-1747DA4E5E30}"/>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1" r="13162"/>
          <a:stretch/>
        </p:blipFill>
        <p:spPr>
          <a:xfrm>
            <a:off x="2" y="3573387"/>
            <a:ext cx="12149748" cy="2926720"/>
          </a:xfrm>
          <a:prstGeom prst="rect">
            <a:avLst/>
          </a:prstGeom>
        </p:spPr>
      </p:pic>
      <p:sp>
        <p:nvSpPr>
          <p:cNvPr id="14" name="Text Placeholder 13"/>
          <p:cNvSpPr>
            <a:spLocks noGrp="1"/>
          </p:cNvSpPr>
          <p:nvPr>
            <p:ph type="body" sz="quarter" idx="10" hasCustomPrompt="1"/>
          </p:nvPr>
        </p:nvSpPr>
        <p:spPr>
          <a:xfrm>
            <a:off x="420914" y="1370963"/>
            <a:ext cx="6096000" cy="281616"/>
          </a:xfrm>
          <a:noFill/>
        </p:spPr>
        <p:txBody>
          <a:bodyPr wrap="square" lIns="0" tIns="0" rIns="0" bIns="0">
            <a:spAutoFit/>
          </a:bodyPr>
          <a:lstStyle>
            <a:lvl1pPr rtl="0">
              <a:defRPr lang="en-US" sz="1800" spc="300" dirty="0">
                <a:solidFill>
                  <a:srgbClr val="575757"/>
                </a:solidFill>
                <a:latin typeface="Franklin Gothic Book" panose="020B0503020102020204" pitchFamily="34" charset="0"/>
              </a:defRPr>
            </a:lvl1pPr>
          </a:lstStyle>
          <a:p>
            <a:pPr lvl="0"/>
            <a:r>
              <a:rPr lang="en-US"/>
              <a:t>PROGRAM EXECUTIVE OFFICE</a:t>
            </a:r>
          </a:p>
        </p:txBody>
      </p:sp>
      <p:pic>
        <p:nvPicPr>
          <p:cNvPr id="23" name="Google Shape;14;p31">
            <a:extLst>
              <a:ext uri="{FF2B5EF4-FFF2-40B4-BE49-F238E27FC236}">
                <a16:creationId xmlns:a16="http://schemas.microsoft.com/office/drawing/2014/main" id="{B6EF5CA1-CAFD-4FB7-AEFC-3892BE6734DF}"/>
              </a:ext>
            </a:extLst>
          </p:cNvPr>
          <p:cNvPicPr preferRelativeResize="0">
            <a:picLocks noChangeAspect="1"/>
          </p:cNvPicPr>
          <p:nvPr userDrawn="1"/>
        </p:nvPicPr>
        <p:blipFill rotWithShape="1">
          <a:blip r:embed="rId7"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
        <p:nvSpPr>
          <p:cNvPr id="35" name="Text Placeholder 31"/>
          <p:cNvSpPr>
            <a:spLocks noGrp="1"/>
          </p:cNvSpPr>
          <p:nvPr userDrawn="1">
            <p:ph type="body" sz="quarter" idx="13" hasCustomPrompt="1"/>
          </p:nvPr>
        </p:nvSpPr>
        <p:spPr>
          <a:xfrm>
            <a:off x="420914" y="6055914"/>
            <a:ext cx="4180115" cy="187680"/>
          </a:xfrm>
          <a:noFill/>
        </p:spPr>
        <p:txBody>
          <a:bodyPr wrap="square" lIns="0" tIns="0" rIns="0" bIns="0">
            <a:spAutoFit/>
          </a:bodyPr>
          <a:lstStyle>
            <a:lvl1pPr rtl="0">
              <a:defRPr lang="en-US" dirty="0">
                <a:solidFill>
                  <a:srgbClr val="969696"/>
                </a:solidFill>
                <a:latin typeface="Franklin Gothic Book" panose="020B0503020102020204" pitchFamily="34" charset="0"/>
              </a:defRPr>
            </a:lvl1pPr>
          </a:lstStyle>
          <a:p>
            <a:pPr lvl="0"/>
            <a:r>
              <a:rPr lang="en-US"/>
              <a:t>DATE</a:t>
            </a:r>
          </a:p>
        </p:txBody>
      </p:sp>
      <p:sp>
        <p:nvSpPr>
          <p:cNvPr id="20" name="Text Placeholder 19"/>
          <p:cNvSpPr>
            <a:spLocks noGrp="1"/>
          </p:cNvSpPr>
          <p:nvPr userDrawn="1">
            <p:ph type="body" sz="quarter" idx="11" hasCustomPrompt="1"/>
          </p:nvPr>
        </p:nvSpPr>
        <p:spPr>
          <a:xfrm>
            <a:off x="392339" y="3021330"/>
            <a:ext cx="6096000" cy="375487"/>
          </a:xfrm>
          <a:noFill/>
        </p:spPr>
        <p:txBody>
          <a:bodyPr wrap="square" lIns="0" tIns="0" rIns="0" bIns="0">
            <a:spAutoFit/>
          </a:bodyPr>
          <a:lstStyle>
            <a:lvl1pPr rtl="0">
              <a:defRPr lang="en-US" sz="2400" dirty="0">
                <a:solidFill>
                  <a:srgbClr val="295BAA"/>
                </a:solidFill>
                <a:latin typeface="Franklin Gothic Medium" panose="020B0603020102020204" pitchFamily="34" charset="0"/>
              </a:defRPr>
            </a:lvl1pPr>
          </a:lstStyle>
          <a:p>
            <a:pPr lvl="0"/>
            <a:r>
              <a:rPr lang="en-US"/>
              <a:t>Subtitle in Title Case</a:t>
            </a:r>
          </a:p>
        </p:txBody>
      </p:sp>
      <p:sp>
        <p:nvSpPr>
          <p:cNvPr id="36" name="Text Placeholder 27"/>
          <p:cNvSpPr>
            <a:spLocks noGrp="1"/>
          </p:cNvSpPr>
          <p:nvPr userDrawn="1">
            <p:ph type="body" sz="quarter" idx="14" hasCustomPrompt="1"/>
          </p:nvPr>
        </p:nvSpPr>
        <p:spPr>
          <a:xfrm>
            <a:off x="392339" y="3817123"/>
            <a:ext cx="4180115" cy="281616"/>
          </a:xfrm>
          <a:noFill/>
        </p:spPr>
        <p:txBody>
          <a:bodyPr wrap="square" lIns="0" tIns="0" rIns="0" bIns="0">
            <a:spAutoFit/>
          </a:bodyPr>
          <a:lstStyle>
            <a:lvl1pPr rtl="0">
              <a:defRPr lang="en-US" sz="1800" dirty="0" smtClean="0">
                <a:solidFill>
                  <a:srgbClr val="575757"/>
                </a:solidFill>
                <a:latin typeface="Franklin Gothic Demi" panose="020B0703020102020204" pitchFamily="34" charset="0"/>
                <a:ea typeface="+mn-ea"/>
                <a:cs typeface="+mn-cs"/>
              </a:defRPr>
            </a:lvl1pPr>
          </a:lstStyle>
          <a:p>
            <a:pPr lvl="0"/>
            <a:r>
              <a:rPr lang="en-US"/>
              <a:t>Presenter Name</a:t>
            </a:r>
          </a:p>
        </p:txBody>
      </p:sp>
      <p:sp>
        <p:nvSpPr>
          <p:cNvPr id="37" name="Text Placeholder 29"/>
          <p:cNvSpPr>
            <a:spLocks noGrp="1"/>
          </p:cNvSpPr>
          <p:nvPr userDrawn="1">
            <p:ph type="body" sz="quarter" idx="12" hasCustomPrompt="1"/>
          </p:nvPr>
        </p:nvSpPr>
        <p:spPr>
          <a:xfrm>
            <a:off x="392339" y="4078280"/>
            <a:ext cx="4180115" cy="304699"/>
          </a:xfrm>
        </p:spPr>
        <p:txBody>
          <a:bodyPr/>
          <a:lstStyle>
            <a:lvl1pPr rtl="0">
              <a:defRPr lang="en-US" sz="1800" kern="1200" dirty="0">
                <a:solidFill>
                  <a:srgbClr val="575757"/>
                </a:solidFill>
                <a:latin typeface="+mn-lt"/>
                <a:ea typeface="+mn-ea"/>
                <a:cs typeface="+mn-cs"/>
              </a:defRPr>
            </a:lvl1pPr>
          </a:lstStyle>
          <a:p>
            <a:pPr lvl="0"/>
            <a:r>
              <a:rPr lang="en-US"/>
              <a:t>Presenter Title</a:t>
            </a:r>
          </a:p>
        </p:txBody>
      </p:sp>
      <p:sp>
        <p:nvSpPr>
          <p:cNvPr id="29" name="Title 4"/>
          <p:cNvSpPr>
            <a:spLocks noGrp="1"/>
          </p:cNvSpPr>
          <p:nvPr userDrawn="1">
            <p:ph type="title" hasCustomPrompt="1"/>
          </p:nvPr>
        </p:nvSpPr>
        <p:spPr>
          <a:xfrm>
            <a:off x="392339" y="2064415"/>
            <a:ext cx="6096000" cy="886397"/>
          </a:xfrm>
        </p:spPr>
        <p:txBody>
          <a:bodyPr vert="horz" anchor="b"/>
          <a:lstStyle>
            <a:lvl1pPr rtl="0">
              <a:lnSpc>
                <a:spcPct val="80000"/>
              </a:lnSpc>
              <a:defRPr sz="3600" b="0">
                <a:latin typeface="Franklin Gothic Heavy" panose="020B0903020102020204" pitchFamily="34" charset="0"/>
              </a:defRPr>
            </a:lvl1pPr>
          </a:lstStyle>
          <a:p>
            <a:r>
              <a:rPr lang="en-US"/>
              <a:t>Click to add Title</a:t>
            </a:r>
          </a:p>
        </p:txBody>
      </p:sp>
    </p:spTree>
    <p:extLst>
      <p:ext uri="{BB962C8B-B14F-4D97-AF65-F5344CB8AC3E}">
        <p14:creationId xmlns:p14="http://schemas.microsoft.com/office/powerpoint/2010/main" val="3228201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page 4">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66812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72AC5FCB-2E74-4AF6-ADAD-899B80BA0390}"/>
              </a:ext>
            </a:extLst>
          </p:cNvPr>
          <p:cNvPicPr>
            <a:picLocks noChangeAspect="1"/>
          </p:cNvPicPr>
          <p:nvPr userDrawn="1"/>
        </p:nvPicPr>
        <p:blipFill rotWithShape="1">
          <a:blip r:embed="rId5"/>
          <a:srcRect l="7642" t="7642"/>
          <a:stretch/>
        </p:blipFill>
        <p:spPr>
          <a:xfrm>
            <a:off x="0" y="-1"/>
            <a:ext cx="12192000" cy="6852042"/>
          </a:xfrm>
          <a:custGeom>
            <a:avLst/>
            <a:gdLst>
              <a:gd name="connsiteX0" fmla="*/ 11487150 w 12192000"/>
              <a:gd name="connsiteY0" fmla="*/ 6391276 h 6852042"/>
              <a:gd name="connsiteX1" fmla="*/ 11372850 w 12192000"/>
              <a:gd name="connsiteY1" fmla="*/ 6505576 h 6852042"/>
              <a:gd name="connsiteX2" fmla="*/ 11442659 w 12192000"/>
              <a:gd name="connsiteY2" fmla="*/ 6610894 h 6852042"/>
              <a:gd name="connsiteX3" fmla="*/ 11460420 w 12192000"/>
              <a:gd name="connsiteY3" fmla="*/ 6614480 h 6852042"/>
              <a:gd name="connsiteX4" fmla="*/ 11484467 w 12192000"/>
              <a:gd name="connsiteY4" fmla="*/ 6630693 h 6852042"/>
              <a:gd name="connsiteX5" fmla="*/ 11525250 w 12192000"/>
              <a:gd name="connsiteY5" fmla="*/ 6638926 h 6852042"/>
              <a:gd name="connsiteX6" fmla="*/ 11630025 w 12192000"/>
              <a:gd name="connsiteY6" fmla="*/ 6534151 h 6852042"/>
              <a:gd name="connsiteX7" fmla="*/ 11599337 w 12192000"/>
              <a:gd name="connsiteY7" fmla="*/ 6460064 h 6852042"/>
              <a:gd name="connsiteX8" fmla="*/ 11585480 w 12192000"/>
              <a:gd name="connsiteY8" fmla="*/ 6450721 h 6852042"/>
              <a:gd name="connsiteX9" fmla="*/ 11567972 w 12192000"/>
              <a:gd name="connsiteY9" fmla="*/ 6424754 h 6852042"/>
              <a:gd name="connsiteX10" fmla="*/ 11487150 w 12192000"/>
              <a:gd name="connsiteY10" fmla="*/ 6391276 h 6852042"/>
              <a:gd name="connsiteX11" fmla="*/ 0 w 12192000"/>
              <a:gd name="connsiteY11" fmla="*/ 0 h 6852042"/>
              <a:gd name="connsiteX12" fmla="*/ 12192000 w 12192000"/>
              <a:gd name="connsiteY12" fmla="*/ 0 h 6852042"/>
              <a:gd name="connsiteX13" fmla="*/ 12192000 w 12192000"/>
              <a:gd name="connsiteY13" fmla="*/ 6852042 h 6852042"/>
              <a:gd name="connsiteX14" fmla="*/ 0 w 12192000"/>
              <a:gd name="connsiteY14" fmla="*/ 6852042 h 68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2042">
                <a:moveTo>
                  <a:pt x="11487150" y="6391276"/>
                </a:moveTo>
                <a:cubicBezTo>
                  <a:pt x="11424024" y="6391276"/>
                  <a:pt x="11372850" y="6442450"/>
                  <a:pt x="11372850" y="6505576"/>
                </a:cubicBezTo>
                <a:cubicBezTo>
                  <a:pt x="11372850" y="6552921"/>
                  <a:pt x="11401635" y="6593542"/>
                  <a:pt x="11442659" y="6610894"/>
                </a:cubicBezTo>
                <a:lnTo>
                  <a:pt x="11460420" y="6614480"/>
                </a:lnTo>
                <a:lnTo>
                  <a:pt x="11484467" y="6630693"/>
                </a:lnTo>
                <a:cubicBezTo>
                  <a:pt x="11497002" y="6635994"/>
                  <a:pt x="11510783" y="6638926"/>
                  <a:pt x="11525250" y="6638926"/>
                </a:cubicBezTo>
                <a:cubicBezTo>
                  <a:pt x="11583116" y="6638926"/>
                  <a:pt x="11630025" y="6592017"/>
                  <a:pt x="11630025" y="6534151"/>
                </a:cubicBezTo>
                <a:cubicBezTo>
                  <a:pt x="11630025" y="6505218"/>
                  <a:pt x="11618298" y="6479024"/>
                  <a:pt x="11599337" y="6460064"/>
                </a:cubicBezTo>
                <a:lnTo>
                  <a:pt x="11585480" y="6450721"/>
                </a:lnTo>
                <a:lnTo>
                  <a:pt x="11567972" y="6424754"/>
                </a:lnTo>
                <a:cubicBezTo>
                  <a:pt x="11547288" y="6404070"/>
                  <a:pt x="11518713" y="6391276"/>
                  <a:pt x="11487150" y="6391276"/>
                </a:cubicBezTo>
                <a:close/>
                <a:moveTo>
                  <a:pt x="0" y="0"/>
                </a:moveTo>
                <a:lnTo>
                  <a:pt x="12192000" y="0"/>
                </a:lnTo>
                <a:lnTo>
                  <a:pt x="12192000" y="6852042"/>
                </a:lnTo>
                <a:lnTo>
                  <a:pt x="0" y="6852042"/>
                </a:lnTo>
                <a:close/>
              </a:path>
            </a:pathLst>
          </a:custGeom>
        </p:spPr>
      </p:pic>
      <p:sp>
        <p:nvSpPr>
          <p:cNvPr id="16" name="Text Placeholder 41"/>
          <p:cNvSpPr>
            <a:spLocks noGrp="1"/>
          </p:cNvSpPr>
          <p:nvPr>
            <p:ph type="body" sz="quarter" idx="10" hasCustomPrompt="1"/>
          </p:nvPr>
        </p:nvSpPr>
        <p:spPr>
          <a:xfrm>
            <a:off x="1683914" y="3103780"/>
            <a:ext cx="4722071" cy="584775"/>
          </a:xfrm>
        </p:spPr>
        <p:txBody>
          <a:bodyPr lIns="91440" tIns="45720" rIns="91440" bIns="45720" anchor="t"/>
          <a:lstStyle>
            <a:lvl1pPr>
              <a:lnSpc>
                <a:spcPct val="100000"/>
              </a:lnSpc>
              <a:spcBef>
                <a:spcPts val="0"/>
              </a:spcBef>
              <a:spcAft>
                <a:spcPts val="0"/>
              </a:spcAft>
              <a:defRPr sz="3200" cap="all" spc="300" baseline="0">
                <a:solidFill>
                  <a:srgbClr val="295BAB"/>
                </a:solidFill>
                <a:latin typeface="Franklin Gothic Heavy" panose="020B0903020102020204" pitchFamily="34" charset="0"/>
              </a:defRPr>
            </a:lvl1pPr>
          </a:lstStyle>
          <a:p>
            <a:pPr lvl="0"/>
            <a:r>
              <a:rPr lang="en-US"/>
              <a:t>Click to add text</a:t>
            </a:r>
          </a:p>
        </p:txBody>
      </p:sp>
      <p:sp>
        <p:nvSpPr>
          <p:cNvPr id="13" name="Graphic 32">
            <a:extLst>
              <a:ext uri="{FF2B5EF4-FFF2-40B4-BE49-F238E27FC236}">
                <a16:creationId xmlns:a16="http://schemas.microsoft.com/office/drawing/2014/main" id="{1C310A6D-00B6-4D65-911A-0FC76BB61B5F}"/>
              </a:ext>
            </a:extLst>
          </p:cNvPr>
          <p:cNvSpPr/>
          <p:nvPr userDrawn="1"/>
        </p:nvSpPr>
        <p:spPr>
          <a:xfrm>
            <a:off x="793185" y="2978878"/>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Trebuchet MS"/>
              <a:ea typeface="+mn-ea"/>
              <a:cs typeface="+mn-cs"/>
            </a:endParaRPr>
          </a:p>
        </p:txBody>
      </p:sp>
      <p:cxnSp>
        <p:nvCxnSpPr>
          <p:cNvPr id="14" name="Straight Connector 13">
            <a:extLst>
              <a:ext uri="{FF2B5EF4-FFF2-40B4-BE49-F238E27FC236}">
                <a16:creationId xmlns:a16="http://schemas.microsoft.com/office/drawing/2014/main" id="{2BE79F61-CBC9-43E2-AF75-6F7A06F7933E}"/>
              </a:ext>
            </a:extLst>
          </p:cNvPr>
          <p:cNvCxnSpPr>
            <a:cxnSpLocks/>
          </p:cNvCxnSpPr>
          <p:nvPr userDrawn="1"/>
        </p:nvCxnSpPr>
        <p:spPr>
          <a:xfrm>
            <a:off x="0" y="3403060"/>
            <a:ext cx="725714"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2" name="Google Shape;14;p31">
            <a:extLst>
              <a:ext uri="{FF2B5EF4-FFF2-40B4-BE49-F238E27FC236}">
                <a16:creationId xmlns:a16="http://schemas.microsoft.com/office/drawing/2014/main" id="{14CAADB8-4F4E-82FA-4898-5978A37FB0BA}"/>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800240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page 5">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637707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7"/>
          <p:cNvSpPr>
            <a:spLocks noGrp="1"/>
          </p:cNvSpPr>
          <p:nvPr>
            <p:ph type="title" hasCustomPrompt="1"/>
          </p:nvPr>
        </p:nvSpPr>
        <p:spPr>
          <a:xfrm>
            <a:off x="1480695" y="375544"/>
            <a:ext cx="6144319" cy="443198"/>
          </a:xfrm>
        </p:spPr>
        <p:txBody>
          <a:bodyPr vert="horz"/>
          <a:lstStyle/>
          <a:p>
            <a:r>
              <a:rPr lang="en-US"/>
              <a:t>Click to add title</a:t>
            </a:r>
          </a:p>
        </p:txBody>
      </p:sp>
      <p:grpSp>
        <p:nvGrpSpPr>
          <p:cNvPr id="9" name="Group 8">
            <a:extLst>
              <a:ext uri="{FF2B5EF4-FFF2-40B4-BE49-F238E27FC236}">
                <a16:creationId xmlns:a16="http://schemas.microsoft.com/office/drawing/2014/main" id="{2033EDF7-DAFD-4D93-8A0A-7C4B3F5E7604}"/>
              </a:ext>
            </a:extLst>
          </p:cNvPr>
          <p:cNvGrpSpPr/>
          <p:nvPr userDrawn="1"/>
        </p:nvGrpSpPr>
        <p:grpSpPr bwMode="gray">
          <a:xfrm>
            <a:off x="6973686" y="-1"/>
            <a:ext cx="5218315" cy="2615382"/>
            <a:chOff x="10432279" y="-1"/>
            <a:chExt cx="1759722" cy="881960"/>
          </a:xfrm>
        </p:grpSpPr>
        <p:sp>
          <p:nvSpPr>
            <p:cNvPr id="10" name="Freeform: Shape 9">
              <a:extLst>
                <a:ext uri="{FF2B5EF4-FFF2-40B4-BE49-F238E27FC236}">
                  <a16:creationId xmlns:a16="http://schemas.microsoft.com/office/drawing/2014/main" id="{F7E62223-16E1-4E76-81CD-AAC96ADD67FE}"/>
                </a:ext>
              </a:extLst>
            </p:cNvPr>
            <p:cNvSpPr/>
            <p:nvPr/>
          </p:nvSpPr>
          <p:spPr bwMode="gray">
            <a:xfrm rot="16200000">
              <a:off x="10742942" y="-40330"/>
              <a:ext cx="503334" cy="583992"/>
            </a:xfrm>
            <a:custGeom>
              <a:avLst/>
              <a:gdLst>
                <a:gd name="connsiteX0" fmla="*/ 503334 w 503334"/>
                <a:gd name="connsiteY0" fmla="*/ 0 h 583992"/>
                <a:gd name="connsiteX1" fmla="*/ 503334 w 503334"/>
                <a:gd name="connsiteY1" fmla="*/ 583992 h 583992"/>
                <a:gd name="connsiteX2" fmla="*/ 161012 w 503334"/>
                <a:gd name="connsiteY2" fmla="*/ 583992 h 583992"/>
                <a:gd name="connsiteX3" fmla="*/ 0 w 503334"/>
                <a:gd name="connsiteY3" fmla="*/ 291996 h 583992"/>
                <a:gd name="connsiteX4" fmla="*/ 161012 w 503334"/>
                <a:gd name="connsiteY4" fmla="*/ 0 h 583992"/>
                <a:gd name="connsiteX0" fmla="*/ 503334 w 594774"/>
                <a:gd name="connsiteY0" fmla="*/ 583992 h 675432"/>
                <a:gd name="connsiteX1" fmla="*/ 161012 w 594774"/>
                <a:gd name="connsiteY1" fmla="*/ 583992 h 675432"/>
                <a:gd name="connsiteX2" fmla="*/ 0 w 594774"/>
                <a:gd name="connsiteY2" fmla="*/ 291996 h 675432"/>
                <a:gd name="connsiteX3" fmla="*/ 161012 w 594774"/>
                <a:gd name="connsiteY3" fmla="*/ 0 h 675432"/>
                <a:gd name="connsiteX4" fmla="*/ 503334 w 594774"/>
                <a:gd name="connsiteY4" fmla="*/ 0 h 675432"/>
                <a:gd name="connsiteX5" fmla="*/ 594774 w 594774"/>
                <a:gd name="connsiteY5" fmla="*/ 675432 h 675432"/>
                <a:gd name="connsiteX0" fmla="*/ 503334 w 503334"/>
                <a:gd name="connsiteY0" fmla="*/ 583992 h 583992"/>
                <a:gd name="connsiteX1" fmla="*/ 161012 w 503334"/>
                <a:gd name="connsiteY1" fmla="*/ 583992 h 583992"/>
                <a:gd name="connsiteX2" fmla="*/ 0 w 503334"/>
                <a:gd name="connsiteY2" fmla="*/ 291996 h 583992"/>
                <a:gd name="connsiteX3" fmla="*/ 161012 w 503334"/>
                <a:gd name="connsiteY3" fmla="*/ 0 h 583992"/>
                <a:gd name="connsiteX4" fmla="*/ 503334 w 503334"/>
                <a:gd name="connsiteY4" fmla="*/ 0 h 583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334" h="583992">
                  <a:moveTo>
                    <a:pt x="503334" y="583992"/>
                  </a:moveTo>
                  <a:lnTo>
                    <a:pt x="161012" y="583992"/>
                  </a:lnTo>
                  <a:lnTo>
                    <a:pt x="0" y="291996"/>
                  </a:lnTo>
                  <a:lnTo>
                    <a:pt x="161012" y="0"/>
                  </a:lnTo>
                  <a:lnTo>
                    <a:pt x="503334" y="0"/>
                  </a:lnTo>
                </a:path>
              </a:pathLst>
            </a:cu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 name="Hexagon 10">
              <a:extLst>
                <a:ext uri="{FF2B5EF4-FFF2-40B4-BE49-F238E27FC236}">
                  <a16:creationId xmlns:a16="http://schemas.microsoft.com/office/drawing/2014/main" id="{701B91CB-B6C6-401D-91DA-A5907DE15DF8}"/>
                </a:ext>
              </a:extLst>
            </p:cNvPr>
            <p:cNvSpPr/>
            <p:nvPr/>
          </p:nvSpPr>
          <p:spPr bwMode="gray">
            <a:xfrm rot="16200000">
              <a:off x="11088695" y="450340"/>
              <a:ext cx="463590" cy="399647"/>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 name="Freeform: Shape 11">
              <a:extLst>
                <a:ext uri="{FF2B5EF4-FFF2-40B4-BE49-F238E27FC236}">
                  <a16:creationId xmlns:a16="http://schemas.microsoft.com/office/drawing/2014/main" id="{B62E9BC4-C7C8-4BEC-A858-34C9F4433DC3}"/>
                </a:ext>
              </a:extLst>
            </p:cNvPr>
            <p:cNvSpPr/>
            <p:nvPr/>
          </p:nvSpPr>
          <p:spPr bwMode="gray">
            <a:xfrm rot="16200000">
              <a:off x="11422491" y="-68429"/>
              <a:ext cx="701082" cy="837938"/>
            </a:xfrm>
            <a:custGeom>
              <a:avLst/>
              <a:gdLst>
                <a:gd name="connsiteX0" fmla="*/ 701082 w 701082"/>
                <a:gd name="connsiteY0" fmla="*/ 0 h 837938"/>
                <a:gd name="connsiteX1" fmla="*/ 701082 w 701082"/>
                <a:gd name="connsiteY1" fmla="*/ 837938 h 837938"/>
                <a:gd name="connsiteX2" fmla="*/ 108476 w 701082"/>
                <a:gd name="connsiteY2" fmla="*/ 837938 h 837938"/>
                <a:gd name="connsiteX3" fmla="*/ 0 w 701082"/>
                <a:gd name="connsiteY3" fmla="*/ 641218 h 837938"/>
                <a:gd name="connsiteX4" fmla="*/ 353581 w 701082"/>
                <a:gd name="connsiteY4" fmla="*/ 0 h 837938"/>
                <a:gd name="connsiteX0" fmla="*/ 701082 w 792522"/>
                <a:gd name="connsiteY0" fmla="*/ 837938 h 929378"/>
                <a:gd name="connsiteX1" fmla="*/ 108476 w 792522"/>
                <a:gd name="connsiteY1" fmla="*/ 837938 h 929378"/>
                <a:gd name="connsiteX2" fmla="*/ 0 w 792522"/>
                <a:gd name="connsiteY2" fmla="*/ 641218 h 929378"/>
                <a:gd name="connsiteX3" fmla="*/ 353581 w 792522"/>
                <a:gd name="connsiteY3" fmla="*/ 0 h 929378"/>
                <a:gd name="connsiteX4" fmla="*/ 701082 w 792522"/>
                <a:gd name="connsiteY4" fmla="*/ 0 h 929378"/>
                <a:gd name="connsiteX5" fmla="*/ 792522 w 792522"/>
                <a:gd name="connsiteY5" fmla="*/ 929378 h 929378"/>
                <a:gd name="connsiteX0" fmla="*/ 701082 w 701082"/>
                <a:gd name="connsiteY0" fmla="*/ 837938 h 837938"/>
                <a:gd name="connsiteX1" fmla="*/ 108476 w 701082"/>
                <a:gd name="connsiteY1" fmla="*/ 837938 h 837938"/>
                <a:gd name="connsiteX2" fmla="*/ 0 w 701082"/>
                <a:gd name="connsiteY2" fmla="*/ 641218 h 837938"/>
                <a:gd name="connsiteX3" fmla="*/ 353581 w 701082"/>
                <a:gd name="connsiteY3" fmla="*/ 0 h 837938"/>
                <a:gd name="connsiteX4" fmla="*/ 701082 w 701082"/>
                <a:gd name="connsiteY4" fmla="*/ 0 h 837938"/>
                <a:gd name="connsiteX0" fmla="*/ 108476 w 701082"/>
                <a:gd name="connsiteY0" fmla="*/ 837938 h 837938"/>
                <a:gd name="connsiteX1" fmla="*/ 0 w 701082"/>
                <a:gd name="connsiteY1" fmla="*/ 641218 h 837938"/>
                <a:gd name="connsiteX2" fmla="*/ 353581 w 701082"/>
                <a:gd name="connsiteY2" fmla="*/ 0 h 837938"/>
                <a:gd name="connsiteX3" fmla="*/ 701082 w 701082"/>
                <a:gd name="connsiteY3" fmla="*/ 0 h 837938"/>
              </a:gdLst>
              <a:ahLst/>
              <a:cxnLst>
                <a:cxn ang="0">
                  <a:pos x="connsiteX0" y="connsiteY0"/>
                </a:cxn>
                <a:cxn ang="0">
                  <a:pos x="connsiteX1" y="connsiteY1"/>
                </a:cxn>
                <a:cxn ang="0">
                  <a:pos x="connsiteX2" y="connsiteY2"/>
                </a:cxn>
                <a:cxn ang="0">
                  <a:pos x="connsiteX3" y="connsiteY3"/>
                </a:cxn>
              </a:cxnLst>
              <a:rect l="l" t="t" r="r" b="b"/>
              <a:pathLst>
                <a:path w="701082" h="837938">
                  <a:moveTo>
                    <a:pt x="108476" y="837938"/>
                  </a:moveTo>
                  <a:lnTo>
                    <a:pt x="0" y="641218"/>
                  </a:lnTo>
                  <a:lnTo>
                    <a:pt x="353581" y="0"/>
                  </a:lnTo>
                  <a:lnTo>
                    <a:pt x="701082" y="0"/>
                  </a:lnTo>
                </a:path>
              </a:pathLst>
            </a:cu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 name="Hexagon 12">
              <a:extLst>
                <a:ext uri="{FF2B5EF4-FFF2-40B4-BE49-F238E27FC236}">
                  <a16:creationId xmlns:a16="http://schemas.microsoft.com/office/drawing/2014/main" id="{DFE1AF9C-8926-435A-872A-9A8B82DDA3A0}"/>
                </a:ext>
              </a:extLst>
            </p:cNvPr>
            <p:cNvSpPr/>
            <p:nvPr/>
          </p:nvSpPr>
          <p:spPr bwMode="gray">
            <a:xfrm rot="16200000">
              <a:off x="10590404" y="413931"/>
              <a:ext cx="156962" cy="135314"/>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 name="Hexagon 13">
              <a:extLst>
                <a:ext uri="{FF2B5EF4-FFF2-40B4-BE49-F238E27FC236}">
                  <a16:creationId xmlns:a16="http://schemas.microsoft.com/office/drawing/2014/main" id="{9EF89717-C352-4242-9340-9BCCF44F4934}"/>
                </a:ext>
              </a:extLst>
            </p:cNvPr>
            <p:cNvSpPr/>
            <p:nvPr/>
          </p:nvSpPr>
          <p:spPr bwMode="gray">
            <a:xfrm rot="16200000">
              <a:off x="10416049" y="180848"/>
              <a:ext cx="235337" cy="202877"/>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pic>
        <p:nvPicPr>
          <p:cNvPr id="2" name="Google Shape;14;p31">
            <a:extLst>
              <a:ext uri="{FF2B5EF4-FFF2-40B4-BE49-F238E27FC236}">
                <a16:creationId xmlns:a16="http://schemas.microsoft.com/office/drawing/2014/main" id="{C769DDA2-8D71-9F90-7F58-FDEBE583DD16}"/>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32333157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page 6">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24418269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93D030B4-4089-4967-B4BE-A4CEB06439B3}"/>
              </a:ext>
            </a:extLst>
          </p:cNvPr>
          <p:cNvPicPr>
            <a:picLocks noChangeAspect="1"/>
          </p:cNvPicPr>
          <p:nvPr userDrawn="1"/>
        </p:nvPicPr>
        <p:blipFill rotWithShape="1">
          <a:blip r:embed="rId5"/>
          <a:srcRect l="7642" t="7642"/>
          <a:stretch/>
        </p:blipFill>
        <p:spPr>
          <a:xfrm>
            <a:off x="0" y="-1"/>
            <a:ext cx="12192000" cy="6852042"/>
          </a:xfrm>
          <a:custGeom>
            <a:avLst/>
            <a:gdLst>
              <a:gd name="connsiteX0" fmla="*/ 11487150 w 12192000"/>
              <a:gd name="connsiteY0" fmla="*/ 6391276 h 6852042"/>
              <a:gd name="connsiteX1" fmla="*/ 11372850 w 12192000"/>
              <a:gd name="connsiteY1" fmla="*/ 6505576 h 6852042"/>
              <a:gd name="connsiteX2" fmla="*/ 11442659 w 12192000"/>
              <a:gd name="connsiteY2" fmla="*/ 6610894 h 6852042"/>
              <a:gd name="connsiteX3" fmla="*/ 11460420 w 12192000"/>
              <a:gd name="connsiteY3" fmla="*/ 6614480 h 6852042"/>
              <a:gd name="connsiteX4" fmla="*/ 11484467 w 12192000"/>
              <a:gd name="connsiteY4" fmla="*/ 6630693 h 6852042"/>
              <a:gd name="connsiteX5" fmla="*/ 11525250 w 12192000"/>
              <a:gd name="connsiteY5" fmla="*/ 6638926 h 6852042"/>
              <a:gd name="connsiteX6" fmla="*/ 11630025 w 12192000"/>
              <a:gd name="connsiteY6" fmla="*/ 6534151 h 6852042"/>
              <a:gd name="connsiteX7" fmla="*/ 11599337 w 12192000"/>
              <a:gd name="connsiteY7" fmla="*/ 6460064 h 6852042"/>
              <a:gd name="connsiteX8" fmla="*/ 11585480 w 12192000"/>
              <a:gd name="connsiteY8" fmla="*/ 6450721 h 6852042"/>
              <a:gd name="connsiteX9" fmla="*/ 11567972 w 12192000"/>
              <a:gd name="connsiteY9" fmla="*/ 6424754 h 6852042"/>
              <a:gd name="connsiteX10" fmla="*/ 11487150 w 12192000"/>
              <a:gd name="connsiteY10" fmla="*/ 6391276 h 6852042"/>
              <a:gd name="connsiteX11" fmla="*/ 0 w 12192000"/>
              <a:gd name="connsiteY11" fmla="*/ 0 h 6852042"/>
              <a:gd name="connsiteX12" fmla="*/ 12192000 w 12192000"/>
              <a:gd name="connsiteY12" fmla="*/ 0 h 6852042"/>
              <a:gd name="connsiteX13" fmla="*/ 12192000 w 12192000"/>
              <a:gd name="connsiteY13" fmla="*/ 6852042 h 6852042"/>
              <a:gd name="connsiteX14" fmla="*/ 0 w 12192000"/>
              <a:gd name="connsiteY14" fmla="*/ 6852042 h 68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2042">
                <a:moveTo>
                  <a:pt x="11487150" y="6391276"/>
                </a:moveTo>
                <a:cubicBezTo>
                  <a:pt x="11424024" y="6391276"/>
                  <a:pt x="11372850" y="6442450"/>
                  <a:pt x="11372850" y="6505576"/>
                </a:cubicBezTo>
                <a:cubicBezTo>
                  <a:pt x="11372850" y="6552921"/>
                  <a:pt x="11401635" y="6593542"/>
                  <a:pt x="11442659" y="6610894"/>
                </a:cubicBezTo>
                <a:lnTo>
                  <a:pt x="11460420" y="6614480"/>
                </a:lnTo>
                <a:lnTo>
                  <a:pt x="11484467" y="6630693"/>
                </a:lnTo>
                <a:cubicBezTo>
                  <a:pt x="11497002" y="6635994"/>
                  <a:pt x="11510783" y="6638926"/>
                  <a:pt x="11525250" y="6638926"/>
                </a:cubicBezTo>
                <a:cubicBezTo>
                  <a:pt x="11583116" y="6638926"/>
                  <a:pt x="11630025" y="6592017"/>
                  <a:pt x="11630025" y="6534151"/>
                </a:cubicBezTo>
                <a:cubicBezTo>
                  <a:pt x="11630025" y="6505218"/>
                  <a:pt x="11618298" y="6479024"/>
                  <a:pt x="11599337" y="6460064"/>
                </a:cubicBezTo>
                <a:lnTo>
                  <a:pt x="11585480" y="6450721"/>
                </a:lnTo>
                <a:lnTo>
                  <a:pt x="11567972" y="6424754"/>
                </a:lnTo>
                <a:cubicBezTo>
                  <a:pt x="11547288" y="6404070"/>
                  <a:pt x="11518713" y="6391276"/>
                  <a:pt x="11487150" y="6391276"/>
                </a:cubicBezTo>
                <a:close/>
                <a:moveTo>
                  <a:pt x="0" y="0"/>
                </a:moveTo>
                <a:lnTo>
                  <a:pt x="12192000" y="0"/>
                </a:lnTo>
                <a:lnTo>
                  <a:pt x="12192000" y="6852042"/>
                </a:lnTo>
                <a:lnTo>
                  <a:pt x="0" y="6852042"/>
                </a:lnTo>
                <a:close/>
              </a:path>
            </a:pathLst>
          </a:custGeom>
        </p:spPr>
      </p:pic>
      <p:cxnSp>
        <p:nvCxnSpPr>
          <p:cNvPr id="7" name="Straight Connector 6">
            <a:extLst>
              <a:ext uri="{FF2B5EF4-FFF2-40B4-BE49-F238E27FC236}">
                <a16:creationId xmlns:a16="http://schemas.microsoft.com/office/drawing/2014/main" id="{045921AD-2CED-03CE-7121-7C8BA98EDBA4}"/>
              </a:ext>
            </a:extLst>
          </p:cNvPr>
          <p:cNvCxnSpPr>
            <a:cxnSpLocks/>
          </p:cNvCxnSpPr>
          <p:nvPr userDrawn="1"/>
        </p:nvCxnSpPr>
        <p:spPr>
          <a:xfrm>
            <a:off x="-19251" y="3925957"/>
            <a:ext cx="1983973" cy="0"/>
          </a:xfrm>
          <a:prstGeom prst="line">
            <a:avLst/>
          </a:prstGeom>
          <a:ln w="31750" cap="flat"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Text Placeholder 12"/>
          <p:cNvSpPr>
            <a:spLocks noGrp="1"/>
          </p:cNvSpPr>
          <p:nvPr>
            <p:ph type="body" sz="quarter" idx="10" hasCustomPrompt="1"/>
          </p:nvPr>
        </p:nvSpPr>
        <p:spPr>
          <a:xfrm>
            <a:off x="2135928" y="3243618"/>
            <a:ext cx="3015049" cy="369332"/>
          </a:xfrm>
          <a:noFill/>
        </p:spPr>
        <p:txBody>
          <a:bodyPr wrap="square" lIns="91440" tIns="45720" rIns="91440" bIns="0" rtlCol="0">
            <a:noAutofit/>
          </a:bodyPr>
          <a:lstStyle>
            <a:lvl1pPr rtl="0">
              <a:lnSpc>
                <a:spcPct val="100000"/>
              </a:lnSpc>
              <a:spcBef>
                <a:spcPts val="0"/>
              </a:spcBef>
              <a:spcAft>
                <a:spcPts val="0"/>
              </a:spcAft>
              <a:defRPr lang="en-US" sz="1800" cap="all" spc="300" baseline="0" dirty="0">
                <a:solidFill>
                  <a:srgbClr val="575757"/>
                </a:solidFill>
                <a:latin typeface="+mn-lt"/>
                <a:ea typeface="+mn-ea"/>
                <a:cs typeface="+mn-cs"/>
              </a:defRPr>
            </a:lvl1pPr>
          </a:lstStyle>
          <a:p>
            <a:pPr lvl="0"/>
            <a:r>
              <a:rPr lang="en-US"/>
              <a:t>Update</a:t>
            </a:r>
          </a:p>
        </p:txBody>
      </p:sp>
      <p:sp>
        <p:nvSpPr>
          <p:cNvPr id="22" name="Title 21"/>
          <p:cNvSpPr>
            <a:spLocks noGrp="1"/>
          </p:cNvSpPr>
          <p:nvPr>
            <p:ph type="title" hasCustomPrompt="1"/>
          </p:nvPr>
        </p:nvSpPr>
        <p:spPr>
          <a:xfrm>
            <a:off x="2135928" y="3626677"/>
            <a:ext cx="1788371" cy="584775"/>
          </a:xfrm>
          <a:noFill/>
        </p:spPr>
        <p:txBody>
          <a:bodyPr vert="horz" wrap="square" lIns="91440" tIns="45720" rIns="91440" bIns="45720" rtlCol="0">
            <a:spAutoFit/>
          </a:bodyPr>
          <a:lstStyle>
            <a:lvl1pPr rtl="0">
              <a:lnSpc>
                <a:spcPct val="100000"/>
              </a:lnSpc>
              <a:defRPr lang="en-US" sz="3200" cap="all" spc="300" baseline="0">
                <a:solidFill>
                  <a:srgbClr val="295BAB"/>
                </a:solidFill>
                <a:latin typeface="Franklin Gothic Heavy" panose="020B0903020102020204" pitchFamily="34" charset="0"/>
                <a:ea typeface="+mj-ea"/>
                <a:cs typeface="+mj-cs"/>
              </a:defRPr>
            </a:lvl1pPr>
          </a:lstStyle>
          <a:p>
            <a:pPr lvl="0"/>
            <a:r>
              <a:rPr lang="en-US"/>
              <a:t>Text</a:t>
            </a:r>
          </a:p>
        </p:txBody>
      </p:sp>
      <p:cxnSp>
        <p:nvCxnSpPr>
          <p:cNvPr id="9" name="Straight Connector 8">
            <a:extLst>
              <a:ext uri="{FF2B5EF4-FFF2-40B4-BE49-F238E27FC236}">
                <a16:creationId xmlns:a16="http://schemas.microsoft.com/office/drawing/2014/main" id="{00B28282-234B-4A3B-BE45-43813EF520F5}"/>
              </a:ext>
            </a:extLst>
          </p:cNvPr>
          <p:cNvCxnSpPr>
            <a:cxnSpLocks/>
          </p:cNvCxnSpPr>
          <p:nvPr userDrawn="1"/>
        </p:nvCxnSpPr>
        <p:spPr>
          <a:xfrm>
            <a:off x="6578600" y="3925957"/>
            <a:ext cx="5613400"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221E75B-76E4-406C-B6AE-175EE0FBFC93}"/>
              </a:ext>
            </a:extLst>
          </p:cNvPr>
          <p:cNvCxnSpPr>
            <a:cxnSpLocks/>
          </p:cNvCxnSpPr>
          <p:nvPr userDrawn="1"/>
        </p:nvCxnSpPr>
        <p:spPr>
          <a:xfrm>
            <a:off x="3837525" y="3925957"/>
            <a:ext cx="1801275"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Graphic 32">
            <a:extLst>
              <a:ext uri="{FF2B5EF4-FFF2-40B4-BE49-F238E27FC236}">
                <a16:creationId xmlns:a16="http://schemas.microsoft.com/office/drawing/2014/main" id="{1DD9D496-D0C7-4E03-844F-EAD8150C5F77}"/>
              </a:ext>
            </a:extLst>
          </p:cNvPr>
          <p:cNvSpPr/>
          <p:nvPr userDrawn="1"/>
        </p:nvSpPr>
        <p:spPr>
          <a:xfrm>
            <a:off x="5718970" y="3501775"/>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rtl="0"/>
            <a:endParaRPr lang="en-US"/>
          </a:p>
        </p:txBody>
      </p:sp>
      <p:pic>
        <p:nvPicPr>
          <p:cNvPr id="2" name="Google Shape;14;p31">
            <a:extLst>
              <a:ext uri="{FF2B5EF4-FFF2-40B4-BE49-F238E27FC236}">
                <a16:creationId xmlns:a16="http://schemas.microsoft.com/office/drawing/2014/main" id="{CC121C9D-ED2E-D3A8-44A3-B0ABF3EA02EA}"/>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13513164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age 7">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397968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0FB2475-62BB-479F-B0C0-EEFC0804FC0F}"/>
              </a:ext>
            </a:extLst>
          </p:cNvPr>
          <p:cNvPicPr>
            <a:picLocks noChangeAspect="1"/>
          </p:cNvPicPr>
          <p:nvPr userDrawn="1"/>
        </p:nvPicPr>
        <p:blipFill rotWithShape="1">
          <a:blip r:embed="rId5"/>
          <a:srcRect l="7642" t="7642"/>
          <a:stretch/>
        </p:blipFill>
        <p:spPr>
          <a:xfrm>
            <a:off x="0" y="-1"/>
            <a:ext cx="12192000" cy="6852042"/>
          </a:xfrm>
          <a:custGeom>
            <a:avLst/>
            <a:gdLst>
              <a:gd name="connsiteX0" fmla="*/ 11487150 w 12192000"/>
              <a:gd name="connsiteY0" fmla="*/ 6391276 h 6852042"/>
              <a:gd name="connsiteX1" fmla="*/ 11372850 w 12192000"/>
              <a:gd name="connsiteY1" fmla="*/ 6505576 h 6852042"/>
              <a:gd name="connsiteX2" fmla="*/ 11442659 w 12192000"/>
              <a:gd name="connsiteY2" fmla="*/ 6610894 h 6852042"/>
              <a:gd name="connsiteX3" fmla="*/ 11460420 w 12192000"/>
              <a:gd name="connsiteY3" fmla="*/ 6614480 h 6852042"/>
              <a:gd name="connsiteX4" fmla="*/ 11484467 w 12192000"/>
              <a:gd name="connsiteY4" fmla="*/ 6630693 h 6852042"/>
              <a:gd name="connsiteX5" fmla="*/ 11525250 w 12192000"/>
              <a:gd name="connsiteY5" fmla="*/ 6638926 h 6852042"/>
              <a:gd name="connsiteX6" fmla="*/ 11630025 w 12192000"/>
              <a:gd name="connsiteY6" fmla="*/ 6534151 h 6852042"/>
              <a:gd name="connsiteX7" fmla="*/ 11599337 w 12192000"/>
              <a:gd name="connsiteY7" fmla="*/ 6460064 h 6852042"/>
              <a:gd name="connsiteX8" fmla="*/ 11585480 w 12192000"/>
              <a:gd name="connsiteY8" fmla="*/ 6450721 h 6852042"/>
              <a:gd name="connsiteX9" fmla="*/ 11567972 w 12192000"/>
              <a:gd name="connsiteY9" fmla="*/ 6424754 h 6852042"/>
              <a:gd name="connsiteX10" fmla="*/ 11487150 w 12192000"/>
              <a:gd name="connsiteY10" fmla="*/ 6391276 h 6852042"/>
              <a:gd name="connsiteX11" fmla="*/ 0 w 12192000"/>
              <a:gd name="connsiteY11" fmla="*/ 0 h 6852042"/>
              <a:gd name="connsiteX12" fmla="*/ 12192000 w 12192000"/>
              <a:gd name="connsiteY12" fmla="*/ 0 h 6852042"/>
              <a:gd name="connsiteX13" fmla="*/ 12192000 w 12192000"/>
              <a:gd name="connsiteY13" fmla="*/ 6852042 h 6852042"/>
              <a:gd name="connsiteX14" fmla="*/ 0 w 12192000"/>
              <a:gd name="connsiteY14" fmla="*/ 6852042 h 68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2042">
                <a:moveTo>
                  <a:pt x="11487150" y="6391276"/>
                </a:moveTo>
                <a:cubicBezTo>
                  <a:pt x="11424024" y="6391276"/>
                  <a:pt x="11372850" y="6442450"/>
                  <a:pt x="11372850" y="6505576"/>
                </a:cubicBezTo>
                <a:cubicBezTo>
                  <a:pt x="11372850" y="6552921"/>
                  <a:pt x="11401635" y="6593542"/>
                  <a:pt x="11442659" y="6610894"/>
                </a:cubicBezTo>
                <a:lnTo>
                  <a:pt x="11460420" y="6614480"/>
                </a:lnTo>
                <a:lnTo>
                  <a:pt x="11484467" y="6630693"/>
                </a:lnTo>
                <a:cubicBezTo>
                  <a:pt x="11497002" y="6635994"/>
                  <a:pt x="11510783" y="6638926"/>
                  <a:pt x="11525250" y="6638926"/>
                </a:cubicBezTo>
                <a:cubicBezTo>
                  <a:pt x="11583116" y="6638926"/>
                  <a:pt x="11630025" y="6592017"/>
                  <a:pt x="11630025" y="6534151"/>
                </a:cubicBezTo>
                <a:cubicBezTo>
                  <a:pt x="11630025" y="6505218"/>
                  <a:pt x="11618298" y="6479024"/>
                  <a:pt x="11599337" y="6460064"/>
                </a:cubicBezTo>
                <a:lnTo>
                  <a:pt x="11585480" y="6450721"/>
                </a:lnTo>
                <a:lnTo>
                  <a:pt x="11567972" y="6424754"/>
                </a:lnTo>
                <a:cubicBezTo>
                  <a:pt x="11547288" y="6404070"/>
                  <a:pt x="11518713" y="6391276"/>
                  <a:pt x="11487150" y="6391276"/>
                </a:cubicBezTo>
                <a:close/>
                <a:moveTo>
                  <a:pt x="0" y="0"/>
                </a:moveTo>
                <a:lnTo>
                  <a:pt x="12192000" y="0"/>
                </a:lnTo>
                <a:lnTo>
                  <a:pt x="12192000" y="6852042"/>
                </a:lnTo>
                <a:lnTo>
                  <a:pt x="0" y="6852042"/>
                </a:lnTo>
                <a:close/>
              </a:path>
            </a:pathLst>
          </a:custGeom>
        </p:spPr>
      </p:pic>
      <p:cxnSp>
        <p:nvCxnSpPr>
          <p:cNvPr id="18" name="Straight Connector 17">
            <a:extLst>
              <a:ext uri="{FF2B5EF4-FFF2-40B4-BE49-F238E27FC236}">
                <a16:creationId xmlns:a16="http://schemas.microsoft.com/office/drawing/2014/main" id="{646C1707-7AF4-47D6-A8BA-16F537321BAF}"/>
              </a:ext>
            </a:extLst>
          </p:cNvPr>
          <p:cNvCxnSpPr>
            <a:cxnSpLocks/>
          </p:cNvCxnSpPr>
          <p:nvPr userDrawn="1"/>
        </p:nvCxnSpPr>
        <p:spPr>
          <a:xfrm>
            <a:off x="-19251" y="3925957"/>
            <a:ext cx="451051" cy="0"/>
          </a:xfrm>
          <a:prstGeom prst="line">
            <a:avLst/>
          </a:prstGeom>
          <a:ln w="31750" cap="flat"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Graphic 32">
            <a:extLst>
              <a:ext uri="{FF2B5EF4-FFF2-40B4-BE49-F238E27FC236}">
                <a16:creationId xmlns:a16="http://schemas.microsoft.com/office/drawing/2014/main" id="{19541143-1219-4326-B927-A1B847964EBA}"/>
              </a:ext>
            </a:extLst>
          </p:cNvPr>
          <p:cNvSpPr/>
          <p:nvPr userDrawn="1"/>
        </p:nvSpPr>
        <p:spPr>
          <a:xfrm>
            <a:off x="511970" y="3507559"/>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Trebuchet MS"/>
              <a:ea typeface="+mn-ea"/>
              <a:cs typeface="+mn-cs"/>
            </a:endParaRPr>
          </a:p>
        </p:txBody>
      </p:sp>
      <p:sp>
        <p:nvSpPr>
          <p:cNvPr id="23" name="Title 20"/>
          <p:cNvSpPr>
            <a:spLocks noGrp="1"/>
          </p:cNvSpPr>
          <p:nvPr>
            <p:ph type="title" hasCustomPrompt="1"/>
          </p:nvPr>
        </p:nvSpPr>
        <p:spPr>
          <a:xfrm>
            <a:off x="1409262" y="3614354"/>
            <a:ext cx="5260753" cy="584775"/>
          </a:xfrm>
          <a:noFill/>
        </p:spPr>
        <p:txBody>
          <a:bodyPr vert="horz" wrap="square" lIns="91440" tIns="45720" rIns="91440" bIns="45720" rtlCol="0">
            <a:noAutofit/>
          </a:bodyPr>
          <a:lstStyle>
            <a:lvl1pPr rtl="0">
              <a:lnSpc>
                <a:spcPct val="100000"/>
              </a:lnSpc>
              <a:defRPr lang="en-US" sz="3200" kern="1200" cap="all" spc="300" baseline="0" dirty="0">
                <a:solidFill>
                  <a:srgbClr val="295BAB"/>
                </a:solidFill>
                <a:latin typeface="Franklin Gothic Heavy" panose="020B0903020102020204" pitchFamily="34" charset="0"/>
                <a:ea typeface="+mj-ea"/>
                <a:cs typeface="+mj-cs"/>
                <a:sym typeface="Trebuchet MS" panose="020B0603020202020204" pitchFamily="34" charset="0"/>
              </a:defRPr>
            </a:lvl1pPr>
          </a:lstStyle>
          <a:p>
            <a:pPr lvl="0" algn="l" defTabSz="914400" rtl="0" eaLnBrk="1" latinLnBrk="0" hangingPunct="1">
              <a:lnSpc>
                <a:spcPct val="100000"/>
              </a:lnSpc>
              <a:spcBef>
                <a:spcPct val="0"/>
              </a:spcBef>
              <a:buNone/>
            </a:pPr>
            <a:r>
              <a:rPr lang="en-US"/>
              <a:t>Click to add text</a:t>
            </a:r>
            <a:endParaRPr lang="en-US" sz="3200" spc="300">
              <a:solidFill>
                <a:srgbClr val="295BAB"/>
              </a:solidFill>
              <a:latin typeface="Franklin Gothic Heavy" panose="020B0903020102020204" pitchFamily="34" charset="0"/>
            </a:endParaRPr>
          </a:p>
        </p:txBody>
      </p:sp>
      <p:sp>
        <p:nvSpPr>
          <p:cNvPr id="22" name="Text Placeholder 12"/>
          <p:cNvSpPr>
            <a:spLocks noGrp="1"/>
          </p:cNvSpPr>
          <p:nvPr>
            <p:ph type="body" sz="quarter" idx="12" hasCustomPrompt="1"/>
          </p:nvPr>
        </p:nvSpPr>
        <p:spPr>
          <a:xfrm>
            <a:off x="1409262" y="3249402"/>
            <a:ext cx="3015049" cy="369332"/>
          </a:xfrm>
          <a:noFill/>
        </p:spPr>
        <p:txBody>
          <a:bodyPr wrap="square" lIns="91440" tIns="45720" rIns="91440" bIns="0" rtlCol="0">
            <a:noAutofit/>
          </a:bodyPr>
          <a:lstStyle>
            <a:lvl1pPr rtl="0">
              <a:lnSpc>
                <a:spcPct val="100000"/>
              </a:lnSpc>
              <a:spcBef>
                <a:spcPts val="0"/>
              </a:spcBef>
              <a:spcAft>
                <a:spcPts val="0"/>
              </a:spcAft>
              <a:defRPr lang="en-US" sz="1800" cap="all" spc="300" baseline="0" dirty="0">
                <a:solidFill>
                  <a:schemeClr val="tx1"/>
                </a:solidFill>
                <a:latin typeface="+mn-lt"/>
                <a:ea typeface="+mn-ea"/>
                <a:cs typeface="+mn-cs"/>
              </a:defRPr>
            </a:lvl1pPr>
          </a:lstStyle>
          <a:p>
            <a:pPr lvl="0"/>
            <a:r>
              <a:rPr lang="en-US"/>
              <a:t>Update</a:t>
            </a:r>
          </a:p>
        </p:txBody>
      </p:sp>
      <p:pic>
        <p:nvPicPr>
          <p:cNvPr id="2" name="Google Shape;14;p31">
            <a:extLst>
              <a:ext uri="{FF2B5EF4-FFF2-40B4-BE49-F238E27FC236}">
                <a16:creationId xmlns:a16="http://schemas.microsoft.com/office/drawing/2014/main" id="{C9F8B100-87A7-52AD-F346-E50C0A07A757}"/>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2176495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page 8">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7502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31A032A3-6AA5-44EE-A3A7-6E2240C4F8DB}"/>
              </a:ext>
            </a:extLst>
          </p:cNvPr>
          <p:cNvPicPr>
            <a:picLocks noChangeAspect="1"/>
          </p:cNvPicPr>
          <p:nvPr userDrawn="1"/>
        </p:nvPicPr>
        <p:blipFill rotWithShape="1">
          <a:blip r:embed="rId5"/>
          <a:srcRect l="7642" t="7642"/>
          <a:stretch/>
        </p:blipFill>
        <p:spPr>
          <a:xfrm>
            <a:off x="0" y="-1"/>
            <a:ext cx="12192000" cy="6852042"/>
          </a:xfrm>
          <a:custGeom>
            <a:avLst/>
            <a:gdLst>
              <a:gd name="connsiteX0" fmla="*/ 11487150 w 12192000"/>
              <a:gd name="connsiteY0" fmla="*/ 6391276 h 6852042"/>
              <a:gd name="connsiteX1" fmla="*/ 11372850 w 12192000"/>
              <a:gd name="connsiteY1" fmla="*/ 6505576 h 6852042"/>
              <a:gd name="connsiteX2" fmla="*/ 11442659 w 12192000"/>
              <a:gd name="connsiteY2" fmla="*/ 6610894 h 6852042"/>
              <a:gd name="connsiteX3" fmla="*/ 11460420 w 12192000"/>
              <a:gd name="connsiteY3" fmla="*/ 6614480 h 6852042"/>
              <a:gd name="connsiteX4" fmla="*/ 11484467 w 12192000"/>
              <a:gd name="connsiteY4" fmla="*/ 6630693 h 6852042"/>
              <a:gd name="connsiteX5" fmla="*/ 11525250 w 12192000"/>
              <a:gd name="connsiteY5" fmla="*/ 6638926 h 6852042"/>
              <a:gd name="connsiteX6" fmla="*/ 11630025 w 12192000"/>
              <a:gd name="connsiteY6" fmla="*/ 6534151 h 6852042"/>
              <a:gd name="connsiteX7" fmla="*/ 11599337 w 12192000"/>
              <a:gd name="connsiteY7" fmla="*/ 6460064 h 6852042"/>
              <a:gd name="connsiteX8" fmla="*/ 11585480 w 12192000"/>
              <a:gd name="connsiteY8" fmla="*/ 6450721 h 6852042"/>
              <a:gd name="connsiteX9" fmla="*/ 11567972 w 12192000"/>
              <a:gd name="connsiteY9" fmla="*/ 6424754 h 6852042"/>
              <a:gd name="connsiteX10" fmla="*/ 11487150 w 12192000"/>
              <a:gd name="connsiteY10" fmla="*/ 6391276 h 6852042"/>
              <a:gd name="connsiteX11" fmla="*/ 0 w 12192000"/>
              <a:gd name="connsiteY11" fmla="*/ 0 h 6852042"/>
              <a:gd name="connsiteX12" fmla="*/ 12192000 w 12192000"/>
              <a:gd name="connsiteY12" fmla="*/ 0 h 6852042"/>
              <a:gd name="connsiteX13" fmla="*/ 12192000 w 12192000"/>
              <a:gd name="connsiteY13" fmla="*/ 6852042 h 6852042"/>
              <a:gd name="connsiteX14" fmla="*/ 0 w 12192000"/>
              <a:gd name="connsiteY14" fmla="*/ 6852042 h 68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2042">
                <a:moveTo>
                  <a:pt x="11487150" y="6391276"/>
                </a:moveTo>
                <a:cubicBezTo>
                  <a:pt x="11424024" y="6391276"/>
                  <a:pt x="11372850" y="6442450"/>
                  <a:pt x="11372850" y="6505576"/>
                </a:cubicBezTo>
                <a:cubicBezTo>
                  <a:pt x="11372850" y="6552921"/>
                  <a:pt x="11401635" y="6593542"/>
                  <a:pt x="11442659" y="6610894"/>
                </a:cubicBezTo>
                <a:lnTo>
                  <a:pt x="11460420" y="6614480"/>
                </a:lnTo>
                <a:lnTo>
                  <a:pt x="11484467" y="6630693"/>
                </a:lnTo>
                <a:cubicBezTo>
                  <a:pt x="11497002" y="6635994"/>
                  <a:pt x="11510783" y="6638926"/>
                  <a:pt x="11525250" y="6638926"/>
                </a:cubicBezTo>
                <a:cubicBezTo>
                  <a:pt x="11583116" y="6638926"/>
                  <a:pt x="11630025" y="6592017"/>
                  <a:pt x="11630025" y="6534151"/>
                </a:cubicBezTo>
                <a:cubicBezTo>
                  <a:pt x="11630025" y="6505218"/>
                  <a:pt x="11618298" y="6479024"/>
                  <a:pt x="11599337" y="6460064"/>
                </a:cubicBezTo>
                <a:lnTo>
                  <a:pt x="11585480" y="6450721"/>
                </a:lnTo>
                <a:lnTo>
                  <a:pt x="11567972" y="6424754"/>
                </a:lnTo>
                <a:cubicBezTo>
                  <a:pt x="11547288" y="6404070"/>
                  <a:pt x="11518713" y="6391276"/>
                  <a:pt x="11487150" y="6391276"/>
                </a:cubicBezTo>
                <a:close/>
                <a:moveTo>
                  <a:pt x="0" y="0"/>
                </a:moveTo>
                <a:lnTo>
                  <a:pt x="12192000" y="0"/>
                </a:lnTo>
                <a:lnTo>
                  <a:pt x="12192000" y="6852042"/>
                </a:lnTo>
                <a:lnTo>
                  <a:pt x="0" y="6852042"/>
                </a:lnTo>
                <a:close/>
              </a:path>
            </a:pathLst>
          </a:custGeom>
        </p:spPr>
      </p:pic>
      <p:cxnSp>
        <p:nvCxnSpPr>
          <p:cNvPr id="24" name="Straight Connector 23">
            <a:extLst>
              <a:ext uri="{FF2B5EF4-FFF2-40B4-BE49-F238E27FC236}">
                <a16:creationId xmlns:a16="http://schemas.microsoft.com/office/drawing/2014/main" id="{FC3B64EB-AB4C-4F19-91E9-F3EBB815F71A}"/>
              </a:ext>
            </a:extLst>
          </p:cNvPr>
          <p:cNvCxnSpPr>
            <a:cxnSpLocks/>
          </p:cNvCxnSpPr>
          <p:nvPr userDrawn="1"/>
        </p:nvCxnSpPr>
        <p:spPr>
          <a:xfrm>
            <a:off x="6578600" y="3544957"/>
            <a:ext cx="5613400" cy="0"/>
          </a:xfrm>
          <a:prstGeom prst="line">
            <a:avLst/>
          </a:prstGeom>
          <a:noFill/>
          <a:ln w="31750" cap="rnd" cmpd="sng" algn="ctr">
            <a:solidFill>
              <a:srgbClr val="C02B25"/>
            </a:solidFill>
            <a:prstDash val="solid"/>
            <a:miter lim="800000"/>
            <a:headEnd type="none" w="med" len="med"/>
            <a:tailEnd type="none" w="med" len="med"/>
          </a:ln>
          <a:effectLst/>
        </p:spPr>
      </p:cxnSp>
      <p:sp>
        <p:nvSpPr>
          <p:cNvPr id="42" name="Text Placeholder 41"/>
          <p:cNvSpPr>
            <a:spLocks noGrp="1"/>
          </p:cNvSpPr>
          <p:nvPr>
            <p:ph type="body" sz="quarter" idx="10" hasCustomPrompt="1"/>
          </p:nvPr>
        </p:nvSpPr>
        <p:spPr>
          <a:xfrm>
            <a:off x="1447800" y="3142936"/>
            <a:ext cx="3263900" cy="880241"/>
          </a:xfrm>
        </p:spPr>
        <p:txBody>
          <a:bodyPr lIns="91440" tIns="45720" rIns="91440" bIns="45720" anchor="ctr"/>
          <a:lstStyle>
            <a:lvl1pPr rtl="0">
              <a:lnSpc>
                <a:spcPct val="80000"/>
              </a:lnSpc>
              <a:spcBef>
                <a:spcPts val="0"/>
              </a:spcBef>
              <a:spcAft>
                <a:spcPts val="0"/>
              </a:spcAft>
              <a:defRPr sz="3200" cap="all" spc="300" baseline="0">
                <a:solidFill>
                  <a:srgbClr val="295BAB"/>
                </a:solidFill>
                <a:latin typeface="Franklin Gothic Heavy" panose="020B0903020102020204" pitchFamily="34" charset="0"/>
              </a:defRPr>
            </a:lvl1pPr>
          </a:lstStyle>
          <a:p>
            <a:pPr lvl="0"/>
            <a:r>
              <a:rPr lang="en-US"/>
              <a:t>Click to add Text here</a:t>
            </a:r>
          </a:p>
        </p:txBody>
      </p:sp>
      <p:cxnSp>
        <p:nvCxnSpPr>
          <p:cNvPr id="26" name="Straight Connector 25">
            <a:extLst>
              <a:ext uri="{FF2B5EF4-FFF2-40B4-BE49-F238E27FC236}">
                <a16:creationId xmlns:a16="http://schemas.microsoft.com/office/drawing/2014/main" id="{6C1227E8-1CAC-4C25-81B8-17281181AF26}"/>
              </a:ext>
            </a:extLst>
          </p:cNvPr>
          <p:cNvCxnSpPr>
            <a:cxnSpLocks/>
          </p:cNvCxnSpPr>
          <p:nvPr userDrawn="1"/>
        </p:nvCxnSpPr>
        <p:spPr>
          <a:xfrm>
            <a:off x="4610100" y="3544957"/>
            <a:ext cx="1028700" cy="0"/>
          </a:xfrm>
          <a:prstGeom prst="line">
            <a:avLst/>
          </a:prstGeom>
          <a:noFill/>
          <a:ln w="31750" cap="rnd" cmpd="sng" algn="ctr">
            <a:solidFill>
              <a:srgbClr val="C02B25"/>
            </a:solidFill>
            <a:prstDash val="solid"/>
            <a:miter lim="800000"/>
            <a:headEnd type="none" w="med" len="med"/>
            <a:tailEnd type="none" w="med" len="med"/>
          </a:ln>
          <a:effectLst/>
        </p:spPr>
      </p:cxnSp>
      <p:sp>
        <p:nvSpPr>
          <p:cNvPr id="27" name="Graphic 32">
            <a:extLst>
              <a:ext uri="{FF2B5EF4-FFF2-40B4-BE49-F238E27FC236}">
                <a16:creationId xmlns:a16="http://schemas.microsoft.com/office/drawing/2014/main" id="{7529B637-6F63-499B-9CA1-43C04816D4D8}"/>
              </a:ext>
            </a:extLst>
          </p:cNvPr>
          <p:cNvSpPr/>
          <p:nvPr userDrawn="1"/>
        </p:nvSpPr>
        <p:spPr>
          <a:xfrm>
            <a:off x="5718969" y="3120775"/>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rtl="0">
              <a:defRPr/>
            </a:pPr>
            <a:endParaRPr lang="en-US">
              <a:solidFill>
                <a:srgbClr val="575757"/>
              </a:solidFill>
              <a:latin typeface="Trebuchet MS"/>
            </a:endParaRPr>
          </a:p>
        </p:txBody>
      </p:sp>
      <p:cxnSp>
        <p:nvCxnSpPr>
          <p:cNvPr id="28" name="Straight Connector 27">
            <a:extLst>
              <a:ext uri="{FF2B5EF4-FFF2-40B4-BE49-F238E27FC236}">
                <a16:creationId xmlns:a16="http://schemas.microsoft.com/office/drawing/2014/main" id="{BDF0FD2A-D29B-479A-8B6B-F57CED30C5BA}"/>
              </a:ext>
            </a:extLst>
          </p:cNvPr>
          <p:cNvCxnSpPr>
            <a:cxnSpLocks/>
          </p:cNvCxnSpPr>
          <p:nvPr userDrawn="1"/>
        </p:nvCxnSpPr>
        <p:spPr>
          <a:xfrm>
            <a:off x="0" y="3544957"/>
            <a:ext cx="1295400" cy="0"/>
          </a:xfrm>
          <a:prstGeom prst="line">
            <a:avLst/>
          </a:prstGeom>
          <a:noFill/>
          <a:ln w="31750" cap="rnd" cmpd="sng" algn="ctr">
            <a:solidFill>
              <a:srgbClr val="C02B25"/>
            </a:solidFill>
            <a:prstDash val="solid"/>
            <a:miter lim="800000"/>
            <a:headEnd type="none" w="med" len="med"/>
            <a:tailEnd type="none" w="med" len="med"/>
          </a:ln>
          <a:effectLst/>
        </p:spPr>
      </p:cxnSp>
      <p:pic>
        <p:nvPicPr>
          <p:cNvPr id="2" name="Google Shape;14;p31">
            <a:extLst>
              <a:ext uri="{FF2B5EF4-FFF2-40B4-BE49-F238E27FC236}">
                <a16:creationId xmlns:a16="http://schemas.microsoft.com/office/drawing/2014/main" id="{784299F9-6760-CDC7-82B7-7E08F134AADE}"/>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18057326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page 9">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37145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477428B9-B0FB-4045-86A2-D6CCE2B5A274}"/>
              </a:ext>
            </a:extLst>
          </p:cNvPr>
          <p:cNvPicPr>
            <a:picLocks noChangeAspect="1"/>
          </p:cNvPicPr>
          <p:nvPr userDrawn="1"/>
        </p:nvPicPr>
        <p:blipFill rotWithShape="1">
          <a:blip r:embed="rId5"/>
          <a:srcRect l="7642" t="7642"/>
          <a:stretch/>
        </p:blipFill>
        <p:spPr>
          <a:xfrm>
            <a:off x="0" y="-1"/>
            <a:ext cx="12192000" cy="6852042"/>
          </a:xfrm>
          <a:custGeom>
            <a:avLst/>
            <a:gdLst>
              <a:gd name="connsiteX0" fmla="*/ 11487150 w 12192000"/>
              <a:gd name="connsiteY0" fmla="*/ 6391276 h 6852042"/>
              <a:gd name="connsiteX1" fmla="*/ 11372850 w 12192000"/>
              <a:gd name="connsiteY1" fmla="*/ 6505576 h 6852042"/>
              <a:gd name="connsiteX2" fmla="*/ 11442659 w 12192000"/>
              <a:gd name="connsiteY2" fmla="*/ 6610894 h 6852042"/>
              <a:gd name="connsiteX3" fmla="*/ 11460420 w 12192000"/>
              <a:gd name="connsiteY3" fmla="*/ 6614480 h 6852042"/>
              <a:gd name="connsiteX4" fmla="*/ 11484467 w 12192000"/>
              <a:gd name="connsiteY4" fmla="*/ 6630693 h 6852042"/>
              <a:gd name="connsiteX5" fmla="*/ 11525250 w 12192000"/>
              <a:gd name="connsiteY5" fmla="*/ 6638926 h 6852042"/>
              <a:gd name="connsiteX6" fmla="*/ 11630025 w 12192000"/>
              <a:gd name="connsiteY6" fmla="*/ 6534151 h 6852042"/>
              <a:gd name="connsiteX7" fmla="*/ 11599337 w 12192000"/>
              <a:gd name="connsiteY7" fmla="*/ 6460064 h 6852042"/>
              <a:gd name="connsiteX8" fmla="*/ 11585480 w 12192000"/>
              <a:gd name="connsiteY8" fmla="*/ 6450721 h 6852042"/>
              <a:gd name="connsiteX9" fmla="*/ 11567972 w 12192000"/>
              <a:gd name="connsiteY9" fmla="*/ 6424754 h 6852042"/>
              <a:gd name="connsiteX10" fmla="*/ 11487150 w 12192000"/>
              <a:gd name="connsiteY10" fmla="*/ 6391276 h 6852042"/>
              <a:gd name="connsiteX11" fmla="*/ 0 w 12192000"/>
              <a:gd name="connsiteY11" fmla="*/ 0 h 6852042"/>
              <a:gd name="connsiteX12" fmla="*/ 12192000 w 12192000"/>
              <a:gd name="connsiteY12" fmla="*/ 0 h 6852042"/>
              <a:gd name="connsiteX13" fmla="*/ 12192000 w 12192000"/>
              <a:gd name="connsiteY13" fmla="*/ 6852042 h 6852042"/>
              <a:gd name="connsiteX14" fmla="*/ 0 w 12192000"/>
              <a:gd name="connsiteY14" fmla="*/ 6852042 h 68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2042">
                <a:moveTo>
                  <a:pt x="11487150" y="6391276"/>
                </a:moveTo>
                <a:cubicBezTo>
                  <a:pt x="11424024" y="6391276"/>
                  <a:pt x="11372850" y="6442450"/>
                  <a:pt x="11372850" y="6505576"/>
                </a:cubicBezTo>
                <a:cubicBezTo>
                  <a:pt x="11372850" y="6552921"/>
                  <a:pt x="11401635" y="6593542"/>
                  <a:pt x="11442659" y="6610894"/>
                </a:cubicBezTo>
                <a:lnTo>
                  <a:pt x="11460420" y="6614480"/>
                </a:lnTo>
                <a:lnTo>
                  <a:pt x="11484467" y="6630693"/>
                </a:lnTo>
                <a:cubicBezTo>
                  <a:pt x="11497002" y="6635994"/>
                  <a:pt x="11510783" y="6638926"/>
                  <a:pt x="11525250" y="6638926"/>
                </a:cubicBezTo>
                <a:cubicBezTo>
                  <a:pt x="11583116" y="6638926"/>
                  <a:pt x="11630025" y="6592017"/>
                  <a:pt x="11630025" y="6534151"/>
                </a:cubicBezTo>
                <a:cubicBezTo>
                  <a:pt x="11630025" y="6505218"/>
                  <a:pt x="11618298" y="6479024"/>
                  <a:pt x="11599337" y="6460064"/>
                </a:cubicBezTo>
                <a:lnTo>
                  <a:pt x="11585480" y="6450721"/>
                </a:lnTo>
                <a:lnTo>
                  <a:pt x="11567972" y="6424754"/>
                </a:lnTo>
                <a:cubicBezTo>
                  <a:pt x="11547288" y="6404070"/>
                  <a:pt x="11518713" y="6391276"/>
                  <a:pt x="11487150" y="6391276"/>
                </a:cubicBezTo>
                <a:close/>
                <a:moveTo>
                  <a:pt x="0" y="0"/>
                </a:moveTo>
                <a:lnTo>
                  <a:pt x="12192000" y="0"/>
                </a:lnTo>
                <a:lnTo>
                  <a:pt x="12192000" y="6852042"/>
                </a:lnTo>
                <a:lnTo>
                  <a:pt x="0" y="6852042"/>
                </a:lnTo>
                <a:close/>
              </a:path>
            </a:pathLst>
          </a:custGeom>
        </p:spPr>
      </p:pic>
      <p:sp>
        <p:nvSpPr>
          <p:cNvPr id="16" name="Text Placeholder 41"/>
          <p:cNvSpPr>
            <a:spLocks noGrp="1"/>
          </p:cNvSpPr>
          <p:nvPr>
            <p:ph type="body" sz="quarter" idx="10" hasCustomPrompt="1"/>
          </p:nvPr>
        </p:nvSpPr>
        <p:spPr>
          <a:xfrm>
            <a:off x="1683914" y="3103780"/>
            <a:ext cx="4722071" cy="584775"/>
          </a:xfrm>
        </p:spPr>
        <p:txBody>
          <a:bodyPr lIns="91440" tIns="45720" rIns="91440" bIns="45720" anchor="t"/>
          <a:lstStyle>
            <a:lvl1pPr rtl="0">
              <a:lnSpc>
                <a:spcPct val="100000"/>
              </a:lnSpc>
              <a:spcBef>
                <a:spcPts val="0"/>
              </a:spcBef>
              <a:spcAft>
                <a:spcPts val="0"/>
              </a:spcAft>
              <a:defRPr sz="3200" cap="all" spc="300" baseline="0">
                <a:solidFill>
                  <a:srgbClr val="295BAB"/>
                </a:solidFill>
                <a:latin typeface="Franklin Gothic Heavy" panose="020B0903020102020204" pitchFamily="34" charset="0"/>
              </a:defRPr>
            </a:lvl1pPr>
          </a:lstStyle>
          <a:p>
            <a:pPr lvl="0"/>
            <a:r>
              <a:rPr lang="en-US"/>
              <a:t>Click to add text</a:t>
            </a:r>
          </a:p>
        </p:txBody>
      </p:sp>
      <p:cxnSp>
        <p:nvCxnSpPr>
          <p:cNvPr id="12" name="Straight Connector 11">
            <a:extLst>
              <a:ext uri="{FF2B5EF4-FFF2-40B4-BE49-F238E27FC236}">
                <a16:creationId xmlns:a16="http://schemas.microsoft.com/office/drawing/2014/main" id="{68202BD2-8E14-48FF-A720-F0AFB8D51224}"/>
              </a:ext>
            </a:extLst>
          </p:cNvPr>
          <p:cNvCxnSpPr>
            <a:cxnSpLocks/>
          </p:cNvCxnSpPr>
          <p:nvPr userDrawn="1"/>
        </p:nvCxnSpPr>
        <p:spPr>
          <a:xfrm>
            <a:off x="6953250" y="3403060"/>
            <a:ext cx="5238750"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Graphic 32">
            <a:extLst>
              <a:ext uri="{FF2B5EF4-FFF2-40B4-BE49-F238E27FC236}">
                <a16:creationId xmlns:a16="http://schemas.microsoft.com/office/drawing/2014/main" id="{1C310A6D-00B6-4D65-911A-0FC76BB61B5F}"/>
              </a:ext>
            </a:extLst>
          </p:cNvPr>
          <p:cNvSpPr/>
          <p:nvPr userDrawn="1"/>
        </p:nvSpPr>
        <p:spPr>
          <a:xfrm>
            <a:off x="6061870" y="2978878"/>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Trebuchet MS"/>
              <a:ea typeface="+mn-ea"/>
              <a:cs typeface="+mn-cs"/>
            </a:endParaRPr>
          </a:p>
        </p:txBody>
      </p:sp>
      <p:cxnSp>
        <p:nvCxnSpPr>
          <p:cNvPr id="14" name="Straight Connector 13">
            <a:extLst>
              <a:ext uri="{FF2B5EF4-FFF2-40B4-BE49-F238E27FC236}">
                <a16:creationId xmlns:a16="http://schemas.microsoft.com/office/drawing/2014/main" id="{2BE79F61-CBC9-43E2-AF75-6F7A06F7933E}"/>
              </a:ext>
            </a:extLst>
          </p:cNvPr>
          <p:cNvCxnSpPr>
            <a:cxnSpLocks/>
          </p:cNvCxnSpPr>
          <p:nvPr userDrawn="1"/>
        </p:nvCxnSpPr>
        <p:spPr>
          <a:xfrm>
            <a:off x="0" y="3403060"/>
            <a:ext cx="1619250"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2" name="Google Shape;14;p31">
            <a:extLst>
              <a:ext uri="{FF2B5EF4-FFF2-40B4-BE49-F238E27FC236}">
                <a16:creationId xmlns:a16="http://schemas.microsoft.com/office/drawing/2014/main" id="{BFADF6C5-6E2F-BEB9-B72E-97F2C7E38A33}"/>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582270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932250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7"/>
          <p:cNvSpPr>
            <a:spLocks noGrp="1"/>
          </p:cNvSpPr>
          <p:nvPr>
            <p:ph type="title" hasCustomPrompt="1"/>
          </p:nvPr>
        </p:nvSpPr>
        <p:spPr>
          <a:xfrm>
            <a:off x="1476348" y="375544"/>
            <a:ext cx="10507105" cy="443198"/>
          </a:xfrm>
        </p:spPr>
        <p:txBody>
          <a:bodyPr vert="horz"/>
          <a:lstStyle/>
          <a:p>
            <a:r>
              <a:rPr lang="en-US"/>
              <a:t>Click to add title</a:t>
            </a:r>
          </a:p>
        </p:txBody>
      </p:sp>
      <p:pic>
        <p:nvPicPr>
          <p:cNvPr id="2" name="Google Shape;14;p31">
            <a:extLst>
              <a:ext uri="{FF2B5EF4-FFF2-40B4-BE49-F238E27FC236}">
                <a16:creationId xmlns:a16="http://schemas.microsoft.com/office/drawing/2014/main" id="{1BA31D4F-A942-9AA6-46B0-B3E776D83F1B}"/>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346561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018159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6" name="Title 5"/>
          <p:cNvSpPr>
            <a:spLocks noGrp="1"/>
          </p:cNvSpPr>
          <p:nvPr>
            <p:ph type="title" hasCustomPrompt="1"/>
          </p:nvPr>
        </p:nvSpPr>
        <p:spPr>
          <a:xfrm>
            <a:off x="1476348" y="364582"/>
            <a:ext cx="10545606" cy="443198"/>
          </a:xfrm>
        </p:spPr>
        <p:txBody>
          <a:bodyPr vert="horz"/>
          <a:lstStyle/>
          <a:p>
            <a:r>
              <a:rPr lang="en-US"/>
              <a:t>Click to add title</a:t>
            </a:r>
          </a:p>
        </p:txBody>
      </p:sp>
      <p:pic>
        <p:nvPicPr>
          <p:cNvPr id="2" name="Google Shape;14;p31">
            <a:extLst>
              <a:ext uri="{FF2B5EF4-FFF2-40B4-BE49-F238E27FC236}">
                <a16:creationId xmlns:a16="http://schemas.microsoft.com/office/drawing/2014/main" id="{F876A725-71DE-A5AC-00C1-C51695DB290E}"/>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29819963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design">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23507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7"/>
          <p:cNvSpPr>
            <a:spLocks noGrp="1"/>
          </p:cNvSpPr>
          <p:nvPr>
            <p:ph type="title" hasCustomPrompt="1"/>
          </p:nvPr>
        </p:nvSpPr>
        <p:spPr>
          <a:xfrm>
            <a:off x="1329255" y="393458"/>
            <a:ext cx="9048075" cy="443198"/>
          </a:xfrm>
        </p:spPr>
        <p:txBody>
          <a:bodyPr vert="horz"/>
          <a:lstStyle/>
          <a:p>
            <a:r>
              <a:rPr lang="en-US"/>
              <a:t>Click to add title</a:t>
            </a:r>
          </a:p>
        </p:txBody>
      </p:sp>
      <p:grpSp>
        <p:nvGrpSpPr>
          <p:cNvPr id="9" name="Group 8">
            <a:extLst>
              <a:ext uri="{FF2B5EF4-FFF2-40B4-BE49-F238E27FC236}">
                <a16:creationId xmlns:a16="http://schemas.microsoft.com/office/drawing/2014/main" id="{B3D49E7A-0991-44E4-9C71-FBDCC64D7A48}"/>
              </a:ext>
            </a:extLst>
          </p:cNvPr>
          <p:cNvGrpSpPr/>
          <p:nvPr userDrawn="1"/>
        </p:nvGrpSpPr>
        <p:grpSpPr bwMode="gray">
          <a:xfrm rot="5400000">
            <a:off x="7234820" y="1900819"/>
            <a:ext cx="6591058" cy="3323303"/>
            <a:chOff x="10432279" y="-1"/>
            <a:chExt cx="1759722" cy="881960"/>
          </a:xfrm>
        </p:grpSpPr>
        <p:sp>
          <p:nvSpPr>
            <p:cNvPr id="10" name="Freeform: Shape 9">
              <a:extLst>
                <a:ext uri="{FF2B5EF4-FFF2-40B4-BE49-F238E27FC236}">
                  <a16:creationId xmlns:a16="http://schemas.microsoft.com/office/drawing/2014/main" id="{A1075B6D-E514-4C2C-9728-A57B180423F6}"/>
                </a:ext>
              </a:extLst>
            </p:cNvPr>
            <p:cNvSpPr/>
            <p:nvPr/>
          </p:nvSpPr>
          <p:spPr bwMode="gray">
            <a:xfrm rot="16200000">
              <a:off x="10742942" y="-40330"/>
              <a:ext cx="503334" cy="583992"/>
            </a:xfrm>
            <a:custGeom>
              <a:avLst/>
              <a:gdLst>
                <a:gd name="connsiteX0" fmla="*/ 503334 w 503334"/>
                <a:gd name="connsiteY0" fmla="*/ 0 h 583992"/>
                <a:gd name="connsiteX1" fmla="*/ 503334 w 503334"/>
                <a:gd name="connsiteY1" fmla="*/ 583992 h 583992"/>
                <a:gd name="connsiteX2" fmla="*/ 161012 w 503334"/>
                <a:gd name="connsiteY2" fmla="*/ 583992 h 583992"/>
                <a:gd name="connsiteX3" fmla="*/ 0 w 503334"/>
                <a:gd name="connsiteY3" fmla="*/ 291996 h 583992"/>
                <a:gd name="connsiteX4" fmla="*/ 161012 w 503334"/>
                <a:gd name="connsiteY4" fmla="*/ 0 h 583992"/>
                <a:gd name="connsiteX0" fmla="*/ 503334 w 594774"/>
                <a:gd name="connsiteY0" fmla="*/ 583992 h 675432"/>
                <a:gd name="connsiteX1" fmla="*/ 161012 w 594774"/>
                <a:gd name="connsiteY1" fmla="*/ 583992 h 675432"/>
                <a:gd name="connsiteX2" fmla="*/ 0 w 594774"/>
                <a:gd name="connsiteY2" fmla="*/ 291996 h 675432"/>
                <a:gd name="connsiteX3" fmla="*/ 161012 w 594774"/>
                <a:gd name="connsiteY3" fmla="*/ 0 h 675432"/>
                <a:gd name="connsiteX4" fmla="*/ 503334 w 594774"/>
                <a:gd name="connsiteY4" fmla="*/ 0 h 675432"/>
                <a:gd name="connsiteX5" fmla="*/ 594774 w 594774"/>
                <a:gd name="connsiteY5" fmla="*/ 675432 h 675432"/>
                <a:gd name="connsiteX0" fmla="*/ 503334 w 503334"/>
                <a:gd name="connsiteY0" fmla="*/ 583992 h 583992"/>
                <a:gd name="connsiteX1" fmla="*/ 161012 w 503334"/>
                <a:gd name="connsiteY1" fmla="*/ 583992 h 583992"/>
                <a:gd name="connsiteX2" fmla="*/ 0 w 503334"/>
                <a:gd name="connsiteY2" fmla="*/ 291996 h 583992"/>
                <a:gd name="connsiteX3" fmla="*/ 161012 w 503334"/>
                <a:gd name="connsiteY3" fmla="*/ 0 h 583992"/>
                <a:gd name="connsiteX4" fmla="*/ 503334 w 503334"/>
                <a:gd name="connsiteY4" fmla="*/ 0 h 583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334" h="583992">
                  <a:moveTo>
                    <a:pt x="503334" y="583992"/>
                  </a:moveTo>
                  <a:lnTo>
                    <a:pt x="161012" y="583992"/>
                  </a:lnTo>
                  <a:lnTo>
                    <a:pt x="0" y="291996"/>
                  </a:lnTo>
                  <a:lnTo>
                    <a:pt x="161012" y="0"/>
                  </a:lnTo>
                  <a:lnTo>
                    <a:pt x="503334" y="0"/>
                  </a:lnTo>
                </a:path>
              </a:pathLst>
            </a:cu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Hexagon 10">
              <a:extLst>
                <a:ext uri="{FF2B5EF4-FFF2-40B4-BE49-F238E27FC236}">
                  <a16:creationId xmlns:a16="http://schemas.microsoft.com/office/drawing/2014/main" id="{2D31418D-5A8E-4509-8791-1962E315ECA1}"/>
                </a:ext>
              </a:extLst>
            </p:cNvPr>
            <p:cNvSpPr/>
            <p:nvPr/>
          </p:nvSpPr>
          <p:spPr bwMode="gray">
            <a:xfrm rot="16200000">
              <a:off x="11088695" y="450340"/>
              <a:ext cx="463590" cy="399647"/>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36CF248-5215-4792-9CD4-D806BA5B1318}"/>
                </a:ext>
              </a:extLst>
            </p:cNvPr>
            <p:cNvSpPr/>
            <p:nvPr/>
          </p:nvSpPr>
          <p:spPr bwMode="gray">
            <a:xfrm rot="16200000">
              <a:off x="11422491" y="-68429"/>
              <a:ext cx="701082" cy="837938"/>
            </a:xfrm>
            <a:custGeom>
              <a:avLst/>
              <a:gdLst>
                <a:gd name="connsiteX0" fmla="*/ 701082 w 701082"/>
                <a:gd name="connsiteY0" fmla="*/ 0 h 837938"/>
                <a:gd name="connsiteX1" fmla="*/ 701082 w 701082"/>
                <a:gd name="connsiteY1" fmla="*/ 837938 h 837938"/>
                <a:gd name="connsiteX2" fmla="*/ 108476 w 701082"/>
                <a:gd name="connsiteY2" fmla="*/ 837938 h 837938"/>
                <a:gd name="connsiteX3" fmla="*/ 0 w 701082"/>
                <a:gd name="connsiteY3" fmla="*/ 641218 h 837938"/>
                <a:gd name="connsiteX4" fmla="*/ 353581 w 701082"/>
                <a:gd name="connsiteY4" fmla="*/ 0 h 837938"/>
                <a:gd name="connsiteX0" fmla="*/ 701082 w 792522"/>
                <a:gd name="connsiteY0" fmla="*/ 837938 h 929378"/>
                <a:gd name="connsiteX1" fmla="*/ 108476 w 792522"/>
                <a:gd name="connsiteY1" fmla="*/ 837938 h 929378"/>
                <a:gd name="connsiteX2" fmla="*/ 0 w 792522"/>
                <a:gd name="connsiteY2" fmla="*/ 641218 h 929378"/>
                <a:gd name="connsiteX3" fmla="*/ 353581 w 792522"/>
                <a:gd name="connsiteY3" fmla="*/ 0 h 929378"/>
                <a:gd name="connsiteX4" fmla="*/ 701082 w 792522"/>
                <a:gd name="connsiteY4" fmla="*/ 0 h 929378"/>
                <a:gd name="connsiteX5" fmla="*/ 792522 w 792522"/>
                <a:gd name="connsiteY5" fmla="*/ 929378 h 929378"/>
                <a:gd name="connsiteX0" fmla="*/ 701082 w 701082"/>
                <a:gd name="connsiteY0" fmla="*/ 837938 h 837938"/>
                <a:gd name="connsiteX1" fmla="*/ 108476 w 701082"/>
                <a:gd name="connsiteY1" fmla="*/ 837938 h 837938"/>
                <a:gd name="connsiteX2" fmla="*/ 0 w 701082"/>
                <a:gd name="connsiteY2" fmla="*/ 641218 h 837938"/>
                <a:gd name="connsiteX3" fmla="*/ 353581 w 701082"/>
                <a:gd name="connsiteY3" fmla="*/ 0 h 837938"/>
                <a:gd name="connsiteX4" fmla="*/ 701082 w 701082"/>
                <a:gd name="connsiteY4" fmla="*/ 0 h 837938"/>
                <a:gd name="connsiteX0" fmla="*/ 108476 w 701082"/>
                <a:gd name="connsiteY0" fmla="*/ 837938 h 837938"/>
                <a:gd name="connsiteX1" fmla="*/ 0 w 701082"/>
                <a:gd name="connsiteY1" fmla="*/ 641218 h 837938"/>
                <a:gd name="connsiteX2" fmla="*/ 353581 w 701082"/>
                <a:gd name="connsiteY2" fmla="*/ 0 h 837938"/>
                <a:gd name="connsiteX3" fmla="*/ 701082 w 701082"/>
                <a:gd name="connsiteY3" fmla="*/ 0 h 837938"/>
              </a:gdLst>
              <a:ahLst/>
              <a:cxnLst>
                <a:cxn ang="0">
                  <a:pos x="connsiteX0" y="connsiteY0"/>
                </a:cxn>
                <a:cxn ang="0">
                  <a:pos x="connsiteX1" y="connsiteY1"/>
                </a:cxn>
                <a:cxn ang="0">
                  <a:pos x="connsiteX2" y="connsiteY2"/>
                </a:cxn>
                <a:cxn ang="0">
                  <a:pos x="connsiteX3" y="connsiteY3"/>
                </a:cxn>
              </a:cxnLst>
              <a:rect l="l" t="t" r="r" b="b"/>
              <a:pathLst>
                <a:path w="701082" h="837938">
                  <a:moveTo>
                    <a:pt x="108476" y="837938"/>
                  </a:moveTo>
                  <a:lnTo>
                    <a:pt x="0" y="641218"/>
                  </a:lnTo>
                  <a:lnTo>
                    <a:pt x="353581" y="0"/>
                  </a:lnTo>
                  <a:lnTo>
                    <a:pt x="701082" y="0"/>
                  </a:lnTo>
                </a:path>
              </a:pathLst>
            </a:cu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Hexagon 12">
              <a:extLst>
                <a:ext uri="{FF2B5EF4-FFF2-40B4-BE49-F238E27FC236}">
                  <a16:creationId xmlns:a16="http://schemas.microsoft.com/office/drawing/2014/main" id="{FCD0A011-C211-403C-8B28-18884436743A}"/>
                </a:ext>
              </a:extLst>
            </p:cNvPr>
            <p:cNvSpPr/>
            <p:nvPr/>
          </p:nvSpPr>
          <p:spPr bwMode="gray">
            <a:xfrm rot="16200000">
              <a:off x="10590404" y="413931"/>
              <a:ext cx="156962" cy="135314"/>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49B71AE0-24A8-4586-B217-8A4A132AB86E}"/>
                </a:ext>
              </a:extLst>
            </p:cNvPr>
            <p:cNvSpPr/>
            <p:nvPr/>
          </p:nvSpPr>
          <p:spPr bwMode="gray">
            <a:xfrm rot="16200000">
              <a:off x="10416049" y="180848"/>
              <a:ext cx="235337" cy="202877"/>
            </a:xfrm>
            <a:prstGeom prst="hexagon">
              <a:avLst>
                <a:gd name="adj" fmla="val 27571"/>
                <a:gd name="vf" fmla="val 115470"/>
              </a:avLst>
            </a:prstGeom>
            <a:noFill/>
            <a:ln w="12700" cap="flat" cmpd="sng" algn="ctr">
              <a:solidFill>
                <a:srgbClr val="C02B25"/>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Google Shape;14;p31">
            <a:extLst>
              <a:ext uri="{FF2B5EF4-FFF2-40B4-BE49-F238E27FC236}">
                <a16:creationId xmlns:a16="http://schemas.microsoft.com/office/drawing/2014/main" id="{5988E588-3F3E-4983-779B-B94D8F956568}"/>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10299127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620592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575757">
              <a:alpha val="8000"/>
            </a:srgb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F2F2F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lnSpc>
                <a:spcPct val="90000"/>
              </a:lnSpc>
              <a:spcAft>
                <a:spcPts val="1000"/>
              </a:spcAft>
            </a:pPr>
            <a:endParaRPr lang="en-US" sz="1200" kern="0">
              <a:solidFill>
                <a:srgbClr val="575757"/>
              </a:solidFill>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9" name="Title 1"/>
          <p:cNvSpPr>
            <a:spLocks noGrp="1"/>
          </p:cNvSpPr>
          <p:nvPr>
            <p:ph type="title" hasCustomPrompt="1"/>
          </p:nvPr>
        </p:nvSpPr>
        <p:spPr bwMode="ltGray">
          <a:xfrm>
            <a:off x="629325" y="1544274"/>
            <a:ext cx="3452400" cy="1495794"/>
          </a:xfrm>
          <a:noFill/>
        </p:spPr>
        <p:txBody>
          <a:bodyPr vert="horz" wrap="square" lIns="0" tIns="0" rIns="320040" bIns="0" anchor="b">
            <a:noAutofit/>
          </a:bodyPr>
          <a:lstStyle>
            <a:lvl1pPr>
              <a:defRPr sz="3200">
                <a:solidFill>
                  <a:srgbClr val="2759AD"/>
                </a:solidFill>
                <a:latin typeface="+mj-lt"/>
              </a:defRPr>
            </a:lvl1pPr>
          </a:lstStyle>
          <a:p>
            <a:r>
              <a:rPr lang="en-US"/>
              <a:t>Click to add title</a:t>
            </a:r>
          </a:p>
        </p:txBody>
      </p:sp>
      <p:pic>
        <p:nvPicPr>
          <p:cNvPr id="2" name="Google Shape;14;p31">
            <a:extLst>
              <a:ext uri="{FF2B5EF4-FFF2-40B4-BE49-F238E27FC236}">
                <a16:creationId xmlns:a16="http://schemas.microsoft.com/office/drawing/2014/main" id="{39C4CCBC-A23D-371E-56A2-CBDA9B5AEA1F}"/>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1913984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532524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2" name="Object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3" name="Google Shape;14;p31">
            <a:extLst>
              <a:ext uri="{FF2B5EF4-FFF2-40B4-BE49-F238E27FC236}">
                <a16:creationId xmlns:a16="http://schemas.microsoft.com/office/drawing/2014/main" id="{3DAF7EE7-2BB0-3DC6-1976-AC380E1CC390}"/>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3407039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280949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6EAA1700-4156-4EB9-AE01-FE66E1F86850}"/>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 t="21925" r="12861" b="33566"/>
          <a:stretch/>
        </p:blipFill>
        <p:spPr>
          <a:xfrm>
            <a:off x="0" y="2200596"/>
            <a:ext cx="12192000" cy="4657404"/>
          </a:xfrm>
          <a:prstGeom prst="rect">
            <a:avLst/>
          </a:prstGeom>
        </p:spPr>
      </p:pic>
      <p:pic>
        <p:nvPicPr>
          <p:cNvPr id="18" name="Picture 17">
            <a:extLst>
              <a:ext uri="{FF2B5EF4-FFF2-40B4-BE49-F238E27FC236}">
                <a16:creationId xmlns:a16="http://schemas.microsoft.com/office/drawing/2014/main" id="{3312E260-25D4-4726-8918-1747DA4E5E30}"/>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1" r="13162"/>
          <a:stretch/>
        </p:blipFill>
        <p:spPr>
          <a:xfrm>
            <a:off x="2" y="3573387"/>
            <a:ext cx="12149748" cy="2926720"/>
          </a:xfrm>
          <a:prstGeom prst="rect">
            <a:avLst/>
          </a:prstGeom>
        </p:spPr>
      </p:pic>
      <p:pic>
        <p:nvPicPr>
          <p:cNvPr id="23" name="Google Shape;14;p31">
            <a:extLst>
              <a:ext uri="{FF2B5EF4-FFF2-40B4-BE49-F238E27FC236}">
                <a16:creationId xmlns:a16="http://schemas.microsoft.com/office/drawing/2014/main" id="{B6EF5CA1-CAFD-4FB7-AEFC-3892BE6734DF}"/>
              </a:ext>
            </a:extLst>
          </p:cNvPr>
          <p:cNvPicPr preferRelativeResize="0">
            <a:picLocks noChangeAspect="1"/>
          </p:cNvPicPr>
          <p:nvPr userDrawn="1"/>
        </p:nvPicPr>
        <p:blipFill rotWithShape="1">
          <a:blip r:embed="rId7"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
        <p:nvSpPr>
          <p:cNvPr id="13" name="TextBox 12">
            <a:extLst>
              <a:ext uri="{FF2B5EF4-FFF2-40B4-BE49-F238E27FC236}">
                <a16:creationId xmlns:a16="http://schemas.microsoft.com/office/drawing/2014/main" id="{AF6F27B3-AEF8-4341-BFAB-BE7088CB3166}"/>
              </a:ext>
            </a:extLst>
          </p:cNvPr>
          <p:cNvSpPr txBox="1"/>
          <p:nvPr userDrawn="1"/>
        </p:nvSpPr>
        <p:spPr>
          <a:xfrm>
            <a:off x="392339" y="2064415"/>
            <a:ext cx="6096000" cy="553998"/>
          </a:xfrm>
          <a:prstGeom prst="rect">
            <a:avLst/>
          </a:prstGeom>
          <a:noFill/>
        </p:spPr>
        <p:txBody>
          <a:bodyPr wrap="square" lIns="0" tIns="0" rIns="0" bIns="0">
            <a:spAutoFit/>
          </a:bodyPr>
          <a:lstStyle/>
          <a:p>
            <a:pPr lvl="0" algn="l" defTabSz="914400" rtl="0" eaLnBrk="1" latinLnBrk="0" hangingPunct="1">
              <a:lnSpc>
                <a:spcPct val="100000"/>
              </a:lnSpc>
              <a:spcBef>
                <a:spcPct val="0"/>
              </a:spcBef>
              <a:buNone/>
            </a:pPr>
            <a:r>
              <a:rPr lang="en-US" sz="3600" kern="1200" cap="all" spc="300" baseline="0">
                <a:solidFill>
                  <a:srgbClr val="295BAB"/>
                </a:solidFill>
                <a:latin typeface="Franklin Gothic Heavy" panose="020B0903020102020204" pitchFamily="34" charset="0"/>
                <a:ea typeface="+mj-ea"/>
                <a:cs typeface="+mj-cs"/>
                <a:sym typeface="Trebuchet MS" panose="020B0603020202020204" pitchFamily="34" charset="0"/>
              </a:rPr>
              <a:t>Thank you</a:t>
            </a:r>
          </a:p>
        </p:txBody>
      </p:sp>
      <p:sp>
        <p:nvSpPr>
          <p:cNvPr id="10" name="TextBox 9">
            <a:extLst>
              <a:ext uri="{FF2B5EF4-FFF2-40B4-BE49-F238E27FC236}">
                <a16:creationId xmlns:a16="http://schemas.microsoft.com/office/drawing/2014/main" id="{BE34C5D4-6F21-44E6-9398-93A436ECF301}"/>
              </a:ext>
            </a:extLst>
          </p:cNvPr>
          <p:cNvSpPr txBox="1"/>
          <p:nvPr userDrawn="1"/>
        </p:nvSpPr>
        <p:spPr>
          <a:xfrm>
            <a:off x="406399" y="6355456"/>
            <a:ext cx="5720081" cy="146194"/>
          </a:xfrm>
          <a:prstGeom prst="rect">
            <a:avLst/>
          </a:prstGeom>
          <a:noFill/>
        </p:spPr>
        <p:txBody>
          <a:bodyPr wrap="square" lIns="0" tIns="0" rIns="0" bIns="0">
            <a:spAutoFit/>
          </a:bodyPr>
          <a:lstStyle/>
          <a:p>
            <a:pPr rtl="0"/>
            <a:r>
              <a:rPr lang="en-US" sz="950">
                <a:solidFill>
                  <a:srgbClr val="969696"/>
                </a:solidFill>
                <a:effectLst/>
                <a:latin typeface="Franklin Gothic Book" panose="020B0503020102020204" pitchFamily="34" charset="0"/>
                <a:ea typeface="Times New Roman" panose="02020603050405020304" pitchFamily="18" charset="0"/>
              </a:rPr>
              <a:t>Placeholder for distribution statement</a:t>
            </a:r>
          </a:p>
        </p:txBody>
      </p:sp>
    </p:spTree>
    <p:extLst>
      <p:ext uri="{BB962C8B-B14F-4D97-AF65-F5344CB8AC3E}">
        <p14:creationId xmlns:p14="http://schemas.microsoft.com/office/powerpoint/2010/main" val="6506560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458659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4" name="Title 3"/>
          <p:cNvSpPr>
            <a:spLocks noGrp="1"/>
          </p:cNvSpPr>
          <p:nvPr>
            <p:ph type="title" hasCustomPrompt="1"/>
          </p:nvPr>
        </p:nvSpPr>
        <p:spPr>
          <a:xfrm>
            <a:off x="1383779" y="385328"/>
            <a:ext cx="10526951" cy="443198"/>
          </a:xfrm>
        </p:spPr>
        <p:txBody>
          <a:bodyPr vert="horz"/>
          <a:lstStyle/>
          <a:p>
            <a:r>
              <a:rPr lang="en-US"/>
              <a:t>Click to add title</a:t>
            </a:r>
          </a:p>
        </p:txBody>
      </p:sp>
      <p:pic>
        <p:nvPicPr>
          <p:cNvPr id="2" name="Google Shape;14;p31">
            <a:extLst>
              <a:ext uri="{FF2B5EF4-FFF2-40B4-BE49-F238E27FC236}">
                <a16:creationId xmlns:a16="http://schemas.microsoft.com/office/drawing/2014/main" id="{05D6CC5F-DFE0-ABF6-B8AC-21AF2C420898}"/>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3363885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448749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7" name="Title 6"/>
          <p:cNvSpPr>
            <a:spLocks noGrp="1"/>
          </p:cNvSpPr>
          <p:nvPr>
            <p:ph type="title" hasCustomPrompt="1"/>
          </p:nvPr>
        </p:nvSpPr>
        <p:spPr>
          <a:xfrm>
            <a:off x="1258650" y="477797"/>
            <a:ext cx="10933350" cy="443198"/>
          </a:xfrm>
        </p:spPr>
        <p:txBody>
          <a:bodyPr vert="horz"/>
          <a:lstStyle/>
          <a:p>
            <a:r>
              <a:rPr lang="en-US"/>
              <a:t>Click to add title</a:t>
            </a:r>
          </a:p>
        </p:txBody>
      </p:sp>
      <p:pic>
        <p:nvPicPr>
          <p:cNvPr id="2" name="Google Shape;14;p31">
            <a:extLst>
              <a:ext uri="{FF2B5EF4-FFF2-40B4-BE49-F238E27FC236}">
                <a16:creationId xmlns:a16="http://schemas.microsoft.com/office/drawing/2014/main" id="{BB70E64A-3C56-4EBC-F936-574546BCE569}"/>
              </a:ext>
            </a:extLst>
          </p:cNvPr>
          <p:cNvPicPr preferRelativeResize="0">
            <a:picLocks noChangeAspect="1"/>
          </p:cNvPicPr>
          <p:nvPr userDrawn="1"/>
        </p:nvPicPr>
        <p:blipFill rotWithShape="1">
          <a:blip r:embed="rId5"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5411559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Four column green">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7980312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594ADD6B-BD39-4F16-A523-515307DD43DE}"/>
              </a:ext>
            </a:extLst>
          </p:cNvPr>
          <p:cNvSpPr/>
          <p:nvPr userDrawn="1"/>
        </p:nvSpPr>
        <p:spPr>
          <a:xfrm>
            <a:off x="9034272" y="0"/>
            <a:ext cx="3157728" cy="6858000"/>
          </a:xfrm>
          <a:custGeom>
            <a:avLst/>
            <a:gdLst>
              <a:gd name="connsiteX0" fmla="*/ 0 w 3157728"/>
              <a:gd name="connsiteY0" fmla="*/ 0 h 6858000"/>
              <a:gd name="connsiteX1" fmla="*/ 3157728 w 3157728"/>
              <a:gd name="connsiteY1" fmla="*/ 0 h 6858000"/>
              <a:gd name="connsiteX2" fmla="*/ 3157728 w 3157728"/>
              <a:gd name="connsiteY2" fmla="*/ 6858000 h 6858000"/>
              <a:gd name="connsiteX3" fmla="*/ 0 w 315772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157728" h="6858000">
                <a:moveTo>
                  <a:pt x="0" y="0"/>
                </a:moveTo>
                <a:lnTo>
                  <a:pt x="3157728" y="0"/>
                </a:lnTo>
                <a:lnTo>
                  <a:pt x="3157728" y="6858000"/>
                </a:lnTo>
                <a:lnTo>
                  <a:pt x="0" y="6858000"/>
                </a:lnTo>
                <a:close/>
              </a:path>
            </a:pathLst>
          </a:custGeom>
          <a:solidFill>
            <a:srgbClr val="575757">
              <a:alpha val="8000"/>
            </a:srgb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F2F2F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a:solidFill>
                <a:srgbClr val="575757"/>
              </a:solidFill>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5" name="Title 4"/>
          <p:cNvSpPr>
            <a:spLocks noGrp="1"/>
          </p:cNvSpPr>
          <p:nvPr>
            <p:ph type="title" hasCustomPrompt="1"/>
          </p:nvPr>
        </p:nvSpPr>
        <p:spPr>
          <a:xfrm>
            <a:off x="1341594" y="393458"/>
            <a:ext cx="8102258" cy="443198"/>
          </a:xfrm>
        </p:spPr>
        <p:txBody>
          <a:bodyPr vert="horz"/>
          <a:lstStyle/>
          <a:p>
            <a:r>
              <a:rPr lang="en-US"/>
              <a:t>Click to add title</a:t>
            </a:r>
          </a:p>
        </p:txBody>
      </p:sp>
      <p:pic>
        <p:nvPicPr>
          <p:cNvPr id="2" name="Google Shape;14;p31">
            <a:extLst>
              <a:ext uri="{FF2B5EF4-FFF2-40B4-BE49-F238E27FC236}">
                <a16:creationId xmlns:a16="http://schemas.microsoft.com/office/drawing/2014/main" id="{513D730D-4065-9E9F-4E1B-7A8D8106B338}"/>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25840906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Green one thir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465938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Freeform: Shape 10">
            <a:extLst>
              <a:ext uri="{FF2B5EF4-FFF2-40B4-BE49-F238E27FC236}">
                <a16:creationId xmlns:a16="http://schemas.microsoft.com/office/drawing/2014/main" id="{523D8264-8281-40AD-B7C9-9C17D8A71610}"/>
              </a:ext>
            </a:extLst>
          </p:cNvPr>
          <p:cNvSpPr/>
          <p:nvPr userDrawn="1"/>
        </p:nvSpPr>
        <p:spPr>
          <a:xfrm>
            <a:off x="0" y="0"/>
            <a:ext cx="4080763" cy="6858000"/>
          </a:xfrm>
          <a:custGeom>
            <a:avLst/>
            <a:gdLst>
              <a:gd name="connsiteX0" fmla="*/ 0 w 4080763"/>
              <a:gd name="connsiteY0" fmla="*/ 0 h 6858000"/>
              <a:gd name="connsiteX1" fmla="*/ 4080763 w 4080763"/>
              <a:gd name="connsiteY1" fmla="*/ 0 h 6858000"/>
              <a:gd name="connsiteX2" fmla="*/ 4080763 w 4080763"/>
              <a:gd name="connsiteY2" fmla="*/ 6858000 h 6858000"/>
              <a:gd name="connsiteX3" fmla="*/ 0 w 408076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080763" h="6858000">
                <a:moveTo>
                  <a:pt x="0" y="0"/>
                </a:moveTo>
                <a:lnTo>
                  <a:pt x="4080763" y="0"/>
                </a:lnTo>
                <a:lnTo>
                  <a:pt x="4080763" y="6858000"/>
                </a:lnTo>
                <a:lnTo>
                  <a:pt x="0" y="6858000"/>
                </a:lnTo>
                <a:close/>
              </a:path>
            </a:pathLst>
          </a:custGeom>
          <a:solidFill>
            <a:srgbClr val="575757">
              <a:alpha val="8000"/>
            </a:srgb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F2F2F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a:solidFill>
                <a:srgbClr val="575757"/>
              </a:solidFill>
            </a:endParaRPr>
          </a:p>
        </p:txBody>
      </p:sp>
      <p:sp>
        <p:nvSpPr>
          <p:cNvPr id="24" name="Title 4"/>
          <p:cNvSpPr>
            <a:spLocks noGrp="1"/>
          </p:cNvSpPr>
          <p:nvPr>
            <p:ph type="title" hasCustomPrompt="1"/>
          </p:nvPr>
        </p:nvSpPr>
        <p:spPr>
          <a:xfrm>
            <a:off x="629325" y="2681103"/>
            <a:ext cx="3127881" cy="1495794"/>
          </a:xfrm>
          <a:prstGeom prst="rect">
            <a:avLst/>
          </a:prstGeom>
        </p:spPr>
        <p:txBody>
          <a:bodyPr vert="horz"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pic>
        <p:nvPicPr>
          <p:cNvPr id="2" name="Google Shape;14;p31">
            <a:extLst>
              <a:ext uri="{FF2B5EF4-FFF2-40B4-BE49-F238E27FC236}">
                <a16:creationId xmlns:a16="http://schemas.microsoft.com/office/drawing/2014/main" id="{0E992587-E3D5-E79E-7374-694DCEAEB28F}"/>
              </a:ext>
            </a:extLst>
          </p:cNvPr>
          <p:cNvPicPr preferRelativeResize="0">
            <a:picLocks noChangeAspect="1"/>
          </p:cNvPicPr>
          <p:nvPr userDrawn="1"/>
        </p:nvPicPr>
        <p:blipFill rotWithShape="1">
          <a:blip r:embed="rId6" cstate="screen">
            <a:alphaModFix/>
            <a:extLst>
              <a:ext uri="{28A0092B-C50C-407E-A947-70E740481C1C}">
                <a14:useLocalDpi xmlns:a14="http://schemas.microsoft.com/office/drawing/2010/main" val="0"/>
              </a:ext>
            </a:extLst>
          </a:blip>
          <a:srcRect/>
          <a:stretch/>
        </p:blipFill>
        <p:spPr>
          <a:xfrm>
            <a:off x="406399" y="375544"/>
            <a:ext cx="816289" cy="664913"/>
          </a:xfrm>
          <a:prstGeom prst="rect">
            <a:avLst/>
          </a:prstGeom>
          <a:noFill/>
          <a:ln>
            <a:noFill/>
          </a:ln>
        </p:spPr>
      </p:pic>
    </p:spTree>
    <p:extLst>
      <p:ext uri="{BB962C8B-B14F-4D97-AF65-F5344CB8AC3E}">
        <p14:creationId xmlns:p14="http://schemas.microsoft.com/office/powerpoint/2010/main" val="8731906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Organization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9EDA014-6F41-4B1F-1A21-C455C1C242C6}"/>
              </a:ext>
            </a:extLst>
          </p:cNvPr>
          <p:cNvSpPr>
            <a:spLocks noGrp="1"/>
          </p:cNvSpPr>
          <p:nvPr>
            <p:ph type="title" hasCustomPrompt="1"/>
          </p:nvPr>
        </p:nvSpPr>
        <p:spPr>
          <a:xfrm>
            <a:off x="695653" y="5203326"/>
            <a:ext cx="3334808" cy="1499616"/>
          </a:xfrm>
        </p:spPr>
        <p:txBody>
          <a:bodyPr/>
          <a:lstStyle>
            <a:lvl1pPr>
              <a:defRPr spc="-150" baseline="0">
                <a:solidFill>
                  <a:schemeClr val="tx1"/>
                </a:solidFill>
              </a:defRPr>
            </a:lvl1pPr>
          </a:lstStyle>
          <a:p>
            <a:pPr lvl="0"/>
            <a:r>
              <a:rPr lang="en-US"/>
              <a:t>ADD TITLE HERE</a:t>
            </a:r>
          </a:p>
        </p:txBody>
      </p:sp>
      <p:sp>
        <p:nvSpPr>
          <p:cNvPr id="76" name="Text Placeholder 75">
            <a:extLst>
              <a:ext uri="{FF2B5EF4-FFF2-40B4-BE49-F238E27FC236}">
                <a16:creationId xmlns:a16="http://schemas.microsoft.com/office/drawing/2014/main" id="{D04C843A-0D3B-5292-7A5E-BAC03012E08D}"/>
              </a:ext>
            </a:extLst>
          </p:cNvPr>
          <p:cNvSpPr>
            <a:spLocks noGrp="1"/>
          </p:cNvSpPr>
          <p:nvPr>
            <p:ph type="body" sz="quarter" idx="16" hasCustomPrompt="1"/>
          </p:nvPr>
        </p:nvSpPr>
        <p:spPr>
          <a:xfrm>
            <a:off x="5112344" y="813596"/>
            <a:ext cx="5122343" cy="478719"/>
          </a:xfrm>
          <a:solidFill>
            <a:schemeClr val="bg1">
              <a:lumMod val="95000"/>
            </a:schemeClr>
          </a:solidFill>
        </p:spPr>
        <p:txBody>
          <a:bodyPr lIns="0" tIns="45720" rIns="0" bIns="0" anchor="t">
            <a:noAutofit/>
          </a:bodyPr>
          <a:lstStyle>
            <a:lvl1pPr marL="0" indent="0" algn="ctr">
              <a:lnSpc>
                <a:spcPct val="10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77" name="Text Placeholder 75">
            <a:extLst>
              <a:ext uri="{FF2B5EF4-FFF2-40B4-BE49-F238E27FC236}">
                <a16:creationId xmlns:a16="http://schemas.microsoft.com/office/drawing/2014/main" id="{77A040FE-E695-795B-7237-31D38995F803}"/>
              </a:ext>
            </a:extLst>
          </p:cNvPr>
          <p:cNvSpPr>
            <a:spLocks noGrp="1"/>
          </p:cNvSpPr>
          <p:nvPr>
            <p:ph type="body" sz="quarter" idx="17" hasCustomPrompt="1"/>
          </p:nvPr>
        </p:nvSpPr>
        <p:spPr>
          <a:xfrm>
            <a:off x="6911640" y="1022595"/>
            <a:ext cx="1518002" cy="230560"/>
          </a:xfrm>
        </p:spPr>
        <p:txBody>
          <a:bodyPr lIns="0" tIns="0" rIns="0" bIns="0">
            <a:noAutofit/>
          </a:bodyPr>
          <a:lstStyle>
            <a:lvl1pPr marL="0" indent="0" algn="ctr">
              <a:lnSpc>
                <a:spcPct val="10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79" name="Text Placeholder 75">
            <a:extLst>
              <a:ext uri="{FF2B5EF4-FFF2-40B4-BE49-F238E27FC236}">
                <a16:creationId xmlns:a16="http://schemas.microsoft.com/office/drawing/2014/main" id="{5D0D8CBF-9449-C8E9-BF16-62041F0DD123}"/>
              </a:ext>
            </a:extLst>
          </p:cNvPr>
          <p:cNvSpPr>
            <a:spLocks noGrp="1"/>
          </p:cNvSpPr>
          <p:nvPr>
            <p:ph type="body" sz="quarter" idx="18" hasCustomPrompt="1"/>
          </p:nvPr>
        </p:nvSpPr>
        <p:spPr>
          <a:xfrm>
            <a:off x="5112344" y="1540118"/>
            <a:ext cx="1886028" cy="461816"/>
          </a:xfrm>
          <a:solidFill>
            <a:schemeClr val="bg1">
              <a:lumMod val="95000"/>
            </a:schemeClr>
          </a:solidFill>
        </p:spPr>
        <p:txBody>
          <a:bodyPr lIns="0" tIns="45720" rIns="0" bIns="0" anchor="t">
            <a:noAutofit/>
          </a:bodyPr>
          <a:lstStyle>
            <a:lvl1pPr marL="0" indent="0" algn="ctr">
              <a:lnSpc>
                <a:spcPct val="10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80" name="Text Placeholder 75">
            <a:extLst>
              <a:ext uri="{FF2B5EF4-FFF2-40B4-BE49-F238E27FC236}">
                <a16:creationId xmlns:a16="http://schemas.microsoft.com/office/drawing/2014/main" id="{C58AC76D-B9ED-7062-D3E3-13FD8271DF86}"/>
              </a:ext>
            </a:extLst>
          </p:cNvPr>
          <p:cNvSpPr>
            <a:spLocks noGrp="1"/>
          </p:cNvSpPr>
          <p:nvPr>
            <p:ph type="body" sz="quarter" idx="19" hasCustomPrompt="1"/>
          </p:nvPr>
        </p:nvSpPr>
        <p:spPr>
          <a:xfrm>
            <a:off x="5296357" y="1761880"/>
            <a:ext cx="1518002" cy="240054"/>
          </a:xfrm>
        </p:spPr>
        <p:txBody>
          <a:bodyPr lIns="0" tIns="0" rIns="0" bIns="0">
            <a:noAutofit/>
          </a:bodyPr>
          <a:lstStyle>
            <a:lvl1pPr marL="0" indent="0" algn="ctr">
              <a:lnSpc>
                <a:spcPct val="10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83" name="Text Placeholder 75">
            <a:extLst>
              <a:ext uri="{FF2B5EF4-FFF2-40B4-BE49-F238E27FC236}">
                <a16:creationId xmlns:a16="http://schemas.microsoft.com/office/drawing/2014/main" id="{3D0E13B6-82DA-E1F0-14D0-3E5B9523BB4E}"/>
              </a:ext>
            </a:extLst>
          </p:cNvPr>
          <p:cNvSpPr>
            <a:spLocks noGrp="1"/>
          </p:cNvSpPr>
          <p:nvPr>
            <p:ph type="body" sz="quarter" idx="20" hasCustomPrompt="1"/>
          </p:nvPr>
        </p:nvSpPr>
        <p:spPr>
          <a:xfrm>
            <a:off x="3836510" y="2780550"/>
            <a:ext cx="1203516" cy="932078"/>
          </a:xfrm>
          <a:solidFill>
            <a:schemeClr val="accent1"/>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84" name="Text Placeholder 75">
            <a:extLst>
              <a:ext uri="{FF2B5EF4-FFF2-40B4-BE49-F238E27FC236}">
                <a16:creationId xmlns:a16="http://schemas.microsoft.com/office/drawing/2014/main" id="{27E27842-5DD1-15AB-83B5-64176B9D8776}"/>
              </a:ext>
            </a:extLst>
          </p:cNvPr>
          <p:cNvSpPr>
            <a:spLocks noGrp="1"/>
          </p:cNvSpPr>
          <p:nvPr>
            <p:ph type="body" sz="quarter" idx="21" hasCustomPrompt="1"/>
          </p:nvPr>
        </p:nvSpPr>
        <p:spPr>
          <a:xfrm>
            <a:off x="3948408"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7" name="Text Placeholder 75">
            <a:extLst>
              <a:ext uri="{FF2B5EF4-FFF2-40B4-BE49-F238E27FC236}">
                <a16:creationId xmlns:a16="http://schemas.microsoft.com/office/drawing/2014/main" id="{2A5B6C63-E743-2FC0-536F-AED24702BE53}"/>
              </a:ext>
            </a:extLst>
          </p:cNvPr>
          <p:cNvSpPr>
            <a:spLocks noGrp="1"/>
          </p:cNvSpPr>
          <p:nvPr>
            <p:ph type="body" sz="quarter" idx="50" hasCustomPrompt="1"/>
          </p:nvPr>
        </p:nvSpPr>
        <p:spPr>
          <a:xfrm>
            <a:off x="5117265" y="2780550"/>
            <a:ext cx="1203516" cy="932078"/>
          </a:xfrm>
          <a:solidFill>
            <a:schemeClr val="accent1"/>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87" name="Text Placeholder 75">
            <a:extLst>
              <a:ext uri="{FF2B5EF4-FFF2-40B4-BE49-F238E27FC236}">
                <a16:creationId xmlns:a16="http://schemas.microsoft.com/office/drawing/2014/main" id="{7F7030CB-EB0C-9B09-090E-A8356E378180}"/>
              </a:ext>
            </a:extLst>
          </p:cNvPr>
          <p:cNvSpPr>
            <a:spLocks noGrp="1"/>
          </p:cNvSpPr>
          <p:nvPr>
            <p:ph type="body" sz="quarter" idx="23" hasCustomPrompt="1"/>
          </p:nvPr>
        </p:nvSpPr>
        <p:spPr>
          <a:xfrm>
            <a:off x="5232328"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8" name="Text Placeholder 75">
            <a:extLst>
              <a:ext uri="{FF2B5EF4-FFF2-40B4-BE49-F238E27FC236}">
                <a16:creationId xmlns:a16="http://schemas.microsoft.com/office/drawing/2014/main" id="{D072F97D-9D13-51B0-BF1A-7EB564B80C9B}"/>
              </a:ext>
            </a:extLst>
          </p:cNvPr>
          <p:cNvSpPr>
            <a:spLocks noGrp="1"/>
          </p:cNvSpPr>
          <p:nvPr>
            <p:ph type="body" sz="quarter" idx="51" hasCustomPrompt="1"/>
          </p:nvPr>
        </p:nvSpPr>
        <p:spPr>
          <a:xfrm>
            <a:off x="6398020" y="2780550"/>
            <a:ext cx="1203516" cy="932078"/>
          </a:xfrm>
          <a:solidFill>
            <a:schemeClr val="accent1"/>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92" name="Text Placeholder 75">
            <a:extLst>
              <a:ext uri="{FF2B5EF4-FFF2-40B4-BE49-F238E27FC236}">
                <a16:creationId xmlns:a16="http://schemas.microsoft.com/office/drawing/2014/main" id="{083F55B6-0BBA-3B17-C85B-DE9931C6E92B}"/>
              </a:ext>
            </a:extLst>
          </p:cNvPr>
          <p:cNvSpPr>
            <a:spLocks noGrp="1"/>
          </p:cNvSpPr>
          <p:nvPr>
            <p:ph type="body" sz="quarter" idx="25" hasCustomPrompt="1"/>
          </p:nvPr>
        </p:nvSpPr>
        <p:spPr>
          <a:xfrm>
            <a:off x="6514305"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9" name="Text Placeholder 75">
            <a:extLst>
              <a:ext uri="{FF2B5EF4-FFF2-40B4-BE49-F238E27FC236}">
                <a16:creationId xmlns:a16="http://schemas.microsoft.com/office/drawing/2014/main" id="{FFE950DC-49CF-CEB6-D1D5-0D1B59774DF7}"/>
              </a:ext>
            </a:extLst>
          </p:cNvPr>
          <p:cNvSpPr>
            <a:spLocks noGrp="1"/>
          </p:cNvSpPr>
          <p:nvPr>
            <p:ph type="body" sz="quarter" idx="52" hasCustomPrompt="1"/>
          </p:nvPr>
        </p:nvSpPr>
        <p:spPr>
          <a:xfrm>
            <a:off x="7678775" y="2780550"/>
            <a:ext cx="1203516" cy="932078"/>
          </a:xfrm>
          <a:solidFill>
            <a:schemeClr val="accent3"/>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95" name="Text Placeholder 75">
            <a:extLst>
              <a:ext uri="{FF2B5EF4-FFF2-40B4-BE49-F238E27FC236}">
                <a16:creationId xmlns:a16="http://schemas.microsoft.com/office/drawing/2014/main" id="{F3F35494-F288-2EC4-C869-4269996F6AA6}"/>
              </a:ext>
            </a:extLst>
          </p:cNvPr>
          <p:cNvSpPr>
            <a:spLocks noGrp="1"/>
          </p:cNvSpPr>
          <p:nvPr>
            <p:ph type="body" sz="quarter" idx="27" hasCustomPrompt="1"/>
          </p:nvPr>
        </p:nvSpPr>
        <p:spPr>
          <a:xfrm>
            <a:off x="7795240"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10" name="Text Placeholder 75">
            <a:extLst>
              <a:ext uri="{FF2B5EF4-FFF2-40B4-BE49-F238E27FC236}">
                <a16:creationId xmlns:a16="http://schemas.microsoft.com/office/drawing/2014/main" id="{7D9B64EE-0F30-33E9-2335-24240E9D8139}"/>
              </a:ext>
            </a:extLst>
          </p:cNvPr>
          <p:cNvSpPr>
            <a:spLocks noGrp="1"/>
          </p:cNvSpPr>
          <p:nvPr>
            <p:ph type="body" sz="quarter" idx="53" hasCustomPrompt="1"/>
          </p:nvPr>
        </p:nvSpPr>
        <p:spPr>
          <a:xfrm>
            <a:off x="8959530" y="2780550"/>
            <a:ext cx="1203516" cy="932078"/>
          </a:xfrm>
          <a:solidFill>
            <a:schemeClr val="accent3"/>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98" name="Text Placeholder 75">
            <a:extLst>
              <a:ext uri="{FF2B5EF4-FFF2-40B4-BE49-F238E27FC236}">
                <a16:creationId xmlns:a16="http://schemas.microsoft.com/office/drawing/2014/main" id="{4460FB63-57AF-2455-308F-47523B46CD9B}"/>
              </a:ext>
            </a:extLst>
          </p:cNvPr>
          <p:cNvSpPr>
            <a:spLocks noGrp="1"/>
          </p:cNvSpPr>
          <p:nvPr>
            <p:ph type="body" sz="quarter" idx="29" hasCustomPrompt="1"/>
          </p:nvPr>
        </p:nvSpPr>
        <p:spPr>
          <a:xfrm>
            <a:off x="9083290"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11" name="Text Placeholder 75">
            <a:extLst>
              <a:ext uri="{FF2B5EF4-FFF2-40B4-BE49-F238E27FC236}">
                <a16:creationId xmlns:a16="http://schemas.microsoft.com/office/drawing/2014/main" id="{8CB2A02B-5BCF-15F1-CD50-CDA1ABF5E004}"/>
              </a:ext>
            </a:extLst>
          </p:cNvPr>
          <p:cNvSpPr>
            <a:spLocks noGrp="1"/>
          </p:cNvSpPr>
          <p:nvPr>
            <p:ph type="body" sz="quarter" idx="54" hasCustomPrompt="1"/>
          </p:nvPr>
        </p:nvSpPr>
        <p:spPr>
          <a:xfrm>
            <a:off x="10240287" y="2780550"/>
            <a:ext cx="1203516" cy="932078"/>
          </a:xfrm>
          <a:solidFill>
            <a:schemeClr val="accent5"/>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101" name="Text Placeholder 75">
            <a:extLst>
              <a:ext uri="{FF2B5EF4-FFF2-40B4-BE49-F238E27FC236}">
                <a16:creationId xmlns:a16="http://schemas.microsoft.com/office/drawing/2014/main" id="{9F90F308-B686-9D9A-4663-AF5E744F7682}"/>
              </a:ext>
            </a:extLst>
          </p:cNvPr>
          <p:cNvSpPr>
            <a:spLocks noGrp="1"/>
          </p:cNvSpPr>
          <p:nvPr>
            <p:ph type="body" sz="quarter" idx="31" hasCustomPrompt="1"/>
          </p:nvPr>
        </p:nvSpPr>
        <p:spPr>
          <a:xfrm>
            <a:off x="10352897" y="3260736"/>
            <a:ext cx="968671" cy="371708"/>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9" name="Text Placeholder 75">
            <a:extLst>
              <a:ext uri="{FF2B5EF4-FFF2-40B4-BE49-F238E27FC236}">
                <a16:creationId xmlns:a16="http://schemas.microsoft.com/office/drawing/2014/main" id="{EDA4D0DF-6ADC-9C65-B4FE-9ED9941E39D1}"/>
              </a:ext>
            </a:extLst>
          </p:cNvPr>
          <p:cNvSpPr>
            <a:spLocks noGrp="1"/>
          </p:cNvSpPr>
          <p:nvPr>
            <p:ph type="body" sz="quarter" idx="60" hasCustomPrompt="1"/>
          </p:nvPr>
        </p:nvSpPr>
        <p:spPr>
          <a:xfrm>
            <a:off x="3836510"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0" name="Text Placeholder 75">
            <a:extLst>
              <a:ext uri="{FF2B5EF4-FFF2-40B4-BE49-F238E27FC236}">
                <a16:creationId xmlns:a16="http://schemas.microsoft.com/office/drawing/2014/main" id="{54B649FE-E5EA-5BE5-D874-B19A22A6B864}"/>
              </a:ext>
            </a:extLst>
          </p:cNvPr>
          <p:cNvSpPr>
            <a:spLocks noGrp="1"/>
          </p:cNvSpPr>
          <p:nvPr>
            <p:ph type="body" sz="quarter" idx="61" hasCustomPrompt="1"/>
          </p:nvPr>
        </p:nvSpPr>
        <p:spPr>
          <a:xfrm>
            <a:off x="3948408"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8" name="Text Placeholder 75">
            <a:extLst>
              <a:ext uri="{FF2B5EF4-FFF2-40B4-BE49-F238E27FC236}">
                <a16:creationId xmlns:a16="http://schemas.microsoft.com/office/drawing/2014/main" id="{E3ED1206-42F8-7BE7-A0DF-7A77D873C4CC}"/>
              </a:ext>
            </a:extLst>
          </p:cNvPr>
          <p:cNvSpPr>
            <a:spLocks noGrp="1"/>
          </p:cNvSpPr>
          <p:nvPr>
            <p:ph type="body" sz="quarter" idx="59" hasCustomPrompt="1"/>
          </p:nvPr>
        </p:nvSpPr>
        <p:spPr>
          <a:xfrm>
            <a:off x="5117265"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1" name="Text Placeholder 75">
            <a:extLst>
              <a:ext uri="{FF2B5EF4-FFF2-40B4-BE49-F238E27FC236}">
                <a16:creationId xmlns:a16="http://schemas.microsoft.com/office/drawing/2014/main" id="{8EE94704-A776-2C31-EBC1-4E905AF7A2D3}"/>
              </a:ext>
            </a:extLst>
          </p:cNvPr>
          <p:cNvSpPr>
            <a:spLocks noGrp="1"/>
          </p:cNvSpPr>
          <p:nvPr>
            <p:ph type="body" sz="quarter" idx="62" hasCustomPrompt="1"/>
          </p:nvPr>
        </p:nvSpPr>
        <p:spPr>
          <a:xfrm>
            <a:off x="5232328"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7" name="Text Placeholder 75">
            <a:extLst>
              <a:ext uri="{FF2B5EF4-FFF2-40B4-BE49-F238E27FC236}">
                <a16:creationId xmlns:a16="http://schemas.microsoft.com/office/drawing/2014/main" id="{1747C7B6-08D3-C80A-4DA7-FFF61F30F909}"/>
              </a:ext>
            </a:extLst>
          </p:cNvPr>
          <p:cNvSpPr>
            <a:spLocks noGrp="1"/>
          </p:cNvSpPr>
          <p:nvPr>
            <p:ph type="body" sz="quarter" idx="58" hasCustomPrompt="1"/>
          </p:nvPr>
        </p:nvSpPr>
        <p:spPr>
          <a:xfrm>
            <a:off x="6398020"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2" name="Text Placeholder 75">
            <a:extLst>
              <a:ext uri="{FF2B5EF4-FFF2-40B4-BE49-F238E27FC236}">
                <a16:creationId xmlns:a16="http://schemas.microsoft.com/office/drawing/2014/main" id="{BB76F855-82BD-D038-34B2-DE51CD923001}"/>
              </a:ext>
            </a:extLst>
          </p:cNvPr>
          <p:cNvSpPr>
            <a:spLocks noGrp="1"/>
          </p:cNvSpPr>
          <p:nvPr>
            <p:ph type="body" sz="quarter" idx="63" hasCustomPrompt="1"/>
          </p:nvPr>
        </p:nvSpPr>
        <p:spPr>
          <a:xfrm>
            <a:off x="6514305"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6" name="Text Placeholder 75">
            <a:extLst>
              <a:ext uri="{FF2B5EF4-FFF2-40B4-BE49-F238E27FC236}">
                <a16:creationId xmlns:a16="http://schemas.microsoft.com/office/drawing/2014/main" id="{1C6335A1-8BD5-DC54-94C4-8F0CEF2B7521}"/>
              </a:ext>
            </a:extLst>
          </p:cNvPr>
          <p:cNvSpPr>
            <a:spLocks noGrp="1"/>
          </p:cNvSpPr>
          <p:nvPr>
            <p:ph type="body" sz="quarter" idx="57" hasCustomPrompt="1"/>
          </p:nvPr>
        </p:nvSpPr>
        <p:spPr>
          <a:xfrm>
            <a:off x="7678775"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3" name="Text Placeholder 75">
            <a:extLst>
              <a:ext uri="{FF2B5EF4-FFF2-40B4-BE49-F238E27FC236}">
                <a16:creationId xmlns:a16="http://schemas.microsoft.com/office/drawing/2014/main" id="{D0CBA7B2-0907-0A18-B0AA-72D0F8DC2D0C}"/>
              </a:ext>
            </a:extLst>
          </p:cNvPr>
          <p:cNvSpPr>
            <a:spLocks noGrp="1"/>
          </p:cNvSpPr>
          <p:nvPr>
            <p:ph type="body" sz="quarter" idx="64" hasCustomPrompt="1"/>
          </p:nvPr>
        </p:nvSpPr>
        <p:spPr>
          <a:xfrm>
            <a:off x="7795240"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5" name="Text Placeholder 75">
            <a:extLst>
              <a:ext uri="{FF2B5EF4-FFF2-40B4-BE49-F238E27FC236}">
                <a16:creationId xmlns:a16="http://schemas.microsoft.com/office/drawing/2014/main" id="{94B2705B-E6E3-0E1C-4983-E2DD37C2E36A}"/>
              </a:ext>
            </a:extLst>
          </p:cNvPr>
          <p:cNvSpPr>
            <a:spLocks noGrp="1"/>
          </p:cNvSpPr>
          <p:nvPr>
            <p:ph type="body" sz="quarter" idx="56" hasCustomPrompt="1"/>
          </p:nvPr>
        </p:nvSpPr>
        <p:spPr>
          <a:xfrm>
            <a:off x="8959530"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4" name="Text Placeholder 75">
            <a:extLst>
              <a:ext uri="{FF2B5EF4-FFF2-40B4-BE49-F238E27FC236}">
                <a16:creationId xmlns:a16="http://schemas.microsoft.com/office/drawing/2014/main" id="{6E9CEDFA-D5B1-C6EB-D1D6-028A762E6EFD}"/>
              </a:ext>
            </a:extLst>
          </p:cNvPr>
          <p:cNvSpPr>
            <a:spLocks noGrp="1"/>
          </p:cNvSpPr>
          <p:nvPr>
            <p:ph type="body" sz="quarter" idx="65" hasCustomPrompt="1"/>
          </p:nvPr>
        </p:nvSpPr>
        <p:spPr>
          <a:xfrm>
            <a:off x="9083290"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24" name="Text Placeholder 75">
            <a:extLst>
              <a:ext uri="{FF2B5EF4-FFF2-40B4-BE49-F238E27FC236}">
                <a16:creationId xmlns:a16="http://schemas.microsoft.com/office/drawing/2014/main" id="{86D1DFDE-E9E4-DCD0-0602-F55129AE2D7D}"/>
              </a:ext>
            </a:extLst>
          </p:cNvPr>
          <p:cNvSpPr>
            <a:spLocks noGrp="1"/>
          </p:cNvSpPr>
          <p:nvPr>
            <p:ph type="body" sz="quarter" idx="55" hasCustomPrompt="1"/>
          </p:nvPr>
        </p:nvSpPr>
        <p:spPr>
          <a:xfrm>
            <a:off x="10240287" y="3801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5" name="Text Placeholder 75">
            <a:extLst>
              <a:ext uri="{FF2B5EF4-FFF2-40B4-BE49-F238E27FC236}">
                <a16:creationId xmlns:a16="http://schemas.microsoft.com/office/drawing/2014/main" id="{999D3DA5-BE79-94E3-AE49-08ED839F78A0}"/>
              </a:ext>
            </a:extLst>
          </p:cNvPr>
          <p:cNvSpPr>
            <a:spLocks noGrp="1"/>
          </p:cNvSpPr>
          <p:nvPr>
            <p:ph type="body" sz="quarter" idx="66" hasCustomPrompt="1"/>
          </p:nvPr>
        </p:nvSpPr>
        <p:spPr>
          <a:xfrm>
            <a:off x="10352897" y="4281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37" name="Text Placeholder 75">
            <a:extLst>
              <a:ext uri="{FF2B5EF4-FFF2-40B4-BE49-F238E27FC236}">
                <a16:creationId xmlns:a16="http://schemas.microsoft.com/office/drawing/2014/main" id="{AEF544B0-96F5-DABA-6C01-3DFBFD6B6084}"/>
              </a:ext>
            </a:extLst>
          </p:cNvPr>
          <p:cNvSpPr>
            <a:spLocks noGrp="1"/>
          </p:cNvSpPr>
          <p:nvPr>
            <p:ph type="body" sz="quarter" idx="68" hasCustomPrompt="1"/>
          </p:nvPr>
        </p:nvSpPr>
        <p:spPr>
          <a:xfrm>
            <a:off x="5112344" y="4817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8" name="Text Placeholder 75">
            <a:extLst>
              <a:ext uri="{FF2B5EF4-FFF2-40B4-BE49-F238E27FC236}">
                <a16:creationId xmlns:a16="http://schemas.microsoft.com/office/drawing/2014/main" id="{26988D8C-9F63-B695-760D-71771A15955F}"/>
              </a:ext>
            </a:extLst>
          </p:cNvPr>
          <p:cNvSpPr>
            <a:spLocks noGrp="1"/>
          </p:cNvSpPr>
          <p:nvPr>
            <p:ph type="body" sz="quarter" idx="69" hasCustomPrompt="1"/>
          </p:nvPr>
        </p:nvSpPr>
        <p:spPr>
          <a:xfrm>
            <a:off x="5242488" y="5297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sp>
        <p:nvSpPr>
          <p:cNvPr id="36" name="Text Placeholder 75">
            <a:extLst>
              <a:ext uri="{FF2B5EF4-FFF2-40B4-BE49-F238E27FC236}">
                <a16:creationId xmlns:a16="http://schemas.microsoft.com/office/drawing/2014/main" id="{A5A86C41-8E7B-8D4E-B4B1-021E17E89689}"/>
              </a:ext>
            </a:extLst>
          </p:cNvPr>
          <p:cNvSpPr>
            <a:spLocks noGrp="1"/>
          </p:cNvSpPr>
          <p:nvPr>
            <p:ph type="body" sz="quarter" idx="67" hasCustomPrompt="1"/>
          </p:nvPr>
        </p:nvSpPr>
        <p:spPr>
          <a:xfrm>
            <a:off x="7678775" y="4817057"/>
            <a:ext cx="1203516" cy="932078"/>
          </a:xfrm>
          <a:solidFill>
            <a:schemeClr val="bg1">
              <a:lumMod val="95000"/>
            </a:schemeClr>
          </a:solidFill>
        </p:spPr>
        <p:txBody>
          <a:bodyPr lIns="91440" tIns="146304" rIns="91440" bIns="0" anchor="t">
            <a:noAutofit/>
          </a:bodyPr>
          <a:lstStyle>
            <a:lvl1pPr marL="0" indent="0" algn="ctr">
              <a:lnSpc>
                <a:spcPct val="80000"/>
              </a:lnSpc>
              <a:spcBef>
                <a:spcPts val="0"/>
              </a:spcBef>
              <a:spcAft>
                <a:spcPts val="0"/>
              </a:spcAft>
              <a:buNone/>
              <a:defRPr sz="1300" b="1" baseline="0">
                <a:solidFill>
                  <a:schemeClr val="tx1"/>
                </a:solidFill>
                <a:latin typeface="+mj-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TITLE HERE</a:t>
            </a:r>
          </a:p>
        </p:txBody>
      </p:sp>
      <p:sp>
        <p:nvSpPr>
          <p:cNvPr id="39" name="Text Placeholder 75">
            <a:extLst>
              <a:ext uri="{FF2B5EF4-FFF2-40B4-BE49-F238E27FC236}">
                <a16:creationId xmlns:a16="http://schemas.microsoft.com/office/drawing/2014/main" id="{7CCA22E3-9EEB-5389-FEF2-7DF99D065130}"/>
              </a:ext>
            </a:extLst>
          </p:cNvPr>
          <p:cNvSpPr>
            <a:spLocks noGrp="1"/>
          </p:cNvSpPr>
          <p:nvPr>
            <p:ph type="body" sz="quarter" idx="70" hasCustomPrompt="1"/>
          </p:nvPr>
        </p:nvSpPr>
        <p:spPr>
          <a:xfrm>
            <a:off x="7805400" y="5297242"/>
            <a:ext cx="968671" cy="390527"/>
          </a:xfrm>
        </p:spPr>
        <p:txBody>
          <a:bodyPr lIns="0" tIns="0" rIns="0" bIns="0">
            <a:noAutofit/>
          </a:bodyPr>
          <a:lstStyle>
            <a:lvl1pPr marL="0" indent="0" algn="ctr">
              <a:lnSpc>
                <a:spcPct val="80000"/>
              </a:lnSpc>
              <a:spcBef>
                <a:spcPts val="0"/>
              </a:spcBef>
              <a:spcAft>
                <a:spcPts val="0"/>
              </a:spcAft>
              <a:buNone/>
              <a:defRPr sz="1300" b="0" baseline="0">
                <a:solidFill>
                  <a:schemeClr val="tx1"/>
                </a:solidFill>
                <a:latin typeface="+mn-lt"/>
              </a:defRPr>
            </a:lvl1pPr>
            <a:lvl2pPr marL="128016" indent="0" algn="ctr">
              <a:buNone/>
              <a:defRPr sz="1300"/>
            </a:lvl2pPr>
            <a:lvl3pPr marL="310896" indent="0" algn="ctr">
              <a:buNone/>
              <a:defRPr sz="1300"/>
            </a:lvl3pPr>
            <a:lvl4pPr marL="457200" indent="0" algn="ctr">
              <a:buNone/>
              <a:defRPr sz="1300"/>
            </a:lvl4pPr>
            <a:lvl5pPr marL="640080" indent="0" algn="ctr">
              <a:buNone/>
              <a:defRPr sz="1300"/>
            </a:lvl5pPr>
          </a:lstStyle>
          <a:p>
            <a:pPr lvl="0"/>
            <a:r>
              <a:rPr lang="en-US"/>
              <a:t>Add text here</a:t>
            </a:r>
          </a:p>
        </p:txBody>
      </p:sp>
      <p:cxnSp>
        <p:nvCxnSpPr>
          <p:cNvPr id="5" name="Straight Connector 4">
            <a:extLst>
              <a:ext uri="{FF2B5EF4-FFF2-40B4-BE49-F238E27FC236}">
                <a16:creationId xmlns:a16="http://schemas.microsoft.com/office/drawing/2014/main" id="{8DDE5B96-F011-22D6-E527-0FDD718D6B17}"/>
              </a:ext>
              <a:ext uri="{C183D7F6-B498-43B3-948B-1728B52AA6E4}">
                <adec:decorative xmlns:adec="http://schemas.microsoft.com/office/drawing/2017/decorative" val="1"/>
              </a:ext>
            </a:extLst>
          </p:cNvPr>
          <p:cNvCxnSpPr>
            <a:cxnSpLocks/>
          </p:cNvCxnSpPr>
          <p:nvPr userDrawn="1"/>
        </p:nvCxnSpPr>
        <p:spPr>
          <a:xfrm>
            <a:off x="567337" y="5382565"/>
            <a:ext cx="0" cy="99909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Text Placeholder 7">
            <a:extLst>
              <a:ext uri="{FF2B5EF4-FFF2-40B4-BE49-F238E27FC236}">
                <a16:creationId xmlns:a16="http://schemas.microsoft.com/office/drawing/2014/main" id="{8B5193DC-4E8F-4364-1D19-81A2795C2388}"/>
              </a:ext>
            </a:extLst>
          </p:cNvPr>
          <p:cNvSpPr>
            <a:spLocks noGrp="1"/>
          </p:cNvSpPr>
          <p:nvPr>
            <p:ph type="body" sz="quarter" idx="89" hasCustomPrompt="1"/>
          </p:nvPr>
        </p:nvSpPr>
        <p:spPr>
          <a:xfrm>
            <a:off x="8873729" y="6222340"/>
            <a:ext cx="155448" cy="155448"/>
          </a:xfrm>
          <a:prstGeom prst="rect">
            <a:avLst/>
          </a:prstGeom>
          <a:solidFill>
            <a:schemeClr val="accent1"/>
          </a:solidFill>
        </p:spPr>
        <p:txBody>
          <a:bodyPr anchor="ctr">
            <a:noAutofit/>
          </a:bodyPr>
          <a:lstStyle>
            <a:lvl1pPr marL="0" indent="0" algn="ctr">
              <a:lnSpc>
                <a:spcPct val="100000"/>
              </a:lnSpc>
              <a:spcBef>
                <a:spcPts val="0"/>
              </a:spcBef>
              <a:buFont typeface="Arial" panose="020B0604020202020204" pitchFamily="34" charset="0"/>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a:t>X</a:t>
            </a:r>
          </a:p>
        </p:txBody>
      </p:sp>
      <p:sp>
        <p:nvSpPr>
          <p:cNvPr id="68" name="Text Placeholder 67">
            <a:extLst>
              <a:ext uri="{FF2B5EF4-FFF2-40B4-BE49-F238E27FC236}">
                <a16:creationId xmlns:a16="http://schemas.microsoft.com/office/drawing/2014/main" id="{E69998A8-0864-9CA3-0242-1380F2F6D6B2}"/>
              </a:ext>
            </a:extLst>
          </p:cNvPr>
          <p:cNvSpPr>
            <a:spLocks noGrp="1"/>
          </p:cNvSpPr>
          <p:nvPr>
            <p:ph type="body" sz="quarter" idx="13" hasCustomPrompt="1"/>
          </p:nvPr>
        </p:nvSpPr>
        <p:spPr>
          <a:xfrm>
            <a:off x="9070368" y="6196637"/>
            <a:ext cx="563562" cy="179387"/>
          </a:xfrm>
        </p:spPr>
        <p:txBody>
          <a:bodyPr>
            <a:noAutofit/>
          </a:bodyPr>
          <a:lstStyle>
            <a:lvl1pPr marL="0" indent="0">
              <a:buNone/>
              <a:defRPr sz="900" b="0">
                <a:solidFill>
                  <a:schemeClr val="tx1"/>
                </a:solidFill>
              </a:defRPr>
            </a:lvl1pPr>
            <a:lvl2pPr marL="128016" indent="0">
              <a:buNone/>
              <a:defRPr sz="1000"/>
            </a:lvl2pPr>
            <a:lvl3pPr marL="310896" indent="0">
              <a:buNone/>
              <a:defRPr sz="1000"/>
            </a:lvl3pPr>
            <a:lvl4pPr marL="457200" indent="0">
              <a:buNone/>
              <a:defRPr sz="1000"/>
            </a:lvl4pPr>
            <a:lvl5pPr marL="640080" indent="0">
              <a:buNone/>
              <a:defRPr sz="1000"/>
            </a:lvl5pPr>
          </a:lstStyle>
          <a:p>
            <a:pPr lvl="0"/>
            <a:r>
              <a:rPr lang="en-US"/>
              <a:t>Add text</a:t>
            </a:r>
          </a:p>
        </p:txBody>
      </p:sp>
      <p:sp>
        <p:nvSpPr>
          <p:cNvPr id="46" name="Text Placeholder 7">
            <a:extLst>
              <a:ext uri="{FF2B5EF4-FFF2-40B4-BE49-F238E27FC236}">
                <a16:creationId xmlns:a16="http://schemas.microsoft.com/office/drawing/2014/main" id="{F49A2DC4-3DC0-8708-D32E-79CD012CAA6D}"/>
              </a:ext>
            </a:extLst>
          </p:cNvPr>
          <p:cNvSpPr>
            <a:spLocks noGrp="1"/>
          </p:cNvSpPr>
          <p:nvPr>
            <p:ph type="body" sz="quarter" idx="90" hasCustomPrompt="1"/>
          </p:nvPr>
        </p:nvSpPr>
        <p:spPr>
          <a:xfrm>
            <a:off x="9723701" y="6222340"/>
            <a:ext cx="155448" cy="155448"/>
          </a:xfrm>
          <a:prstGeom prst="rect">
            <a:avLst/>
          </a:prstGeom>
          <a:solidFill>
            <a:schemeClr val="accent3"/>
          </a:solidFill>
        </p:spPr>
        <p:txBody>
          <a:bodyPr anchor="ctr">
            <a:noAutofit/>
          </a:bodyPr>
          <a:lstStyle>
            <a:lvl1pPr marL="0" indent="0" algn="ctr">
              <a:lnSpc>
                <a:spcPct val="100000"/>
              </a:lnSpc>
              <a:spcBef>
                <a:spcPts val="0"/>
              </a:spcBef>
              <a:buFont typeface="Arial" panose="020B0604020202020204" pitchFamily="34" charset="0"/>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a:t>X</a:t>
            </a:r>
          </a:p>
        </p:txBody>
      </p:sp>
      <p:sp>
        <p:nvSpPr>
          <p:cNvPr id="69" name="Text Placeholder 67">
            <a:extLst>
              <a:ext uri="{FF2B5EF4-FFF2-40B4-BE49-F238E27FC236}">
                <a16:creationId xmlns:a16="http://schemas.microsoft.com/office/drawing/2014/main" id="{70C485BD-4A34-35CC-470B-BE4EF17651B8}"/>
              </a:ext>
            </a:extLst>
          </p:cNvPr>
          <p:cNvSpPr>
            <a:spLocks noGrp="1"/>
          </p:cNvSpPr>
          <p:nvPr>
            <p:ph type="body" sz="quarter" idx="14" hasCustomPrompt="1"/>
          </p:nvPr>
        </p:nvSpPr>
        <p:spPr>
          <a:xfrm>
            <a:off x="9927200" y="6196637"/>
            <a:ext cx="563562" cy="179387"/>
          </a:xfrm>
        </p:spPr>
        <p:txBody>
          <a:bodyPr>
            <a:noAutofit/>
          </a:bodyPr>
          <a:lstStyle>
            <a:lvl1pPr marL="0" indent="0">
              <a:buNone/>
              <a:defRPr sz="900" b="0">
                <a:solidFill>
                  <a:schemeClr val="tx1"/>
                </a:solidFill>
              </a:defRPr>
            </a:lvl1pPr>
            <a:lvl2pPr marL="128016" indent="0">
              <a:buNone/>
              <a:defRPr sz="1000"/>
            </a:lvl2pPr>
            <a:lvl3pPr marL="310896" indent="0">
              <a:buNone/>
              <a:defRPr sz="1000"/>
            </a:lvl3pPr>
            <a:lvl4pPr marL="457200" indent="0">
              <a:buNone/>
              <a:defRPr sz="1000"/>
            </a:lvl4pPr>
            <a:lvl5pPr marL="640080" indent="0">
              <a:buNone/>
              <a:defRPr sz="1000"/>
            </a:lvl5pPr>
          </a:lstStyle>
          <a:p>
            <a:pPr lvl="0"/>
            <a:r>
              <a:rPr lang="en-US"/>
              <a:t>Add text</a:t>
            </a:r>
          </a:p>
        </p:txBody>
      </p:sp>
      <p:sp>
        <p:nvSpPr>
          <p:cNvPr id="47" name="Text Placeholder 7">
            <a:extLst>
              <a:ext uri="{FF2B5EF4-FFF2-40B4-BE49-F238E27FC236}">
                <a16:creationId xmlns:a16="http://schemas.microsoft.com/office/drawing/2014/main" id="{E2CE8FC8-4A08-6EEC-DD1A-74D4E6E53551}"/>
              </a:ext>
            </a:extLst>
          </p:cNvPr>
          <p:cNvSpPr>
            <a:spLocks noGrp="1"/>
          </p:cNvSpPr>
          <p:nvPr>
            <p:ph type="body" sz="quarter" idx="91" hasCustomPrompt="1"/>
          </p:nvPr>
        </p:nvSpPr>
        <p:spPr>
          <a:xfrm>
            <a:off x="10527953" y="6222340"/>
            <a:ext cx="155448" cy="155448"/>
          </a:xfrm>
          <a:prstGeom prst="rect">
            <a:avLst/>
          </a:prstGeom>
          <a:solidFill>
            <a:schemeClr val="accent5"/>
          </a:solidFill>
        </p:spPr>
        <p:txBody>
          <a:bodyPr anchor="ctr">
            <a:noAutofit/>
          </a:bodyPr>
          <a:lstStyle>
            <a:lvl1pPr marL="0" indent="0" algn="ctr">
              <a:lnSpc>
                <a:spcPct val="100000"/>
              </a:lnSpc>
              <a:spcBef>
                <a:spcPts val="0"/>
              </a:spcBef>
              <a:buFont typeface="Arial" panose="020B0604020202020204" pitchFamily="34" charset="0"/>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a:t>X</a:t>
            </a:r>
          </a:p>
        </p:txBody>
      </p:sp>
      <p:sp>
        <p:nvSpPr>
          <p:cNvPr id="70" name="Text Placeholder 67">
            <a:extLst>
              <a:ext uri="{FF2B5EF4-FFF2-40B4-BE49-F238E27FC236}">
                <a16:creationId xmlns:a16="http://schemas.microsoft.com/office/drawing/2014/main" id="{701DE1BD-560E-B0AE-2F49-6508691E648C}"/>
              </a:ext>
            </a:extLst>
          </p:cNvPr>
          <p:cNvSpPr>
            <a:spLocks noGrp="1"/>
          </p:cNvSpPr>
          <p:nvPr>
            <p:ph type="body" sz="quarter" idx="15" hasCustomPrompt="1"/>
          </p:nvPr>
        </p:nvSpPr>
        <p:spPr>
          <a:xfrm>
            <a:off x="10735442" y="6196637"/>
            <a:ext cx="828888" cy="179387"/>
          </a:xfrm>
        </p:spPr>
        <p:txBody>
          <a:bodyPr>
            <a:noAutofit/>
          </a:bodyPr>
          <a:lstStyle>
            <a:lvl1pPr marL="0" indent="0">
              <a:buNone/>
              <a:defRPr sz="900" b="0">
                <a:solidFill>
                  <a:schemeClr val="tx1"/>
                </a:solidFill>
              </a:defRPr>
            </a:lvl1pPr>
            <a:lvl2pPr marL="128016" indent="0">
              <a:buNone/>
              <a:defRPr sz="1000"/>
            </a:lvl2pPr>
            <a:lvl3pPr marL="310896" indent="0">
              <a:buNone/>
              <a:defRPr sz="1000"/>
            </a:lvl3pPr>
            <a:lvl4pPr marL="457200" indent="0">
              <a:buNone/>
              <a:defRPr sz="1000"/>
            </a:lvl4pPr>
            <a:lvl5pPr marL="640080" indent="0">
              <a:buNone/>
              <a:defRPr sz="1000"/>
            </a:lvl5pPr>
          </a:lstStyle>
          <a:p>
            <a:pPr lvl="0"/>
            <a:r>
              <a:rPr lang="en-US"/>
              <a:t>Add text</a:t>
            </a:r>
          </a:p>
        </p:txBody>
      </p:sp>
    </p:spTree>
    <p:extLst>
      <p:ext uri="{BB962C8B-B14F-4D97-AF65-F5344CB8AC3E}">
        <p14:creationId xmlns:p14="http://schemas.microsoft.com/office/powerpoint/2010/main" val="275009200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ivider page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970475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E18D4A62-C2BA-41B4-BEBF-396AA453B1AB}"/>
              </a:ext>
            </a:extLst>
          </p:cNvPr>
          <p:cNvSpPr/>
          <p:nvPr userDrawn="1"/>
        </p:nvSpPr>
        <p:spPr>
          <a:xfrm>
            <a:off x="11150600" y="6210300"/>
            <a:ext cx="596900" cy="546100"/>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F2F2F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a:solidFill>
                <a:srgbClr val="575757"/>
              </a:solidFill>
            </a:endParaRPr>
          </a:p>
        </p:txBody>
      </p:sp>
      <p:pic>
        <p:nvPicPr>
          <p:cNvPr id="9" name="Picture 8">
            <a:extLst>
              <a:ext uri="{FF2B5EF4-FFF2-40B4-BE49-F238E27FC236}">
                <a16:creationId xmlns:a16="http://schemas.microsoft.com/office/drawing/2014/main" id="{E2106339-BAF1-426E-BEEA-C07919846482}"/>
              </a:ext>
            </a:extLst>
          </p:cNvPr>
          <p:cNvPicPr>
            <a:picLocks noChangeAspect="1"/>
          </p:cNvPicPr>
          <p:nvPr userDrawn="1"/>
        </p:nvPicPr>
        <p:blipFill>
          <a:blip r:embed="rId5"/>
          <a:stretch>
            <a:fillRect/>
          </a:stretch>
        </p:blipFill>
        <p:spPr>
          <a:xfrm>
            <a:off x="0" y="0"/>
            <a:ext cx="12192000" cy="6852041"/>
          </a:xfrm>
          <a:prstGeom prst="rect">
            <a:avLst/>
          </a:prstGeom>
        </p:spPr>
      </p:pic>
      <p:cxnSp>
        <p:nvCxnSpPr>
          <p:cNvPr id="18" name="Straight Connector 17">
            <a:extLst>
              <a:ext uri="{FF2B5EF4-FFF2-40B4-BE49-F238E27FC236}">
                <a16:creationId xmlns:a16="http://schemas.microsoft.com/office/drawing/2014/main" id="{646C1707-7AF4-47D6-A8BA-16F537321BAF}"/>
              </a:ext>
            </a:extLst>
          </p:cNvPr>
          <p:cNvCxnSpPr>
            <a:cxnSpLocks/>
          </p:cNvCxnSpPr>
          <p:nvPr userDrawn="1"/>
        </p:nvCxnSpPr>
        <p:spPr>
          <a:xfrm>
            <a:off x="-19251" y="3925957"/>
            <a:ext cx="451051" cy="0"/>
          </a:xfrm>
          <a:prstGeom prst="line">
            <a:avLst/>
          </a:prstGeom>
          <a:ln w="31750" cap="flat"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Graphic 32">
            <a:extLst>
              <a:ext uri="{FF2B5EF4-FFF2-40B4-BE49-F238E27FC236}">
                <a16:creationId xmlns:a16="http://schemas.microsoft.com/office/drawing/2014/main" id="{19541143-1219-4326-B927-A1B847964EBA}"/>
              </a:ext>
            </a:extLst>
          </p:cNvPr>
          <p:cNvSpPr/>
          <p:nvPr userDrawn="1"/>
        </p:nvSpPr>
        <p:spPr>
          <a:xfrm>
            <a:off x="511970" y="3507559"/>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Trebuchet MS"/>
              <a:ea typeface="+mn-ea"/>
              <a:cs typeface="+mn-cs"/>
            </a:endParaRPr>
          </a:p>
        </p:txBody>
      </p:sp>
      <p:sp>
        <p:nvSpPr>
          <p:cNvPr id="23" name="Title 20"/>
          <p:cNvSpPr>
            <a:spLocks noGrp="1"/>
          </p:cNvSpPr>
          <p:nvPr>
            <p:ph type="title" hasCustomPrompt="1"/>
          </p:nvPr>
        </p:nvSpPr>
        <p:spPr>
          <a:xfrm>
            <a:off x="1409262" y="3614354"/>
            <a:ext cx="5260753" cy="584775"/>
          </a:xfrm>
          <a:noFill/>
        </p:spPr>
        <p:txBody>
          <a:bodyPr vert="horz" wrap="square" lIns="91440" tIns="45720" rIns="91440" bIns="45720" rtlCol="0">
            <a:noAutofit/>
          </a:bodyPr>
          <a:lstStyle>
            <a:lvl1pPr rtl="0">
              <a:lnSpc>
                <a:spcPct val="100000"/>
              </a:lnSpc>
              <a:defRPr lang="en-US" sz="3200" kern="1200" cap="all" spc="300" baseline="0" dirty="0">
                <a:solidFill>
                  <a:srgbClr val="295BAB"/>
                </a:solidFill>
                <a:latin typeface="Franklin Gothic Heavy" panose="020B0903020102020204" pitchFamily="34" charset="0"/>
                <a:ea typeface="+mj-ea"/>
                <a:cs typeface="+mj-cs"/>
                <a:sym typeface="Trebuchet MS" panose="020B0603020202020204" pitchFamily="34" charset="0"/>
              </a:defRPr>
            </a:lvl1pPr>
          </a:lstStyle>
          <a:p>
            <a:pPr lvl="0" algn="l" defTabSz="914400" rtl="0" eaLnBrk="1" latinLnBrk="0" hangingPunct="1">
              <a:lnSpc>
                <a:spcPct val="100000"/>
              </a:lnSpc>
              <a:spcBef>
                <a:spcPct val="0"/>
              </a:spcBef>
              <a:buNone/>
            </a:pPr>
            <a:r>
              <a:rPr lang="en-US"/>
              <a:t>Click to add text</a:t>
            </a:r>
            <a:endParaRPr lang="en-US" sz="3200" spc="300">
              <a:solidFill>
                <a:srgbClr val="295BAB"/>
              </a:solidFill>
              <a:latin typeface="Franklin Gothic Heavy" panose="020B0903020102020204" pitchFamily="34" charset="0"/>
            </a:endParaRPr>
          </a:p>
        </p:txBody>
      </p:sp>
      <p:sp>
        <p:nvSpPr>
          <p:cNvPr id="22" name="Text Placeholder 12"/>
          <p:cNvSpPr>
            <a:spLocks noGrp="1"/>
          </p:cNvSpPr>
          <p:nvPr>
            <p:ph type="body" sz="quarter" idx="12" hasCustomPrompt="1"/>
          </p:nvPr>
        </p:nvSpPr>
        <p:spPr>
          <a:xfrm>
            <a:off x="1409262" y="3249402"/>
            <a:ext cx="3015049" cy="369332"/>
          </a:xfrm>
          <a:noFill/>
        </p:spPr>
        <p:txBody>
          <a:bodyPr wrap="square" lIns="91440" tIns="45720" rIns="91440" bIns="0" rtlCol="0">
            <a:noAutofit/>
          </a:bodyPr>
          <a:lstStyle>
            <a:lvl1pPr rtl="0">
              <a:lnSpc>
                <a:spcPct val="100000"/>
              </a:lnSpc>
              <a:spcBef>
                <a:spcPts val="0"/>
              </a:spcBef>
              <a:spcAft>
                <a:spcPts val="0"/>
              </a:spcAft>
              <a:defRPr lang="en-US" sz="1800" cap="all" spc="300" baseline="0" dirty="0">
                <a:solidFill>
                  <a:schemeClr val="tx1"/>
                </a:solidFill>
                <a:latin typeface="+mn-lt"/>
                <a:ea typeface="+mn-ea"/>
                <a:cs typeface="+mn-cs"/>
              </a:defRPr>
            </a:lvl1pPr>
          </a:lstStyle>
          <a:p>
            <a:pPr lvl="0"/>
            <a:r>
              <a:rPr lang="en-US"/>
              <a:t>Update</a:t>
            </a:r>
          </a:p>
        </p:txBody>
      </p:sp>
      <p:cxnSp>
        <p:nvCxnSpPr>
          <p:cNvPr id="12" name="Straight Connector 11">
            <a:extLst>
              <a:ext uri="{FF2B5EF4-FFF2-40B4-BE49-F238E27FC236}">
                <a16:creationId xmlns:a16="http://schemas.microsoft.com/office/drawing/2014/main" id="{52C2331F-E545-4C59-929F-F23A5EE3461A}"/>
              </a:ext>
            </a:extLst>
          </p:cNvPr>
          <p:cNvCxnSpPr>
            <a:cxnSpLocks/>
          </p:cNvCxnSpPr>
          <p:nvPr userDrawn="1"/>
        </p:nvCxnSpPr>
        <p:spPr>
          <a:xfrm>
            <a:off x="6783977" y="3925957"/>
            <a:ext cx="5408023" cy="0"/>
          </a:xfrm>
          <a:prstGeom prst="line">
            <a:avLst/>
          </a:prstGeom>
          <a:ln w="31750" cap="rnd" cmpd="sng" algn="ctr">
            <a:solidFill>
              <a:srgbClr val="C02B25"/>
            </a:solidFill>
            <a:prstDash val="solid"/>
            <a:miter lim="800000"/>
            <a:headEnd type="none" w="med" len="med"/>
            <a:tailEnd type="non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808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Divider page 3">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05656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EA632830-D5C4-4CDE-A9C2-2730CA697056}"/>
              </a:ext>
            </a:extLst>
          </p:cNvPr>
          <p:cNvSpPr/>
          <p:nvPr userDrawn="1"/>
        </p:nvSpPr>
        <p:spPr>
          <a:xfrm>
            <a:off x="11150600" y="6210300"/>
            <a:ext cx="596900" cy="546100"/>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F2F2F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a:solidFill>
                <a:srgbClr val="575757"/>
              </a:solidFill>
            </a:endParaRPr>
          </a:p>
        </p:txBody>
      </p:sp>
      <p:pic>
        <p:nvPicPr>
          <p:cNvPr id="21" name="Picture 20">
            <a:extLst>
              <a:ext uri="{FF2B5EF4-FFF2-40B4-BE49-F238E27FC236}">
                <a16:creationId xmlns:a16="http://schemas.microsoft.com/office/drawing/2014/main" id="{6087C0C4-1902-4F81-BE82-E70B185ECED7}"/>
              </a:ext>
            </a:extLst>
          </p:cNvPr>
          <p:cNvPicPr>
            <a:picLocks noChangeAspect="1"/>
          </p:cNvPicPr>
          <p:nvPr userDrawn="1"/>
        </p:nvPicPr>
        <p:blipFill>
          <a:blip r:embed="rId5"/>
          <a:stretch>
            <a:fillRect/>
          </a:stretch>
        </p:blipFill>
        <p:spPr>
          <a:xfrm>
            <a:off x="0" y="0"/>
            <a:ext cx="12192000" cy="6852041"/>
          </a:xfrm>
          <a:prstGeom prst="rect">
            <a:avLst/>
          </a:prstGeom>
        </p:spPr>
      </p:pic>
      <p:cxnSp>
        <p:nvCxnSpPr>
          <p:cNvPr id="24" name="Straight Connector 23">
            <a:extLst>
              <a:ext uri="{FF2B5EF4-FFF2-40B4-BE49-F238E27FC236}">
                <a16:creationId xmlns:a16="http://schemas.microsoft.com/office/drawing/2014/main" id="{FC3B64EB-AB4C-4F19-91E9-F3EBB815F71A}"/>
              </a:ext>
            </a:extLst>
          </p:cNvPr>
          <p:cNvCxnSpPr>
            <a:cxnSpLocks/>
          </p:cNvCxnSpPr>
          <p:nvPr userDrawn="1"/>
        </p:nvCxnSpPr>
        <p:spPr>
          <a:xfrm>
            <a:off x="6578600" y="3544957"/>
            <a:ext cx="5613400" cy="0"/>
          </a:xfrm>
          <a:prstGeom prst="line">
            <a:avLst/>
          </a:prstGeom>
          <a:noFill/>
          <a:ln w="31750" cap="rnd" cmpd="sng" algn="ctr">
            <a:solidFill>
              <a:srgbClr val="C02B25"/>
            </a:solidFill>
            <a:prstDash val="solid"/>
            <a:miter lim="800000"/>
            <a:headEnd type="none" w="med" len="med"/>
            <a:tailEnd type="none" w="med" len="med"/>
          </a:ln>
          <a:effectLst/>
        </p:spPr>
      </p:cxnSp>
      <p:sp>
        <p:nvSpPr>
          <p:cNvPr id="42" name="Text Placeholder 41"/>
          <p:cNvSpPr>
            <a:spLocks noGrp="1"/>
          </p:cNvSpPr>
          <p:nvPr>
            <p:ph type="body" sz="quarter" idx="10" hasCustomPrompt="1"/>
          </p:nvPr>
        </p:nvSpPr>
        <p:spPr>
          <a:xfrm>
            <a:off x="1447800" y="3142936"/>
            <a:ext cx="3263900" cy="880241"/>
          </a:xfrm>
        </p:spPr>
        <p:txBody>
          <a:bodyPr lIns="91440" tIns="45720" rIns="91440" bIns="45720" anchor="ctr"/>
          <a:lstStyle>
            <a:lvl1pPr rtl="0">
              <a:lnSpc>
                <a:spcPct val="80000"/>
              </a:lnSpc>
              <a:spcBef>
                <a:spcPts val="0"/>
              </a:spcBef>
              <a:spcAft>
                <a:spcPts val="0"/>
              </a:spcAft>
              <a:defRPr sz="3200" cap="all" spc="300" baseline="0">
                <a:solidFill>
                  <a:srgbClr val="295BAB"/>
                </a:solidFill>
                <a:latin typeface="Franklin Gothic Heavy" panose="020B0903020102020204" pitchFamily="34" charset="0"/>
              </a:defRPr>
            </a:lvl1pPr>
          </a:lstStyle>
          <a:p>
            <a:pPr lvl="0"/>
            <a:r>
              <a:rPr lang="en-US"/>
              <a:t>Click to add Text here</a:t>
            </a:r>
          </a:p>
        </p:txBody>
      </p:sp>
      <p:cxnSp>
        <p:nvCxnSpPr>
          <p:cNvPr id="26" name="Straight Connector 25">
            <a:extLst>
              <a:ext uri="{FF2B5EF4-FFF2-40B4-BE49-F238E27FC236}">
                <a16:creationId xmlns:a16="http://schemas.microsoft.com/office/drawing/2014/main" id="{6C1227E8-1CAC-4C25-81B8-17281181AF26}"/>
              </a:ext>
            </a:extLst>
          </p:cNvPr>
          <p:cNvCxnSpPr>
            <a:cxnSpLocks/>
          </p:cNvCxnSpPr>
          <p:nvPr userDrawn="1"/>
        </p:nvCxnSpPr>
        <p:spPr>
          <a:xfrm>
            <a:off x="4610100" y="3544957"/>
            <a:ext cx="1028700" cy="0"/>
          </a:xfrm>
          <a:prstGeom prst="line">
            <a:avLst/>
          </a:prstGeom>
          <a:noFill/>
          <a:ln w="31750" cap="rnd" cmpd="sng" algn="ctr">
            <a:solidFill>
              <a:srgbClr val="C02B25"/>
            </a:solidFill>
            <a:prstDash val="solid"/>
            <a:miter lim="800000"/>
            <a:headEnd type="none" w="med" len="med"/>
            <a:tailEnd type="none" w="med" len="med"/>
          </a:ln>
          <a:effectLst/>
        </p:spPr>
      </p:cxnSp>
      <p:sp>
        <p:nvSpPr>
          <p:cNvPr id="27" name="Graphic 32">
            <a:extLst>
              <a:ext uri="{FF2B5EF4-FFF2-40B4-BE49-F238E27FC236}">
                <a16:creationId xmlns:a16="http://schemas.microsoft.com/office/drawing/2014/main" id="{7529B637-6F63-499B-9CA1-43C04816D4D8}"/>
              </a:ext>
            </a:extLst>
          </p:cNvPr>
          <p:cNvSpPr/>
          <p:nvPr userDrawn="1"/>
        </p:nvSpPr>
        <p:spPr>
          <a:xfrm>
            <a:off x="5718969" y="3120775"/>
            <a:ext cx="779462" cy="779458"/>
          </a:xfrm>
          <a:custGeom>
            <a:avLst/>
            <a:gdLst>
              <a:gd name="connsiteX0" fmla="*/ 321669 w 457200"/>
              <a:gd name="connsiteY0" fmla="*/ 457199 h 457199"/>
              <a:gd name="connsiteX1" fmla="*/ 321135 w 457200"/>
              <a:gd name="connsiteY1" fmla="*/ 457180 h 457199"/>
              <a:gd name="connsiteX2" fmla="*/ 312201 w 457200"/>
              <a:gd name="connsiteY2" fmla="*/ 448894 h 457199"/>
              <a:gd name="connsiteX3" fmla="*/ 262795 w 457200"/>
              <a:gd name="connsiteY3" fmla="*/ 66284 h 457199"/>
              <a:gd name="connsiteX4" fmla="*/ 206893 w 457200"/>
              <a:gd name="connsiteY4" fmla="*/ 330526 h 457199"/>
              <a:gd name="connsiteX5" fmla="*/ 198063 w 457200"/>
              <a:gd name="connsiteY5" fmla="*/ 338070 h 457199"/>
              <a:gd name="connsiteX6" fmla="*/ 188509 w 457200"/>
              <a:gd name="connsiteY6" fmla="*/ 331469 h 457199"/>
              <a:gd name="connsiteX7" fmla="*/ 134703 w 457200"/>
              <a:gd name="connsiteY7" fmla="*/ 164144 h 457199"/>
              <a:gd name="connsiteX8" fmla="*/ 94059 w 457200"/>
              <a:gd name="connsiteY8" fmla="*/ 254907 h 457199"/>
              <a:gd name="connsiteX9" fmla="*/ 85363 w 457200"/>
              <a:gd name="connsiteY9" fmla="*/ 260546 h 457199"/>
              <a:gd name="connsiteX10" fmla="*/ 9525 w 457200"/>
              <a:gd name="connsiteY10" fmla="*/ 260546 h 457199"/>
              <a:gd name="connsiteX11" fmla="*/ 0 w 457200"/>
              <a:gd name="connsiteY11" fmla="*/ 251021 h 457199"/>
              <a:gd name="connsiteX12" fmla="*/ 9525 w 457200"/>
              <a:gd name="connsiteY12" fmla="*/ 241496 h 457199"/>
              <a:gd name="connsiteX13" fmla="*/ 79181 w 457200"/>
              <a:gd name="connsiteY13" fmla="*/ 241496 h 457199"/>
              <a:gd name="connsiteX14" fmla="*/ 127454 w 457200"/>
              <a:gd name="connsiteY14" fmla="*/ 133683 h 457199"/>
              <a:gd name="connsiteX15" fmla="*/ 136665 w 457200"/>
              <a:gd name="connsiteY15" fmla="*/ 128063 h 457199"/>
              <a:gd name="connsiteX16" fmla="*/ 145209 w 457200"/>
              <a:gd name="connsiteY16" fmla="*/ 134654 h 457199"/>
              <a:gd name="connsiteX17" fmla="*/ 195653 w 457200"/>
              <a:gd name="connsiteY17" fmla="*/ 291531 h 457199"/>
              <a:gd name="connsiteX18" fmla="*/ 255746 w 457200"/>
              <a:gd name="connsiteY18" fmla="*/ 7553 h 457199"/>
              <a:gd name="connsiteX19" fmla="*/ 265452 w 457200"/>
              <a:gd name="connsiteY19" fmla="*/ 9 h 457199"/>
              <a:gd name="connsiteX20" fmla="*/ 274520 w 457200"/>
              <a:gd name="connsiteY20" fmla="*/ 8305 h 457199"/>
              <a:gd name="connsiteX21" fmla="*/ 324507 w 457200"/>
              <a:gd name="connsiteY21" fmla="*/ 395382 h 457199"/>
              <a:gd name="connsiteX22" fmla="*/ 360436 w 457200"/>
              <a:gd name="connsiteY22" fmla="*/ 246878 h 457199"/>
              <a:gd name="connsiteX23" fmla="*/ 369694 w 457200"/>
              <a:gd name="connsiteY23" fmla="*/ 239591 h 457199"/>
              <a:gd name="connsiteX24" fmla="*/ 447675 w 457200"/>
              <a:gd name="connsiteY24" fmla="*/ 239591 h 457199"/>
              <a:gd name="connsiteX25" fmla="*/ 457200 w 457200"/>
              <a:gd name="connsiteY25" fmla="*/ 249116 h 457199"/>
              <a:gd name="connsiteX26" fmla="*/ 447675 w 457200"/>
              <a:gd name="connsiteY26" fmla="*/ 258641 h 457199"/>
              <a:gd name="connsiteX27" fmla="*/ 377190 w 457200"/>
              <a:gd name="connsiteY27" fmla="*/ 258641 h 457199"/>
              <a:gd name="connsiteX28" fmla="*/ 330918 w 457200"/>
              <a:gd name="connsiteY28" fmla="*/ 449913 h 457199"/>
              <a:gd name="connsiteX29" fmla="*/ 321669 w 457200"/>
              <a:gd name="connsiteY29" fmla="*/ 457199 h 45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7200" h="457199">
                <a:moveTo>
                  <a:pt x="321669" y="457199"/>
                </a:moveTo>
                <a:cubicBezTo>
                  <a:pt x="321488" y="457199"/>
                  <a:pt x="321316" y="457199"/>
                  <a:pt x="321135" y="457180"/>
                </a:cubicBezTo>
                <a:cubicBezTo>
                  <a:pt x="316554" y="456942"/>
                  <a:pt x="312801" y="453447"/>
                  <a:pt x="312201" y="448894"/>
                </a:cubicBezTo>
                <a:lnTo>
                  <a:pt x="262795" y="66284"/>
                </a:lnTo>
                <a:lnTo>
                  <a:pt x="206893" y="330526"/>
                </a:lnTo>
                <a:cubicBezTo>
                  <a:pt x="205997" y="334746"/>
                  <a:pt x="202368" y="337851"/>
                  <a:pt x="198063" y="338070"/>
                </a:cubicBezTo>
                <a:cubicBezTo>
                  <a:pt x="193805" y="338423"/>
                  <a:pt x="189833" y="335584"/>
                  <a:pt x="188509" y="331469"/>
                </a:cubicBezTo>
                <a:lnTo>
                  <a:pt x="134703" y="164144"/>
                </a:lnTo>
                <a:lnTo>
                  <a:pt x="94059" y="254907"/>
                </a:lnTo>
                <a:cubicBezTo>
                  <a:pt x="92526" y="258336"/>
                  <a:pt x="89116" y="260546"/>
                  <a:pt x="85363" y="260546"/>
                </a:cubicBezTo>
                <a:lnTo>
                  <a:pt x="9525" y="260546"/>
                </a:lnTo>
                <a:cubicBezTo>
                  <a:pt x="4267" y="260546"/>
                  <a:pt x="0" y="256289"/>
                  <a:pt x="0" y="251021"/>
                </a:cubicBezTo>
                <a:cubicBezTo>
                  <a:pt x="0" y="245754"/>
                  <a:pt x="4267" y="241496"/>
                  <a:pt x="9525" y="241496"/>
                </a:cubicBezTo>
                <a:lnTo>
                  <a:pt x="79181" y="241496"/>
                </a:lnTo>
                <a:lnTo>
                  <a:pt x="127454" y="133683"/>
                </a:lnTo>
                <a:cubicBezTo>
                  <a:pt x="129064" y="130082"/>
                  <a:pt x="132912" y="127882"/>
                  <a:pt x="136665" y="128063"/>
                </a:cubicBezTo>
                <a:cubicBezTo>
                  <a:pt x="140608" y="128282"/>
                  <a:pt x="144008" y="130901"/>
                  <a:pt x="145209" y="134654"/>
                </a:cubicBezTo>
                <a:lnTo>
                  <a:pt x="195653" y="291531"/>
                </a:lnTo>
                <a:lnTo>
                  <a:pt x="255746" y="7553"/>
                </a:lnTo>
                <a:cubicBezTo>
                  <a:pt x="256718" y="3009"/>
                  <a:pt x="260490" y="-191"/>
                  <a:pt x="265452" y="9"/>
                </a:cubicBezTo>
                <a:cubicBezTo>
                  <a:pt x="270091" y="199"/>
                  <a:pt x="273929" y="3695"/>
                  <a:pt x="274520" y="8305"/>
                </a:cubicBezTo>
                <a:lnTo>
                  <a:pt x="324507" y="395382"/>
                </a:lnTo>
                <a:lnTo>
                  <a:pt x="360436" y="246878"/>
                </a:lnTo>
                <a:cubicBezTo>
                  <a:pt x="361464" y="242611"/>
                  <a:pt x="365293" y="239591"/>
                  <a:pt x="369694" y="239591"/>
                </a:cubicBezTo>
                <a:lnTo>
                  <a:pt x="447675" y="239591"/>
                </a:lnTo>
                <a:cubicBezTo>
                  <a:pt x="452942" y="239591"/>
                  <a:pt x="457200" y="243849"/>
                  <a:pt x="457200" y="249116"/>
                </a:cubicBezTo>
                <a:cubicBezTo>
                  <a:pt x="457200" y="254384"/>
                  <a:pt x="452942" y="258641"/>
                  <a:pt x="447675" y="258641"/>
                </a:cubicBezTo>
                <a:lnTo>
                  <a:pt x="377190" y="258641"/>
                </a:lnTo>
                <a:lnTo>
                  <a:pt x="330918" y="449913"/>
                </a:lnTo>
                <a:cubicBezTo>
                  <a:pt x="329879" y="454209"/>
                  <a:pt x="326031" y="457199"/>
                  <a:pt x="321669" y="457199"/>
                </a:cubicBezTo>
                <a:close/>
              </a:path>
            </a:pathLst>
          </a:custGeom>
          <a:solidFill>
            <a:srgbClr val="C02B25"/>
          </a:solidFill>
          <a:ln w="9525" cap="flat">
            <a:noFill/>
            <a:prstDash val="solid"/>
            <a:miter/>
          </a:ln>
        </p:spPr>
        <p:txBody>
          <a:bodyPr rtlCol="0" anchor="ctr"/>
          <a:lstStyle/>
          <a:p>
            <a:pPr rtl="0">
              <a:defRPr/>
            </a:pPr>
            <a:endParaRPr lang="en-US">
              <a:solidFill>
                <a:srgbClr val="575757"/>
              </a:solidFill>
              <a:latin typeface="Trebuchet MS"/>
            </a:endParaRPr>
          </a:p>
        </p:txBody>
      </p:sp>
      <p:cxnSp>
        <p:nvCxnSpPr>
          <p:cNvPr id="28" name="Straight Connector 27">
            <a:extLst>
              <a:ext uri="{FF2B5EF4-FFF2-40B4-BE49-F238E27FC236}">
                <a16:creationId xmlns:a16="http://schemas.microsoft.com/office/drawing/2014/main" id="{BDF0FD2A-D29B-479A-8B6B-F57CED30C5BA}"/>
              </a:ext>
            </a:extLst>
          </p:cNvPr>
          <p:cNvCxnSpPr>
            <a:cxnSpLocks/>
          </p:cNvCxnSpPr>
          <p:nvPr userDrawn="1"/>
        </p:nvCxnSpPr>
        <p:spPr>
          <a:xfrm>
            <a:off x="0" y="3544957"/>
            <a:ext cx="1295400" cy="0"/>
          </a:xfrm>
          <a:prstGeom prst="line">
            <a:avLst/>
          </a:prstGeom>
          <a:noFill/>
          <a:ln w="31750" cap="rnd" cmpd="sng" algn="ctr">
            <a:solidFill>
              <a:srgbClr val="C02B25"/>
            </a:solidFill>
            <a:prstDash val="solid"/>
            <a:miter lim="800000"/>
            <a:headEnd type="none" w="med" len="med"/>
            <a:tailEnd type="none" w="med" len="med"/>
          </a:ln>
          <a:effectLst/>
        </p:spPr>
      </p:cxnSp>
    </p:spTree>
    <p:extLst>
      <p:ext uri="{BB962C8B-B14F-4D97-AF65-F5344CB8AC3E}">
        <p14:creationId xmlns:p14="http://schemas.microsoft.com/office/powerpoint/2010/main" val="24687138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5319-EE07-D176-1246-FB604C5F4D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75D81-3A26-AC5F-E278-AA073F5AA9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B4044A-CDC6-7415-65A0-ACA6C4EC8285}"/>
              </a:ext>
            </a:extLst>
          </p:cNvPr>
          <p:cNvSpPr>
            <a:spLocks noGrp="1"/>
          </p:cNvSpPr>
          <p:nvPr>
            <p:ph type="dt" sz="half" idx="2"/>
          </p:nvPr>
        </p:nvSpPr>
        <p:spPr>
          <a:xfrm>
            <a:off x="28161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p>
        </p:txBody>
      </p:sp>
      <p:sp>
        <p:nvSpPr>
          <p:cNvPr id="5" name="Slide Number Placeholder 5">
            <a:extLst>
              <a:ext uri="{FF2B5EF4-FFF2-40B4-BE49-F238E27FC236}">
                <a16:creationId xmlns:a16="http://schemas.microsoft.com/office/drawing/2014/main" id="{7E15AC30-1C83-098A-5E23-3BF4592897AD}"/>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a:t>2024 DHITS    </a:t>
            </a:r>
            <a:fld id="{54558BDB-F807-4A0D-8BCD-2F5355F4A24C}" type="slidenum">
              <a:rPr lang="en-US" smtClean="0"/>
              <a:pPr/>
              <a:t>‹#›</a:t>
            </a:fld>
            <a:endParaRPr lang="en-US"/>
          </a:p>
        </p:txBody>
      </p:sp>
    </p:spTree>
    <p:extLst>
      <p:ext uri="{BB962C8B-B14F-4D97-AF65-F5344CB8AC3E}">
        <p14:creationId xmlns:p14="http://schemas.microsoft.com/office/powerpoint/2010/main" val="12677671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6"/>
        <p:cNvGrpSpPr/>
        <p:nvPr/>
      </p:nvGrpSpPr>
      <p:grpSpPr>
        <a:xfrm>
          <a:off x="0" y="0"/>
          <a:ext cx="0" cy="0"/>
          <a:chOff x="0" y="0"/>
          <a:chExt cx="0" cy="0"/>
        </a:xfrm>
      </p:grpSpPr>
      <p:sp>
        <p:nvSpPr>
          <p:cNvPr id="59" name="Google Shape;59;p87"/>
          <p:cNvSpPr/>
          <p:nvPr/>
        </p:nvSpPr>
        <p:spPr>
          <a:xfrm>
            <a:off x="0" y="0"/>
            <a:ext cx="12188952" cy="731520"/>
          </a:xfrm>
          <a:prstGeom prst="rect">
            <a:avLst/>
          </a:prstGeom>
          <a:solidFill>
            <a:srgbClr val="2558A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chemeClr val="lt1"/>
              </a:solidFill>
              <a:latin typeface="Open Sans"/>
              <a:ea typeface="Open Sans"/>
              <a:cs typeface="Open Sans"/>
              <a:sym typeface="Open Sans"/>
            </a:endParaRPr>
          </a:p>
        </p:txBody>
      </p:sp>
    </p:spTree>
    <p:extLst>
      <p:ext uri="{BB962C8B-B14F-4D97-AF65-F5344CB8AC3E}">
        <p14:creationId xmlns:p14="http://schemas.microsoft.com/office/powerpoint/2010/main" val="33794142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nd Content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4229-FDA3-419F-948E-EC3B542AED00}"/>
              </a:ext>
            </a:extLst>
          </p:cNvPr>
          <p:cNvSpPr>
            <a:spLocks noGrp="1"/>
          </p:cNvSpPr>
          <p:nvPr>
            <p:ph type="title"/>
          </p:nvPr>
        </p:nvSpPr>
        <p:spPr>
          <a:xfrm>
            <a:off x="838200" y="136526"/>
            <a:ext cx="10515600" cy="768096"/>
          </a:xfrm>
          <a:prstGeom prst="rect">
            <a:avLst/>
          </a:prstGeom>
        </p:spPr>
        <p:txBody>
          <a:bodyPr/>
          <a:lstStyle>
            <a:lvl1pPr algn="ctr">
              <a:defRPr>
                <a:solidFill>
                  <a:schemeClr val="bg1">
                    <a:lumMod val="5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D5E140-8BC8-449A-8EB6-5236A46899C7}"/>
              </a:ext>
            </a:extLst>
          </p:cNvPr>
          <p:cNvSpPr>
            <a:spLocks noGrp="1"/>
          </p:cNvSpPr>
          <p:nvPr>
            <p:ph type="dt" sz="half" idx="10"/>
          </p:nvPr>
        </p:nvSpPr>
        <p:spPr/>
        <p:txBody>
          <a:bodyPr/>
          <a:lstStyle/>
          <a:p>
            <a:fld id="{A04D5C2E-AF49-4B3E-833F-5946220A398E}" type="datetime1">
              <a:rPr lang="en-US" smtClean="0"/>
              <a:t>6/12/2025</a:t>
            </a:fld>
            <a:endParaRPr lang="en-US"/>
          </a:p>
        </p:txBody>
      </p:sp>
      <p:sp>
        <p:nvSpPr>
          <p:cNvPr id="5" name="Footer Placeholder 4">
            <a:extLst>
              <a:ext uri="{FF2B5EF4-FFF2-40B4-BE49-F238E27FC236}">
                <a16:creationId xmlns:a16="http://schemas.microsoft.com/office/drawing/2014/main" id="{DAC3E766-E3A6-4451-8208-02143C37EB9C}"/>
              </a:ext>
            </a:extLst>
          </p:cNvPr>
          <p:cNvSpPr>
            <a:spLocks noGrp="1"/>
          </p:cNvSpPr>
          <p:nvPr>
            <p:ph type="ftr" sz="quarter" idx="11"/>
          </p:nvPr>
        </p:nvSpPr>
        <p:spPr/>
        <p:txBody>
          <a:bodyPr/>
          <a:lstStyle/>
          <a:p>
            <a:r>
              <a:rPr lang="en-US"/>
              <a:t>Designed by PoweredTemplate</a:t>
            </a:r>
          </a:p>
        </p:txBody>
      </p:sp>
      <p:sp>
        <p:nvSpPr>
          <p:cNvPr id="6" name="Slide Number Placeholder 5">
            <a:extLst>
              <a:ext uri="{FF2B5EF4-FFF2-40B4-BE49-F238E27FC236}">
                <a16:creationId xmlns:a16="http://schemas.microsoft.com/office/drawing/2014/main" id="{BEF041C4-DDAB-4C12-865A-AD93CBA2AE10}"/>
              </a:ext>
            </a:extLst>
          </p:cNvPr>
          <p:cNvSpPr>
            <a:spLocks noGrp="1"/>
          </p:cNvSpPr>
          <p:nvPr>
            <p:ph type="sldNum" sz="quarter" idx="12"/>
          </p:nvPr>
        </p:nvSpPr>
        <p:spPr/>
        <p:txBody>
          <a:bodyPr/>
          <a:lstStyle/>
          <a:p>
            <a:fld id="{5F294920-2F4F-4D88-AD0A-053AE5A679D0}" type="slidenum">
              <a:rPr lang="en-US" smtClean="0"/>
              <a:t>‹#›</a:t>
            </a:fld>
            <a:endParaRPr lang="en-US"/>
          </a:p>
        </p:txBody>
      </p:sp>
    </p:spTree>
    <p:extLst>
      <p:ext uri="{BB962C8B-B14F-4D97-AF65-F5344CB8AC3E}">
        <p14:creationId xmlns:p14="http://schemas.microsoft.com/office/powerpoint/2010/main" val="58208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oleObject" Target="../embeddings/oleObject1.bin"/><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tags" Target="../tags/tag1.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theme" Target="../theme/theme4.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74122-9F5D-E1DE-EE35-5CACAA8B14FA}"/>
              </a:ext>
            </a:extLst>
          </p:cNvPr>
          <p:cNvSpPr>
            <a:spLocks noGrp="1"/>
          </p:cNvSpPr>
          <p:nvPr>
            <p:ph type="title"/>
          </p:nvPr>
        </p:nvSpPr>
        <p:spPr>
          <a:xfrm>
            <a:off x="838200" y="248286"/>
            <a:ext cx="10515600" cy="109802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7477B16-EBBA-DE52-7279-1F07331FE125}"/>
              </a:ext>
            </a:extLst>
          </p:cNvPr>
          <p:cNvSpPr>
            <a:spLocks noGrp="1"/>
          </p:cNvSpPr>
          <p:nvPr>
            <p:ph type="body" idx="1"/>
          </p:nvPr>
        </p:nvSpPr>
        <p:spPr>
          <a:xfrm>
            <a:off x="838200" y="1605272"/>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F9211D9-2B4A-FE4B-E12F-4D330C5CFCA1}"/>
              </a:ext>
            </a:extLst>
          </p:cNvPr>
          <p:cNvSpPr>
            <a:spLocks noGrp="1" noRot="1" noMove="1" noResize="1" noEditPoints="1" noAdjustHandles="1" noChangeArrowheads="1" noChangeShapeType="1"/>
          </p:cNvSpPr>
          <p:nvPr>
            <p:ph type="dt" sz="half" idx="2"/>
          </p:nvPr>
        </p:nvSpPr>
        <p:spPr>
          <a:xfrm>
            <a:off x="28161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AC6233B5-9750-6502-C826-8ECFF218077D}"/>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
        <p:nvSpPr>
          <p:cNvPr id="5" name="Footer Placeholder 4">
            <a:extLst>
              <a:ext uri="{FF2B5EF4-FFF2-40B4-BE49-F238E27FC236}">
                <a16:creationId xmlns:a16="http://schemas.microsoft.com/office/drawing/2014/main" id="{5B211FFF-DBB3-F96D-97E2-C77CDE0BE0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3345895965"/>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60" r:id="rId5"/>
    <p:sldLayoutId id="2147483655" r:id="rId6"/>
    <p:sldLayoutId id="2147483657" r:id="rId7"/>
    <p:sldLayoutId id="2147483671" r:id="rId8"/>
  </p:sldLayoutIdLst>
  <p:hf hdr="0" ftr="0"/>
  <p:txStyles>
    <p:titleStyle>
      <a:lvl1pPr algn="l" defTabSz="914400" rtl="0" eaLnBrk="1" latinLnBrk="0" hangingPunct="1">
        <a:lnSpc>
          <a:spcPct val="90000"/>
        </a:lnSpc>
        <a:spcBef>
          <a:spcPct val="0"/>
        </a:spcBef>
        <a:buNone/>
        <a:defRPr sz="3600" kern="1200">
          <a:solidFill>
            <a:schemeClr val="bg1"/>
          </a:solidFill>
          <a:latin typeface="Franklin Gothic Medium"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74122-9F5D-E1DE-EE35-5CACAA8B14FA}"/>
              </a:ext>
            </a:extLst>
          </p:cNvPr>
          <p:cNvSpPr>
            <a:spLocks noGrp="1"/>
          </p:cNvSpPr>
          <p:nvPr>
            <p:ph type="title"/>
          </p:nvPr>
        </p:nvSpPr>
        <p:spPr>
          <a:xfrm>
            <a:off x="838200" y="336654"/>
            <a:ext cx="10515600" cy="1009651"/>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7477B16-EBBA-DE52-7279-1F07331FE125}"/>
              </a:ext>
            </a:extLst>
          </p:cNvPr>
          <p:cNvSpPr>
            <a:spLocks noGrp="1"/>
          </p:cNvSpPr>
          <p:nvPr>
            <p:ph type="body" idx="1"/>
          </p:nvPr>
        </p:nvSpPr>
        <p:spPr>
          <a:xfrm>
            <a:off x="838200" y="1605272"/>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F9211D9-2B4A-FE4B-E12F-4D330C5CFCA1}"/>
              </a:ext>
            </a:extLst>
          </p:cNvPr>
          <p:cNvSpPr>
            <a:spLocks noGrp="1"/>
          </p:cNvSpPr>
          <p:nvPr>
            <p:ph type="dt" sz="half" idx="2"/>
          </p:nvPr>
        </p:nvSpPr>
        <p:spPr>
          <a:xfrm>
            <a:off x="281613" y="6244590"/>
            <a:ext cx="2743200" cy="365125"/>
          </a:xfrm>
          <a:prstGeom prst="rect">
            <a:avLst/>
          </a:prstGeom>
        </p:spPr>
        <p:txBody>
          <a:bodyPr vert="horz" lIns="91440" tIns="45720" rIns="91440" bIns="45720" rtlCol="0" anchor="ctr"/>
          <a:lstStyle>
            <a:lvl1pPr algn="l">
              <a:defRPr sz="1200">
                <a:solidFill>
                  <a:srgbClr val="061828"/>
                </a:solidFill>
                <a:latin typeface="Franklin Gothic Medium" panose="020B0603020102020204" pitchFamily="34" charset="0"/>
              </a:defRPr>
            </a:lvl1pPr>
          </a:lstStyle>
          <a:p>
            <a:r>
              <a:rPr lang="en-US"/>
              <a:t>UNCLASSIFIED</a:t>
            </a:r>
            <a:endParaRPr lang="en-US" dirty="0"/>
          </a:p>
        </p:txBody>
      </p:sp>
      <p:sp>
        <p:nvSpPr>
          <p:cNvPr id="6" name="Slide Number Placeholder 5">
            <a:extLst>
              <a:ext uri="{FF2B5EF4-FFF2-40B4-BE49-F238E27FC236}">
                <a16:creationId xmlns:a16="http://schemas.microsoft.com/office/drawing/2014/main" id="{AC6233B5-9750-6502-C826-8ECFF218077D}"/>
              </a:ext>
            </a:extLst>
          </p:cNvPr>
          <p:cNvSpPr>
            <a:spLocks noGrp="1"/>
          </p:cNvSpPr>
          <p:nvPr>
            <p:ph type="sldNum" sz="quarter" idx="4"/>
          </p:nvPr>
        </p:nvSpPr>
        <p:spPr>
          <a:xfrm>
            <a:off x="9087676" y="6244590"/>
            <a:ext cx="2743200" cy="365125"/>
          </a:xfrm>
          <a:prstGeom prst="rect">
            <a:avLst/>
          </a:prstGeom>
        </p:spPr>
        <p:txBody>
          <a:bodyPr vert="horz" lIns="91440" tIns="45720" rIns="91440" bIns="45720" rtlCol="0" anchor="ctr"/>
          <a:lstStyle>
            <a:lvl1pPr algn="r">
              <a:defRPr sz="1200">
                <a:solidFill>
                  <a:srgbClr val="061828"/>
                </a:solidFill>
                <a:latin typeface="Franklin Gothic Medium" panose="020B0603020102020204" pitchFamily="34" charset="0"/>
              </a:defRPr>
            </a:lvl1pPr>
          </a:lstStyle>
          <a:p>
            <a:r>
              <a:rPr lang="en-US" dirty="0"/>
              <a:t>2025 MHS Conference    </a:t>
            </a:r>
            <a:fld id="{54558BDB-F807-4A0D-8BCD-2F5355F4A24C}" type="slidenum">
              <a:rPr lang="en-US" smtClean="0"/>
              <a:pPr/>
              <a:t>‹#›</a:t>
            </a:fld>
            <a:endParaRPr lang="en-US" dirty="0"/>
          </a:p>
        </p:txBody>
      </p:sp>
      <p:sp>
        <p:nvSpPr>
          <p:cNvPr id="5" name="Footer Placeholder 4">
            <a:extLst>
              <a:ext uri="{FF2B5EF4-FFF2-40B4-BE49-F238E27FC236}">
                <a16:creationId xmlns:a16="http://schemas.microsoft.com/office/drawing/2014/main" id="{5CC13774-1C9E-4D7A-7AFD-6A55725A9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2469080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hf hdr="0" ftr="0"/>
  <p:txStyles>
    <p:titleStyle>
      <a:lvl1pPr algn="l" defTabSz="914400" rtl="0" eaLnBrk="1" latinLnBrk="0" hangingPunct="1">
        <a:lnSpc>
          <a:spcPct val="90000"/>
        </a:lnSpc>
        <a:spcBef>
          <a:spcPct val="0"/>
        </a:spcBef>
        <a:buNone/>
        <a:defRPr sz="3600" kern="1200">
          <a:solidFill>
            <a:srgbClr val="004050"/>
          </a:solidFill>
          <a:latin typeface="Franklin Gothic Medium" panose="020B06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4050"/>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4050"/>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4050"/>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4050"/>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050"/>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E3D5E0-7BB0-7868-1283-DABC019B1D34}"/>
              </a:ext>
            </a:extLst>
          </p:cNvPr>
          <p:cNvSpPr txBox="1"/>
          <p:nvPr userDrawn="1"/>
        </p:nvSpPr>
        <p:spPr>
          <a:xfrm>
            <a:off x="4709160" y="6581001"/>
            <a:ext cx="2773680" cy="276999"/>
          </a:xfrm>
          <a:prstGeom prst="rect">
            <a:avLst/>
          </a:prstGeom>
          <a:noFill/>
        </p:spPr>
        <p:txBody>
          <a:bodyPr wrap="square" rtlCol="0">
            <a:spAutoFit/>
          </a:bodyPr>
          <a:lstStyle/>
          <a:p>
            <a:pPr algn="ctr"/>
            <a:r>
              <a:rPr lang="en-US" sz="1200" dirty="0">
                <a:solidFill>
                  <a:schemeClr val="bg1"/>
                </a:solidFill>
                <a:latin typeface="Franklin Gothic Medium" panose="020B0603020102020204" pitchFamily="34" charset="0"/>
              </a:rPr>
              <a:t>UNCLASSIFIED</a:t>
            </a:r>
          </a:p>
        </p:txBody>
      </p:sp>
    </p:spTree>
    <p:extLst>
      <p:ext uri="{BB962C8B-B14F-4D97-AF65-F5344CB8AC3E}">
        <p14:creationId xmlns:p14="http://schemas.microsoft.com/office/powerpoint/2010/main" val="2792007893"/>
      </p:ext>
    </p:extLst>
  </p:cSld>
  <p:clrMap bg1="lt1" tx1="dk1" bg2="lt2" tx2="dk2" accent1="accent1" accent2="accent2" accent3="accent3" accent4="accent4" accent5="accent5" accent6="accent6" hlink="hlink" folHlink="folHlink"/>
  <p:sldLayoutIdLst>
    <p:sldLayoutId id="2147483665" r:id="rId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5"/>
            </p:custDataLst>
            <p:extLst>
              <p:ext uri="{D42A27DB-BD31-4B8C-83A1-F6EECF244321}">
                <p14:modId xmlns:p14="http://schemas.microsoft.com/office/powerpoint/2010/main" val="296982243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 name="Object 1" hidden="1"/>
                      <p:cNvPicPr/>
                      <p:nvPr/>
                    </p:nvPicPr>
                    <p:blipFill>
                      <a:blip r:embed="rId27"/>
                      <a:stretch>
                        <a:fillRect/>
                      </a:stretch>
                    </p:blipFill>
                    <p:spPr>
                      <a:xfrm>
                        <a:off x="1588" y="1588"/>
                        <a:ext cx="1587" cy="1587"/>
                      </a:xfrm>
                      <a:prstGeom prst="rect">
                        <a:avLst/>
                      </a:prstGeom>
                    </p:spPr>
                  </p:pic>
                </p:oleObj>
              </mc:Fallback>
            </mc:AlternateContent>
          </a:graphicData>
        </a:graphic>
      </p:graphicFrame>
      <p:sp>
        <p:nvSpPr>
          <p:cNvPr id="4" name="Text Placeholder 3"/>
          <p:cNvSpPr>
            <a:spLocks noGrp="1"/>
          </p:cNvSpPr>
          <p:nvPr>
            <p:ph type="body" idx="1"/>
          </p:nvPr>
        </p:nvSpPr>
        <p:spPr>
          <a:xfrm>
            <a:off x="629325" y="1743075"/>
            <a:ext cx="10933350" cy="4511167"/>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rgbClr val="7F7F7F"/>
                </a:solidFill>
                <a:latin typeface="+mn-lt"/>
                <a:sym typeface="Trebuchet MS" panose="020B0603020202020204" pitchFamily="34" charset="0"/>
              </a:defRPr>
            </a:lvl1pPr>
          </a:lstStyle>
          <a:p>
            <a:endParaRPr lang="en-US"/>
          </a:p>
        </p:txBody>
      </p:sp>
      <p:sp>
        <p:nvSpPr>
          <p:cNvPr id="12" name="TextBox 11"/>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rgbClr val="7F7F7F"/>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rgbClr val="7F7F7F"/>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29325" y="431800"/>
            <a:ext cx="10933350" cy="443198"/>
          </a:xfrm>
          <a:prstGeom prst="rect">
            <a:avLst/>
          </a:prstGeom>
        </p:spPr>
        <p:txBody>
          <a:bodyPr vert="horz" wrap="square" lIns="0" tIns="0" rIns="0" bIns="0" rtlCol="0" anchor="t">
            <a:noAutofit/>
          </a:bodyPr>
          <a:lstStyle/>
          <a:p>
            <a:r>
              <a:rPr lang="en-US"/>
              <a:t>Click to add title</a:t>
            </a:r>
          </a:p>
        </p:txBody>
      </p:sp>
    </p:spTree>
    <p:extLst>
      <p:ext uri="{BB962C8B-B14F-4D97-AF65-F5344CB8AC3E}">
        <p14:creationId xmlns:p14="http://schemas.microsoft.com/office/powerpoint/2010/main" val="106991576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100000"/>
        </a:lnSpc>
        <a:spcBef>
          <a:spcPct val="0"/>
        </a:spcBef>
        <a:buNone/>
        <a:defRPr sz="3200" kern="1200">
          <a:solidFill>
            <a:srgbClr val="2759AD"/>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Clr>
          <a:srgbClr val="2759AD"/>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rgbClr val="2759AD"/>
        </a:buClr>
        <a:buFont typeface="Arial" panose="020B0604020202020204" pitchFamily="34" charset="0"/>
        <a:buChar char="•"/>
        <a:defRPr lang="en-US" sz="1200" kern="1200">
          <a:solidFill>
            <a:srgbClr val="000000"/>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rgbClr val="2759AD"/>
        </a:buClr>
        <a:buFont typeface="Trebuchet MS" panose="020B0603020202020204" pitchFamily="34" charset="0"/>
        <a:buChar char="–"/>
        <a:defRPr lang="en-US" sz="1200" kern="1200">
          <a:solidFill>
            <a:srgbClr val="000000"/>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rgbClr val="2759AD"/>
        </a:buClr>
        <a:buFont typeface="Arial" panose="020B0604020202020204" pitchFamily="34" charset="0"/>
        <a:buChar char="​"/>
        <a:defRPr lang="en-US" sz="1600" kern="1200">
          <a:solidFill>
            <a:srgbClr val="2759AD"/>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
          <a:srgbClr val="2759AD"/>
        </a:buClr>
        <a:buFont typeface="Arial" panose="020B0604020202020204" pitchFamily="34" charset="0"/>
        <a:buChar char="​"/>
        <a:defRPr lang="en-US" sz="1600" b="1" kern="1200" smtClean="0">
          <a:solidFill>
            <a:srgbClr val="000000"/>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rgbClr val="2759AD"/>
        </a:buClr>
        <a:buFont typeface="Arial" panose="020B0604020202020204" pitchFamily="34" charset="0"/>
        <a:buChar char="•"/>
        <a:defRPr lang="en-US" sz="1600" kern="1200" smtClean="0">
          <a:solidFill>
            <a:srgbClr val="000000"/>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Clr>
          <a:srgbClr val="2759AD"/>
        </a:buClr>
        <a:buFont typeface="Arial" panose="020B0604020202020204" pitchFamily="34" charset="0"/>
        <a:buChar char="​"/>
        <a:defRPr lang="en-US" sz="4400" kern="1200" baseline="0" smtClean="0">
          <a:solidFill>
            <a:srgbClr val="000000"/>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Clr>
          <a:srgbClr val="2759AD"/>
        </a:buClr>
        <a:buFont typeface="Arial" panose="020B0604020202020204" pitchFamily="34" charset="0"/>
        <a:buChar char="​"/>
        <a:defRPr lang="en-US" sz="5400" kern="1200" baseline="0" smtClean="0">
          <a:solidFill>
            <a:srgbClr val="2759AD"/>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Clr>
          <a:srgbClr val="2759AD"/>
        </a:buClr>
        <a:buFont typeface="Arial" panose="020B0604020202020204" pitchFamily="34" charset="0"/>
        <a:buChar char="​"/>
        <a:defRPr lang="en-US" sz="2400" kern="1200" baseline="0" dirty="0">
          <a:solidFill>
            <a:srgbClr val="2759AD"/>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92">
          <p15:clr>
            <a:srgbClr val="F26B43"/>
          </p15:clr>
        </p15:guide>
        <p15:guide id="2" pos="396">
          <p15:clr>
            <a:srgbClr val="F26B43"/>
          </p15:clr>
        </p15:guide>
        <p15:guide id="3" pos="7284">
          <p15:clr>
            <a:srgbClr val="F26B43"/>
          </p15:clr>
        </p15:guide>
        <p15:guide id="4" orient="horz" pos="39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sv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4.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svg"/><Relationship Id="rId18" Type="http://schemas.openxmlformats.org/officeDocument/2006/relationships/image" Target="../media/image36.png"/><Relationship Id="rId3" Type="http://schemas.openxmlformats.org/officeDocument/2006/relationships/image" Target="../media/image47.png"/><Relationship Id="rId21" Type="http://schemas.openxmlformats.org/officeDocument/2006/relationships/image" Target="../media/image61.svg"/><Relationship Id="rId7" Type="http://schemas.openxmlformats.org/officeDocument/2006/relationships/image" Target="../media/image49.svg"/><Relationship Id="rId12" Type="http://schemas.openxmlformats.org/officeDocument/2006/relationships/image" Target="../media/image54.png"/><Relationship Id="rId17" Type="http://schemas.openxmlformats.org/officeDocument/2006/relationships/image" Target="../media/image58.svg"/><Relationship Id="rId2" Type="http://schemas.openxmlformats.org/officeDocument/2006/relationships/notesSlide" Target="../notesSlides/notesSlide1.xml"/><Relationship Id="rId16" Type="http://schemas.openxmlformats.org/officeDocument/2006/relationships/image" Target="../media/image42.png"/><Relationship Id="rId20" Type="http://schemas.openxmlformats.org/officeDocument/2006/relationships/image" Target="../media/image60.png"/><Relationship Id="rId1" Type="http://schemas.openxmlformats.org/officeDocument/2006/relationships/slideLayout" Target="../slideLayouts/slideLayout4.xml"/><Relationship Id="rId6" Type="http://schemas.openxmlformats.org/officeDocument/2006/relationships/image" Target="../media/image48.png"/><Relationship Id="rId11" Type="http://schemas.openxmlformats.org/officeDocument/2006/relationships/image" Target="../media/image53.svg"/><Relationship Id="rId5" Type="http://schemas.openxmlformats.org/officeDocument/2006/relationships/image" Target="../media/image41.svg"/><Relationship Id="rId15" Type="http://schemas.openxmlformats.org/officeDocument/2006/relationships/image" Target="../media/image57.svg"/><Relationship Id="rId10" Type="http://schemas.openxmlformats.org/officeDocument/2006/relationships/image" Target="../media/image52.png"/><Relationship Id="rId19" Type="http://schemas.openxmlformats.org/officeDocument/2006/relationships/image" Target="../media/image59.svg"/><Relationship Id="rId4" Type="http://schemas.openxmlformats.org/officeDocument/2006/relationships/image" Target="../media/image40.png"/><Relationship Id="rId9" Type="http://schemas.openxmlformats.org/officeDocument/2006/relationships/image" Target="../media/image51.svg"/><Relationship Id="rId14" Type="http://schemas.openxmlformats.org/officeDocument/2006/relationships/image" Target="../media/image56.png"/></Relationships>
</file>

<file path=ppt/slides/_rels/slide11.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svg"/><Relationship Id="rId3" Type="http://schemas.openxmlformats.org/officeDocument/2006/relationships/tags" Target="../tags/tag23.xml"/><Relationship Id="rId21" Type="http://schemas.openxmlformats.org/officeDocument/2006/relationships/image" Target="../media/image75.png"/><Relationship Id="rId7" Type="http://schemas.openxmlformats.org/officeDocument/2006/relationships/notesSlide" Target="../notesSlides/notesSlide2.xml"/><Relationship Id="rId12" Type="http://schemas.openxmlformats.org/officeDocument/2006/relationships/image" Target="../media/image66.svg"/><Relationship Id="rId17" Type="http://schemas.openxmlformats.org/officeDocument/2006/relationships/image" Target="../media/image71.png"/><Relationship Id="rId2" Type="http://schemas.openxmlformats.org/officeDocument/2006/relationships/tags" Target="../tags/tag22.xml"/><Relationship Id="rId16" Type="http://schemas.openxmlformats.org/officeDocument/2006/relationships/image" Target="../media/image70.png"/><Relationship Id="rId20" Type="http://schemas.openxmlformats.org/officeDocument/2006/relationships/image" Target="../media/image74.svg"/><Relationship Id="rId1" Type="http://schemas.openxmlformats.org/officeDocument/2006/relationships/tags" Target="../tags/tag21.xml"/><Relationship Id="rId6" Type="http://schemas.openxmlformats.org/officeDocument/2006/relationships/slideLayout" Target="../slideLayouts/slideLayout39.xml"/><Relationship Id="rId11" Type="http://schemas.openxmlformats.org/officeDocument/2006/relationships/image" Target="../media/image65.png"/><Relationship Id="rId5" Type="http://schemas.openxmlformats.org/officeDocument/2006/relationships/tags" Target="../tags/tag25.xml"/><Relationship Id="rId15" Type="http://schemas.openxmlformats.org/officeDocument/2006/relationships/image" Target="../media/image69.png"/><Relationship Id="rId23" Type="http://schemas.openxmlformats.org/officeDocument/2006/relationships/image" Target="../media/image77.png"/><Relationship Id="rId10" Type="http://schemas.openxmlformats.org/officeDocument/2006/relationships/image" Target="../media/image64.svg"/><Relationship Id="rId19" Type="http://schemas.openxmlformats.org/officeDocument/2006/relationships/image" Target="../media/image73.png"/><Relationship Id="rId4" Type="http://schemas.openxmlformats.org/officeDocument/2006/relationships/tags" Target="../tags/tag24.xml"/><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svg"/></Relationships>
</file>

<file path=ppt/slides/_rels/slide1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4.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79.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78.png"/><Relationship Id="rId1" Type="http://schemas.openxmlformats.org/officeDocument/2006/relationships/slideLayout" Target="../slideLayouts/slideLayout4.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0.png"/><Relationship Id="rId9" Type="http://schemas.openxmlformats.org/officeDocument/2006/relationships/image" Target="../media/image88.png"/><Relationship Id="rId14" Type="http://schemas.openxmlformats.org/officeDocument/2006/relationships/image" Target="../media/image93.pn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95.png"/><Relationship Id="rId1" Type="http://schemas.openxmlformats.org/officeDocument/2006/relationships/slideLayout" Target="../slideLayouts/slideLayout4.xml"/><Relationship Id="rId6" Type="http://schemas.openxmlformats.org/officeDocument/2006/relationships/image" Target="../media/image84.png"/><Relationship Id="rId5" Type="http://schemas.openxmlformats.org/officeDocument/2006/relationships/image" Target="../media/image80.png"/><Relationship Id="rId4"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jpg"/><Relationship Id="rId18" Type="http://schemas.openxmlformats.org/officeDocument/2006/relationships/image" Target="../media/image107.png"/><Relationship Id="rId3" Type="http://schemas.openxmlformats.org/officeDocument/2006/relationships/image" Target="../media/image78.png"/><Relationship Id="rId21" Type="http://schemas.openxmlformats.org/officeDocument/2006/relationships/image" Target="../media/image110.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 Type="http://schemas.openxmlformats.org/officeDocument/2006/relationships/notesSlide" Target="../notesSlides/notesSlide3.xml"/><Relationship Id="rId16" Type="http://schemas.openxmlformats.org/officeDocument/2006/relationships/image" Target="../media/image105.png"/><Relationship Id="rId20" Type="http://schemas.openxmlformats.org/officeDocument/2006/relationships/image" Target="../media/image109.jpg"/><Relationship Id="rId1" Type="http://schemas.openxmlformats.org/officeDocument/2006/relationships/slideLayout" Target="../slideLayouts/slideLayout4.xml"/><Relationship Id="rId6" Type="http://schemas.openxmlformats.org/officeDocument/2006/relationships/image" Target="../media/image84.png"/><Relationship Id="rId11" Type="http://schemas.openxmlformats.org/officeDocument/2006/relationships/image" Target="../media/image100.png"/><Relationship Id="rId5" Type="http://schemas.openxmlformats.org/officeDocument/2006/relationships/image" Target="../media/image80.png"/><Relationship Id="rId15" Type="http://schemas.openxmlformats.org/officeDocument/2006/relationships/image" Target="../media/image104.png"/><Relationship Id="rId10" Type="http://schemas.openxmlformats.org/officeDocument/2006/relationships/image" Target="../media/image99.png"/><Relationship Id="rId19" Type="http://schemas.openxmlformats.org/officeDocument/2006/relationships/image" Target="../media/image108.png"/><Relationship Id="rId4" Type="http://schemas.openxmlformats.org/officeDocument/2006/relationships/image" Target="../media/image79.png"/><Relationship Id="rId9" Type="http://schemas.openxmlformats.org/officeDocument/2006/relationships/image" Target="../media/image98.png"/><Relationship Id="rId14" Type="http://schemas.openxmlformats.org/officeDocument/2006/relationships/image" Target="../media/image103.jpeg"/><Relationship Id="rId22" Type="http://schemas.openxmlformats.org/officeDocument/2006/relationships/image" Target="../media/image111.png"/></Relationships>
</file>

<file path=ppt/slides/_rels/slide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xml"/><Relationship Id="rId5" Type="http://schemas.openxmlformats.org/officeDocument/2006/relationships/image" Target="../media/image84.png"/><Relationship Id="rId4" Type="http://schemas.openxmlformats.org/officeDocument/2006/relationships/image" Target="../media/image80.png"/></Relationships>
</file>

<file path=ppt/slides/_rels/slide1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4.xml"/><Relationship Id="rId6" Type="http://schemas.openxmlformats.org/officeDocument/2006/relationships/image" Target="../media/image116.png"/><Relationship Id="rId5" Type="http://schemas.openxmlformats.org/officeDocument/2006/relationships/image" Target="../media/image115.png"/><Relationship Id="rId10" Type="http://schemas.openxmlformats.org/officeDocument/2006/relationships/image" Target="../media/image83.png"/><Relationship Id="rId4" Type="http://schemas.openxmlformats.org/officeDocument/2006/relationships/image" Target="../media/image114.png"/><Relationship Id="rId9" Type="http://schemas.openxmlformats.org/officeDocument/2006/relationships/image" Target="../media/image82.png"/></Relationships>
</file>

<file path=ppt/slides/_rels/slide18.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120.png"/><Relationship Id="rId2" Type="http://schemas.openxmlformats.org/officeDocument/2006/relationships/image" Target="../media/image81.png"/><Relationship Id="rId1" Type="http://schemas.openxmlformats.org/officeDocument/2006/relationships/slideLayout" Target="../slideLayouts/slideLayout4.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3.png"/><Relationship Id="rId5" Type="http://schemas.openxmlformats.org/officeDocument/2006/relationships/image" Target="../media/image122.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diagramQuickStyle" Target="../diagrams/quickStyle2.xml"/><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diagramLayout" Target="../diagrams/layout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Data" Target="../diagrams/data2.xml"/><Relationship Id="rId5" Type="http://schemas.openxmlformats.org/officeDocument/2006/relationships/diagramQuickStyle" Target="../diagrams/quickStyle1.xml"/><Relationship Id="rId15" Type="http://schemas.microsoft.com/office/2007/relationships/diagramDrawing" Target="../diagrams/drawing2.xml"/><Relationship Id="rId10" Type="http://schemas.openxmlformats.org/officeDocument/2006/relationships/image" Target="../media/image129.png"/><Relationship Id="rId4" Type="http://schemas.openxmlformats.org/officeDocument/2006/relationships/diagramLayout" Target="../diagrams/layout1.xml"/><Relationship Id="rId9" Type="http://schemas.openxmlformats.org/officeDocument/2006/relationships/image" Target="../media/image128.png"/><Relationship Id="rId14" Type="http://schemas.openxmlformats.org/officeDocument/2006/relationships/diagramColors" Target="../diagrams/colors2.xml"/></Relationships>
</file>

<file path=ppt/slides/_rels/slide2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hyperlink" Target="https://health.mil/Military-Health-Topics/Technology/PEO-DHMS" TargetMode="External"/><Relationship Id="rId1" Type="http://schemas.openxmlformats.org/officeDocument/2006/relationships/slideLayout" Target="../slideLayouts/slideLayout4.xml"/><Relationship Id="rId4" Type="http://schemas.openxmlformats.org/officeDocument/2006/relationships/image" Target="../media/image132.png"/></Relationships>
</file>

<file path=ppt/slides/_rels/slide2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4.xml"/><Relationship Id="rId6" Type="http://schemas.openxmlformats.org/officeDocument/2006/relationships/image" Target="../media/image138.svg"/><Relationship Id="rId5" Type="http://schemas.openxmlformats.org/officeDocument/2006/relationships/image" Target="../media/image137.png"/><Relationship Id="rId4" Type="http://schemas.openxmlformats.org/officeDocument/2006/relationships/image" Target="../media/image136.svg"/></Relationships>
</file>

<file path=ppt/slides/_rels/slide2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mailto:chris.e.nichols.civ@health.mil" TargetMode="Externa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7D4FD-9896-E5E6-2064-E33A4D890425}"/>
              </a:ext>
            </a:extLst>
          </p:cNvPr>
          <p:cNvSpPr>
            <a:spLocks noGrp="1"/>
          </p:cNvSpPr>
          <p:nvPr>
            <p:ph type="ctrTitle"/>
          </p:nvPr>
        </p:nvSpPr>
        <p:spPr>
          <a:xfrm>
            <a:off x="381000" y="2416120"/>
            <a:ext cx="11430000" cy="1740798"/>
          </a:xfrm>
        </p:spPr>
        <p:txBody>
          <a:bodyPr/>
          <a:lstStyle/>
          <a:p>
            <a:r>
              <a:rPr lang="en-US" dirty="0"/>
              <a:t>MHS Information Platform (MIP)</a:t>
            </a:r>
            <a:br>
              <a:rPr lang="en-US" dirty="0"/>
            </a:br>
            <a:r>
              <a:rPr lang="en-US" sz="2800" dirty="0"/>
              <a:t>Overview of Data Products and Services</a:t>
            </a:r>
          </a:p>
        </p:txBody>
      </p:sp>
      <p:sp>
        <p:nvSpPr>
          <p:cNvPr id="3" name="Subtitle 2">
            <a:extLst>
              <a:ext uri="{FF2B5EF4-FFF2-40B4-BE49-F238E27FC236}">
                <a16:creationId xmlns:a16="http://schemas.microsoft.com/office/drawing/2014/main" id="{ABF55261-EE0D-9660-A75C-4A345F6D7DA2}"/>
              </a:ext>
            </a:extLst>
          </p:cNvPr>
          <p:cNvSpPr>
            <a:spLocks noGrp="1"/>
          </p:cNvSpPr>
          <p:nvPr>
            <p:ph type="subTitle" idx="1"/>
          </p:nvPr>
        </p:nvSpPr>
        <p:spPr/>
        <p:txBody>
          <a:bodyPr/>
          <a:lstStyle/>
          <a:p>
            <a:pPr>
              <a:spcBef>
                <a:spcPts val="0"/>
              </a:spcBef>
            </a:pPr>
            <a:r>
              <a:rPr lang="en-US" sz="2200" dirty="0"/>
              <a:t>Chris Nichols MHA, BSN, LSSBB</a:t>
            </a:r>
          </a:p>
          <a:p>
            <a:pPr>
              <a:lnSpc>
                <a:spcPct val="100000"/>
              </a:lnSpc>
              <a:spcBef>
                <a:spcPts val="0"/>
              </a:spcBef>
              <a:spcAft>
                <a:spcPts val="0"/>
              </a:spcAft>
              <a:buNone/>
            </a:pPr>
            <a:r>
              <a:rPr lang="en-US" sz="2200" dirty="0"/>
              <a:t>Program Manager, </a:t>
            </a:r>
          </a:p>
          <a:p>
            <a:pPr>
              <a:lnSpc>
                <a:spcPct val="100000"/>
              </a:lnSpc>
              <a:spcBef>
                <a:spcPts val="0"/>
              </a:spcBef>
              <a:spcAft>
                <a:spcPts val="0"/>
              </a:spcAft>
            </a:pPr>
            <a:r>
              <a:rPr lang="en-US" sz="2200" dirty="0"/>
              <a:t>Enterprise Intelligence and Data Solutions (EIDS</a:t>
            </a:r>
            <a:r>
              <a:rPr lang="en-US" dirty="0"/>
              <a:t>)</a:t>
            </a:r>
          </a:p>
        </p:txBody>
      </p:sp>
    </p:spTree>
    <p:extLst>
      <p:ext uri="{BB962C8B-B14F-4D97-AF65-F5344CB8AC3E}">
        <p14:creationId xmlns:p14="http://schemas.microsoft.com/office/powerpoint/2010/main" val="1406279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7F60-8AD0-34A9-9CAE-EA6040FFEBEA}"/>
              </a:ext>
            </a:extLst>
          </p:cNvPr>
          <p:cNvSpPr>
            <a:spLocks noGrp="1"/>
          </p:cNvSpPr>
          <p:nvPr>
            <p:ph type="title"/>
          </p:nvPr>
        </p:nvSpPr>
        <p:spPr/>
        <p:txBody>
          <a:bodyPr/>
          <a:lstStyle/>
          <a:p>
            <a:r>
              <a:rPr lang="en-US" dirty="0"/>
              <a:t>Conflict of Interest/Disclosure</a:t>
            </a:r>
          </a:p>
        </p:txBody>
      </p:sp>
      <p:sp>
        <p:nvSpPr>
          <p:cNvPr id="3" name="Content Placeholder 2">
            <a:extLst>
              <a:ext uri="{FF2B5EF4-FFF2-40B4-BE49-F238E27FC236}">
                <a16:creationId xmlns:a16="http://schemas.microsoft.com/office/drawing/2014/main" id="{11CE2360-C863-5BAC-D085-D5CCC289A8B7}"/>
              </a:ext>
            </a:extLst>
          </p:cNvPr>
          <p:cNvSpPr>
            <a:spLocks noGrp="1"/>
          </p:cNvSpPr>
          <p:nvPr>
            <p:ph idx="1"/>
          </p:nvPr>
        </p:nvSpPr>
        <p:spPr/>
        <p:txBody>
          <a:bodyPr>
            <a:noAutofit/>
          </a:bodyPr>
          <a:lstStyle/>
          <a:p>
            <a:pPr>
              <a:lnSpc>
                <a:spcPct val="100000"/>
              </a:lnSpc>
            </a:pPr>
            <a:r>
              <a:rPr lang="en-US" sz="2100" dirty="0">
                <a:solidFill>
                  <a:srgbClr val="004050"/>
                </a:solidFill>
                <a:latin typeface="Franklin Gothic Book" panose="020B0503020102020204" pitchFamily="34" charset="0"/>
              </a:rPr>
              <a:t>Speakers have no relevant financial or non-financial relationships to disclose relating to the content of this activity.</a:t>
            </a:r>
          </a:p>
          <a:p>
            <a:pPr>
              <a:lnSpc>
                <a:spcPct val="100000"/>
              </a:lnSpc>
            </a:pPr>
            <a:r>
              <a:rPr lang="en-US" sz="2100" dirty="0">
                <a:solidFill>
                  <a:srgbClr val="004050"/>
                </a:solidFill>
                <a:latin typeface="Franklin Gothic Book" panose="020B0503020102020204" pitchFamily="34" charset="0"/>
              </a:rPr>
              <a:t>The views expressed in this presentation are those of the author and do not necessarily reflect the official policy or position of the Department of Defense, nor the U.S. Government.</a:t>
            </a:r>
          </a:p>
          <a:p>
            <a:pPr>
              <a:lnSpc>
                <a:spcPct val="100000"/>
              </a:lnSpc>
            </a:pPr>
            <a:r>
              <a:rPr lang="en-US" sz="2100" dirty="0">
                <a:solidFill>
                  <a:srgbClr val="004050"/>
                </a:solidFill>
                <a:latin typeface="Franklin Gothic Book" panose="020B0503020102020204" pitchFamily="34" charset="0"/>
              </a:rPr>
              <a:t>This continuing education activity is managed and accredited by the Defense Health Agency, J-7, Continuing Education Program Office (DHA, J-7, CEPO). DHA, J-7, CEPO and all accrediting organizations do not support or endorse any product or service mentioned in this activity.</a:t>
            </a:r>
          </a:p>
          <a:p>
            <a:pPr>
              <a:lnSpc>
                <a:spcPct val="100000"/>
              </a:lnSpc>
            </a:pPr>
            <a:r>
              <a:rPr lang="en-US" sz="2100" dirty="0">
                <a:solidFill>
                  <a:srgbClr val="004050"/>
                </a:solidFill>
                <a:latin typeface="Franklin Gothic Book" panose="020B0503020102020204" pitchFamily="34" charset="0"/>
              </a:rPr>
              <a:t>DHA, J-7, CEPO staff, as well as activity planners and reviewers have no relevant financial or non-financial interest to disclose.</a:t>
            </a:r>
          </a:p>
          <a:p>
            <a:pPr>
              <a:lnSpc>
                <a:spcPct val="100000"/>
              </a:lnSpc>
            </a:pPr>
            <a:r>
              <a:rPr lang="en-US" sz="2100" dirty="0">
                <a:solidFill>
                  <a:srgbClr val="004050"/>
                </a:solidFill>
                <a:latin typeface="Franklin Gothic Book" panose="020B0503020102020204" pitchFamily="34" charset="0"/>
              </a:rPr>
              <a:t>Commercial support was not received for this activity.</a:t>
            </a:r>
            <a:endParaRPr lang="en-US" sz="2100" dirty="0">
              <a:solidFill>
                <a:srgbClr val="004050"/>
              </a:solidFill>
            </a:endParaRPr>
          </a:p>
        </p:txBody>
      </p:sp>
      <p:sp>
        <p:nvSpPr>
          <p:cNvPr id="7" name="Unclassified">
            <a:extLst>
              <a:ext uri="{FF2B5EF4-FFF2-40B4-BE49-F238E27FC236}">
                <a16:creationId xmlns:a16="http://schemas.microsoft.com/office/drawing/2014/main" id="{7677684B-7808-5E74-BB28-A54DF3D4C47E}"/>
              </a:ext>
            </a:extLst>
          </p:cNvPr>
          <p:cNvSpPr>
            <a:spLocks noGrp="1"/>
          </p:cNvSpPr>
          <p:nvPr>
            <p:ph type="dt" sz="half" idx="2"/>
          </p:nvPr>
        </p:nvSpPr>
        <p:spPr/>
        <p:txBody>
          <a:bodyPr/>
          <a:lstStyle/>
          <a:p>
            <a:r>
              <a:rPr lang="en-US" dirty="0"/>
              <a:t>UNCLASSIFIED</a:t>
            </a:r>
          </a:p>
        </p:txBody>
      </p:sp>
      <p:sp>
        <p:nvSpPr>
          <p:cNvPr id="5" name="Slide Number">
            <a:extLst>
              <a:ext uri="{FF2B5EF4-FFF2-40B4-BE49-F238E27FC236}">
                <a16:creationId xmlns:a16="http://schemas.microsoft.com/office/drawing/2014/main" id="{3A90D203-ECF6-3464-BAF1-13B346D5071C}"/>
              </a:ext>
              <a:ext uri="{C183D7F6-B498-43B3-948B-1728B52AA6E4}">
                <adec:decorative xmlns:adec="http://schemas.microsoft.com/office/drawing/2017/decorative" val="0"/>
              </a:ext>
            </a:extLst>
          </p:cNvPr>
          <p:cNvSpPr>
            <a:spLocks noGrp="1"/>
          </p:cNvSpPr>
          <p:nvPr>
            <p:ph type="sldNum" sz="quarter" idx="4"/>
          </p:nvPr>
        </p:nvSpPr>
        <p:spPr/>
        <p:txBody>
          <a:bodyPr/>
          <a:lstStyle/>
          <a:p>
            <a:r>
              <a:rPr lang="en-US" dirty="0"/>
              <a:t>2025 MHS Conference    </a:t>
            </a:r>
            <a:fld id="{54558BDB-F807-4A0D-8BCD-2F5355F4A24C}" type="slidenum">
              <a:rPr lang="en-US" smtClean="0"/>
              <a:pPr/>
              <a:t>2</a:t>
            </a:fld>
            <a:endParaRPr lang="en-US" dirty="0"/>
          </a:p>
        </p:txBody>
      </p:sp>
    </p:spTree>
    <p:extLst>
      <p:ext uri="{BB962C8B-B14F-4D97-AF65-F5344CB8AC3E}">
        <p14:creationId xmlns:p14="http://schemas.microsoft.com/office/powerpoint/2010/main" val="3712729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FE704-99FA-1D1C-574D-BB62099C4DB6}"/>
              </a:ext>
            </a:extLst>
          </p:cNvPr>
          <p:cNvSpPr>
            <a:spLocks noGrp="1"/>
          </p:cNvSpPr>
          <p:nvPr>
            <p:ph type="title"/>
          </p:nvPr>
        </p:nvSpPr>
        <p:spPr/>
        <p:txBody>
          <a:bodyPr anchor="t"/>
          <a:lstStyle/>
          <a:p>
            <a:r>
              <a:rPr lang="en-US" dirty="0"/>
              <a:t>Speaker Introduction</a:t>
            </a:r>
            <a:endParaRPr lang="en-US" b="1" u="sng" dirty="0"/>
          </a:p>
        </p:txBody>
      </p:sp>
      <p:pic>
        <p:nvPicPr>
          <p:cNvPr id="7" name="Picture Placeholder 6" descr="Headshot photo of Mr. Chris Nichols, Program Manager, Enterprise Intelligence &amp; Data Solutions (EIDS), P E O D H M S">
            <a:extLst>
              <a:ext uri="{FF2B5EF4-FFF2-40B4-BE49-F238E27FC236}">
                <a16:creationId xmlns:a16="http://schemas.microsoft.com/office/drawing/2014/main" id="{5ABD9AE9-25AA-DD99-C0FA-90BA6F1DCCD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57" r="257"/>
          <a:stretch>
            <a:fillRect/>
          </a:stretch>
        </p:blipFill>
        <p:spPr>
          <a:xfrm>
            <a:off x="1285875" y="1752600"/>
            <a:ext cx="3132138" cy="3935413"/>
          </a:xfrm>
        </p:spPr>
      </p:pic>
      <p:sp>
        <p:nvSpPr>
          <p:cNvPr id="15" name="TextBox 14">
            <a:extLst>
              <a:ext uri="{FF2B5EF4-FFF2-40B4-BE49-F238E27FC236}">
                <a16:creationId xmlns:a16="http://schemas.microsoft.com/office/drawing/2014/main" id="{2C32861C-CEC7-F4FF-0D74-2FDEB262A090}"/>
              </a:ext>
            </a:extLst>
          </p:cNvPr>
          <p:cNvSpPr txBox="1"/>
          <p:nvPr/>
        </p:nvSpPr>
        <p:spPr>
          <a:xfrm>
            <a:off x="5132058" y="1732522"/>
            <a:ext cx="2553353" cy="369332"/>
          </a:xfrm>
          <a:prstGeom prst="rect">
            <a:avLst/>
          </a:prstGeom>
          <a:noFill/>
        </p:spPr>
        <p:txBody>
          <a:bodyPr wrap="square" rtlCol="0">
            <a:spAutoFit/>
          </a:bodyPr>
          <a:lstStyle/>
          <a:p>
            <a:r>
              <a:rPr lang="en-US" dirty="0">
                <a:solidFill>
                  <a:srgbClr val="004050"/>
                </a:solidFill>
                <a:latin typeface="Franklin Gothic Medium" panose="020B0603020102020204" pitchFamily="34" charset="0"/>
              </a:rPr>
              <a:t>Mr. Chris Nichols</a:t>
            </a:r>
          </a:p>
        </p:txBody>
      </p:sp>
      <p:sp>
        <p:nvSpPr>
          <p:cNvPr id="16" name="TextBox 15">
            <a:extLst>
              <a:ext uri="{FF2B5EF4-FFF2-40B4-BE49-F238E27FC236}">
                <a16:creationId xmlns:a16="http://schemas.microsoft.com/office/drawing/2014/main" id="{3ECFBB43-2101-7E9A-9112-B3B5E85B0588}"/>
              </a:ext>
            </a:extLst>
          </p:cNvPr>
          <p:cNvSpPr txBox="1"/>
          <p:nvPr/>
        </p:nvSpPr>
        <p:spPr>
          <a:xfrm>
            <a:off x="5132058" y="2101854"/>
            <a:ext cx="6221742" cy="584775"/>
          </a:xfrm>
          <a:prstGeom prst="rect">
            <a:avLst/>
          </a:prstGeom>
          <a:noFill/>
        </p:spPr>
        <p:txBody>
          <a:bodyPr wrap="square" rtlCol="0">
            <a:spAutoFit/>
          </a:bodyPr>
          <a:lstStyle/>
          <a:p>
            <a:r>
              <a:rPr lang="en-US" sz="1600" dirty="0">
                <a:solidFill>
                  <a:srgbClr val="004050"/>
                </a:solidFill>
                <a:latin typeface="Franklin Gothic Book" panose="020B0503020102020204" pitchFamily="34" charset="0"/>
              </a:rPr>
              <a:t>Program Manager </a:t>
            </a:r>
          </a:p>
          <a:p>
            <a:r>
              <a:rPr lang="en-US" sz="1600" b="0" dirty="0">
                <a:solidFill>
                  <a:srgbClr val="333333"/>
                </a:solidFill>
                <a:latin typeface="Franklin Gothic Book" panose="020B0503020102020204" pitchFamily="34" charset="0"/>
                <a:ea typeface="Tahoma" panose="020B0604030504040204" pitchFamily="34" charset="0"/>
                <a:cs typeface="Tahoma" panose="020B0604030504040204" pitchFamily="34" charset="0"/>
              </a:rPr>
              <a:t>Enterprise Intelligence &amp; Data Solutions (EIDS), PEO DHMS </a:t>
            </a:r>
          </a:p>
        </p:txBody>
      </p:sp>
      <p:sp>
        <p:nvSpPr>
          <p:cNvPr id="3" name="TextBox 2">
            <a:extLst>
              <a:ext uri="{FF2B5EF4-FFF2-40B4-BE49-F238E27FC236}">
                <a16:creationId xmlns:a16="http://schemas.microsoft.com/office/drawing/2014/main" id="{3E190A8D-B0BA-CB55-ED91-520267A43960}"/>
              </a:ext>
            </a:extLst>
          </p:cNvPr>
          <p:cNvSpPr txBox="1"/>
          <p:nvPr/>
        </p:nvSpPr>
        <p:spPr>
          <a:xfrm>
            <a:off x="5132058" y="2786396"/>
            <a:ext cx="6080887" cy="2585323"/>
          </a:xfrm>
          <a:prstGeom prst="rect">
            <a:avLst/>
          </a:prstGeom>
          <a:noFill/>
        </p:spPr>
        <p:txBody>
          <a:bodyPr wrap="square" rtlCol="0">
            <a:spAutoFit/>
          </a:bodyPr>
          <a:lstStyle/>
          <a:p>
            <a:pPr algn="l"/>
            <a:endParaRPr lang="en-US" sz="1800" b="0" i="0" u="none" strike="noStrike" baseline="0" dirty="0">
              <a:solidFill>
                <a:srgbClr val="000000"/>
              </a:solidFill>
              <a:latin typeface="Baskerville"/>
            </a:endParaRPr>
          </a:p>
          <a:p>
            <a:r>
              <a:rPr lang="en-US" sz="1600" b="0" i="0" u="none" strike="noStrike" baseline="0" dirty="0">
                <a:solidFill>
                  <a:srgbClr val="000000"/>
                </a:solidFill>
              </a:rPr>
              <a:t>Mr. Chris Nichols serves as program manager for the EIDS program management office. In his role, Mr. Nichols is responsible for delivering secondary data solutions around a digital health hub model; rationalizing legacy data capabilities; orchestrating integration for systems such as MHS GENESIS; and providing enterprise clinical intelligence to include clinical support applications, readiness reporting, research, ‘big data’ techniques, and dashboards for the entire Military Health System (MHS) and other federal partners.</a:t>
            </a:r>
            <a:endParaRPr lang="en-US" sz="1600" b="0" i="0" dirty="0">
              <a:solidFill>
                <a:srgbClr val="004050"/>
              </a:solidFill>
              <a:effectLst/>
            </a:endParaRPr>
          </a:p>
        </p:txBody>
      </p:sp>
      <p:sp>
        <p:nvSpPr>
          <p:cNvPr id="8" name="Unclassified">
            <a:extLst>
              <a:ext uri="{FF2B5EF4-FFF2-40B4-BE49-F238E27FC236}">
                <a16:creationId xmlns:a16="http://schemas.microsoft.com/office/drawing/2014/main" id="{6BF66398-0D9A-218D-4A9F-394794406DE5}"/>
              </a:ext>
            </a:extLst>
          </p:cNvPr>
          <p:cNvSpPr>
            <a:spLocks noGrp="1"/>
          </p:cNvSpPr>
          <p:nvPr>
            <p:ph type="dt" sz="half" idx="15"/>
          </p:nvPr>
        </p:nvSpPr>
        <p:spPr/>
        <p:txBody>
          <a:bodyPr/>
          <a:lstStyle/>
          <a:p>
            <a:r>
              <a:rPr lang="en-US" dirty="0"/>
              <a:t>UNCLASSIFIED</a:t>
            </a:r>
          </a:p>
        </p:txBody>
      </p:sp>
      <p:sp>
        <p:nvSpPr>
          <p:cNvPr id="6" name="Slide Number ">
            <a:extLst>
              <a:ext uri="{FF2B5EF4-FFF2-40B4-BE49-F238E27FC236}">
                <a16:creationId xmlns:a16="http://schemas.microsoft.com/office/drawing/2014/main" id="{38CC0E09-E00B-ED14-BDE5-C293D4A378FF}"/>
              </a:ext>
            </a:extLst>
          </p:cNvPr>
          <p:cNvSpPr>
            <a:spLocks noGrp="1"/>
          </p:cNvSpPr>
          <p:nvPr>
            <p:ph type="sldNum" sz="quarter" idx="4"/>
          </p:nvPr>
        </p:nvSpPr>
        <p:spPr/>
        <p:txBody>
          <a:bodyPr/>
          <a:lstStyle/>
          <a:p>
            <a:r>
              <a:rPr lang="en-US" dirty="0"/>
              <a:t>2025 MHS Conference    </a:t>
            </a:r>
            <a:fld id="{54558BDB-F807-4A0D-8BCD-2F5355F4A24C}" type="slidenum">
              <a:rPr lang="en-US" smtClean="0"/>
              <a:pPr/>
              <a:t>3</a:t>
            </a:fld>
            <a:endParaRPr lang="en-US" dirty="0"/>
          </a:p>
        </p:txBody>
      </p:sp>
    </p:spTree>
    <p:extLst>
      <p:ext uri="{BB962C8B-B14F-4D97-AF65-F5344CB8AC3E}">
        <p14:creationId xmlns:p14="http://schemas.microsoft.com/office/powerpoint/2010/main" val="820677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D089E-5D92-53C3-6394-1B82661D4A27}"/>
              </a:ext>
            </a:extLst>
          </p:cNvPr>
          <p:cNvSpPr>
            <a:spLocks noGrp="1"/>
          </p:cNvSpPr>
          <p:nvPr>
            <p:ph type="title"/>
          </p:nvPr>
        </p:nvSpPr>
        <p:spPr/>
        <p:txBody>
          <a:bodyPr anchor="t">
            <a:normAutofit/>
          </a:bodyPr>
          <a:lstStyle/>
          <a:p>
            <a:r>
              <a:rPr lang="en-US" sz="3600" dirty="0"/>
              <a:t>Learning Objectives</a:t>
            </a:r>
          </a:p>
        </p:txBody>
      </p:sp>
      <p:sp>
        <p:nvSpPr>
          <p:cNvPr id="15" name="1" descr="1">
            <a:extLst>
              <a:ext uri="{FF2B5EF4-FFF2-40B4-BE49-F238E27FC236}">
                <a16:creationId xmlns:a16="http://schemas.microsoft.com/office/drawing/2014/main" id="{EBDAD194-032C-2348-C3E0-1E882033E20B}"/>
              </a:ext>
            </a:extLst>
          </p:cNvPr>
          <p:cNvSpPr txBox="1"/>
          <p:nvPr/>
        </p:nvSpPr>
        <p:spPr>
          <a:xfrm>
            <a:off x="1469941" y="1783091"/>
            <a:ext cx="443879" cy="523220"/>
          </a:xfrm>
          <a:prstGeom prst="rect">
            <a:avLst/>
          </a:prstGeom>
          <a:noFill/>
        </p:spPr>
        <p:txBody>
          <a:bodyPr wrap="square" rtlCol="0">
            <a:spAutoFit/>
          </a:bodyPr>
          <a:lstStyle/>
          <a:p>
            <a:r>
              <a:rPr lang="en-US" sz="2800" b="1" dirty="0">
                <a:solidFill>
                  <a:srgbClr val="004050"/>
                </a:solidFill>
                <a:latin typeface="Franklin Gothic Demi" panose="020B0703020102020204" pitchFamily="34" charset="0"/>
              </a:rPr>
              <a:t>1</a:t>
            </a:r>
            <a:endParaRPr lang="en-US" b="1" dirty="0">
              <a:solidFill>
                <a:srgbClr val="004050"/>
              </a:solidFill>
              <a:latin typeface="Franklin Gothic Demi" panose="020B0703020102020204" pitchFamily="34" charset="0"/>
            </a:endParaRPr>
          </a:p>
        </p:txBody>
      </p:sp>
      <p:sp>
        <p:nvSpPr>
          <p:cNvPr id="14" name="Content Placeholder 7">
            <a:extLst>
              <a:ext uri="{FF2B5EF4-FFF2-40B4-BE49-F238E27FC236}">
                <a16:creationId xmlns:a16="http://schemas.microsoft.com/office/drawing/2014/main" id="{01E5FAAC-6BEC-0E43-2DC8-D7F0C774E566}"/>
              </a:ext>
            </a:extLst>
          </p:cNvPr>
          <p:cNvSpPr txBox="1">
            <a:spLocks/>
          </p:cNvSpPr>
          <p:nvPr/>
        </p:nvSpPr>
        <p:spPr>
          <a:xfrm>
            <a:off x="1923121" y="1690689"/>
            <a:ext cx="8032982" cy="708025"/>
          </a:xfrm>
          <a:prstGeom prst="rect">
            <a:avLst/>
          </a:prstGeom>
        </p:spPr>
        <p:txBody>
          <a:bodyPr anchor="ctr">
            <a:norm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tx1">
                    <a:lumMod val="95000"/>
                    <a:lumOff val="5000"/>
                  </a:schemeClr>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tx1">
                    <a:lumMod val="95000"/>
                    <a:lumOff val="5000"/>
                  </a:schemeClr>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tx1">
                    <a:lumMod val="95000"/>
                    <a:lumOff val="5000"/>
                  </a:schemeClr>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lumMod val="95000"/>
                    <a:lumOff val="5000"/>
                  </a:schemeClr>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tx1">
                    <a:lumMod val="95000"/>
                    <a:lumOff val="5000"/>
                  </a:schemeClr>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800" dirty="0">
                <a:solidFill>
                  <a:schemeClr val="tx1">
                    <a:lumMod val="85000"/>
                    <a:lumOff val="15000"/>
                  </a:schemeClr>
                </a:solidFill>
                <a:latin typeface="Franklin Gothic Book" panose="020B0503020102020204" pitchFamily="34" charset="0"/>
              </a:rPr>
              <a:t>Discuss the current and future state of the MHS Information Platform (MIP). </a:t>
            </a:r>
          </a:p>
        </p:txBody>
      </p:sp>
      <p:sp>
        <p:nvSpPr>
          <p:cNvPr id="16" name="2" descr="2">
            <a:extLst>
              <a:ext uri="{FF2B5EF4-FFF2-40B4-BE49-F238E27FC236}">
                <a16:creationId xmlns:a16="http://schemas.microsoft.com/office/drawing/2014/main" id="{BBD3C251-B6E6-E596-C973-1DB37BEE7D8F}"/>
              </a:ext>
            </a:extLst>
          </p:cNvPr>
          <p:cNvSpPr txBox="1"/>
          <p:nvPr/>
        </p:nvSpPr>
        <p:spPr>
          <a:xfrm>
            <a:off x="1469941" y="2664483"/>
            <a:ext cx="443879" cy="523220"/>
          </a:xfrm>
          <a:prstGeom prst="rect">
            <a:avLst/>
          </a:prstGeom>
          <a:noFill/>
        </p:spPr>
        <p:txBody>
          <a:bodyPr wrap="square" rtlCol="0">
            <a:spAutoFit/>
          </a:bodyPr>
          <a:lstStyle/>
          <a:p>
            <a:r>
              <a:rPr lang="en-US" sz="2800" b="1" dirty="0">
                <a:solidFill>
                  <a:srgbClr val="004050"/>
                </a:solidFill>
                <a:latin typeface="Franklin Gothic Demi" panose="020B0703020102020204" pitchFamily="34" charset="0"/>
              </a:rPr>
              <a:t>2</a:t>
            </a:r>
            <a:endParaRPr lang="en-US" b="1" dirty="0">
              <a:solidFill>
                <a:srgbClr val="004050"/>
              </a:solidFill>
              <a:latin typeface="Franklin Gothic Demi" panose="020B0703020102020204" pitchFamily="34" charset="0"/>
            </a:endParaRPr>
          </a:p>
        </p:txBody>
      </p:sp>
      <p:sp>
        <p:nvSpPr>
          <p:cNvPr id="17" name="Content Placeholder 7">
            <a:extLst>
              <a:ext uri="{FF2B5EF4-FFF2-40B4-BE49-F238E27FC236}">
                <a16:creationId xmlns:a16="http://schemas.microsoft.com/office/drawing/2014/main" id="{92AF84E9-0F13-F3A0-873F-4A30A66655CB}"/>
              </a:ext>
            </a:extLst>
          </p:cNvPr>
          <p:cNvSpPr txBox="1">
            <a:spLocks/>
          </p:cNvSpPr>
          <p:nvPr/>
        </p:nvSpPr>
        <p:spPr>
          <a:xfrm>
            <a:off x="1910025" y="2475359"/>
            <a:ext cx="9625038" cy="936903"/>
          </a:xfrm>
          <a:prstGeom prst="rect">
            <a:avLst/>
          </a:prstGeom>
        </p:spPr>
        <p:txBody>
          <a:bodyPr vert="horz" lIns="91440" tIns="45720" rIns="91440" bIns="45720" rtlCol="0" anchor="ctr">
            <a:normAutofit/>
          </a:bodyPr>
          <a:lstStyle>
            <a:lvl1pPr marL="0" indent="0" algn="l" defTabSz="914318" rtl="0" eaLnBrk="1" latinLnBrk="0" hangingPunct="1">
              <a:lnSpc>
                <a:spcPct val="100000"/>
              </a:lnSpc>
              <a:spcBef>
                <a:spcPts val="600"/>
              </a:spcBef>
              <a:buClr>
                <a:srgbClr val="333333"/>
              </a:buClr>
              <a:buFont typeface="Arial" panose="020B0604020202020204" pitchFamily="34" charset="0"/>
              <a:buNone/>
              <a:defRPr sz="2000" b="0" i="0" kern="1200">
                <a:solidFill>
                  <a:srgbClr val="333333"/>
                </a:solidFill>
                <a:latin typeface="Century Gothic" panose="020B0502020202020204" pitchFamily="34" charset="0"/>
                <a:ea typeface="+mn-ea"/>
                <a:cs typeface="+mn-cs"/>
              </a:defRPr>
            </a:lvl1pPr>
            <a:lvl2pPr marL="171450" indent="-171450" algn="l" defTabSz="914318" rtl="0" eaLnBrk="1" latinLnBrk="0" hangingPunct="1">
              <a:lnSpc>
                <a:spcPct val="100000"/>
              </a:lnSpc>
              <a:spcBef>
                <a:spcPts val="600"/>
              </a:spcBef>
              <a:buClr>
                <a:srgbClr val="333333"/>
              </a:buClr>
              <a:buFont typeface="Arial" panose="020B0604020202020204" pitchFamily="34" charset="0"/>
              <a:buChar char="•"/>
              <a:defRPr sz="1800" b="0" i="0" kern="1200">
                <a:solidFill>
                  <a:srgbClr val="333333"/>
                </a:solidFill>
                <a:latin typeface="Century Gothic" panose="020B0502020202020204" pitchFamily="34" charset="0"/>
                <a:ea typeface="+mn-ea"/>
                <a:cs typeface="+mn-cs"/>
              </a:defRPr>
            </a:lvl2pPr>
            <a:lvl3pPr marL="406400" indent="-203200" algn="l" defTabSz="914318" rtl="0" eaLnBrk="1" latinLnBrk="0" hangingPunct="1">
              <a:lnSpc>
                <a:spcPct val="100000"/>
              </a:lnSpc>
              <a:spcBef>
                <a:spcPts val="600"/>
              </a:spcBef>
              <a:buClr>
                <a:srgbClr val="333333"/>
              </a:buClr>
              <a:buFont typeface="Arial" panose="020B0604020202020204" pitchFamily="34" charset="0"/>
              <a:buChar char="•"/>
              <a:tabLst/>
              <a:defRPr sz="1600" b="0" i="0" kern="1200">
                <a:solidFill>
                  <a:srgbClr val="333333"/>
                </a:solidFill>
                <a:latin typeface="Century Gothic" panose="020B0502020202020204" pitchFamily="34" charset="0"/>
                <a:ea typeface="+mn-ea"/>
                <a:cs typeface="+mn-cs"/>
              </a:defRPr>
            </a:lvl3pPr>
            <a:lvl4pPr marL="628650" indent="-203200" algn="l" defTabSz="914318" rtl="0" eaLnBrk="1" latinLnBrk="0" hangingPunct="1">
              <a:lnSpc>
                <a:spcPct val="100000"/>
              </a:lnSpc>
              <a:spcBef>
                <a:spcPts val="600"/>
              </a:spcBef>
              <a:buClr>
                <a:srgbClr val="333333"/>
              </a:buClr>
              <a:buFont typeface="Arial" panose="020B0604020202020204" pitchFamily="34" charset="0"/>
              <a:buChar char="•"/>
              <a:tabLst/>
              <a:defRPr sz="1400" b="0" i="0" kern="1200">
                <a:solidFill>
                  <a:srgbClr val="333333"/>
                </a:solidFill>
                <a:latin typeface="Century Gothic" panose="020B0502020202020204" pitchFamily="34" charset="0"/>
                <a:ea typeface="+mn-ea"/>
                <a:cs typeface="+mn-cs"/>
              </a:defRPr>
            </a:lvl4pPr>
            <a:lvl5pPr marL="863600" indent="-203200" algn="l" defTabSz="914318" rtl="0" eaLnBrk="1" latinLnBrk="0" hangingPunct="1">
              <a:lnSpc>
                <a:spcPct val="100000"/>
              </a:lnSpc>
              <a:spcBef>
                <a:spcPts val="600"/>
              </a:spcBef>
              <a:buClr>
                <a:srgbClr val="333333"/>
              </a:buClr>
              <a:buFont typeface="Arial" panose="020B0604020202020204" pitchFamily="34" charset="0"/>
              <a:buChar char="•"/>
              <a:tabLst/>
              <a:defRPr sz="1200" b="0" i="0" kern="1200" baseline="0">
                <a:solidFill>
                  <a:srgbClr val="333333"/>
                </a:solidFill>
                <a:latin typeface="Century Gothic" panose="020B0502020202020204" pitchFamily="34" charset="0"/>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lumMod val="85000"/>
                    <a:lumOff val="15000"/>
                  </a:schemeClr>
                </a:solidFill>
                <a:latin typeface="Franklin Gothic Book" panose="020B0503020102020204" pitchFamily="34" charset="0"/>
              </a:rPr>
              <a:t>Elaborate on the MIP Core Capabilities including workflow applications, analytics / business intelligence workbench, precision medicine, core platform services, information platform, and complex registries use cases. </a:t>
            </a:r>
          </a:p>
        </p:txBody>
      </p:sp>
      <p:sp>
        <p:nvSpPr>
          <p:cNvPr id="18" name="3">
            <a:extLst>
              <a:ext uri="{FF2B5EF4-FFF2-40B4-BE49-F238E27FC236}">
                <a16:creationId xmlns:a16="http://schemas.microsoft.com/office/drawing/2014/main" id="{420FEB4E-6BBF-2EDC-36B2-ABD6742B12D6}"/>
              </a:ext>
              <a:ext uri="{C183D7F6-B498-43B3-948B-1728B52AA6E4}">
                <adec:decorative xmlns:adec="http://schemas.microsoft.com/office/drawing/2017/decorative" val="0"/>
              </a:ext>
            </a:extLst>
          </p:cNvPr>
          <p:cNvSpPr txBox="1"/>
          <p:nvPr/>
        </p:nvSpPr>
        <p:spPr>
          <a:xfrm>
            <a:off x="1469941" y="3545389"/>
            <a:ext cx="443879" cy="523220"/>
          </a:xfrm>
          <a:prstGeom prst="rect">
            <a:avLst/>
          </a:prstGeom>
          <a:noFill/>
        </p:spPr>
        <p:txBody>
          <a:bodyPr wrap="square" rtlCol="0">
            <a:spAutoFit/>
          </a:bodyPr>
          <a:lstStyle/>
          <a:p>
            <a:r>
              <a:rPr lang="en-US" sz="2800" b="1" dirty="0">
                <a:solidFill>
                  <a:srgbClr val="004050"/>
                </a:solidFill>
                <a:latin typeface="Franklin Gothic Demi" panose="020B0703020102020204" pitchFamily="34" charset="0"/>
              </a:rPr>
              <a:t>3</a:t>
            </a:r>
            <a:endParaRPr lang="en-US" b="1" dirty="0">
              <a:solidFill>
                <a:srgbClr val="004050"/>
              </a:solidFill>
              <a:latin typeface="Franklin Gothic Demi" panose="020B0703020102020204" pitchFamily="34" charset="0"/>
            </a:endParaRPr>
          </a:p>
        </p:txBody>
      </p:sp>
      <p:sp>
        <p:nvSpPr>
          <p:cNvPr id="19" name="Content Placeholder 7">
            <a:extLst>
              <a:ext uri="{FF2B5EF4-FFF2-40B4-BE49-F238E27FC236}">
                <a16:creationId xmlns:a16="http://schemas.microsoft.com/office/drawing/2014/main" id="{EA790405-C5E5-B7AE-C5EB-39C252E982F3}"/>
              </a:ext>
            </a:extLst>
          </p:cNvPr>
          <p:cNvSpPr txBox="1">
            <a:spLocks/>
          </p:cNvSpPr>
          <p:nvPr/>
        </p:nvSpPr>
        <p:spPr>
          <a:xfrm>
            <a:off x="1910025" y="3453472"/>
            <a:ext cx="8504325" cy="707054"/>
          </a:xfrm>
          <a:prstGeom prst="rect">
            <a:avLst/>
          </a:prstGeom>
        </p:spPr>
        <p:txBody>
          <a:bodyPr vert="horz" lIns="91440" tIns="45720" rIns="91440" bIns="45720" rtlCol="0" anchor="ctr">
            <a:normAutofit/>
          </a:bodyPr>
          <a:lstStyle>
            <a:lvl1pPr marL="0" indent="0" algn="l" defTabSz="914318" rtl="0" eaLnBrk="1" latinLnBrk="0" hangingPunct="1">
              <a:lnSpc>
                <a:spcPct val="100000"/>
              </a:lnSpc>
              <a:spcBef>
                <a:spcPts val="600"/>
              </a:spcBef>
              <a:buClr>
                <a:srgbClr val="333333"/>
              </a:buClr>
              <a:buFont typeface="Arial" panose="020B0604020202020204" pitchFamily="34" charset="0"/>
              <a:buNone/>
              <a:defRPr sz="2000" b="0" i="0" kern="1200">
                <a:solidFill>
                  <a:srgbClr val="333333"/>
                </a:solidFill>
                <a:latin typeface="Century Gothic" panose="020B0502020202020204" pitchFamily="34" charset="0"/>
                <a:ea typeface="+mn-ea"/>
                <a:cs typeface="+mn-cs"/>
              </a:defRPr>
            </a:lvl1pPr>
            <a:lvl2pPr marL="171450" indent="-171450" algn="l" defTabSz="914318" rtl="0" eaLnBrk="1" latinLnBrk="0" hangingPunct="1">
              <a:lnSpc>
                <a:spcPct val="100000"/>
              </a:lnSpc>
              <a:spcBef>
                <a:spcPts val="600"/>
              </a:spcBef>
              <a:buClr>
                <a:srgbClr val="333333"/>
              </a:buClr>
              <a:buFont typeface="Arial" panose="020B0604020202020204" pitchFamily="34" charset="0"/>
              <a:buChar char="•"/>
              <a:defRPr sz="1800" b="0" i="0" kern="1200">
                <a:solidFill>
                  <a:srgbClr val="333333"/>
                </a:solidFill>
                <a:latin typeface="Century Gothic" panose="020B0502020202020204" pitchFamily="34" charset="0"/>
                <a:ea typeface="+mn-ea"/>
                <a:cs typeface="+mn-cs"/>
              </a:defRPr>
            </a:lvl2pPr>
            <a:lvl3pPr marL="406400" indent="-203200" algn="l" defTabSz="914318" rtl="0" eaLnBrk="1" latinLnBrk="0" hangingPunct="1">
              <a:lnSpc>
                <a:spcPct val="100000"/>
              </a:lnSpc>
              <a:spcBef>
                <a:spcPts val="600"/>
              </a:spcBef>
              <a:buClr>
                <a:srgbClr val="333333"/>
              </a:buClr>
              <a:buFont typeface="Arial" panose="020B0604020202020204" pitchFamily="34" charset="0"/>
              <a:buChar char="•"/>
              <a:tabLst/>
              <a:defRPr sz="1600" b="0" i="0" kern="1200">
                <a:solidFill>
                  <a:srgbClr val="333333"/>
                </a:solidFill>
                <a:latin typeface="Century Gothic" panose="020B0502020202020204" pitchFamily="34" charset="0"/>
                <a:ea typeface="+mn-ea"/>
                <a:cs typeface="+mn-cs"/>
              </a:defRPr>
            </a:lvl3pPr>
            <a:lvl4pPr marL="628650" indent="-203200" algn="l" defTabSz="914318" rtl="0" eaLnBrk="1" latinLnBrk="0" hangingPunct="1">
              <a:lnSpc>
                <a:spcPct val="100000"/>
              </a:lnSpc>
              <a:spcBef>
                <a:spcPts val="600"/>
              </a:spcBef>
              <a:buClr>
                <a:srgbClr val="333333"/>
              </a:buClr>
              <a:buFont typeface="Arial" panose="020B0604020202020204" pitchFamily="34" charset="0"/>
              <a:buChar char="•"/>
              <a:tabLst/>
              <a:defRPr sz="1400" b="0" i="0" kern="1200">
                <a:solidFill>
                  <a:srgbClr val="333333"/>
                </a:solidFill>
                <a:latin typeface="Century Gothic" panose="020B0502020202020204" pitchFamily="34" charset="0"/>
                <a:ea typeface="+mn-ea"/>
                <a:cs typeface="+mn-cs"/>
              </a:defRPr>
            </a:lvl4pPr>
            <a:lvl5pPr marL="863600" indent="-203200" algn="l" defTabSz="914318" rtl="0" eaLnBrk="1" latinLnBrk="0" hangingPunct="1">
              <a:lnSpc>
                <a:spcPct val="100000"/>
              </a:lnSpc>
              <a:spcBef>
                <a:spcPts val="600"/>
              </a:spcBef>
              <a:buClr>
                <a:srgbClr val="333333"/>
              </a:buClr>
              <a:buFont typeface="Arial" panose="020B0604020202020204" pitchFamily="34" charset="0"/>
              <a:buChar char="•"/>
              <a:tabLst/>
              <a:defRPr sz="1200" b="0" i="0" kern="1200" baseline="0">
                <a:solidFill>
                  <a:srgbClr val="333333"/>
                </a:solidFill>
                <a:latin typeface="Century Gothic" panose="020B0502020202020204" pitchFamily="34" charset="0"/>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lumMod val="85000"/>
                    <a:lumOff val="15000"/>
                  </a:schemeClr>
                </a:solidFill>
                <a:latin typeface="Franklin Gothic Book" panose="020B0503020102020204" pitchFamily="34" charset="0"/>
              </a:rPr>
              <a:t>Explain how clinical data from legacy system is seamlessly exchanged through Health Information Archive (HIA) viewer.</a:t>
            </a:r>
          </a:p>
        </p:txBody>
      </p:sp>
      <p:sp>
        <p:nvSpPr>
          <p:cNvPr id="20" name="4" descr="4">
            <a:extLst>
              <a:ext uri="{FF2B5EF4-FFF2-40B4-BE49-F238E27FC236}">
                <a16:creationId xmlns:a16="http://schemas.microsoft.com/office/drawing/2014/main" id="{90FA35BE-F039-A7C3-BBF6-8933336A1150}"/>
              </a:ext>
            </a:extLst>
          </p:cNvPr>
          <p:cNvSpPr txBox="1"/>
          <p:nvPr/>
        </p:nvSpPr>
        <p:spPr>
          <a:xfrm>
            <a:off x="1469941" y="4426295"/>
            <a:ext cx="443879" cy="523220"/>
          </a:xfrm>
          <a:prstGeom prst="rect">
            <a:avLst/>
          </a:prstGeom>
          <a:noFill/>
        </p:spPr>
        <p:txBody>
          <a:bodyPr wrap="square" rtlCol="0">
            <a:spAutoFit/>
          </a:bodyPr>
          <a:lstStyle/>
          <a:p>
            <a:r>
              <a:rPr lang="en-US" sz="2800" b="1" dirty="0">
                <a:solidFill>
                  <a:srgbClr val="004050"/>
                </a:solidFill>
                <a:latin typeface="Franklin Gothic Demi" panose="020B0703020102020204" pitchFamily="34" charset="0"/>
              </a:rPr>
              <a:t>4</a:t>
            </a:r>
            <a:endParaRPr lang="en-US" b="1" dirty="0">
              <a:solidFill>
                <a:srgbClr val="004050"/>
              </a:solidFill>
              <a:latin typeface="Franklin Gothic Demi" panose="020B0703020102020204" pitchFamily="34" charset="0"/>
            </a:endParaRPr>
          </a:p>
        </p:txBody>
      </p:sp>
      <p:sp>
        <p:nvSpPr>
          <p:cNvPr id="21" name="Content Placeholder 7">
            <a:extLst>
              <a:ext uri="{FF2B5EF4-FFF2-40B4-BE49-F238E27FC236}">
                <a16:creationId xmlns:a16="http://schemas.microsoft.com/office/drawing/2014/main" id="{888F5470-A16A-C0E2-1635-1480C2052E31}"/>
              </a:ext>
            </a:extLst>
          </p:cNvPr>
          <p:cNvSpPr txBox="1">
            <a:spLocks/>
          </p:cNvSpPr>
          <p:nvPr/>
        </p:nvSpPr>
        <p:spPr>
          <a:xfrm>
            <a:off x="1895390" y="4334378"/>
            <a:ext cx="8221504" cy="707054"/>
          </a:xfrm>
          <a:prstGeom prst="rect">
            <a:avLst/>
          </a:prstGeom>
        </p:spPr>
        <p:txBody>
          <a:bodyPr vert="horz" lIns="91440" tIns="45720" rIns="91440" bIns="45720" rtlCol="0" anchor="ctr">
            <a:normAutofit/>
          </a:bodyPr>
          <a:lstStyle>
            <a:lvl1pPr marL="0" indent="0" algn="l" defTabSz="914318" rtl="0" eaLnBrk="1" latinLnBrk="0" hangingPunct="1">
              <a:lnSpc>
                <a:spcPct val="100000"/>
              </a:lnSpc>
              <a:spcBef>
                <a:spcPts val="600"/>
              </a:spcBef>
              <a:buClr>
                <a:srgbClr val="333333"/>
              </a:buClr>
              <a:buFont typeface="Arial" panose="020B0604020202020204" pitchFamily="34" charset="0"/>
              <a:buNone/>
              <a:defRPr sz="2000" b="0" i="0" kern="1200">
                <a:solidFill>
                  <a:srgbClr val="333333"/>
                </a:solidFill>
                <a:latin typeface="Century Gothic" panose="020B0502020202020204" pitchFamily="34" charset="0"/>
                <a:ea typeface="+mn-ea"/>
                <a:cs typeface="+mn-cs"/>
              </a:defRPr>
            </a:lvl1pPr>
            <a:lvl2pPr marL="171450" indent="-171450" algn="l" defTabSz="914318" rtl="0" eaLnBrk="1" latinLnBrk="0" hangingPunct="1">
              <a:lnSpc>
                <a:spcPct val="100000"/>
              </a:lnSpc>
              <a:spcBef>
                <a:spcPts val="600"/>
              </a:spcBef>
              <a:buClr>
                <a:srgbClr val="333333"/>
              </a:buClr>
              <a:buFont typeface="Arial" panose="020B0604020202020204" pitchFamily="34" charset="0"/>
              <a:buChar char="•"/>
              <a:defRPr sz="1800" b="0" i="0" kern="1200">
                <a:solidFill>
                  <a:srgbClr val="333333"/>
                </a:solidFill>
                <a:latin typeface="Century Gothic" panose="020B0502020202020204" pitchFamily="34" charset="0"/>
                <a:ea typeface="+mn-ea"/>
                <a:cs typeface="+mn-cs"/>
              </a:defRPr>
            </a:lvl2pPr>
            <a:lvl3pPr marL="406400" indent="-203200" algn="l" defTabSz="914318" rtl="0" eaLnBrk="1" latinLnBrk="0" hangingPunct="1">
              <a:lnSpc>
                <a:spcPct val="100000"/>
              </a:lnSpc>
              <a:spcBef>
                <a:spcPts val="600"/>
              </a:spcBef>
              <a:buClr>
                <a:srgbClr val="333333"/>
              </a:buClr>
              <a:buFont typeface="Arial" panose="020B0604020202020204" pitchFamily="34" charset="0"/>
              <a:buChar char="•"/>
              <a:tabLst/>
              <a:defRPr sz="1600" b="0" i="0" kern="1200">
                <a:solidFill>
                  <a:srgbClr val="333333"/>
                </a:solidFill>
                <a:latin typeface="Century Gothic" panose="020B0502020202020204" pitchFamily="34" charset="0"/>
                <a:ea typeface="+mn-ea"/>
                <a:cs typeface="+mn-cs"/>
              </a:defRPr>
            </a:lvl3pPr>
            <a:lvl4pPr marL="628650" indent="-203200" algn="l" defTabSz="914318" rtl="0" eaLnBrk="1" latinLnBrk="0" hangingPunct="1">
              <a:lnSpc>
                <a:spcPct val="100000"/>
              </a:lnSpc>
              <a:spcBef>
                <a:spcPts val="600"/>
              </a:spcBef>
              <a:buClr>
                <a:srgbClr val="333333"/>
              </a:buClr>
              <a:buFont typeface="Arial" panose="020B0604020202020204" pitchFamily="34" charset="0"/>
              <a:buChar char="•"/>
              <a:tabLst/>
              <a:defRPr sz="1400" b="0" i="0" kern="1200">
                <a:solidFill>
                  <a:srgbClr val="333333"/>
                </a:solidFill>
                <a:latin typeface="Century Gothic" panose="020B0502020202020204" pitchFamily="34" charset="0"/>
                <a:ea typeface="+mn-ea"/>
                <a:cs typeface="+mn-cs"/>
              </a:defRPr>
            </a:lvl4pPr>
            <a:lvl5pPr marL="863600" indent="-203200" algn="l" defTabSz="914318" rtl="0" eaLnBrk="1" latinLnBrk="0" hangingPunct="1">
              <a:lnSpc>
                <a:spcPct val="100000"/>
              </a:lnSpc>
              <a:spcBef>
                <a:spcPts val="600"/>
              </a:spcBef>
              <a:buClr>
                <a:srgbClr val="333333"/>
              </a:buClr>
              <a:buFont typeface="Arial" panose="020B0604020202020204" pitchFamily="34" charset="0"/>
              <a:buChar char="•"/>
              <a:tabLst/>
              <a:defRPr sz="1200" b="0" i="0" kern="1200" baseline="0">
                <a:solidFill>
                  <a:srgbClr val="333333"/>
                </a:solidFill>
                <a:latin typeface="Century Gothic" panose="020B0502020202020204" pitchFamily="34" charset="0"/>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lumMod val="85000"/>
                    <a:lumOff val="15000"/>
                  </a:schemeClr>
                </a:solidFill>
                <a:latin typeface="Franklin Gothic Book" panose="020B0503020102020204" pitchFamily="34" charset="0"/>
              </a:rPr>
              <a:t>Discuss how organizations can leverage the capabilities of the MIP. </a:t>
            </a:r>
          </a:p>
        </p:txBody>
      </p:sp>
      <p:sp>
        <p:nvSpPr>
          <p:cNvPr id="22" name="5" descr="5">
            <a:extLst>
              <a:ext uri="{FF2B5EF4-FFF2-40B4-BE49-F238E27FC236}">
                <a16:creationId xmlns:a16="http://schemas.microsoft.com/office/drawing/2014/main" id="{D58F3874-F7C5-629D-BC18-E2F64C2EA8D2}"/>
              </a:ext>
            </a:extLst>
          </p:cNvPr>
          <p:cNvSpPr txBox="1"/>
          <p:nvPr/>
        </p:nvSpPr>
        <p:spPr>
          <a:xfrm>
            <a:off x="1469941" y="5307200"/>
            <a:ext cx="443879" cy="523220"/>
          </a:xfrm>
          <a:prstGeom prst="rect">
            <a:avLst/>
          </a:prstGeom>
          <a:noFill/>
        </p:spPr>
        <p:txBody>
          <a:bodyPr wrap="square" rtlCol="0">
            <a:spAutoFit/>
          </a:bodyPr>
          <a:lstStyle/>
          <a:p>
            <a:r>
              <a:rPr lang="en-US" sz="2800" b="1" dirty="0">
                <a:solidFill>
                  <a:srgbClr val="004050"/>
                </a:solidFill>
                <a:latin typeface="Franklin Gothic Demi" panose="020B0703020102020204" pitchFamily="34" charset="0"/>
              </a:rPr>
              <a:t>5</a:t>
            </a:r>
            <a:endParaRPr lang="en-US" b="1" dirty="0">
              <a:solidFill>
                <a:srgbClr val="004050"/>
              </a:solidFill>
              <a:latin typeface="Franklin Gothic Demi" panose="020B0703020102020204" pitchFamily="34" charset="0"/>
            </a:endParaRPr>
          </a:p>
        </p:txBody>
      </p:sp>
      <p:sp>
        <p:nvSpPr>
          <p:cNvPr id="23" name="Content Placeholder 7">
            <a:extLst>
              <a:ext uri="{FF2B5EF4-FFF2-40B4-BE49-F238E27FC236}">
                <a16:creationId xmlns:a16="http://schemas.microsoft.com/office/drawing/2014/main" id="{189743ED-30F2-1467-7B3E-F0DE319B5B38}"/>
              </a:ext>
            </a:extLst>
          </p:cNvPr>
          <p:cNvSpPr txBox="1">
            <a:spLocks/>
          </p:cNvSpPr>
          <p:nvPr/>
        </p:nvSpPr>
        <p:spPr>
          <a:xfrm>
            <a:off x="1923121" y="5215283"/>
            <a:ext cx="8757399" cy="707054"/>
          </a:xfrm>
          <a:prstGeom prst="rect">
            <a:avLst/>
          </a:prstGeom>
        </p:spPr>
        <p:txBody>
          <a:bodyPr vert="horz" lIns="91440" tIns="45720" rIns="91440" bIns="45720" rtlCol="0" anchor="ctr">
            <a:normAutofit/>
          </a:bodyPr>
          <a:lstStyle>
            <a:lvl1pPr marL="0" indent="0" algn="l" defTabSz="914318" rtl="0" eaLnBrk="1" latinLnBrk="0" hangingPunct="1">
              <a:lnSpc>
                <a:spcPct val="100000"/>
              </a:lnSpc>
              <a:spcBef>
                <a:spcPts val="600"/>
              </a:spcBef>
              <a:buClr>
                <a:srgbClr val="333333"/>
              </a:buClr>
              <a:buFont typeface="Arial" panose="020B0604020202020204" pitchFamily="34" charset="0"/>
              <a:buNone/>
              <a:defRPr sz="2000" b="0" i="0" kern="1200">
                <a:solidFill>
                  <a:srgbClr val="333333"/>
                </a:solidFill>
                <a:latin typeface="Century Gothic" panose="020B0502020202020204" pitchFamily="34" charset="0"/>
                <a:ea typeface="+mn-ea"/>
                <a:cs typeface="+mn-cs"/>
              </a:defRPr>
            </a:lvl1pPr>
            <a:lvl2pPr marL="171450" indent="-171450" algn="l" defTabSz="914318" rtl="0" eaLnBrk="1" latinLnBrk="0" hangingPunct="1">
              <a:lnSpc>
                <a:spcPct val="100000"/>
              </a:lnSpc>
              <a:spcBef>
                <a:spcPts val="600"/>
              </a:spcBef>
              <a:buClr>
                <a:srgbClr val="333333"/>
              </a:buClr>
              <a:buFont typeface="Arial" panose="020B0604020202020204" pitchFamily="34" charset="0"/>
              <a:buChar char="•"/>
              <a:defRPr sz="1800" b="0" i="0" kern="1200">
                <a:solidFill>
                  <a:srgbClr val="333333"/>
                </a:solidFill>
                <a:latin typeface="Century Gothic" panose="020B0502020202020204" pitchFamily="34" charset="0"/>
                <a:ea typeface="+mn-ea"/>
                <a:cs typeface="+mn-cs"/>
              </a:defRPr>
            </a:lvl2pPr>
            <a:lvl3pPr marL="406400" indent="-203200" algn="l" defTabSz="914318" rtl="0" eaLnBrk="1" latinLnBrk="0" hangingPunct="1">
              <a:lnSpc>
                <a:spcPct val="100000"/>
              </a:lnSpc>
              <a:spcBef>
                <a:spcPts val="600"/>
              </a:spcBef>
              <a:buClr>
                <a:srgbClr val="333333"/>
              </a:buClr>
              <a:buFont typeface="Arial" panose="020B0604020202020204" pitchFamily="34" charset="0"/>
              <a:buChar char="•"/>
              <a:tabLst/>
              <a:defRPr sz="1600" b="0" i="0" kern="1200">
                <a:solidFill>
                  <a:srgbClr val="333333"/>
                </a:solidFill>
                <a:latin typeface="Century Gothic" panose="020B0502020202020204" pitchFamily="34" charset="0"/>
                <a:ea typeface="+mn-ea"/>
                <a:cs typeface="+mn-cs"/>
              </a:defRPr>
            </a:lvl3pPr>
            <a:lvl4pPr marL="628650" indent="-203200" algn="l" defTabSz="914318" rtl="0" eaLnBrk="1" latinLnBrk="0" hangingPunct="1">
              <a:lnSpc>
                <a:spcPct val="100000"/>
              </a:lnSpc>
              <a:spcBef>
                <a:spcPts val="600"/>
              </a:spcBef>
              <a:buClr>
                <a:srgbClr val="333333"/>
              </a:buClr>
              <a:buFont typeface="Arial" panose="020B0604020202020204" pitchFamily="34" charset="0"/>
              <a:buChar char="•"/>
              <a:tabLst/>
              <a:defRPr sz="1400" b="0" i="0" kern="1200">
                <a:solidFill>
                  <a:srgbClr val="333333"/>
                </a:solidFill>
                <a:latin typeface="Century Gothic" panose="020B0502020202020204" pitchFamily="34" charset="0"/>
                <a:ea typeface="+mn-ea"/>
                <a:cs typeface="+mn-cs"/>
              </a:defRPr>
            </a:lvl4pPr>
            <a:lvl5pPr marL="863600" indent="-203200" algn="l" defTabSz="914318" rtl="0" eaLnBrk="1" latinLnBrk="0" hangingPunct="1">
              <a:lnSpc>
                <a:spcPct val="100000"/>
              </a:lnSpc>
              <a:spcBef>
                <a:spcPts val="600"/>
              </a:spcBef>
              <a:buClr>
                <a:srgbClr val="333333"/>
              </a:buClr>
              <a:buFont typeface="Arial" panose="020B0604020202020204" pitchFamily="34" charset="0"/>
              <a:buChar char="•"/>
              <a:tabLst/>
              <a:defRPr sz="1200" b="0" i="0" kern="1200" baseline="0">
                <a:solidFill>
                  <a:srgbClr val="333333"/>
                </a:solidFill>
                <a:latin typeface="Century Gothic" panose="020B0502020202020204" pitchFamily="34" charset="0"/>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lumMod val="85000"/>
                    <a:lumOff val="15000"/>
                  </a:schemeClr>
                </a:solidFill>
                <a:latin typeface="Franklin Gothic Book" panose="020B0503020102020204" pitchFamily="34" charset="0"/>
              </a:rPr>
              <a:t>Elaborate how the MIP supports MHS leadership strategic priorities. </a:t>
            </a:r>
          </a:p>
        </p:txBody>
      </p:sp>
      <p:sp>
        <p:nvSpPr>
          <p:cNvPr id="6" name="Unclassified">
            <a:extLst>
              <a:ext uri="{FF2B5EF4-FFF2-40B4-BE49-F238E27FC236}">
                <a16:creationId xmlns:a16="http://schemas.microsoft.com/office/drawing/2014/main" id="{C8CC2B59-766E-A3C3-013E-70052E416DE8}"/>
              </a:ext>
            </a:extLst>
          </p:cNvPr>
          <p:cNvSpPr>
            <a:spLocks noGrp="1"/>
          </p:cNvSpPr>
          <p:nvPr>
            <p:ph type="dt" sz="half" idx="10"/>
          </p:nvPr>
        </p:nvSpPr>
        <p:spPr/>
        <p:txBody>
          <a:bodyPr/>
          <a:lstStyle/>
          <a:p>
            <a:r>
              <a:rPr lang="en-US" dirty="0"/>
              <a:t>UNCLASSIFIED</a:t>
            </a:r>
          </a:p>
        </p:txBody>
      </p:sp>
      <p:sp>
        <p:nvSpPr>
          <p:cNvPr id="4" name="Slide Number ">
            <a:extLst>
              <a:ext uri="{FF2B5EF4-FFF2-40B4-BE49-F238E27FC236}">
                <a16:creationId xmlns:a16="http://schemas.microsoft.com/office/drawing/2014/main" id="{DBEE26BA-1E93-4C8C-8D30-4ABC04079161}"/>
              </a:ext>
            </a:extLst>
          </p:cNvPr>
          <p:cNvSpPr>
            <a:spLocks noGrp="1"/>
          </p:cNvSpPr>
          <p:nvPr>
            <p:ph type="sldNum" sz="quarter" idx="4"/>
          </p:nvPr>
        </p:nvSpPr>
        <p:spPr/>
        <p:txBody>
          <a:bodyPr/>
          <a:lstStyle/>
          <a:p>
            <a:r>
              <a:rPr lang="en-US" dirty="0"/>
              <a:t>2025 MHS Conference    </a:t>
            </a:r>
            <a:fld id="{54558BDB-F807-4A0D-8BCD-2F5355F4A24C}" type="slidenum">
              <a:rPr lang="en-US" smtClean="0"/>
              <a:pPr/>
              <a:t>4</a:t>
            </a:fld>
            <a:endParaRPr lang="en-US" dirty="0"/>
          </a:p>
        </p:txBody>
      </p:sp>
    </p:spTree>
    <p:extLst>
      <p:ext uri="{BB962C8B-B14F-4D97-AF65-F5344CB8AC3E}">
        <p14:creationId xmlns:p14="http://schemas.microsoft.com/office/powerpoint/2010/main" val="160869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7B23-9C27-2F51-5E91-2254E9E9C0A9}"/>
              </a:ext>
            </a:extLst>
          </p:cNvPr>
          <p:cNvSpPr>
            <a:spLocks noGrp="1"/>
          </p:cNvSpPr>
          <p:nvPr>
            <p:ph type="title"/>
          </p:nvPr>
        </p:nvSpPr>
        <p:spPr/>
        <p:txBody>
          <a:bodyPr/>
          <a:lstStyle/>
          <a:p>
            <a:r>
              <a:rPr lang="en-US" dirty="0"/>
              <a:t>Scale of MHS Data </a:t>
            </a:r>
          </a:p>
        </p:txBody>
      </p:sp>
      <p:sp>
        <p:nvSpPr>
          <p:cNvPr id="8" name="TextBox 7">
            <a:extLst>
              <a:ext uri="{FF2B5EF4-FFF2-40B4-BE49-F238E27FC236}">
                <a16:creationId xmlns:a16="http://schemas.microsoft.com/office/drawing/2014/main" id="{5BD4878F-1A8B-626B-7B3F-AE07E81DC04C}"/>
              </a:ext>
            </a:extLst>
          </p:cNvPr>
          <p:cNvSpPr txBox="1"/>
          <p:nvPr/>
        </p:nvSpPr>
        <p:spPr>
          <a:xfrm>
            <a:off x="410547" y="1346306"/>
            <a:ext cx="6377214" cy="5634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sz="2400" b="1" u="sng" kern="0" dirty="0">
                <a:solidFill>
                  <a:schemeClr val="tx1"/>
                </a:solidFill>
              </a:rPr>
              <a:t>Total MHS GENESIS + TRICARE Data Since 2017</a:t>
            </a:r>
          </a:p>
        </p:txBody>
      </p:sp>
      <p:sp>
        <p:nvSpPr>
          <p:cNvPr id="9" name="Rounded Rectangle 36" descr="Infographic:&#10;&#10;Total M H S GENESIS + TRICARE Data Since 2017&#10;&#10;Patients: 12.7M&#10;Encounters: 839M&#10;Observations: 961M&#10;Diagnoses: 1.6B&#10;Procedures: 782M&#10;Medications: 88M&#10;">
            <a:extLst>
              <a:ext uri="{FF2B5EF4-FFF2-40B4-BE49-F238E27FC236}">
                <a16:creationId xmlns:a16="http://schemas.microsoft.com/office/drawing/2014/main" id="{93780B56-0522-0ADD-9987-53F89CD80615}"/>
              </a:ext>
            </a:extLst>
          </p:cNvPr>
          <p:cNvSpPr/>
          <p:nvPr/>
        </p:nvSpPr>
        <p:spPr>
          <a:xfrm>
            <a:off x="683003" y="1778265"/>
            <a:ext cx="6083816" cy="4597852"/>
          </a:xfrm>
          <a:prstGeom prst="roundRect">
            <a:avLst/>
          </a:prstGeom>
          <a:solidFill>
            <a:srgbClr val="F2F2F2"/>
          </a:solidFill>
          <a:ln w="9525" cap="rnd" cmpd="sng" algn="ctr">
            <a:solidFill>
              <a:srgbClr val="F2F2F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dirty="0">
              <a:solidFill>
                <a:srgbClr val="575757"/>
              </a:solidFill>
            </a:endParaRPr>
          </a:p>
        </p:txBody>
      </p:sp>
      <p:grpSp>
        <p:nvGrpSpPr>
          <p:cNvPr id="11" name="Group 10" descr="Infographic:&#10;&#10;Total M H S GENESIS + TRICARE Data Since 2017&#10;&#10;Daily&#10;Clinical Notes: 140K&#10;Messages: 20+M&#10;Encounters: 165K&#10;">
            <a:extLst>
              <a:ext uri="{FF2B5EF4-FFF2-40B4-BE49-F238E27FC236}">
                <a16:creationId xmlns:a16="http://schemas.microsoft.com/office/drawing/2014/main" id="{F18D0AE2-D103-43B3-7196-1FCD038D3D19}"/>
              </a:ext>
            </a:extLst>
          </p:cNvPr>
          <p:cNvGrpSpPr/>
          <p:nvPr/>
        </p:nvGrpSpPr>
        <p:grpSpPr>
          <a:xfrm>
            <a:off x="8205198" y="1314432"/>
            <a:ext cx="2905877" cy="4930157"/>
            <a:chOff x="8756373" y="1258347"/>
            <a:chExt cx="2829885" cy="4990958"/>
          </a:xfrm>
        </p:grpSpPr>
        <p:sp>
          <p:nvSpPr>
            <p:cNvPr id="12" name="Rounded Rectangle 37">
              <a:extLst>
                <a:ext uri="{FF2B5EF4-FFF2-40B4-BE49-F238E27FC236}">
                  <a16:creationId xmlns:a16="http://schemas.microsoft.com/office/drawing/2014/main" id="{192433D6-7165-0EEF-5FFA-5BA95108D0B5}"/>
                </a:ext>
              </a:extLst>
            </p:cNvPr>
            <p:cNvSpPr/>
            <p:nvPr/>
          </p:nvSpPr>
          <p:spPr>
            <a:xfrm>
              <a:off x="8756373" y="1724057"/>
              <a:ext cx="2829885" cy="4525248"/>
            </a:xfrm>
            <a:prstGeom prst="roundRect">
              <a:avLst/>
            </a:prstGeom>
            <a:solidFill>
              <a:srgbClr val="F2F2F2"/>
            </a:solidFill>
            <a:ln w="9525" cap="rnd" cmpd="sng" algn="ctr">
              <a:solidFill>
                <a:srgbClr val="F2F2F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dirty="0">
                <a:solidFill>
                  <a:srgbClr val="575757"/>
                </a:solidFill>
              </a:endParaRPr>
            </a:p>
          </p:txBody>
        </p:sp>
        <p:pic>
          <p:nvPicPr>
            <p:cNvPr id="13" name="Picture 12" descr="A black background with a black square&#10;&#10;Description automatically generated with medium confidence">
              <a:extLst>
                <a:ext uri="{FF2B5EF4-FFF2-40B4-BE49-F238E27FC236}">
                  <a16:creationId xmlns:a16="http://schemas.microsoft.com/office/drawing/2014/main" id="{05014594-10EE-836B-4623-7749850573D0}"/>
                </a:ext>
              </a:extLst>
            </p:cNvPr>
            <p:cNvPicPr>
              <a:picLocks noChangeAspect="1"/>
            </p:cNvPicPr>
            <p:nvPr/>
          </p:nvPicPr>
          <p:blipFill>
            <a:blip r:embed="rId2"/>
            <a:stretch>
              <a:fillRect/>
            </a:stretch>
          </p:blipFill>
          <p:spPr>
            <a:xfrm>
              <a:off x="9326657" y="1957591"/>
              <a:ext cx="631629" cy="631629"/>
            </a:xfrm>
            <a:prstGeom prst="rect">
              <a:avLst/>
            </a:prstGeom>
          </p:spPr>
        </p:pic>
        <p:sp>
          <p:nvSpPr>
            <p:cNvPr id="14" name="TextBox 13">
              <a:extLst>
                <a:ext uri="{FF2B5EF4-FFF2-40B4-BE49-F238E27FC236}">
                  <a16:creationId xmlns:a16="http://schemas.microsoft.com/office/drawing/2014/main" id="{43172767-9B43-1071-DAE6-266B40C724EE}"/>
                </a:ext>
              </a:extLst>
            </p:cNvPr>
            <p:cNvSpPr txBox="1"/>
            <p:nvPr/>
          </p:nvSpPr>
          <p:spPr>
            <a:xfrm>
              <a:off x="10290550" y="2037642"/>
              <a:ext cx="1034257"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140K</a:t>
              </a:r>
            </a:p>
          </p:txBody>
        </p:sp>
        <p:sp>
          <p:nvSpPr>
            <p:cNvPr id="15" name="TextBox 14">
              <a:extLst>
                <a:ext uri="{FF2B5EF4-FFF2-40B4-BE49-F238E27FC236}">
                  <a16:creationId xmlns:a16="http://schemas.microsoft.com/office/drawing/2014/main" id="{3080E9D9-083C-0522-1159-D13D1B587112}"/>
                </a:ext>
              </a:extLst>
            </p:cNvPr>
            <p:cNvSpPr txBox="1"/>
            <p:nvPr/>
          </p:nvSpPr>
          <p:spPr>
            <a:xfrm>
              <a:off x="9037023" y="2655615"/>
              <a:ext cx="1301768"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Clinical Notes</a:t>
              </a:r>
            </a:p>
          </p:txBody>
        </p:sp>
        <p:sp>
          <p:nvSpPr>
            <p:cNvPr id="16" name="TextBox 15">
              <a:extLst>
                <a:ext uri="{FF2B5EF4-FFF2-40B4-BE49-F238E27FC236}">
                  <a16:creationId xmlns:a16="http://schemas.microsoft.com/office/drawing/2014/main" id="{B34BCC75-5570-8D3E-EA6D-30C407FE53E6}"/>
                </a:ext>
              </a:extLst>
            </p:cNvPr>
            <p:cNvSpPr txBox="1"/>
            <p:nvPr/>
          </p:nvSpPr>
          <p:spPr>
            <a:xfrm>
              <a:off x="9655411" y="1258347"/>
              <a:ext cx="1060526" cy="5634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2400" b="1" u="sng" kern="0" dirty="0">
                  <a:solidFill>
                    <a:srgbClr val="575757"/>
                  </a:solidFill>
                </a:rPr>
                <a:t>Daily</a:t>
              </a:r>
            </a:p>
          </p:txBody>
        </p:sp>
        <p:pic>
          <p:nvPicPr>
            <p:cNvPr id="17" name="Picture 16" descr="A red text on a white background&#10;&#10;AI-generated content may be incorrect.">
              <a:extLst>
                <a:ext uri="{FF2B5EF4-FFF2-40B4-BE49-F238E27FC236}">
                  <a16:creationId xmlns:a16="http://schemas.microsoft.com/office/drawing/2014/main" id="{5DBCA4D4-2616-7972-95B3-2B200E82410B}"/>
                </a:ext>
              </a:extLst>
            </p:cNvPr>
            <p:cNvPicPr>
              <a:picLocks noChangeAspect="1"/>
            </p:cNvPicPr>
            <p:nvPr/>
          </p:nvPicPr>
          <p:blipFill>
            <a:blip r:embed="rId3">
              <a:clrChange>
                <a:clrFrom>
                  <a:srgbClr val="FFFFFF"/>
                </a:clrFrom>
                <a:clrTo>
                  <a:srgbClr val="FFFFFF">
                    <a:alpha val="0"/>
                  </a:srgbClr>
                </a:clrTo>
              </a:clrChange>
              <a:grayscl/>
              <a:extLst>
                <a:ext uri="{28A0092B-C50C-407E-A947-70E740481C1C}">
                  <a14:useLocalDpi xmlns:a14="http://schemas.microsoft.com/office/drawing/2010/main" val="0"/>
                </a:ext>
              </a:extLst>
            </a:blip>
            <a:srcRect r="33783"/>
            <a:stretch/>
          </p:blipFill>
          <p:spPr>
            <a:xfrm>
              <a:off x="9067157" y="3311484"/>
              <a:ext cx="1232746" cy="614160"/>
            </a:xfrm>
            <a:prstGeom prst="rect">
              <a:avLst/>
            </a:prstGeom>
          </p:spPr>
        </p:pic>
        <p:pic>
          <p:nvPicPr>
            <p:cNvPr id="18" name="Picture 17" descr="A red text on a white background&#10;&#10;AI-generated content may be incorrect.">
              <a:extLst>
                <a:ext uri="{FF2B5EF4-FFF2-40B4-BE49-F238E27FC236}">
                  <a16:creationId xmlns:a16="http://schemas.microsoft.com/office/drawing/2014/main" id="{1AAB1F8F-00AC-81AD-848E-DF22327C0E60}"/>
                </a:ext>
              </a:extLst>
            </p:cNvPr>
            <p:cNvPicPr>
              <a:picLocks noChangeAspect="1"/>
            </p:cNvPicPr>
            <p:nvPr/>
          </p:nvPicPr>
          <p:blipFill>
            <a:blip r:embed="rId3">
              <a:clrChange>
                <a:clrFrom>
                  <a:srgbClr val="FFFFFF"/>
                </a:clrFrom>
                <a:clrTo>
                  <a:srgbClr val="FFFFFF">
                    <a:alpha val="0"/>
                  </a:srgbClr>
                </a:clrTo>
              </a:clrChange>
              <a:grayscl/>
              <a:extLst>
                <a:ext uri="{28A0092B-C50C-407E-A947-70E740481C1C}">
                  <a14:useLocalDpi xmlns:a14="http://schemas.microsoft.com/office/drawing/2010/main" val="0"/>
                </a:ext>
              </a:extLst>
            </a:blip>
            <a:srcRect l="63798" t="15572"/>
            <a:stretch/>
          </p:blipFill>
          <p:spPr>
            <a:xfrm>
              <a:off x="9582519" y="3819418"/>
              <a:ext cx="476173" cy="366352"/>
            </a:xfrm>
            <a:prstGeom prst="rect">
              <a:avLst/>
            </a:prstGeom>
          </p:spPr>
        </p:pic>
        <p:sp>
          <p:nvSpPr>
            <p:cNvPr id="19" name="TextBox 18">
              <a:extLst>
                <a:ext uri="{FF2B5EF4-FFF2-40B4-BE49-F238E27FC236}">
                  <a16:creationId xmlns:a16="http://schemas.microsoft.com/office/drawing/2014/main" id="{6D15126C-323E-6C85-56A4-05EF7426A4EC}"/>
                </a:ext>
              </a:extLst>
            </p:cNvPr>
            <p:cNvSpPr txBox="1"/>
            <p:nvPr/>
          </p:nvSpPr>
          <p:spPr>
            <a:xfrm>
              <a:off x="10232412" y="3475540"/>
              <a:ext cx="1165705"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20+M</a:t>
              </a:r>
            </a:p>
          </p:txBody>
        </p:sp>
        <p:sp>
          <p:nvSpPr>
            <p:cNvPr id="20" name="TextBox 19">
              <a:extLst>
                <a:ext uri="{FF2B5EF4-FFF2-40B4-BE49-F238E27FC236}">
                  <a16:creationId xmlns:a16="http://schemas.microsoft.com/office/drawing/2014/main" id="{692DA387-A363-8F40-7688-2BDC3D03663A}"/>
                </a:ext>
              </a:extLst>
            </p:cNvPr>
            <p:cNvSpPr txBox="1"/>
            <p:nvPr/>
          </p:nvSpPr>
          <p:spPr>
            <a:xfrm>
              <a:off x="9114832" y="4022983"/>
              <a:ext cx="1218732"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of Messages</a:t>
              </a:r>
            </a:p>
          </p:txBody>
        </p:sp>
        <p:sp>
          <p:nvSpPr>
            <p:cNvPr id="21" name="TextBox 20">
              <a:extLst>
                <a:ext uri="{FF2B5EF4-FFF2-40B4-BE49-F238E27FC236}">
                  <a16:creationId xmlns:a16="http://schemas.microsoft.com/office/drawing/2014/main" id="{0DB459C4-D5D1-2762-88EB-E0A5FD106DE7}"/>
                </a:ext>
              </a:extLst>
            </p:cNvPr>
            <p:cNvSpPr txBox="1"/>
            <p:nvPr/>
          </p:nvSpPr>
          <p:spPr>
            <a:xfrm>
              <a:off x="10298136" y="5103471"/>
              <a:ext cx="1034257"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165K</a:t>
              </a:r>
            </a:p>
          </p:txBody>
        </p:sp>
        <p:sp>
          <p:nvSpPr>
            <p:cNvPr id="22" name="TextBox 21">
              <a:extLst>
                <a:ext uri="{FF2B5EF4-FFF2-40B4-BE49-F238E27FC236}">
                  <a16:creationId xmlns:a16="http://schemas.microsoft.com/office/drawing/2014/main" id="{3E16C5A9-4DDA-AA99-1C42-FC1E552AA33B}"/>
                </a:ext>
              </a:extLst>
            </p:cNvPr>
            <p:cNvSpPr txBox="1"/>
            <p:nvPr/>
          </p:nvSpPr>
          <p:spPr>
            <a:xfrm>
              <a:off x="9063666" y="5670164"/>
              <a:ext cx="1321067"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of Encounters</a:t>
              </a:r>
            </a:p>
          </p:txBody>
        </p:sp>
        <p:pic>
          <p:nvPicPr>
            <p:cNvPr id="23" name="Picture 22" descr="A black background with a black square&#10;&#10;Description automatically generated with medium confidence">
              <a:extLst>
                <a:ext uri="{FF2B5EF4-FFF2-40B4-BE49-F238E27FC236}">
                  <a16:creationId xmlns:a16="http://schemas.microsoft.com/office/drawing/2014/main" id="{19E004F0-1856-5113-04F4-021EF45D6E14}"/>
                </a:ext>
              </a:extLst>
            </p:cNvPr>
            <p:cNvPicPr>
              <a:picLocks noChangeAspect="1"/>
            </p:cNvPicPr>
            <p:nvPr/>
          </p:nvPicPr>
          <p:blipFill>
            <a:blip r:embed="rId4"/>
            <a:stretch>
              <a:fillRect/>
            </a:stretch>
          </p:blipFill>
          <p:spPr>
            <a:xfrm flipH="1">
              <a:off x="9185789" y="4933059"/>
              <a:ext cx="907344" cy="714703"/>
            </a:xfrm>
            <a:prstGeom prst="rect">
              <a:avLst/>
            </a:prstGeom>
          </p:spPr>
        </p:pic>
      </p:grpSp>
      <p:pic>
        <p:nvPicPr>
          <p:cNvPr id="10" name="Picture 9">
            <a:extLst>
              <a:ext uri="{FF2B5EF4-FFF2-40B4-BE49-F238E27FC236}">
                <a16:creationId xmlns:a16="http://schemas.microsoft.com/office/drawing/2014/main" id="{E445AE82-FD88-9CF7-5D0B-99B6F79E8A2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238064" y="2109341"/>
            <a:ext cx="631435" cy="631435"/>
          </a:xfrm>
          <a:prstGeom prst="rect">
            <a:avLst/>
          </a:prstGeom>
        </p:spPr>
      </p:pic>
      <p:pic>
        <p:nvPicPr>
          <p:cNvPr id="24" name="Picture 23">
            <a:extLst>
              <a:ext uri="{FF2B5EF4-FFF2-40B4-BE49-F238E27FC236}">
                <a16:creationId xmlns:a16="http://schemas.microsoft.com/office/drawing/2014/main" id="{2A09280F-93E2-E151-A655-2F65BF5F6241}"/>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149213" y="2055715"/>
            <a:ext cx="677903" cy="677903"/>
          </a:xfrm>
          <a:prstGeom prst="rect">
            <a:avLst/>
          </a:prstGeom>
        </p:spPr>
      </p:pic>
      <p:pic>
        <p:nvPicPr>
          <p:cNvPr id="25" name="Picture 24">
            <a:extLst>
              <a:ext uri="{FF2B5EF4-FFF2-40B4-BE49-F238E27FC236}">
                <a16:creationId xmlns:a16="http://schemas.microsoft.com/office/drawing/2014/main" id="{401ED801-FE3E-5B97-2948-974AA0A6CD0F}"/>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061085" y="3493585"/>
            <a:ext cx="677903" cy="677903"/>
          </a:xfrm>
          <a:prstGeom prst="rect">
            <a:avLst/>
          </a:prstGeom>
        </p:spPr>
      </p:pic>
      <p:pic>
        <p:nvPicPr>
          <p:cNvPr id="27" name="Picture 26">
            <a:extLst>
              <a:ext uri="{FF2B5EF4-FFF2-40B4-BE49-F238E27FC236}">
                <a16:creationId xmlns:a16="http://schemas.microsoft.com/office/drawing/2014/main" id="{336077FE-86C4-29B6-8A10-1D2B138A8020}"/>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277563" y="5119959"/>
            <a:ext cx="594835" cy="594835"/>
          </a:xfrm>
          <a:prstGeom prst="rect">
            <a:avLst/>
          </a:prstGeom>
        </p:spPr>
      </p:pic>
      <p:pic>
        <p:nvPicPr>
          <p:cNvPr id="28" name="Picture 27">
            <a:extLst>
              <a:ext uri="{FF2B5EF4-FFF2-40B4-BE49-F238E27FC236}">
                <a16:creationId xmlns:a16="http://schemas.microsoft.com/office/drawing/2014/main" id="{9A3DC7FC-C3C3-772B-5B0C-DA97CEFFB582}"/>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291131" y="4985898"/>
            <a:ext cx="631435" cy="631435"/>
          </a:xfrm>
          <a:prstGeom prst="rect">
            <a:avLst/>
          </a:prstGeom>
        </p:spPr>
      </p:pic>
      <p:pic>
        <p:nvPicPr>
          <p:cNvPr id="30" name="Picture 29">
            <a:extLst>
              <a:ext uri="{FF2B5EF4-FFF2-40B4-BE49-F238E27FC236}">
                <a16:creationId xmlns:a16="http://schemas.microsoft.com/office/drawing/2014/main" id="{07EBA6E8-884C-85CC-2FA4-B66CF03AE0A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21466" y="3550127"/>
            <a:ext cx="714703" cy="714703"/>
          </a:xfrm>
          <a:prstGeom prst="rect">
            <a:avLst/>
          </a:prstGeom>
        </p:spPr>
      </p:pic>
      <p:sp>
        <p:nvSpPr>
          <p:cNvPr id="40" name="TextBox 39">
            <a:extLst>
              <a:ext uri="{FF2B5EF4-FFF2-40B4-BE49-F238E27FC236}">
                <a16:creationId xmlns:a16="http://schemas.microsoft.com/office/drawing/2014/main" id="{08955928-7F40-19C7-8685-18EDBA5D8EEE}"/>
              </a:ext>
            </a:extLst>
          </p:cNvPr>
          <p:cNvSpPr txBox="1"/>
          <p:nvPr/>
        </p:nvSpPr>
        <p:spPr>
          <a:xfrm>
            <a:off x="1134007" y="2710548"/>
            <a:ext cx="905248"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Patients</a:t>
            </a:r>
          </a:p>
        </p:txBody>
      </p:sp>
      <p:sp>
        <p:nvSpPr>
          <p:cNvPr id="31" name="TextBox 30">
            <a:extLst>
              <a:ext uri="{FF2B5EF4-FFF2-40B4-BE49-F238E27FC236}">
                <a16:creationId xmlns:a16="http://schemas.microsoft.com/office/drawing/2014/main" id="{4928649B-65FD-F830-3A2D-468E76042CDE}"/>
              </a:ext>
            </a:extLst>
          </p:cNvPr>
          <p:cNvSpPr txBox="1"/>
          <p:nvPr/>
        </p:nvSpPr>
        <p:spPr>
          <a:xfrm>
            <a:off x="2136364" y="2138416"/>
            <a:ext cx="1277914"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12.7M</a:t>
            </a:r>
          </a:p>
        </p:txBody>
      </p:sp>
      <p:sp>
        <p:nvSpPr>
          <p:cNvPr id="41" name="TextBox 40">
            <a:extLst>
              <a:ext uri="{FF2B5EF4-FFF2-40B4-BE49-F238E27FC236}">
                <a16:creationId xmlns:a16="http://schemas.microsoft.com/office/drawing/2014/main" id="{26A5CF71-F86C-D6B8-025C-FB44D210996F}"/>
              </a:ext>
            </a:extLst>
          </p:cNvPr>
          <p:cNvSpPr txBox="1"/>
          <p:nvPr/>
        </p:nvSpPr>
        <p:spPr>
          <a:xfrm>
            <a:off x="1074748" y="4238290"/>
            <a:ext cx="1131912"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Encounters</a:t>
            </a:r>
          </a:p>
        </p:txBody>
      </p:sp>
      <p:sp>
        <p:nvSpPr>
          <p:cNvPr id="32" name="TextBox 31">
            <a:extLst>
              <a:ext uri="{FF2B5EF4-FFF2-40B4-BE49-F238E27FC236}">
                <a16:creationId xmlns:a16="http://schemas.microsoft.com/office/drawing/2014/main" id="{3948D37B-7948-0F90-E6F4-565051AD2C40}"/>
              </a:ext>
            </a:extLst>
          </p:cNvPr>
          <p:cNvSpPr txBox="1"/>
          <p:nvPr/>
        </p:nvSpPr>
        <p:spPr>
          <a:xfrm>
            <a:off x="2231633" y="3621269"/>
            <a:ext cx="1168910"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839M</a:t>
            </a:r>
          </a:p>
        </p:txBody>
      </p:sp>
      <p:sp>
        <p:nvSpPr>
          <p:cNvPr id="42" name="TextBox 41">
            <a:extLst>
              <a:ext uri="{FF2B5EF4-FFF2-40B4-BE49-F238E27FC236}">
                <a16:creationId xmlns:a16="http://schemas.microsoft.com/office/drawing/2014/main" id="{F1B7DBF6-3930-A823-EB59-50167EB2C2E1}"/>
              </a:ext>
            </a:extLst>
          </p:cNvPr>
          <p:cNvSpPr txBox="1"/>
          <p:nvPr/>
        </p:nvSpPr>
        <p:spPr>
          <a:xfrm>
            <a:off x="968051" y="5714794"/>
            <a:ext cx="1277594"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Observations</a:t>
            </a:r>
          </a:p>
        </p:txBody>
      </p:sp>
      <p:sp>
        <p:nvSpPr>
          <p:cNvPr id="33" name="TextBox 32">
            <a:extLst>
              <a:ext uri="{FF2B5EF4-FFF2-40B4-BE49-F238E27FC236}">
                <a16:creationId xmlns:a16="http://schemas.microsoft.com/office/drawing/2014/main" id="{E36AF519-0C37-9C74-1002-3405252F10BC}"/>
              </a:ext>
            </a:extLst>
          </p:cNvPr>
          <p:cNvSpPr txBox="1"/>
          <p:nvPr/>
        </p:nvSpPr>
        <p:spPr>
          <a:xfrm>
            <a:off x="2176431" y="5106159"/>
            <a:ext cx="1168910"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961M</a:t>
            </a:r>
          </a:p>
        </p:txBody>
      </p:sp>
      <p:sp>
        <p:nvSpPr>
          <p:cNvPr id="39" name="TextBox 38">
            <a:extLst>
              <a:ext uri="{FF2B5EF4-FFF2-40B4-BE49-F238E27FC236}">
                <a16:creationId xmlns:a16="http://schemas.microsoft.com/office/drawing/2014/main" id="{2C19AF7B-2C71-5FD7-2109-91FC02207393}"/>
              </a:ext>
            </a:extLst>
          </p:cNvPr>
          <p:cNvSpPr txBox="1"/>
          <p:nvPr/>
        </p:nvSpPr>
        <p:spPr>
          <a:xfrm>
            <a:off x="3954023" y="2787671"/>
            <a:ext cx="1058303"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Diagnoses</a:t>
            </a:r>
          </a:p>
        </p:txBody>
      </p:sp>
      <p:sp>
        <p:nvSpPr>
          <p:cNvPr id="34" name="TextBox 33">
            <a:extLst>
              <a:ext uri="{FF2B5EF4-FFF2-40B4-BE49-F238E27FC236}">
                <a16:creationId xmlns:a16="http://schemas.microsoft.com/office/drawing/2014/main" id="{650A90B7-526C-FD06-3499-2E4581406462}"/>
              </a:ext>
            </a:extLst>
          </p:cNvPr>
          <p:cNvSpPr txBox="1"/>
          <p:nvPr/>
        </p:nvSpPr>
        <p:spPr>
          <a:xfrm>
            <a:off x="5094465" y="2133891"/>
            <a:ext cx="941283"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1.6B</a:t>
            </a:r>
          </a:p>
        </p:txBody>
      </p:sp>
      <p:sp>
        <p:nvSpPr>
          <p:cNvPr id="38" name="TextBox 37">
            <a:extLst>
              <a:ext uri="{FF2B5EF4-FFF2-40B4-BE49-F238E27FC236}">
                <a16:creationId xmlns:a16="http://schemas.microsoft.com/office/drawing/2014/main" id="{E57A7410-80B0-B2B1-3E3F-A1E43AFBF622}"/>
              </a:ext>
            </a:extLst>
          </p:cNvPr>
          <p:cNvSpPr txBox="1"/>
          <p:nvPr/>
        </p:nvSpPr>
        <p:spPr>
          <a:xfrm>
            <a:off x="3831835" y="4249588"/>
            <a:ext cx="1136401"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Procedures</a:t>
            </a:r>
          </a:p>
        </p:txBody>
      </p:sp>
      <p:sp>
        <p:nvSpPr>
          <p:cNvPr id="35" name="TextBox 34">
            <a:extLst>
              <a:ext uri="{FF2B5EF4-FFF2-40B4-BE49-F238E27FC236}">
                <a16:creationId xmlns:a16="http://schemas.microsoft.com/office/drawing/2014/main" id="{9E36B044-4F2E-9992-C30E-C4253B9C9136}"/>
              </a:ext>
            </a:extLst>
          </p:cNvPr>
          <p:cNvSpPr txBox="1"/>
          <p:nvPr/>
        </p:nvSpPr>
        <p:spPr>
          <a:xfrm>
            <a:off x="5090906" y="3543975"/>
            <a:ext cx="1168910"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782M</a:t>
            </a:r>
          </a:p>
        </p:txBody>
      </p:sp>
      <p:sp>
        <p:nvSpPr>
          <p:cNvPr id="37" name="TextBox 36">
            <a:extLst>
              <a:ext uri="{FF2B5EF4-FFF2-40B4-BE49-F238E27FC236}">
                <a16:creationId xmlns:a16="http://schemas.microsoft.com/office/drawing/2014/main" id="{BFA3F3DC-8607-6322-BD97-F87E32FD18F6}"/>
              </a:ext>
            </a:extLst>
          </p:cNvPr>
          <p:cNvSpPr txBox="1"/>
          <p:nvPr/>
        </p:nvSpPr>
        <p:spPr>
          <a:xfrm>
            <a:off x="3875445" y="5751300"/>
            <a:ext cx="1215461" cy="307777"/>
          </a:xfrm>
          <a:prstGeom prst="rect">
            <a:avLst/>
          </a:prstGeom>
          <a:noFill/>
        </p:spPr>
        <p:txBody>
          <a:bodyPr wrap="none" rtlCol="0">
            <a:spAutoFit/>
          </a:bodyPr>
          <a:lstStyle/>
          <a:p>
            <a:pPr algn="ctr" defTabSz="457189"/>
            <a:r>
              <a:rPr lang="en-US" sz="1400" dirty="0">
                <a:solidFill>
                  <a:prstClr val="black"/>
                </a:solidFill>
                <a:latin typeface="Calibri" panose="020F0502020204030204"/>
                <a:cs typeface="Arial"/>
                <a:sym typeface="Arial"/>
              </a:rPr>
              <a:t># Medications</a:t>
            </a:r>
          </a:p>
        </p:txBody>
      </p:sp>
      <p:sp>
        <p:nvSpPr>
          <p:cNvPr id="36" name="TextBox 35">
            <a:extLst>
              <a:ext uri="{FF2B5EF4-FFF2-40B4-BE49-F238E27FC236}">
                <a16:creationId xmlns:a16="http://schemas.microsoft.com/office/drawing/2014/main" id="{E9F254DB-8D21-A98E-040B-0D0630B827A8}"/>
              </a:ext>
            </a:extLst>
          </p:cNvPr>
          <p:cNvSpPr txBox="1"/>
          <p:nvPr/>
        </p:nvSpPr>
        <p:spPr>
          <a:xfrm>
            <a:off x="5209919" y="5032558"/>
            <a:ext cx="960519" cy="584775"/>
          </a:xfrm>
          <a:prstGeom prst="rect">
            <a:avLst/>
          </a:prstGeom>
          <a:noFill/>
        </p:spPr>
        <p:txBody>
          <a:bodyPr wrap="none" rtlCol="0">
            <a:spAutoFit/>
          </a:bodyPr>
          <a:lstStyle/>
          <a:p>
            <a:pPr algn="ctr" defTabSz="457189"/>
            <a:r>
              <a:rPr lang="en-US" sz="3200" b="1" dirty="0">
                <a:solidFill>
                  <a:schemeClr val="tx2"/>
                </a:solidFill>
                <a:latin typeface="Calibri" panose="020F0502020204030204"/>
                <a:cs typeface="Arial"/>
                <a:sym typeface="Arial"/>
              </a:rPr>
              <a:t>88M</a:t>
            </a:r>
          </a:p>
        </p:txBody>
      </p:sp>
      <p:sp>
        <p:nvSpPr>
          <p:cNvPr id="7" name="Date Placeholder 6">
            <a:extLst>
              <a:ext uri="{FF2B5EF4-FFF2-40B4-BE49-F238E27FC236}">
                <a16:creationId xmlns:a16="http://schemas.microsoft.com/office/drawing/2014/main" id="{763A82CD-BB87-9ED2-8D3C-0FBAE8A05056}"/>
              </a:ext>
            </a:extLst>
          </p:cNvPr>
          <p:cNvSpPr>
            <a:spLocks noGrp="1"/>
          </p:cNvSpPr>
          <p:nvPr>
            <p:ph type="dt" sz="half" idx="2"/>
          </p:nvPr>
        </p:nvSpPr>
        <p:spPr/>
        <p:txBody>
          <a:bodyPr/>
          <a:lstStyle/>
          <a:p>
            <a:r>
              <a:rPr lang="en-US" dirty="0"/>
              <a:t>UNCLASSIFIED</a:t>
            </a:r>
          </a:p>
        </p:txBody>
      </p:sp>
      <p:sp>
        <p:nvSpPr>
          <p:cNvPr id="5" name="Slide Number Placeholder 4">
            <a:extLst>
              <a:ext uri="{FF2B5EF4-FFF2-40B4-BE49-F238E27FC236}">
                <a16:creationId xmlns:a16="http://schemas.microsoft.com/office/drawing/2014/main" id="{AEFE6AA6-435B-9452-83F4-11E479A28336}"/>
              </a:ext>
            </a:extLst>
          </p:cNvPr>
          <p:cNvSpPr>
            <a:spLocks noGrp="1"/>
          </p:cNvSpPr>
          <p:nvPr>
            <p:ph type="sldNum" sz="quarter" idx="4"/>
          </p:nvPr>
        </p:nvSpPr>
        <p:spPr/>
        <p:txBody>
          <a:bodyPr/>
          <a:lstStyle/>
          <a:p>
            <a:r>
              <a:rPr lang="en-US" dirty="0"/>
              <a:t>2025 MHS Conference    </a:t>
            </a:r>
            <a:fld id="{54558BDB-F807-4A0D-8BCD-2F5355F4A24C}" type="slidenum">
              <a:rPr lang="en-US" smtClean="0"/>
              <a:pPr/>
              <a:t>5</a:t>
            </a:fld>
            <a:endParaRPr lang="en-US" dirty="0"/>
          </a:p>
        </p:txBody>
      </p:sp>
    </p:spTree>
    <p:extLst>
      <p:ext uri="{BB962C8B-B14F-4D97-AF65-F5344CB8AC3E}">
        <p14:creationId xmlns:p14="http://schemas.microsoft.com/office/powerpoint/2010/main" val="3277638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9EDE3-F682-FDDC-7774-DBA6D986B506}"/>
              </a:ext>
            </a:extLst>
          </p:cNvPr>
          <p:cNvSpPr>
            <a:spLocks noGrp="1"/>
          </p:cNvSpPr>
          <p:nvPr>
            <p:ph type="title"/>
          </p:nvPr>
        </p:nvSpPr>
        <p:spPr/>
        <p:txBody>
          <a:bodyPr/>
          <a:lstStyle/>
          <a:p>
            <a:r>
              <a:rPr lang="en-US" dirty="0"/>
              <a:t>Complexity of Current Data Ecosystem</a:t>
            </a:r>
          </a:p>
        </p:txBody>
      </p:sp>
      <p:pic>
        <p:nvPicPr>
          <p:cNvPr id="11" name="Picture 10" descr="Graphic showing the complexity of the current data ecosystem featuring the following system groupings:&#10;&#10;FEHRM&#10;DHMSM&#10;JOMIS&#10;EDITS M H S information Platform&#10;D H A&#10;F M I S&#10;D O D C D A O&#10;D M D C&#10;C O C O M S&#10;Service Medical &#10;Service Line&#10;S L Outside D O D&#10;&#10;* MIP - 130+ Interfaces; 23 Warehouses; 1 systems rationalized in the last 5 years">
            <a:extLst>
              <a:ext uri="{FF2B5EF4-FFF2-40B4-BE49-F238E27FC236}">
                <a16:creationId xmlns:a16="http://schemas.microsoft.com/office/drawing/2014/main" id="{76B85472-8D47-609E-D8C8-DAFEEF8C8473}"/>
              </a:ext>
            </a:extLst>
          </p:cNvPr>
          <p:cNvPicPr>
            <a:picLocks noChangeAspect="1"/>
          </p:cNvPicPr>
          <p:nvPr/>
        </p:nvPicPr>
        <p:blipFill>
          <a:blip r:embed="rId2"/>
          <a:srcRect/>
          <a:stretch/>
        </p:blipFill>
        <p:spPr>
          <a:xfrm>
            <a:off x="1103413" y="1224559"/>
            <a:ext cx="9355863" cy="5083739"/>
          </a:xfrm>
          <a:prstGeom prst="rect">
            <a:avLst/>
          </a:prstGeom>
        </p:spPr>
      </p:pic>
      <p:sp>
        <p:nvSpPr>
          <p:cNvPr id="12" name="Left Arrow 3">
            <a:extLst>
              <a:ext uri="{FF2B5EF4-FFF2-40B4-BE49-F238E27FC236}">
                <a16:creationId xmlns:a16="http://schemas.microsoft.com/office/drawing/2014/main" id="{9A6B7BAB-8F72-77E9-0DC6-15C5E4624CCD}"/>
              </a:ext>
            </a:extLst>
          </p:cNvPr>
          <p:cNvSpPr/>
          <p:nvPr/>
        </p:nvSpPr>
        <p:spPr>
          <a:xfrm>
            <a:off x="9927773" y="1816737"/>
            <a:ext cx="1677046" cy="1389978"/>
          </a:xfrm>
          <a:prstGeom prst="leftArrow">
            <a:avLst>
              <a:gd name="adj1" fmla="val 100000"/>
              <a:gd name="adj2" fmla="val 21856"/>
            </a:avLst>
          </a:prstGeom>
          <a:solidFill>
            <a:srgbClr val="5B9BD5">
              <a:lumMod val="40000"/>
              <a:lumOff val="60000"/>
              <a:alpha val="8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dirty="0">
                <a:ln>
                  <a:noFill/>
                </a:ln>
                <a:solidFill>
                  <a:prstClr val="black"/>
                </a:solidFill>
                <a:effectLst/>
                <a:uLnTx/>
                <a:uFillTx/>
                <a:ea typeface="+mn-ea"/>
                <a:cs typeface="+mn-cs"/>
              </a:rPr>
              <a:t>*MIP - 130+ Interfaces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dirty="0">
                <a:ln>
                  <a:noFill/>
                </a:ln>
                <a:solidFill>
                  <a:prstClr val="black"/>
                </a:solidFill>
                <a:effectLst/>
                <a:uLnTx/>
                <a:uFillTx/>
                <a:ea typeface="+mn-ea"/>
                <a:cs typeface="+mn-cs"/>
              </a:rPr>
              <a:t>23 Warehouses / 19 systems rationalized in the last 4 years</a:t>
            </a:r>
          </a:p>
        </p:txBody>
      </p:sp>
      <p:sp>
        <p:nvSpPr>
          <p:cNvPr id="8" name="Date Placeholder 7">
            <a:extLst>
              <a:ext uri="{FF2B5EF4-FFF2-40B4-BE49-F238E27FC236}">
                <a16:creationId xmlns:a16="http://schemas.microsoft.com/office/drawing/2014/main" id="{176B31C8-1CC6-A51A-EF8D-528D7ECE4C66}"/>
              </a:ext>
            </a:extLst>
          </p:cNvPr>
          <p:cNvSpPr>
            <a:spLocks noGrp="1"/>
          </p:cNvSpPr>
          <p:nvPr>
            <p:ph type="dt" sz="half" idx="2"/>
          </p:nvPr>
        </p:nvSpPr>
        <p:spPr/>
        <p:txBody>
          <a:bodyPr/>
          <a:lstStyle/>
          <a:p>
            <a:r>
              <a:rPr lang="en-US" dirty="0"/>
              <a:t>UNCLASSIFIED</a:t>
            </a:r>
          </a:p>
        </p:txBody>
      </p:sp>
      <p:sp>
        <p:nvSpPr>
          <p:cNvPr id="5" name="Slide Number Placeholder 4">
            <a:extLst>
              <a:ext uri="{FF2B5EF4-FFF2-40B4-BE49-F238E27FC236}">
                <a16:creationId xmlns:a16="http://schemas.microsoft.com/office/drawing/2014/main" id="{DAB1279C-DB08-3369-3B7E-50980ABF61E0}"/>
              </a:ext>
            </a:extLst>
          </p:cNvPr>
          <p:cNvSpPr>
            <a:spLocks noGrp="1"/>
          </p:cNvSpPr>
          <p:nvPr>
            <p:ph type="sldNum" sz="quarter" idx="4"/>
          </p:nvPr>
        </p:nvSpPr>
        <p:spPr/>
        <p:txBody>
          <a:bodyPr/>
          <a:lstStyle/>
          <a:p>
            <a:r>
              <a:rPr lang="en-US" dirty="0"/>
              <a:t>2025 MHS Conference    </a:t>
            </a:r>
            <a:fld id="{54558BDB-F807-4A0D-8BCD-2F5355F4A24C}" type="slidenum">
              <a:rPr lang="en-US" smtClean="0"/>
              <a:pPr/>
              <a:t>6</a:t>
            </a:fld>
            <a:endParaRPr lang="en-US" dirty="0"/>
          </a:p>
        </p:txBody>
      </p:sp>
    </p:spTree>
    <p:extLst>
      <p:ext uri="{BB962C8B-B14F-4D97-AF65-F5344CB8AC3E}">
        <p14:creationId xmlns:p14="http://schemas.microsoft.com/office/powerpoint/2010/main" val="117553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2318-F57D-50EF-006A-9AE470D2595C}"/>
              </a:ext>
            </a:extLst>
          </p:cNvPr>
          <p:cNvSpPr>
            <a:spLocks noGrp="1"/>
          </p:cNvSpPr>
          <p:nvPr>
            <p:ph type="title"/>
          </p:nvPr>
        </p:nvSpPr>
        <p:spPr/>
        <p:txBody>
          <a:bodyPr/>
          <a:lstStyle/>
          <a:p>
            <a:r>
              <a:rPr lang="en-US" dirty="0"/>
              <a:t>What is Driving Prioritization for Military Health? </a:t>
            </a:r>
          </a:p>
        </p:txBody>
      </p:sp>
      <p:pic>
        <p:nvPicPr>
          <p:cNvPr id="5" name="Picture 4" descr="Infographic:&#10;&#10;What is Driving Prioritization for Military Health?&#10;&#10;Effectiveness&#10;&#10;Functional Capabilities (Examples)&#10;Direct &amp; Purchased Care&#10;Dental&#10;Research&#10;Reserves&#10;Public Health Authority&#10;&#10;Strategic Alignment&#10;Registries&#10;Capability Gaps / Duplication &#10;Medical / Dental Readiness&#10;Reporting&#10;&#10;Efficiency &#10;&#10;Applications / Systems (examples):&#10;M H S G &#10;C D S&#10;O M D S&#10;MIP&#10;D O E H R S&#10;&#10;Technical Debt&#10;Redundant Data&#10;Data Quality&#10;Legacy Technology&#10;Siloed Data">
            <a:extLst>
              <a:ext uri="{FF2B5EF4-FFF2-40B4-BE49-F238E27FC236}">
                <a16:creationId xmlns:a16="http://schemas.microsoft.com/office/drawing/2014/main" id="{2309F62E-A62B-4D44-F1FE-895FCFEFC491}"/>
              </a:ext>
            </a:extLst>
          </p:cNvPr>
          <p:cNvPicPr>
            <a:picLocks noChangeAspect="1"/>
          </p:cNvPicPr>
          <p:nvPr/>
        </p:nvPicPr>
        <p:blipFill>
          <a:blip r:embed="rId2"/>
          <a:stretch>
            <a:fillRect/>
          </a:stretch>
        </p:blipFill>
        <p:spPr>
          <a:xfrm>
            <a:off x="355488" y="762171"/>
            <a:ext cx="11357832" cy="5505165"/>
          </a:xfrm>
          <a:prstGeom prst="rect">
            <a:avLst/>
          </a:prstGeom>
        </p:spPr>
      </p:pic>
      <p:grpSp>
        <p:nvGrpSpPr>
          <p:cNvPr id="23" name="Group 22">
            <a:extLst>
              <a:ext uri="{FF2B5EF4-FFF2-40B4-BE49-F238E27FC236}">
                <a16:creationId xmlns:a16="http://schemas.microsoft.com/office/drawing/2014/main" id="{7A45DD06-C603-BA0D-B3AC-2AF96531A08D}"/>
              </a:ext>
              <a:ext uri="{C183D7F6-B498-43B3-948B-1728B52AA6E4}">
                <adec:decorative xmlns:adec="http://schemas.microsoft.com/office/drawing/2017/decorative" val="1"/>
              </a:ext>
            </a:extLst>
          </p:cNvPr>
          <p:cNvGrpSpPr/>
          <p:nvPr/>
        </p:nvGrpSpPr>
        <p:grpSpPr>
          <a:xfrm>
            <a:off x="584683" y="5585636"/>
            <a:ext cx="7288338" cy="681700"/>
            <a:chOff x="584683" y="5392090"/>
            <a:chExt cx="7288338" cy="681700"/>
          </a:xfrm>
        </p:grpSpPr>
        <p:pic>
          <p:nvPicPr>
            <p:cNvPr id="14" name="Graphic 13" descr="Customer review outline">
              <a:extLst>
                <a:ext uri="{FF2B5EF4-FFF2-40B4-BE49-F238E27FC236}">
                  <a16:creationId xmlns:a16="http://schemas.microsoft.com/office/drawing/2014/main" id="{BD23ED0F-790D-BA33-8334-02F83D6AF1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683" y="5413536"/>
              <a:ext cx="573638" cy="645516"/>
            </a:xfrm>
            <a:prstGeom prst="rect">
              <a:avLst/>
            </a:prstGeom>
          </p:spPr>
        </p:pic>
        <p:pic>
          <p:nvPicPr>
            <p:cNvPr id="15" name="Graphic 14" descr="Customer review outline">
              <a:extLst>
                <a:ext uri="{FF2B5EF4-FFF2-40B4-BE49-F238E27FC236}">
                  <a16:creationId xmlns:a16="http://schemas.microsoft.com/office/drawing/2014/main" id="{7F56A132-A6E3-AEE5-B3E4-46FBE01CB4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25083" y="5428274"/>
              <a:ext cx="573638" cy="645516"/>
            </a:xfrm>
            <a:prstGeom prst="rect">
              <a:avLst/>
            </a:prstGeom>
          </p:spPr>
        </p:pic>
        <p:pic>
          <p:nvPicPr>
            <p:cNvPr id="16" name="Graphic 15" descr="Customer review outline">
              <a:extLst>
                <a:ext uri="{FF2B5EF4-FFF2-40B4-BE49-F238E27FC236}">
                  <a16:creationId xmlns:a16="http://schemas.microsoft.com/office/drawing/2014/main" id="{5A12B5C6-231C-BC5D-63A4-4F9415605C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82914" y="5428274"/>
              <a:ext cx="573638" cy="645516"/>
            </a:xfrm>
            <a:prstGeom prst="rect">
              <a:avLst/>
            </a:prstGeom>
          </p:spPr>
        </p:pic>
        <p:pic>
          <p:nvPicPr>
            <p:cNvPr id="17" name="Graphic 16" descr="Customer review outline">
              <a:extLst>
                <a:ext uri="{FF2B5EF4-FFF2-40B4-BE49-F238E27FC236}">
                  <a16:creationId xmlns:a16="http://schemas.microsoft.com/office/drawing/2014/main" id="{264A3FB5-7DB1-4173-1F66-6F6C4BB21B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70743" y="5420861"/>
              <a:ext cx="573638" cy="645516"/>
            </a:xfrm>
            <a:prstGeom prst="rect">
              <a:avLst/>
            </a:prstGeom>
          </p:spPr>
        </p:pic>
        <p:pic>
          <p:nvPicPr>
            <p:cNvPr id="18" name="Graphic 17" descr="Customer review outline">
              <a:extLst>
                <a:ext uri="{FF2B5EF4-FFF2-40B4-BE49-F238E27FC236}">
                  <a16:creationId xmlns:a16="http://schemas.microsoft.com/office/drawing/2014/main" id="{AD616F4A-597E-15BE-CEAE-32190FFC337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9598" y="5400417"/>
              <a:ext cx="573638" cy="645516"/>
            </a:xfrm>
            <a:prstGeom prst="rect">
              <a:avLst/>
            </a:prstGeom>
          </p:spPr>
        </p:pic>
        <p:pic>
          <p:nvPicPr>
            <p:cNvPr id="19" name="Graphic 18" descr="Customer review outline">
              <a:extLst>
                <a:ext uri="{FF2B5EF4-FFF2-40B4-BE49-F238E27FC236}">
                  <a16:creationId xmlns:a16="http://schemas.microsoft.com/office/drawing/2014/main" id="{13CADA77-0F47-4C0C-718E-75657ACEA4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99383" y="5392090"/>
              <a:ext cx="573638" cy="645516"/>
            </a:xfrm>
            <a:prstGeom prst="rect">
              <a:avLst/>
            </a:prstGeom>
          </p:spPr>
        </p:pic>
      </p:grpSp>
      <p:pic>
        <p:nvPicPr>
          <p:cNvPr id="20" name="Graphic 19">
            <a:extLst>
              <a:ext uri="{FF2B5EF4-FFF2-40B4-BE49-F238E27FC236}">
                <a16:creationId xmlns:a16="http://schemas.microsoft.com/office/drawing/2014/main" id="{B9FFDBB5-C9A7-428E-D35B-7D660B858C2A}"/>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00612" y="5621820"/>
            <a:ext cx="532468" cy="667667"/>
          </a:xfrm>
          <a:prstGeom prst="rect">
            <a:avLst/>
          </a:prstGeom>
        </p:spPr>
      </p:pic>
      <p:sp>
        <p:nvSpPr>
          <p:cNvPr id="21" name="Oval 20">
            <a:extLst>
              <a:ext uri="{FF2B5EF4-FFF2-40B4-BE49-F238E27FC236}">
                <a16:creationId xmlns:a16="http://schemas.microsoft.com/office/drawing/2014/main" id="{CC3439FB-9D05-3F87-6717-9B9913BBF55C}"/>
              </a:ext>
            </a:extLst>
          </p:cNvPr>
          <p:cNvSpPr>
            <a:spLocks noChangeArrowheads="1"/>
          </p:cNvSpPr>
          <p:nvPr/>
        </p:nvSpPr>
        <p:spPr bwMode="gray">
          <a:xfrm flipH="1">
            <a:off x="33316" y="2878017"/>
            <a:ext cx="1281113" cy="659743"/>
          </a:xfrm>
          <a:prstGeom prst="ellipse">
            <a:avLst/>
          </a:prstGeom>
          <a:solidFill>
            <a:srgbClr val="FFFFFF"/>
          </a:solidFill>
          <a:ln w="28575" algn="ctr">
            <a:solidFill>
              <a:schemeClr val="accent2"/>
            </a:solidFill>
            <a:round/>
            <a:headEnd/>
            <a:tailEnd/>
          </a:ln>
        </p:spPr>
        <p:txBody>
          <a:bodyPr lIns="36000" tIns="36000" rIns="36000" bIns="36000" anchor="ctr" anchorCtr="1"/>
          <a:lstStyle/>
          <a:p>
            <a:pPr algn="ctr">
              <a:lnSpc>
                <a:spcPct val="106000"/>
              </a:lnSpc>
              <a:buClr>
                <a:srgbClr val="000000"/>
              </a:buClr>
              <a:buFont typeface="Wingdings 2" pitchFamily="18" charset="2"/>
              <a:buNone/>
              <a:defRPr/>
            </a:pPr>
            <a:r>
              <a:rPr lang="en-US" sz="1100" b="1" kern="0" dirty="0">
                <a:solidFill>
                  <a:srgbClr val="002776"/>
                </a:solidFill>
                <a:latin typeface="Arial" charset="0"/>
                <a:ea typeface="ＭＳ Ｐゴシック" pitchFamily="50" charset="-128"/>
                <a:cs typeface="Arial" charset="0"/>
              </a:rPr>
              <a:t>Research</a:t>
            </a:r>
          </a:p>
        </p:txBody>
      </p:sp>
      <p:sp>
        <p:nvSpPr>
          <p:cNvPr id="22" name="Oval 21">
            <a:extLst>
              <a:ext uri="{FF2B5EF4-FFF2-40B4-BE49-F238E27FC236}">
                <a16:creationId xmlns:a16="http://schemas.microsoft.com/office/drawing/2014/main" id="{9FDF51CF-A5EA-707B-49BB-925DDDB81D1A}"/>
              </a:ext>
            </a:extLst>
          </p:cNvPr>
          <p:cNvSpPr>
            <a:spLocks noChangeArrowheads="1"/>
          </p:cNvSpPr>
          <p:nvPr/>
        </p:nvSpPr>
        <p:spPr bwMode="gray">
          <a:xfrm>
            <a:off x="92150" y="4071485"/>
            <a:ext cx="1279525" cy="659743"/>
          </a:xfrm>
          <a:prstGeom prst="ellipse">
            <a:avLst/>
          </a:prstGeom>
          <a:solidFill>
            <a:srgbClr val="FFFFFF"/>
          </a:solidFill>
          <a:ln w="28575" algn="ctr">
            <a:solidFill>
              <a:schemeClr val="accent2"/>
            </a:solidFill>
            <a:round/>
            <a:headEnd/>
            <a:tailEnd/>
          </a:ln>
        </p:spPr>
        <p:txBody>
          <a:bodyPr lIns="36000" tIns="36000" rIns="36000" bIns="36000" anchor="ctr" anchorCtr="1"/>
          <a:lstStyle/>
          <a:p>
            <a:pPr algn="ctr">
              <a:lnSpc>
                <a:spcPct val="106000"/>
              </a:lnSpc>
              <a:buClr>
                <a:srgbClr val="000000"/>
              </a:buClr>
              <a:buFont typeface="Wingdings 2" pitchFamily="18" charset="2"/>
              <a:buNone/>
              <a:defRPr/>
            </a:pPr>
            <a:r>
              <a:rPr lang="en-US" sz="1200" b="1" kern="0" dirty="0">
                <a:solidFill>
                  <a:srgbClr val="002776"/>
                </a:solidFill>
                <a:latin typeface="Arial" charset="0"/>
                <a:ea typeface="ＭＳ Ｐゴシック" pitchFamily="50" charset="-128"/>
                <a:cs typeface="Arial" charset="0"/>
              </a:rPr>
              <a:t>Reserves</a:t>
            </a:r>
          </a:p>
        </p:txBody>
      </p:sp>
      <p:sp>
        <p:nvSpPr>
          <p:cNvPr id="50" name="Oval 49">
            <a:extLst>
              <a:ext uri="{FF2B5EF4-FFF2-40B4-BE49-F238E27FC236}">
                <a16:creationId xmlns:a16="http://schemas.microsoft.com/office/drawing/2014/main" id="{12132DA1-5BB3-0266-A3CF-7C4E77EB6DDA}"/>
              </a:ext>
            </a:extLst>
          </p:cNvPr>
          <p:cNvSpPr>
            <a:spLocks noChangeArrowheads="1"/>
          </p:cNvSpPr>
          <p:nvPr/>
        </p:nvSpPr>
        <p:spPr bwMode="gray">
          <a:xfrm>
            <a:off x="10748163" y="1722311"/>
            <a:ext cx="1279525" cy="659742"/>
          </a:xfrm>
          <a:prstGeom prst="ellipse">
            <a:avLst/>
          </a:prstGeom>
          <a:solidFill>
            <a:srgbClr val="FFFFFF"/>
          </a:solidFill>
          <a:ln w="28575" algn="ctr">
            <a:solidFill>
              <a:schemeClr val="tx2"/>
            </a:solidFill>
            <a:round/>
            <a:headEnd/>
            <a:tailEnd/>
          </a:ln>
        </p:spPr>
        <p:txBody>
          <a:bodyPr lIns="36000" tIns="36000" rIns="36000" bIns="36000" anchor="ctr" anchorCtr="1"/>
          <a:lstStyle/>
          <a:p>
            <a:pPr algn="ctr">
              <a:lnSpc>
                <a:spcPct val="106000"/>
              </a:lnSpc>
              <a:buClr>
                <a:srgbClr val="000000"/>
              </a:buClr>
              <a:buFont typeface="Wingdings 2" pitchFamily="18" charset="2"/>
              <a:buNone/>
              <a:defRPr/>
            </a:pPr>
            <a:r>
              <a:rPr lang="en-US" sz="1200" b="1" kern="0" dirty="0">
                <a:solidFill>
                  <a:srgbClr val="002776"/>
                </a:solidFill>
                <a:latin typeface="Arial" charset="0"/>
                <a:ea typeface="ＭＳ Ｐゴシック" pitchFamily="50" charset="-128"/>
                <a:cs typeface="Arial" charset="0"/>
              </a:rPr>
              <a:t>CDS</a:t>
            </a:r>
          </a:p>
        </p:txBody>
      </p:sp>
      <p:sp>
        <p:nvSpPr>
          <p:cNvPr id="51" name="Oval 50">
            <a:extLst>
              <a:ext uri="{FF2B5EF4-FFF2-40B4-BE49-F238E27FC236}">
                <a16:creationId xmlns:a16="http://schemas.microsoft.com/office/drawing/2014/main" id="{9F69C09F-3E6C-43F3-9D50-E86CB9652ED3}"/>
              </a:ext>
            </a:extLst>
          </p:cNvPr>
          <p:cNvSpPr>
            <a:spLocks noChangeArrowheads="1"/>
          </p:cNvSpPr>
          <p:nvPr/>
        </p:nvSpPr>
        <p:spPr bwMode="gray">
          <a:xfrm flipH="1">
            <a:off x="10882513" y="2921983"/>
            <a:ext cx="1281113" cy="659742"/>
          </a:xfrm>
          <a:prstGeom prst="ellipse">
            <a:avLst/>
          </a:prstGeom>
          <a:solidFill>
            <a:srgbClr val="FFFFFF"/>
          </a:solidFill>
          <a:ln w="28575" algn="ctr">
            <a:solidFill>
              <a:schemeClr val="tx2"/>
            </a:solidFill>
            <a:round/>
            <a:headEnd/>
            <a:tailEnd/>
          </a:ln>
        </p:spPr>
        <p:txBody>
          <a:bodyPr lIns="36000" tIns="36000" rIns="36000" bIns="36000" anchor="ctr" anchorCtr="1"/>
          <a:lstStyle/>
          <a:p>
            <a:pPr algn="ctr">
              <a:lnSpc>
                <a:spcPct val="106000"/>
              </a:lnSpc>
              <a:buClr>
                <a:srgbClr val="000000"/>
              </a:buClr>
              <a:buFont typeface="Wingdings 2" pitchFamily="18" charset="2"/>
              <a:buNone/>
              <a:defRPr/>
            </a:pPr>
            <a:r>
              <a:rPr lang="en-US" sz="1100" b="1" kern="0" dirty="0">
                <a:solidFill>
                  <a:srgbClr val="002776"/>
                </a:solidFill>
                <a:latin typeface="Arial" charset="0"/>
                <a:ea typeface="ＭＳ Ｐゴシック" pitchFamily="50" charset="-128"/>
                <a:cs typeface="Arial" charset="0"/>
              </a:rPr>
              <a:t>OMDS</a:t>
            </a:r>
          </a:p>
        </p:txBody>
      </p:sp>
      <p:sp>
        <p:nvSpPr>
          <p:cNvPr id="3" name="Date Placeholder 2">
            <a:extLst>
              <a:ext uri="{FF2B5EF4-FFF2-40B4-BE49-F238E27FC236}">
                <a16:creationId xmlns:a16="http://schemas.microsoft.com/office/drawing/2014/main" id="{43563FF1-3C0D-8411-4882-6F497DCEBB33}"/>
              </a:ext>
            </a:extLst>
          </p:cNvPr>
          <p:cNvSpPr>
            <a:spLocks noGrp="1"/>
          </p:cNvSpPr>
          <p:nvPr>
            <p:ph type="dt" sz="half" idx="10"/>
          </p:nvPr>
        </p:nvSpPr>
        <p:spPr/>
        <p:txBody>
          <a:bodyPr/>
          <a:lstStyle/>
          <a:p>
            <a:r>
              <a:rPr lang="en-US" dirty="0"/>
              <a:t>UNCLASSIFIED</a:t>
            </a:r>
          </a:p>
        </p:txBody>
      </p:sp>
      <p:sp>
        <p:nvSpPr>
          <p:cNvPr id="4" name="Slide Number Placeholder 3">
            <a:extLst>
              <a:ext uri="{FF2B5EF4-FFF2-40B4-BE49-F238E27FC236}">
                <a16:creationId xmlns:a16="http://schemas.microsoft.com/office/drawing/2014/main" id="{A263CF32-FEA5-CDB3-0415-7623259C8CC2}"/>
              </a:ext>
            </a:extLst>
          </p:cNvPr>
          <p:cNvSpPr>
            <a:spLocks noGrp="1"/>
          </p:cNvSpPr>
          <p:nvPr>
            <p:ph type="sldNum" sz="quarter" idx="4"/>
          </p:nvPr>
        </p:nvSpPr>
        <p:spPr/>
        <p:txBody>
          <a:bodyPr/>
          <a:lstStyle/>
          <a:p>
            <a:r>
              <a:rPr lang="en-US" dirty="0"/>
              <a:t>2025 MHS Conference    </a:t>
            </a:r>
            <a:fld id="{54558BDB-F807-4A0D-8BCD-2F5355F4A24C}" type="slidenum">
              <a:rPr lang="en-US" smtClean="0"/>
              <a:pPr/>
              <a:t>7</a:t>
            </a:fld>
            <a:endParaRPr lang="en-US" dirty="0"/>
          </a:p>
        </p:txBody>
      </p:sp>
      <p:grpSp>
        <p:nvGrpSpPr>
          <p:cNvPr id="24" name="Group 23">
            <a:extLst>
              <a:ext uri="{FF2B5EF4-FFF2-40B4-BE49-F238E27FC236}">
                <a16:creationId xmlns:a16="http://schemas.microsoft.com/office/drawing/2014/main" id="{CD2F3640-7335-E00B-3C06-6363AD74F9B5}"/>
              </a:ext>
              <a:ext uri="{C183D7F6-B498-43B3-948B-1728B52AA6E4}">
                <adec:decorative xmlns:adec="http://schemas.microsoft.com/office/drawing/2017/decorative" val="1"/>
              </a:ext>
            </a:extLst>
          </p:cNvPr>
          <p:cNvGrpSpPr/>
          <p:nvPr/>
        </p:nvGrpSpPr>
        <p:grpSpPr>
          <a:xfrm>
            <a:off x="4710189" y="5585636"/>
            <a:ext cx="6964555" cy="674287"/>
            <a:chOff x="4710189" y="5392090"/>
            <a:chExt cx="6964555" cy="674287"/>
          </a:xfrm>
        </p:grpSpPr>
        <p:pic>
          <p:nvPicPr>
            <p:cNvPr id="7" name="Graphic 6" descr="Customer review outline">
              <a:extLst>
                <a:ext uri="{FF2B5EF4-FFF2-40B4-BE49-F238E27FC236}">
                  <a16:creationId xmlns:a16="http://schemas.microsoft.com/office/drawing/2014/main" id="{2D87053C-A157-B0FE-06BB-F153FE75EA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10189" y="5420861"/>
              <a:ext cx="573638" cy="645516"/>
            </a:xfrm>
            <a:prstGeom prst="rect">
              <a:avLst/>
            </a:prstGeom>
          </p:spPr>
        </p:pic>
        <p:pic>
          <p:nvPicPr>
            <p:cNvPr id="8" name="Graphic 7" descr="Customer review outline">
              <a:extLst>
                <a:ext uri="{FF2B5EF4-FFF2-40B4-BE49-F238E27FC236}">
                  <a16:creationId xmlns:a16="http://schemas.microsoft.com/office/drawing/2014/main" id="{9F9DD0EE-5151-C36E-BE49-A68699A1AD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8648" y="5400417"/>
              <a:ext cx="573638" cy="645516"/>
            </a:xfrm>
            <a:prstGeom prst="rect">
              <a:avLst/>
            </a:prstGeom>
          </p:spPr>
        </p:pic>
        <p:pic>
          <p:nvPicPr>
            <p:cNvPr id="9" name="Graphic 8" descr="Customer review outline">
              <a:extLst>
                <a:ext uri="{FF2B5EF4-FFF2-40B4-BE49-F238E27FC236}">
                  <a16:creationId xmlns:a16="http://schemas.microsoft.com/office/drawing/2014/main" id="{A1623896-5A07-345F-22A6-A07F282537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02757" y="5411529"/>
              <a:ext cx="573638" cy="645516"/>
            </a:xfrm>
            <a:prstGeom prst="rect">
              <a:avLst/>
            </a:prstGeom>
          </p:spPr>
        </p:pic>
        <p:pic>
          <p:nvPicPr>
            <p:cNvPr id="10" name="Graphic 9" descr="Customer review outline">
              <a:extLst>
                <a:ext uri="{FF2B5EF4-FFF2-40B4-BE49-F238E27FC236}">
                  <a16:creationId xmlns:a16="http://schemas.microsoft.com/office/drawing/2014/main" id="{3DBE73F7-FA41-B255-D9CD-2C80EDDC51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20110" y="5400417"/>
              <a:ext cx="573638" cy="645516"/>
            </a:xfrm>
            <a:prstGeom prst="rect">
              <a:avLst/>
            </a:prstGeom>
          </p:spPr>
        </p:pic>
        <p:pic>
          <p:nvPicPr>
            <p:cNvPr id="11" name="Graphic 10" descr="Customer review outline">
              <a:extLst>
                <a:ext uri="{FF2B5EF4-FFF2-40B4-BE49-F238E27FC236}">
                  <a16:creationId xmlns:a16="http://schemas.microsoft.com/office/drawing/2014/main" id="{D13406C8-9A72-C433-C0B0-34A91AB43B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91388" y="5398298"/>
              <a:ext cx="573638" cy="645516"/>
            </a:xfrm>
            <a:prstGeom prst="rect">
              <a:avLst/>
            </a:prstGeom>
          </p:spPr>
        </p:pic>
        <p:pic>
          <p:nvPicPr>
            <p:cNvPr id="12" name="Graphic 11" descr="Customer review outline">
              <a:extLst>
                <a:ext uri="{FF2B5EF4-FFF2-40B4-BE49-F238E27FC236}">
                  <a16:creationId xmlns:a16="http://schemas.microsoft.com/office/drawing/2014/main" id="{22E5DCB5-72DB-499B-8E3B-BD0BACD8D4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1106" y="5392090"/>
              <a:ext cx="573638" cy="645516"/>
            </a:xfrm>
            <a:prstGeom prst="rect">
              <a:avLst/>
            </a:prstGeom>
          </p:spPr>
        </p:pic>
      </p:grpSp>
    </p:spTree>
    <p:extLst>
      <p:ext uri="{BB962C8B-B14F-4D97-AF65-F5344CB8AC3E}">
        <p14:creationId xmlns:p14="http://schemas.microsoft.com/office/powerpoint/2010/main" val="3717424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195A-17FF-09D5-ACA2-5084851B7E2B}"/>
              </a:ext>
            </a:extLst>
          </p:cNvPr>
          <p:cNvSpPr>
            <a:spLocks noGrp="1"/>
          </p:cNvSpPr>
          <p:nvPr>
            <p:ph type="title"/>
          </p:nvPr>
        </p:nvSpPr>
        <p:spPr/>
        <p:txBody>
          <a:bodyPr/>
          <a:lstStyle/>
          <a:p>
            <a:r>
              <a:rPr lang="en-US" dirty="0"/>
              <a:t>How Do We Organizationally Manage the Data Demand? </a:t>
            </a:r>
          </a:p>
        </p:txBody>
      </p:sp>
      <p:grpSp>
        <p:nvGrpSpPr>
          <p:cNvPr id="10" name="Group 9" descr="Infographic:&#10;&#10;How Do We Organizationally Manage the Data Demand?&#10;&#10;Image depicting multiple buckets of data coming in from several sources:&#10;&#10;D H A Customers:&#10;A D - R &amp; R P I&#10;J-3/5/7&#10;A D - H C A&#10;A D - S / C A E&#10;&#10;Health Affairs Customers:&#10;C D A O Advana / Maven&#10;U S U H S&#10;P &amp; R&#10;C O C O Ms / O J S S&#10;D O D-Wide P &amp; R&#10;&#10;Other data sources:&#10;N I H &#10;C M S&#10;Army Med&#10;Navy Med &#10;A F Med &#10;Reserves &#10;V A&#10;P E O D H M S&#10;C D C &#10;H H S&#10;&#10;Data going into the following organizational steps:&#10;Requirement&#10;Costing&#10;Internal Prioritization ">
            <a:extLst>
              <a:ext uri="{FF2B5EF4-FFF2-40B4-BE49-F238E27FC236}">
                <a16:creationId xmlns:a16="http://schemas.microsoft.com/office/drawing/2014/main" id="{4E7D60B6-5A79-2695-45DB-0DEF159F82B0}"/>
              </a:ext>
            </a:extLst>
          </p:cNvPr>
          <p:cNvGrpSpPr/>
          <p:nvPr/>
        </p:nvGrpSpPr>
        <p:grpSpPr>
          <a:xfrm>
            <a:off x="319489" y="1444708"/>
            <a:ext cx="11553021" cy="5165007"/>
            <a:chOff x="319489" y="1444708"/>
            <a:chExt cx="11553021" cy="5165007"/>
          </a:xfrm>
        </p:grpSpPr>
        <p:sp>
          <p:nvSpPr>
            <p:cNvPr id="112" name="Rectangle 111">
              <a:extLst>
                <a:ext uri="{FF2B5EF4-FFF2-40B4-BE49-F238E27FC236}">
                  <a16:creationId xmlns:a16="http://schemas.microsoft.com/office/drawing/2014/main" id="{F65001D1-FC8D-595C-C4A1-702DC37EC64B}"/>
                </a:ext>
              </a:extLst>
            </p:cNvPr>
            <p:cNvSpPr/>
            <p:nvPr/>
          </p:nvSpPr>
          <p:spPr>
            <a:xfrm>
              <a:off x="328493" y="5620998"/>
              <a:ext cx="11544017" cy="303494"/>
            </a:xfrm>
            <a:prstGeom prst="rect">
              <a:avLst/>
            </a:prstGeom>
            <a:solidFill>
              <a:srgbClr val="751137">
                <a:alpha val="40000"/>
              </a:srgbClr>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13" name="TextBox 112">
              <a:extLst>
                <a:ext uri="{FF2B5EF4-FFF2-40B4-BE49-F238E27FC236}">
                  <a16:creationId xmlns:a16="http://schemas.microsoft.com/office/drawing/2014/main" id="{FA89B23D-456F-72FB-FF6B-A3E850886073}"/>
                </a:ext>
              </a:extLst>
            </p:cNvPr>
            <p:cNvSpPr txBox="1"/>
            <p:nvPr/>
          </p:nvSpPr>
          <p:spPr>
            <a:xfrm>
              <a:off x="3297121" y="5565056"/>
              <a:ext cx="5358781" cy="40791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Requirement</a:t>
              </a:r>
            </a:p>
          </p:txBody>
        </p:sp>
        <p:sp>
          <p:nvSpPr>
            <p:cNvPr id="114" name="Rectangle 113">
              <a:extLst>
                <a:ext uri="{FF2B5EF4-FFF2-40B4-BE49-F238E27FC236}">
                  <a16:creationId xmlns:a16="http://schemas.microsoft.com/office/drawing/2014/main" id="{BDC449CD-6896-A9E6-3D82-FC4DE2D4A95F}"/>
                </a:ext>
              </a:extLst>
            </p:cNvPr>
            <p:cNvSpPr/>
            <p:nvPr/>
          </p:nvSpPr>
          <p:spPr>
            <a:xfrm>
              <a:off x="319490" y="5942893"/>
              <a:ext cx="11544017" cy="303494"/>
            </a:xfrm>
            <a:prstGeom prst="rect">
              <a:avLst/>
            </a:prstGeom>
            <a:solidFill>
              <a:srgbClr val="751137">
                <a:alpha val="40000"/>
              </a:srgbClr>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15" name="TextBox 114">
              <a:extLst>
                <a:ext uri="{FF2B5EF4-FFF2-40B4-BE49-F238E27FC236}">
                  <a16:creationId xmlns:a16="http://schemas.microsoft.com/office/drawing/2014/main" id="{D81C949E-E6F2-9B2E-B2E6-E52F70BFD1A7}"/>
                </a:ext>
              </a:extLst>
            </p:cNvPr>
            <p:cNvSpPr txBox="1"/>
            <p:nvPr/>
          </p:nvSpPr>
          <p:spPr>
            <a:xfrm>
              <a:off x="3297121" y="5878454"/>
              <a:ext cx="5358781" cy="40791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Costing</a:t>
              </a:r>
            </a:p>
          </p:txBody>
        </p:sp>
        <p:sp>
          <p:nvSpPr>
            <p:cNvPr id="116" name="Rectangle 115">
              <a:extLst>
                <a:ext uri="{FF2B5EF4-FFF2-40B4-BE49-F238E27FC236}">
                  <a16:creationId xmlns:a16="http://schemas.microsoft.com/office/drawing/2014/main" id="{C576A808-D200-C605-5842-5E14EF4125F9}"/>
                </a:ext>
              </a:extLst>
            </p:cNvPr>
            <p:cNvSpPr/>
            <p:nvPr/>
          </p:nvSpPr>
          <p:spPr>
            <a:xfrm>
              <a:off x="319489" y="6257230"/>
              <a:ext cx="11544017" cy="303494"/>
            </a:xfrm>
            <a:prstGeom prst="rect">
              <a:avLst/>
            </a:prstGeom>
            <a:solidFill>
              <a:srgbClr val="751137">
                <a:alpha val="40000"/>
              </a:srgbClr>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17" name="TextBox 116">
              <a:extLst>
                <a:ext uri="{FF2B5EF4-FFF2-40B4-BE49-F238E27FC236}">
                  <a16:creationId xmlns:a16="http://schemas.microsoft.com/office/drawing/2014/main" id="{219EF83F-7314-34D9-3021-AA7F8ED40002}"/>
                </a:ext>
              </a:extLst>
            </p:cNvPr>
            <p:cNvSpPr txBox="1"/>
            <p:nvPr/>
          </p:nvSpPr>
          <p:spPr>
            <a:xfrm>
              <a:off x="3297121" y="6201800"/>
              <a:ext cx="5358781" cy="40791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Internal Prioritization</a:t>
              </a:r>
            </a:p>
          </p:txBody>
        </p:sp>
        <p:grpSp>
          <p:nvGrpSpPr>
            <p:cNvPr id="118" name="Group 117">
              <a:extLst>
                <a:ext uri="{FF2B5EF4-FFF2-40B4-BE49-F238E27FC236}">
                  <a16:creationId xmlns:a16="http://schemas.microsoft.com/office/drawing/2014/main" id="{DDB4B4FD-9982-FF36-944B-BEF3FC1D9759}"/>
                </a:ext>
              </a:extLst>
            </p:cNvPr>
            <p:cNvGrpSpPr/>
            <p:nvPr/>
          </p:nvGrpSpPr>
          <p:grpSpPr>
            <a:xfrm>
              <a:off x="4973230" y="3095877"/>
              <a:ext cx="1398207" cy="2589719"/>
              <a:chOff x="5294761" y="2722721"/>
              <a:chExt cx="1349326" cy="2644606"/>
            </a:xfrm>
          </p:grpSpPr>
          <p:grpSp>
            <p:nvGrpSpPr>
              <p:cNvPr id="213" name="Group 212">
                <a:extLst>
                  <a:ext uri="{FF2B5EF4-FFF2-40B4-BE49-F238E27FC236}">
                    <a16:creationId xmlns:a16="http://schemas.microsoft.com/office/drawing/2014/main" id="{5EAD926E-9E65-BD51-DCB9-FDA7E9001AE8}"/>
                  </a:ext>
                </a:extLst>
              </p:cNvPr>
              <p:cNvGrpSpPr/>
              <p:nvPr/>
            </p:nvGrpSpPr>
            <p:grpSpPr>
              <a:xfrm>
                <a:off x="5294761" y="2722721"/>
                <a:ext cx="1269740" cy="1061273"/>
                <a:chOff x="5294761" y="2722721"/>
                <a:chExt cx="1269740" cy="1061273"/>
              </a:xfrm>
            </p:grpSpPr>
            <p:sp>
              <p:nvSpPr>
                <p:cNvPr id="215" name="TextBox 214">
                  <a:extLst>
                    <a:ext uri="{FF2B5EF4-FFF2-40B4-BE49-F238E27FC236}">
                      <a16:creationId xmlns:a16="http://schemas.microsoft.com/office/drawing/2014/main" id="{5D34506A-306F-FF84-40BC-7B5D49687D41}"/>
                    </a:ext>
                  </a:extLst>
                </p:cNvPr>
                <p:cNvSpPr txBox="1"/>
                <p:nvPr/>
              </p:nvSpPr>
              <p:spPr>
                <a:xfrm>
                  <a:off x="5294761" y="3353107"/>
                  <a:ext cx="476412" cy="430887"/>
                </a:xfrm>
                <a:prstGeom prst="rect">
                  <a:avLst/>
                </a:prstGeom>
                <a:noFill/>
              </p:spPr>
              <p:txBody>
                <a:bodyPr wrap="non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AF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Med</a:t>
                  </a:r>
                </a:p>
              </p:txBody>
            </p:sp>
            <p:pic>
              <p:nvPicPr>
                <p:cNvPr id="216" name="Graphic 215" descr="Customer review outline">
                  <a:extLst>
                    <a:ext uri="{FF2B5EF4-FFF2-40B4-BE49-F238E27FC236}">
                      <a16:creationId xmlns:a16="http://schemas.microsoft.com/office/drawing/2014/main" id="{D345E98A-3168-06CC-C9B1-90C62C84C1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32033" y="2722721"/>
                  <a:ext cx="532468" cy="662700"/>
                </a:xfrm>
                <a:prstGeom prst="rect">
                  <a:avLst/>
                </a:prstGeom>
              </p:spPr>
            </p:pic>
          </p:grpSp>
          <p:pic>
            <p:nvPicPr>
              <p:cNvPr id="214" name="Picture 213">
                <a:extLst>
                  <a:ext uri="{FF2B5EF4-FFF2-40B4-BE49-F238E27FC236}">
                    <a16:creationId xmlns:a16="http://schemas.microsoft.com/office/drawing/2014/main" id="{E158949C-8F12-1D96-CBF5-8108D757F8F1}"/>
                  </a:ext>
                </a:extLst>
              </p:cNvPr>
              <p:cNvPicPr>
                <a:picLocks noChangeAspect="1"/>
              </p:cNvPicPr>
              <p:nvPr/>
            </p:nvPicPr>
            <p:blipFill>
              <a:blip r:embed="rId4"/>
              <a:stretch>
                <a:fillRect/>
              </a:stretch>
            </p:blipFill>
            <p:spPr>
              <a:xfrm>
                <a:off x="5952446" y="3727732"/>
                <a:ext cx="691641" cy="1639595"/>
              </a:xfrm>
              <a:prstGeom prst="rect">
                <a:avLst/>
              </a:prstGeom>
            </p:spPr>
          </p:pic>
        </p:grpSp>
        <p:grpSp>
          <p:nvGrpSpPr>
            <p:cNvPr id="119" name="Group 118">
              <a:extLst>
                <a:ext uri="{FF2B5EF4-FFF2-40B4-BE49-F238E27FC236}">
                  <a16:creationId xmlns:a16="http://schemas.microsoft.com/office/drawing/2014/main" id="{9DC4455A-4592-70E9-7384-EC1ED3BEF8DB}"/>
                </a:ext>
              </a:extLst>
            </p:cNvPr>
            <p:cNvGrpSpPr/>
            <p:nvPr/>
          </p:nvGrpSpPr>
          <p:grpSpPr>
            <a:xfrm>
              <a:off x="6469477" y="3081848"/>
              <a:ext cx="797649" cy="2603747"/>
              <a:chOff x="6850850" y="2713211"/>
              <a:chExt cx="769763" cy="2658932"/>
            </a:xfrm>
          </p:grpSpPr>
          <p:sp>
            <p:nvSpPr>
              <p:cNvPr id="210" name="TextBox 209">
                <a:extLst>
                  <a:ext uri="{FF2B5EF4-FFF2-40B4-BE49-F238E27FC236}">
                    <a16:creationId xmlns:a16="http://schemas.microsoft.com/office/drawing/2014/main" id="{418833C1-2739-20D7-6307-B3FB3E8D4E17}"/>
                  </a:ext>
                </a:extLst>
              </p:cNvPr>
              <p:cNvSpPr txBox="1"/>
              <p:nvPr/>
            </p:nvSpPr>
            <p:spPr>
              <a:xfrm>
                <a:off x="6850850" y="3454830"/>
                <a:ext cx="769763" cy="261610"/>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Reserves</a:t>
                </a:r>
              </a:p>
            </p:txBody>
          </p:sp>
          <p:pic>
            <p:nvPicPr>
              <p:cNvPr id="211" name="Graphic 210" descr="Customer review outline">
                <a:extLst>
                  <a:ext uri="{FF2B5EF4-FFF2-40B4-BE49-F238E27FC236}">
                    <a16:creationId xmlns:a16="http://schemas.microsoft.com/office/drawing/2014/main" id="{F1735416-198B-4FC6-7473-18D261B3A5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69497" y="2713211"/>
                <a:ext cx="532468" cy="662700"/>
              </a:xfrm>
              <a:prstGeom prst="rect">
                <a:avLst/>
              </a:prstGeom>
            </p:spPr>
          </p:pic>
          <p:pic>
            <p:nvPicPr>
              <p:cNvPr id="212" name="Picture 211">
                <a:extLst>
                  <a:ext uri="{FF2B5EF4-FFF2-40B4-BE49-F238E27FC236}">
                    <a16:creationId xmlns:a16="http://schemas.microsoft.com/office/drawing/2014/main" id="{3D5D6FB4-DDA0-2688-4BA3-F0756D623D57}"/>
                  </a:ext>
                </a:extLst>
              </p:cNvPr>
              <p:cNvPicPr>
                <a:picLocks noChangeAspect="1"/>
              </p:cNvPicPr>
              <p:nvPr/>
            </p:nvPicPr>
            <p:blipFill>
              <a:blip r:embed="rId4"/>
              <a:stretch>
                <a:fillRect/>
              </a:stretch>
            </p:blipFill>
            <p:spPr>
              <a:xfrm>
                <a:off x="6889911" y="3732548"/>
                <a:ext cx="691641" cy="1639595"/>
              </a:xfrm>
              <a:prstGeom prst="rect">
                <a:avLst/>
              </a:prstGeom>
            </p:spPr>
          </p:pic>
        </p:grpSp>
        <p:grpSp>
          <p:nvGrpSpPr>
            <p:cNvPr id="120" name="Group 119">
              <a:extLst>
                <a:ext uri="{FF2B5EF4-FFF2-40B4-BE49-F238E27FC236}">
                  <a16:creationId xmlns:a16="http://schemas.microsoft.com/office/drawing/2014/main" id="{D3070A91-3D4E-3764-7D10-56A91805410F}"/>
                </a:ext>
              </a:extLst>
            </p:cNvPr>
            <p:cNvGrpSpPr/>
            <p:nvPr/>
          </p:nvGrpSpPr>
          <p:grpSpPr>
            <a:xfrm>
              <a:off x="7240791" y="3110212"/>
              <a:ext cx="716696" cy="2575384"/>
              <a:chOff x="7932038" y="2743487"/>
              <a:chExt cx="691641" cy="2629968"/>
            </a:xfrm>
          </p:grpSpPr>
          <p:pic>
            <p:nvPicPr>
              <p:cNvPr id="207" name="Graphic 206" descr="Customer review outline">
                <a:extLst>
                  <a:ext uri="{FF2B5EF4-FFF2-40B4-BE49-F238E27FC236}">
                    <a16:creationId xmlns:a16="http://schemas.microsoft.com/office/drawing/2014/main" id="{AC579626-9A3B-ECBA-A616-24EE5A9F66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11625" y="2743487"/>
                <a:ext cx="532468" cy="662700"/>
              </a:xfrm>
              <a:prstGeom prst="rect">
                <a:avLst/>
              </a:prstGeom>
            </p:spPr>
          </p:pic>
          <p:sp>
            <p:nvSpPr>
              <p:cNvPr id="208" name="TextBox 207">
                <a:extLst>
                  <a:ext uri="{FF2B5EF4-FFF2-40B4-BE49-F238E27FC236}">
                    <a16:creationId xmlns:a16="http://schemas.microsoft.com/office/drawing/2014/main" id="{1C81E1DF-0CD1-BCCB-1CE3-3C0A36914C03}"/>
                  </a:ext>
                </a:extLst>
              </p:cNvPr>
              <p:cNvSpPr txBox="1"/>
              <p:nvPr/>
            </p:nvSpPr>
            <p:spPr>
              <a:xfrm>
                <a:off x="8098964" y="3438228"/>
                <a:ext cx="357790" cy="261610"/>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VA</a:t>
                </a:r>
              </a:p>
            </p:txBody>
          </p:sp>
          <p:pic>
            <p:nvPicPr>
              <p:cNvPr id="209" name="Picture 208">
                <a:extLst>
                  <a:ext uri="{FF2B5EF4-FFF2-40B4-BE49-F238E27FC236}">
                    <a16:creationId xmlns:a16="http://schemas.microsoft.com/office/drawing/2014/main" id="{2C4E58FB-FA60-85D5-FC99-ACE610A91A7C}"/>
                  </a:ext>
                </a:extLst>
              </p:cNvPr>
              <p:cNvPicPr>
                <a:picLocks noChangeAspect="1"/>
              </p:cNvPicPr>
              <p:nvPr/>
            </p:nvPicPr>
            <p:blipFill>
              <a:blip r:embed="rId4"/>
              <a:stretch>
                <a:fillRect/>
              </a:stretch>
            </p:blipFill>
            <p:spPr>
              <a:xfrm>
                <a:off x="7932038" y="3733859"/>
                <a:ext cx="691641" cy="1639596"/>
              </a:xfrm>
              <a:prstGeom prst="rect">
                <a:avLst/>
              </a:prstGeom>
            </p:spPr>
          </p:pic>
        </p:grpSp>
        <p:grpSp>
          <p:nvGrpSpPr>
            <p:cNvPr id="121" name="Group 120">
              <a:extLst>
                <a:ext uri="{FF2B5EF4-FFF2-40B4-BE49-F238E27FC236}">
                  <a16:creationId xmlns:a16="http://schemas.microsoft.com/office/drawing/2014/main" id="{629011D9-57C1-122D-AB2B-12D13B067310}"/>
                </a:ext>
              </a:extLst>
            </p:cNvPr>
            <p:cNvGrpSpPr/>
            <p:nvPr/>
          </p:nvGrpSpPr>
          <p:grpSpPr>
            <a:xfrm>
              <a:off x="4068693" y="3086757"/>
              <a:ext cx="716696" cy="2598838"/>
              <a:chOff x="4948997" y="2733696"/>
              <a:chExt cx="691641" cy="2653919"/>
            </a:xfrm>
          </p:grpSpPr>
          <p:pic>
            <p:nvPicPr>
              <p:cNvPr id="203" name="Picture 202">
                <a:extLst>
                  <a:ext uri="{FF2B5EF4-FFF2-40B4-BE49-F238E27FC236}">
                    <a16:creationId xmlns:a16="http://schemas.microsoft.com/office/drawing/2014/main" id="{14656F5C-14E4-B05C-0629-B4E479C5A84C}"/>
                  </a:ext>
                </a:extLst>
              </p:cNvPr>
              <p:cNvPicPr>
                <a:picLocks noChangeAspect="1"/>
              </p:cNvPicPr>
              <p:nvPr/>
            </p:nvPicPr>
            <p:blipFill>
              <a:blip r:embed="rId4"/>
              <a:stretch>
                <a:fillRect/>
              </a:stretch>
            </p:blipFill>
            <p:spPr>
              <a:xfrm>
                <a:off x="4948997" y="3755840"/>
                <a:ext cx="691641" cy="1631775"/>
              </a:xfrm>
              <a:prstGeom prst="rect">
                <a:avLst/>
              </a:prstGeom>
            </p:spPr>
          </p:pic>
          <p:grpSp>
            <p:nvGrpSpPr>
              <p:cNvPr id="204" name="Group 203">
                <a:extLst>
                  <a:ext uri="{FF2B5EF4-FFF2-40B4-BE49-F238E27FC236}">
                    <a16:creationId xmlns:a16="http://schemas.microsoft.com/office/drawing/2014/main" id="{BE01B09D-E754-7FEA-6233-8E726F64FED8}"/>
                  </a:ext>
                </a:extLst>
              </p:cNvPr>
              <p:cNvGrpSpPr/>
              <p:nvPr/>
            </p:nvGrpSpPr>
            <p:grpSpPr>
              <a:xfrm>
                <a:off x="5021345" y="2733696"/>
                <a:ext cx="546945" cy="1063238"/>
                <a:chOff x="6152449" y="2722221"/>
                <a:chExt cx="546945" cy="1063238"/>
              </a:xfrm>
            </p:grpSpPr>
            <p:sp>
              <p:nvSpPr>
                <p:cNvPr id="205" name="TextBox 204">
                  <a:extLst>
                    <a:ext uri="{FF2B5EF4-FFF2-40B4-BE49-F238E27FC236}">
                      <a16:creationId xmlns:a16="http://schemas.microsoft.com/office/drawing/2014/main" id="{BB157EA7-360E-E287-D425-1FAEF9C0C934}"/>
                    </a:ext>
                  </a:extLst>
                </p:cNvPr>
                <p:cNvSpPr txBox="1"/>
                <p:nvPr/>
              </p:nvSpPr>
              <p:spPr>
                <a:xfrm>
                  <a:off x="6152449" y="3354572"/>
                  <a:ext cx="546945" cy="430887"/>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Navy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Med</a:t>
                  </a:r>
                </a:p>
              </p:txBody>
            </p:sp>
            <p:pic>
              <p:nvPicPr>
                <p:cNvPr id="206" name="Graphic 205" descr="Customer review outline">
                  <a:extLst>
                    <a:ext uri="{FF2B5EF4-FFF2-40B4-BE49-F238E27FC236}">
                      <a16:creationId xmlns:a16="http://schemas.microsoft.com/office/drawing/2014/main" id="{9C1FF78E-996F-9470-4EFF-74DD713F3F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9688" y="2722221"/>
                  <a:ext cx="532468" cy="662700"/>
                </a:xfrm>
                <a:prstGeom prst="rect">
                  <a:avLst/>
                </a:prstGeom>
              </p:spPr>
            </p:pic>
          </p:grpSp>
        </p:grpSp>
        <p:grpSp>
          <p:nvGrpSpPr>
            <p:cNvPr id="122" name="Group 121">
              <a:extLst>
                <a:ext uri="{FF2B5EF4-FFF2-40B4-BE49-F238E27FC236}">
                  <a16:creationId xmlns:a16="http://schemas.microsoft.com/office/drawing/2014/main" id="{89B9848C-EE3B-2BB7-F669-7F0E7F2EC571}"/>
                </a:ext>
              </a:extLst>
            </p:cNvPr>
            <p:cNvGrpSpPr/>
            <p:nvPr/>
          </p:nvGrpSpPr>
          <p:grpSpPr>
            <a:xfrm>
              <a:off x="3275669" y="3071239"/>
              <a:ext cx="716696" cy="2614356"/>
              <a:chOff x="3859585" y="2725768"/>
              <a:chExt cx="691641" cy="2669766"/>
            </a:xfrm>
          </p:grpSpPr>
          <p:pic>
            <p:nvPicPr>
              <p:cNvPr id="199" name="Picture 198">
                <a:extLst>
                  <a:ext uri="{FF2B5EF4-FFF2-40B4-BE49-F238E27FC236}">
                    <a16:creationId xmlns:a16="http://schemas.microsoft.com/office/drawing/2014/main" id="{50E78C24-4167-C111-0355-7412EC14D4E1}"/>
                  </a:ext>
                </a:extLst>
              </p:cNvPr>
              <p:cNvPicPr>
                <a:picLocks noChangeAspect="1"/>
              </p:cNvPicPr>
              <p:nvPr/>
            </p:nvPicPr>
            <p:blipFill>
              <a:blip r:embed="rId4"/>
              <a:stretch>
                <a:fillRect/>
              </a:stretch>
            </p:blipFill>
            <p:spPr>
              <a:xfrm>
                <a:off x="3859585" y="3755939"/>
                <a:ext cx="691641" cy="1639595"/>
              </a:xfrm>
              <a:prstGeom prst="rect">
                <a:avLst/>
              </a:prstGeom>
            </p:spPr>
          </p:pic>
          <p:grpSp>
            <p:nvGrpSpPr>
              <p:cNvPr id="200" name="Group 199">
                <a:extLst>
                  <a:ext uri="{FF2B5EF4-FFF2-40B4-BE49-F238E27FC236}">
                    <a16:creationId xmlns:a16="http://schemas.microsoft.com/office/drawing/2014/main" id="{9573F8DF-29D8-D11B-AF45-D34D0E3760F0}"/>
                  </a:ext>
                </a:extLst>
              </p:cNvPr>
              <p:cNvGrpSpPr/>
              <p:nvPr/>
            </p:nvGrpSpPr>
            <p:grpSpPr>
              <a:xfrm>
                <a:off x="3919911" y="2725768"/>
                <a:ext cx="570990" cy="1073885"/>
                <a:chOff x="6027605" y="2718366"/>
                <a:chExt cx="570990" cy="1073885"/>
              </a:xfrm>
            </p:grpSpPr>
            <p:sp>
              <p:nvSpPr>
                <p:cNvPr id="201" name="TextBox 200">
                  <a:extLst>
                    <a:ext uri="{FF2B5EF4-FFF2-40B4-BE49-F238E27FC236}">
                      <a16:creationId xmlns:a16="http://schemas.microsoft.com/office/drawing/2014/main" id="{D11855A5-AF6C-E4FF-8F0A-AB4D9BB0740A}"/>
                    </a:ext>
                  </a:extLst>
                </p:cNvPr>
                <p:cNvSpPr txBox="1"/>
                <p:nvPr/>
              </p:nvSpPr>
              <p:spPr>
                <a:xfrm>
                  <a:off x="6027605" y="3361364"/>
                  <a:ext cx="570990" cy="430887"/>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Army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Med</a:t>
                  </a:r>
                </a:p>
              </p:txBody>
            </p:sp>
            <p:pic>
              <p:nvPicPr>
                <p:cNvPr id="202" name="Graphic 201" descr="Customer review outline">
                  <a:extLst>
                    <a:ext uri="{FF2B5EF4-FFF2-40B4-BE49-F238E27FC236}">
                      <a16:creationId xmlns:a16="http://schemas.microsoft.com/office/drawing/2014/main" id="{5938E458-4547-B4B5-F6AF-C4A8E0A646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46866" y="2718366"/>
                  <a:ext cx="532468" cy="662700"/>
                </a:xfrm>
                <a:prstGeom prst="rect">
                  <a:avLst/>
                </a:prstGeom>
              </p:spPr>
            </p:pic>
          </p:grpSp>
        </p:grpSp>
        <p:grpSp>
          <p:nvGrpSpPr>
            <p:cNvPr id="123" name="Group 122">
              <a:extLst>
                <a:ext uri="{FF2B5EF4-FFF2-40B4-BE49-F238E27FC236}">
                  <a16:creationId xmlns:a16="http://schemas.microsoft.com/office/drawing/2014/main" id="{34D5BD1C-A357-0B05-9521-6EC82CE8171D}"/>
                </a:ext>
              </a:extLst>
            </p:cNvPr>
            <p:cNvGrpSpPr/>
            <p:nvPr/>
          </p:nvGrpSpPr>
          <p:grpSpPr>
            <a:xfrm>
              <a:off x="8033813" y="3110212"/>
              <a:ext cx="716696" cy="2575384"/>
              <a:chOff x="7926579" y="2743487"/>
              <a:chExt cx="691641" cy="2629968"/>
            </a:xfrm>
          </p:grpSpPr>
          <p:pic>
            <p:nvPicPr>
              <p:cNvPr id="196" name="Graphic 195" descr="Customer review outline">
                <a:extLst>
                  <a:ext uri="{FF2B5EF4-FFF2-40B4-BE49-F238E27FC236}">
                    <a16:creationId xmlns:a16="http://schemas.microsoft.com/office/drawing/2014/main" id="{40695103-E6D8-3F43-8F16-5F653CCB60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09701" y="2743487"/>
                <a:ext cx="532468" cy="662700"/>
              </a:xfrm>
              <a:prstGeom prst="rect">
                <a:avLst/>
              </a:prstGeom>
            </p:spPr>
          </p:pic>
          <p:sp>
            <p:nvSpPr>
              <p:cNvPr id="197" name="TextBox 196">
                <a:extLst>
                  <a:ext uri="{FF2B5EF4-FFF2-40B4-BE49-F238E27FC236}">
                    <a16:creationId xmlns:a16="http://schemas.microsoft.com/office/drawing/2014/main" id="{46EAC04F-D3DA-C64F-CFFE-7D6B0D86C0CD}"/>
                  </a:ext>
                </a:extLst>
              </p:cNvPr>
              <p:cNvSpPr txBox="1"/>
              <p:nvPr/>
            </p:nvSpPr>
            <p:spPr>
              <a:xfrm>
                <a:off x="7978417" y="3302370"/>
                <a:ext cx="595035" cy="430887"/>
              </a:xfrm>
              <a:prstGeom prst="rect">
                <a:avLst/>
              </a:prstGeom>
              <a:noFill/>
            </p:spPr>
            <p:txBody>
              <a:bodyPr wrap="non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PEO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DHMS</a:t>
                </a:r>
              </a:p>
            </p:txBody>
          </p:sp>
          <p:pic>
            <p:nvPicPr>
              <p:cNvPr id="198" name="Picture 197">
                <a:extLst>
                  <a:ext uri="{FF2B5EF4-FFF2-40B4-BE49-F238E27FC236}">
                    <a16:creationId xmlns:a16="http://schemas.microsoft.com/office/drawing/2014/main" id="{AD142573-9383-B835-8339-BBE7492DF312}"/>
                  </a:ext>
                </a:extLst>
              </p:cNvPr>
              <p:cNvPicPr>
                <a:picLocks noChangeAspect="1"/>
              </p:cNvPicPr>
              <p:nvPr/>
            </p:nvPicPr>
            <p:blipFill>
              <a:blip r:embed="rId4"/>
              <a:stretch>
                <a:fillRect/>
              </a:stretch>
            </p:blipFill>
            <p:spPr>
              <a:xfrm>
                <a:off x="7926579" y="3733859"/>
                <a:ext cx="691641" cy="1639596"/>
              </a:xfrm>
              <a:prstGeom prst="rect">
                <a:avLst/>
              </a:prstGeom>
            </p:spPr>
          </p:pic>
        </p:grpSp>
        <p:grpSp>
          <p:nvGrpSpPr>
            <p:cNvPr id="124" name="Group 123">
              <a:extLst>
                <a:ext uri="{FF2B5EF4-FFF2-40B4-BE49-F238E27FC236}">
                  <a16:creationId xmlns:a16="http://schemas.microsoft.com/office/drawing/2014/main" id="{3806B9E6-0094-0533-3A62-9089238940B4}"/>
                </a:ext>
              </a:extLst>
            </p:cNvPr>
            <p:cNvGrpSpPr/>
            <p:nvPr/>
          </p:nvGrpSpPr>
          <p:grpSpPr>
            <a:xfrm>
              <a:off x="7429632" y="1449395"/>
              <a:ext cx="4048942" cy="4438824"/>
              <a:chOff x="7952786" y="1184196"/>
              <a:chExt cx="3907392" cy="4532902"/>
            </a:xfrm>
          </p:grpSpPr>
          <p:grpSp>
            <p:nvGrpSpPr>
              <p:cNvPr id="165" name="Group 164">
                <a:extLst>
                  <a:ext uri="{FF2B5EF4-FFF2-40B4-BE49-F238E27FC236}">
                    <a16:creationId xmlns:a16="http://schemas.microsoft.com/office/drawing/2014/main" id="{D671B2CB-78F6-199E-4F6D-4B6AB4014C95}"/>
                  </a:ext>
                </a:extLst>
              </p:cNvPr>
              <p:cNvGrpSpPr/>
              <p:nvPr/>
            </p:nvGrpSpPr>
            <p:grpSpPr>
              <a:xfrm>
                <a:off x="8836179" y="2054300"/>
                <a:ext cx="2724258" cy="3662798"/>
                <a:chOff x="1765823" y="1847193"/>
                <a:chExt cx="2724258" cy="4635268"/>
              </a:xfrm>
            </p:grpSpPr>
            <p:grpSp>
              <p:nvGrpSpPr>
                <p:cNvPr id="175" name="Group 174">
                  <a:extLst>
                    <a:ext uri="{FF2B5EF4-FFF2-40B4-BE49-F238E27FC236}">
                      <a16:creationId xmlns:a16="http://schemas.microsoft.com/office/drawing/2014/main" id="{75FD0145-371E-3EC6-2508-88988B10561E}"/>
                    </a:ext>
                  </a:extLst>
                </p:cNvPr>
                <p:cNvGrpSpPr/>
                <p:nvPr/>
              </p:nvGrpSpPr>
              <p:grpSpPr>
                <a:xfrm rot="5400000">
                  <a:off x="832035" y="2824415"/>
                  <a:ext cx="4591834" cy="2724258"/>
                  <a:chOff x="2999673" y="1717157"/>
                  <a:chExt cx="8485138" cy="3567706"/>
                </a:xfrm>
              </p:grpSpPr>
              <p:sp>
                <p:nvSpPr>
                  <p:cNvPr id="178" name="Freeform: Shape 177">
                    <a:extLst>
                      <a:ext uri="{FF2B5EF4-FFF2-40B4-BE49-F238E27FC236}">
                        <a16:creationId xmlns:a16="http://schemas.microsoft.com/office/drawing/2014/main" id="{020858EB-FC8F-2B2E-7C4E-A58E2E4B804C}"/>
                      </a:ext>
                    </a:extLst>
                  </p:cNvPr>
                  <p:cNvSpPr>
                    <a:spLocks/>
                  </p:cNvSpPr>
                  <p:nvPr/>
                </p:nvSpPr>
                <p:spPr bwMode="auto">
                  <a:xfrm>
                    <a:off x="9859244" y="2785760"/>
                    <a:ext cx="1625567" cy="1430495"/>
                  </a:xfrm>
                  <a:custGeom>
                    <a:avLst/>
                    <a:gdLst>
                      <a:gd name="connsiteX0" fmla="*/ 1091829 w 1949691"/>
                      <a:gd name="connsiteY0" fmla="*/ 0 h 1715724"/>
                      <a:gd name="connsiteX1" fmla="*/ 1949691 w 1949691"/>
                      <a:gd name="connsiteY1" fmla="*/ 857862 h 1715724"/>
                      <a:gd name="connsiteX2" fmla="*/ 1091829 w 1949691"/>
                      <a:gd name="connsiteY2" fmla="*/ 1715724 h 1715724"/>
                      <a:gd name="connsiteX3" fmla="*/ 1091829 w 1949691"/>
                      <a:gd name="connsiteY3" fmla="*/ 1377289 h 1715724"/>
                      <a:gd name="connsiteX4" fmla="*/ 6284 w 1949691"/>
                      <a:gd name="connsiteY4" fmla="*/ 1377289 h 1715724"/>
                      <a:gd name="connsiteX5" fmla="*/ 17734 w 1949691"/>
                      <a:gd name="connsiteY5" fmla="*/ 1274269 h 1715724"/>
                      <a:gd name="connsiteX6" fmla="*/ 34507 w 1949691"/>
                      <a:gd name="connsiteY6" fmla="*/ 877807 h 1715724"/>
                      <a:gd name="connsiteX7" fmla="*/ 1863 w 1949691"/>
                      <a:gd name="connsiteY7" fmla="*/ 349113 h 1715724"/>
                      <a:gd name="connsiteX8" fmla="*/ 0 w 1949691"/>
                      <a:gd name="connsiteY8" fmla="*/ 338435 h 1715724"/>
                      <a:gd name="connsiteX9" fmla="*/ 1091829 w 1949691"/>
                      <a:gd name="connsiteY9" fmla="*/ 338435 h 1715724"/>
                      <a:gd name="connsiteX10" fmla="*/ 1091829 w 1949691"/>
                      <a:gd name="connsiteY10" fmla="*/ 0 h 171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9691" h="1715724">
                        <a:moveTo>
                          <a:pt x="1091829" y="0"/>
                        </a:moveTo>
                        <a:lnTo>
                          <a:pt x="1949691" y="857862"/>
                        </a:lnTo>
                        <a:lnTo>
                          <a:pt x="1091829" y="1715724"/>
                        </a:lnTo>
                        <a:lnTo>
                          <a:pt x="1091829" y="1377289"/>
                        </a:lnTo>
                        <a:lnTo>
                          <a:pt x="6284" y="1377289"/>
                        </a:lnTo>
                        <a:lnTo>
                          <a:pt x="17734" y="1274269"/>
                        </a:lnTo>
                        <a:cubicBezTo>
                          <a:pt x="28387" y="1158403"/>
                          <a:pt x="34507" y="1022792"/>
                          <a:pt x="34507" y="877807"/>
                        </a:cubicBezTo>
                        <a:cubicBezTo>
                          <a:pt x="34507" y="672829"/>
                          <a:pt x="21952" y="487015"/>
                          <a:pt x="1863" y="349113"/>
                        </a:cubicBezTo>
                        <a:lnTo>
                          <a:pt x="0" y="338435"/>
                        </a:lnTo>
                        <a:lnTo>
                          <a:pt x="1091829" y="338435"/>
                        </a:lnTo>
                        <a:lnTo>
                          <a:pt x="1091829" y="0"/>
                        </a:lnTo>
                        <a:close/>
                      </a:path>
                    </a:pathLst>
                  </a:custGeom>
                  <a:gradFill>
                    <a:gsLst>
                      <a:gs pos="1000">
                        <a:srgbClr val="0D1F3B">
                          <a:lumMod val="80000"/>
                          <a:lumOff val="20000"/>
                        </a:srgbClr>
                      </a:gs>
                      <a:gs pos="100000">
                        <a:srgbClr val="0D1F3B">
                          <a:lumMod val="75000"/>
                        </a:srgbClr>
                      </a:gs>
                    </a:gsLst>
                    <a:lin ang="0" scaled="1"/>
                  </a:gra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grpSp>
                <p:nvGrpSpPr>
                  <p:cNvPr id="179" name="Group 178">
                    <a:extLst>
                      <a:ext uri="{FF2B5EF4-FFF2-40B4-BE49-F238E27FC236}">
                        <a16:creationId xmlns:a16="http://schemas.microsoft.com/office/drawing/2014/main" id="{997C0B7E-FA2D-B378-28D5-2D082000CAE4}"/>
                      </a:ext>
                    </a:extLst>
                  </p:cNvPr>
                  <p:cNvGrpSpPr/>
                  <p:nvPr/>
                </p:nvGrpSpPr>
                <p:grpSpPr>
                  <a:xfrm>
                    <a:off x="6853987" y="2378431"/>
                    <a:ext cx="2981866" cy="2230446"/>
                    <a:chOff x="3559446" y="2197998"/>
                    <a:chExt cx="2981866" cy="2230446"/>
                  </a:xfrm>
                </p:grpSpPr>
                <p:grpSp>
                  <p:nvGrpSpPr>
                    <p:cNvPr id="184" name="Group 183">
                      <a:extLst>
                        <a:ext uri="{FF2B5EF4-FFF2-40B4-BE49-F238E27FC236}">
                          <a16:creationId xmlns:a16="http://schemas.microsoft.com/office/drawing/2014/main" id="{E05EEC3C-5AD3-3840-6138-1B1C15E9A96E}"/>
                        </a:ext>
                      </a:extLst>
                    </p:cNvPr>
                    <p:cNvGrpSpPr/>
                    <p:nvPr/>
                  </p:nvGrpSpPr>
                  <p:grpSpPr>
                    <a:xfrm>
                      <a:off x="5913238" y="2695339"/>
                      <a:ext cx="628074" cy="1250469"/>
                      <a:chOff x="5145531" y="2743337"/>
                      <a:chExt cx="759969" cy="1513068"/>
                    </a:xfrm>
                  </p:grpSpPr>
                  <p:sp>
                    <p:nvSpPr>
                      <p:cNvPr id="194" name="Freeform: Shape 193">
                        <a:extLst>
                          <a:ext uri="{FF2B5EF4-FFF2-40B4-BE49-F238E27FC236}">
                            <a16:creationId xmlns:a16="http://schemas.microsoft.com/office/drawing/2014/main" id="{1F90BC4B-749B-A69D-31C3-6F4FFBD032AD}"/>
                          </a:ext>
                        </a:extLst>
                      </p:cNvPr>
                      <p:cNvSpPr>
                        <a:spLocks noChangeArrowheads="1"/>
                      </p:cNvSpPr>
                      <p:nvPr/>
                    </p:nvSpPr>
                    <p:spPr bwMode="auto">
                      <a:xfrm>
                        <a:off x="5145531" y="2743337"/>
                        <a:ext cx="759969" cy="1513068"/>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rgbClr val="575757">
                          <a:lumMod val="65000"/>
                          <a:lumOff val="35000"/>
                        </a:srgb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95" name="Oval 8">
                        <a:extLst>
                          <a:ext uri="{FF2B5EF4-FFF2-40B4-BE49-F238E27FC236}">
                            <a16:creationId xmlns:a16="http://schemas.microsoft.com/office/drawing/2014/main" id="{A7753352-F805-EDCF-9E7F-236FCDF9AF29}"/>
                          </a:ext>
                        </a:extLst>
                      </p:cNvPr>
                      <p:cNvSpPr>
                        <a:spLocks noChangeArrowheads="1"/>
                      </p:cNvSpPr>
                      <p:nvPr/>
                    </p:nvSpPr>
                    <p:spPr bwMode="auto">
                      <a:xfrm>
                        <a:off x="5168159" y="2762577"/>
                        <a:ext cx="208888" cy="14663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grpSp>
                <p:grpSp>
                  <p:nvGrpSpPr>
                    <p:cNvPr id="185" name="Group 184">
                      <a:extLst>
                        <a:ext uri="{FF2B5EF4-FFF2-40B4-BE49-F238E27FC236}">
                          <a16:creationId xmlns:a16="http://schemas.microsoft.com/office/drawing/2014/main" id="{160CF426-7472-8BE7-EBBA-11B2D6021227}"/>
                        </a:ext>
                      </a:extLst>
                    </p:cNvPr>
                    <p:cNvGrpSpPr/>
                    <p:nvPr/>
                  </p:nvGrpSpPr>
                  <p:grpSpPr>
                    <a:xfrm>
                      <a:off x="5268581" y="2562903"/>
                      <a:ext cx="759969" cy="1513068"/>
                      <a:chOff x="5145531" y="2743337"/>
                      <a:chExt cx="759969" cy="1513068"/>
                    </a:xfrm>
                  </p:grpSpPr>
                  <p:sp>
                    <p:nvSpPr>
                      <p:cNvPr id="192" name="Freeform: Shape 191">
                        <a:extLst>
                          <a:ext uri="{FF2B5EF4-FFF2-40B4-BE49-F238E27FC236}">
                            <a16:creationId xmlns:a16="http://schemas.microsoft.com/office/drawing/2014/main" id="{573E2BFC-EE02-238D-3F20-14A8EA5BE672}"/>
                          </a:ext>
                        </a:extLst>
                      </p:cNvPr>
                      <p:cNvSpPr>
                        <a:spLocks noChangeArrowheads="1"/>
                      </p:cNvSpPr>
                      <p:nvPr/>
                    </p:nvSpPr>
                    <p:spPr bwMode="auto">
                      <a:xfrm>
                        <a:off x="5145531" y="2743337"/>
                        <a:ext cx="759969" cy="1513068"/>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ysClr val="window" lastClr="FFFFFF">
                          <a:lumMod val="6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93" name="Oval 8">
                        <a:extLst>
                          <a:ext uri="{FF2B5EF4-FFF2-40B4-BE49-F238E27FC236}">
                            <a16:creationId xmlns:a16="http://schemas.microsoft.com/office/drawing/2014/main" id="{29FA3A67-D016-5F68-5B82-A9752DF33DEF}"/>
                          </a:ext>
                        </a:extLst>
                      </p:cNvPr>
                      <p:cNvSpPr>
                        <a:spLocks noChangeArrowheads="1"/>
                      </p:cNvSpPr>
                      <p:nvPr/>
                    </p:nvSpPr>
                    <p:spPr bwMode="auto">
                      <a:xfrm>
                        <a:off x="5168159" y="2762577"/>
                        <a:ext cx="208888" cy="14663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grpSp>
                <p:grpSp>
                  <p:nvGrpSpPr>
                    <p:cNvPr id="186" name="Group 185">
                      <a:extLst>
                        <a:ext uri="{FF2B5EF4-FFF2-40B4-BE49-F238E27FC236}">
                          <a16:creationId xmlns:a16="http://schemas.microsoft.com/office/drawing/2014/main" id="{288E8DAA-9741-B015-B9E5-B2216DC6005F}"/>
                        </a:ext>
                      </a:extLst>
                    </p:cNvPr>
                    <p:cNvGrpSpPr/>
                    <p:nvPr/>
                  </p:nvGrpSpPr>
                  <p:grpSpPr>
                    <a:xfrm>
                      <a:off x="4484809" y="2398903"/>
                      <a:ext cx="926698" cy="1845019"/>
                      <a:chOff x="4361759" y="2579337"/>
                      <a:chExt cx="926698" cy="1845019"/>
                    </a:xfrm>
                  </p:grpSpPr>
                  <p:sp>
                    <p:nvSpPr>
                      <p:cNvPr id="190" name="Freeform: Shape 189">
                        <a:extLst>
                          <a:ext uri="{FF2B5EF4-FFF2-40B4-BE49-F238E27FC236}">
                            <a16:creationId xmlns:a16="http://schemas.microsoft.com/office/drawing/2014/main" id="{D1DA74E6-1A3B-8980-BBEF-11D3E4DC7B0F}"/>
                          </a:ext>
                        </a:extLst>
                      </p:cNvPr>
                      <p:cNvSpPr>
                        <a:spLocks noChangeArrowheads="1"/>
                      </p:cNvSpPr>
                      <p:nvPr/>
                    </p:nvSpPr>
                    <p:spPr bwMode="auto">
                      <a:xfrm>
                        <a:off x="4361759" y="2579337"/>
                        <a:ext cx="926698" cy="1845019"/>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ysClr val="window" lastClr="FFFFFF">
                          <a:lumMod val="7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91" name="Oval 8">
                        <a:extLst>
                          <a:ext uri="{FF2B5EF4-FFF2-40B4-BE49-F238E27FC236}">
                            <a16:creationId xmlns:a16="http://schemas.microsoft.com/office/drawing/2014/main" id="{7AAEFF5E-7257-1A83-CA77-C5A3D8FABE1A}"/>
                          </a:ext>
                        </a:extLst>
                      </p:cNvPr>
                      <p:cNvSpPr>
                        <a:spLocks noChangeArrowheads="1"/>
                      </p:cNvSpPr>
                      <p:nvPr/>
                    </p:nvSpPr>
                    <p:spPr bwMode="auto">
                      <a:xfrm>
                        <a:off x="4388306" y="2607561"/>
                        <a:ext cx="254716" cy="17880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grpSp>
                <p:grpSp>
                  <p:nvGrpSpPr>
                    <p:cNvPr id="187" name="Group 186">
                      <a:extLst>
                        <a:ext uri="{FF2B5EF4-FFF2-40B4-BE49-F238E27FC236}">
                          <a16:creationId xmlns:a16="http://schemas.microsoft.com/office/drawing/2014/main" id="{41A07651-C534-0A0A-DB5C-106593598BBD}"/>
                        </a:ext>
                      </a:extLst>
                    </p:cNvPr>
                    <p:cNvGrpSpPr/>
                    <p:nvPr/>
                  </p:nvGrpSpPr>
                  <p:grpSpPr>
                    <a:xfrm>
                      <a:off x="3559446" y="2197998"/>
                      <a:ext cx="1124440" cy="2230446"/>
                      <a:chOff x="3436396" y="2378432"/>
                      <a:chExt cx="1124440" cy="2230446"/>
                    </a:xfrm>
                  </p:grpSpPr>
                  <p:sp>
                    <p:nvSpPr>
                      <p:cNvPr id="188" name="Freeform: Shape 187">
                        <a:extLst>
                          <a:ext uri="{FF2B5EF4-FFF2-40B4-BE49-F238E27FC236}">
                            <a16:creationId xmlns:a16="http://schemas.microsoft.com/office/drawing/2014/main" id="{88AB3371-686D-2E27-222D-A8CEA5284BC1}"/>
                          </a:ext>
                        </a:extLst>
                      </p:cNvPr>
                      <p:cNvSpPr>
                        <a:spLocks noChangeArrowheads="1"/>
                      </p:cNvSpPr>
                      <p:nvPr/>
                    </p:nvSpPr>
                    <p:spPr bwMode="auto">
                      <a:xfrm>
                        <a:off x="3436396" y="2378432"/>
                        <a:ext cx="1124440" cy="2230446"/>
                      </a:xfrm>
                      <a:custGeom>
                        <a:avLst/>
                        <a:gdLst>
                          <a:gd name="connsiteX0" fmla="*/ 184563 w 1214133"/>
                          <a:gd name="connsiteY0" fmla="*/ 0 h 2408362"/>
                          <a:gd name="connsiteX1" fmla="*/ 186605 w 1214133"/>
                          <a:gd name="connsiteY1" fmla="*/ 436 h 2408362"/>
                          <a:gd name="connsiteX2" fmla="*/ 187277 w 1214133"/>
                          <a:gd name="connsiteY2" fmla="*/ 0 h 2408362"/>
                          <a:gd name="connsiteX3" fmla="*/ 188611 w 1214133"/>
                          <a:gd name="connsiteY3" fmla="*/ 865 h 2408362"/>
                          <a:gd name="connsiteX4" fmla="*/ 1065759 w 1214133"/>
                          <a:gd name="connsiteY4" fmla="*/ 188182 h 2408362"/>
                          <a:gd name="connsiteX5" fmla="*/ 1065766 w 1214133"/>
                          <a:gd name="connsiteY5" fmla="*/ 189152 h 2408362"/>
                          <a:gd name="connsiteX6" fmla="*/ 1095275 w 1214133"/>
                          <a:gd name="connsiteY6" fmla="*/ 219039 h 2408362"/>
                          <a:gd name="connsiteX7" fmla="*/ 1214133 w 1214133"/>
                          <a:gd name="connsiteY7" fmla="*/ 1204191 h 2408362"/>
                          <a:gd name="connsiteX8" fmla="*/ 1107126 w 1214133"/>
                          <a:gd name="connsiteY8" fmla="*/ 2168556 h 2408362"/>
                          <a:gd name="connsiteX9" fmla="*/ 1080225 w 1214133"/>
                          <a:gd name="connsiteY9" fmla="*/ 2211585 h 2408362"/>
                          <a:gd name="connsiteX10" fmla="*/ 1080234 w 1214133"/>
                          <a:gd name="connsiteY10" fmla="*/ 2212942 h 2408362"/>
                          <a:gd name="connsiteX11" fmla="*/ 191801 w 1214133"/>
                          <a:gd name="connsiteY11" fmla="*/ 2408361 h 2408362"/>
                          <a:gd name="connsiteX12" fmla="*/ 191792 w 1214133"/>
                          <a:gd name="connsiteY12" fmla="*/ 2405436 h 2408362"/>
                          <a:gd name="connsiteX13" fmla="*/ 187277 w 1214133"/>
                          <a:gd name="connsiteY13" fmla="*/ 2408362 h 2408362"/>
                          <a:gd name="connsiteX14" fmla="*/ 0 w 1214133"/>
                          <a:gd name="connsiteY14" fmla="*/ 1204181 h 2408362"/>
                          <a:gd name="connsiteX15" fmla="*/ 149534 w 1214133"/>
                          <a:gd name="connsiteY15" fmla="*/ 24465 h 2408362"/>
                          <a:gd name="connsiteX16" fmla="*/ 184569 w 1214133"/>
                          <a:gd name="connsiteY16" fmla="*/ 1756 h 24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133" h="2408362">
                            <a:moveTo>
                              <a:pt x="184563" y="0"/>
                            </a:moveTo>
                            <a:lnTo>
                              <a:pt x="186605" y="436"/>
                            </a:lnTo>
                            <a:lnTo>
                              <a:pt x="187277" y="0"/>
                            </a:lnTo>
                            <a:lnTo>
                              <a:pt x="188611" y="865"/>
                            </a:lnTo>
                            <a:lnTo>
                              <a:pt x="1065759" y="188182"/>
                            </a:lnTo>
                            <a:lnTo>
                              <a:pt x="1065766" y="189152"/>
                            </a:lnTo>
                            <a:lnTo>
                              <a:pt x="1095275" y="219039"/>
                            </a:lnTo>
                            <a:cubicBezTo>
                              <a:pt x="1163941" y="333043"/>
                              <a:pt x="1214133" y="731112"/>
                              <a:pt x="1214133" y="1204191"/>
                            </a:cubicBezTo>
                            <a:cubicBezTo>
                              <a:pt x="1214133" y="1648695"/>
                              <a:pt x="1169518" y="2029301"/>
                              <a:pt x="1107126" y="2168556"/>
                            </a:cubicBezTo>
                            <a:lnTo>
                              <a:pt x="1080225" y="2211585"/>
                            </a:lnTo>
                            <a:lnTo>
                              <a:pt x="1080234" y="2212942"/>
                            </a:lnTo>
                            <a:lnTo>
                              <a:pt x="191801" y="2408361"/>
                            </a:lnTo>
                            <a:lnTo>
                              <a:pt x="191792" y="2405436"/>
                            </a:lnTo>
                            <a:lnTo>
                              <a:pt x="187277" y="2408362"/>
                            </a:lnTo>
                            <a:cubicBezTo>
                              <a:pt x="83847" y="2408362"/>
                              <a:pt x="0" y="1869232"/>
                              <a:pt x="0" y="1204181"/>
                            </a:cubicBezTo>
                            <a:cubicBezTo>
                              <a:pt x="0" y="622262"/>
                              <a:pt x="64196" y="136750"/>
                              <a:pt x="149534" y="24465"/>
                            </a:cubicBezTo>
                            <a:lnTo>
                              <a:pt x="184569" y="1756"/>
                            </a:lnTo>
                            <a:close/>
                          </a:path>
                        </a:pathLst>
                      </a:custGeom>
                      <a:solidFill>
                        <a:sysClr val="window" lastClr="FFFFFF">
                          <a:lumMod val="8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89" name="Oval 12">
                        <a:extLst>
                          <a:ext uri="{FF2B5EF4-FFF2-40B4-BE49-F238E27FC236}">
                            <a16:creationId xmlns:a16="http://schemas.microsoft.com/office/drawing/2014/main" id="{F6F7C3CA-7E78-1E58-6619-9893B7EC429D}"/>
                          </a:ext>
                        </a:extLst>
                      </p:cNvPr>
                      <p:cNvSpPr>
                        <a:spLocks noChangeArrowheads="1"/>
                      </p:cNvSpPr>
                      <p:nvPr/>
                    </p:nvSpPr>
                    <p:spPr bwMode="auto">
                      <a:xfrm>
                        <a:off x="3461746" y="2416329"/>
                        <a:ext cx="306665" cy="2166766"/>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grpSp>
              </p:grpSp>
              <p:sp>
                <p:nvSpPr>
                  <p:cNvPr id="180" name="Freeform 17">
                    <a:extLst>
                      <a:ext uri="{FF2B5EF4-FFF2-40B4-BE49-F238E27FC236}">
                        <a16:creationId xmlns:a16="http://schemas.microsoft.com/office/drawing/2014/main" id="{F0EB1C08-5705-F895-8537-FBC0C7F786BC}"/>
                      </a:ext>
                    </a:extLst>
                  </p:cNvPr>
                  <p:cNvSpPr>
                    <a:spLocks/>
                  </p:cNvSpPr>
                  <p:nvPr/>
                </p:nvSpPr>
                <p:spPr bwMode="auto">
                  <a:xfrm>
                    <a:off x="2999679" y="1717157"/>
                    <a:ext cx="4059041" cy="3567706"/>
                  </a:xfrm>
                  <a:custGeom>
                    <a:avLst/>
                    <a:gdLst>
                      <a:gd name="T0" fmla="*/ 800 w 897"/>
                      <a:gd name="T1" fmla="*/ 277 h 1062"/>
                      <a:gd name="T2" fmla="*/ 0 w 897"/>
                      <a:gd name="T3" fmla="*/ 0 h 1062"/>
                      <a:gd name="T4" fmla="*/ 0 w 897"/>
                      <a:gd name="T5" fmla="*/ 531 h 1062"/>
                      <a:gd name="T6" fmla="*/ 0 w 897"/>
                      <a:gd name="T7" fmla="*/ 1062 h 1062"/>
                      <a:gd name="T8" fmla="*/ 799 w 897"/>
                      <a:gd name="T9" fmla="*/ 785 h 1062"/>
                      <a:gd name="T10" fmla="*/ 799 w 897"/>
                      <a:gd name="T11" fmla="*/ 785 h 1062"/>
                      <a:gd name="T12" fmla="*/ 886 w 897"/>
                      <a:gd name="T13" fmla="*/ 769 h 1062"/>
                      <a:gd name="T14" fmla="*/ 897 w 897"/>
                      <a:gd name="T15" fmla="*/ 535 h 1062"/>
                      <a:gd name="T16" fmla="*/ 886 w 897"/>
                      <a:gd name="T17" fmla="*/ 297 h 1062"/>
                      <a:gd name="T18" fmla="*/ 886 w 897"/>
                      <a:gd name="T19" fmla="*/ 293 h 1062"/>
                      <a:gd name="T20" fmla="*/ 809 w 897"/>
                      <a:gd name="T21" fmla="*/ 278 h 1062"/>
                      <a:gd name="T22" fmla="*/ 800 w 897"/>
                      <a:gd name="T23" fmla="*/ 276 h 1062"/>
                      <a:gd name="T24" fmla="*/ 800 w 897"/>
                      <a:gd name="T25" fmla="*/ 277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7" h="1062">
                        <a:moveTo>
                          <a:pt x="800" y="277"/>
                        </a:moveTo>
                        <a:cubicBezTo>
                          <a:pt x="246" y="165"/>
                          <a:pt x="0" y="0"/>
                          <a:pt x="0" y="0"/>
                        </a:cubicBezTo>
                        <a:cubicBezTo>
                          <a:pt x="0" y="531"/>
                          <a:pt x="0" y="531"/>
                          <a:pt x="0" y="531"/>
                        </a:cubicBezTo>
                        <a:cubicBezTo>
                          <a:pt x="0" y="1062"/>
                          <a:pt x="0" y="1062"/>
                          <a:pt x="0" y="1062"/>
                        </a:cubicBezTo>
                        <a:cubicBezTo>
                          <a:pt x="0" y="1062"/>
                          <a:pt x="246" y="896"/>
                          <a:pt x="799" y="785"/>
                        </a:cubicBezTo>
                        <a:cubicBezTo>
                          <a:pt x="799" y="785"/>
                          <a:pt x="799" y="785"/>
                          <a:pt x="799" y="785"/>
                        </a:cubicBezTo>
                        <a:cubicBezTo>
                          <a:pt x="886" y="769"/>
                          <a:pt x="886" y="769"/>
                          <a:pt x="886" y="769"/>
                        </a:cubicBezTo>
                        <a:cubicBezTo>
                          <a:pt x="893" y="703"/>
                          <a:pt x="897" y="623"/>
                          <a:pt x="897" y="535"/>
                        </a:cubicBezTo>
                        <a:cubicBezTo>
                          <a:pt x="897" y="445"/>
                          <a:pt x="893" y="363"/>
                          <a:pt x="886" y="297"/>
                        </a:cubicBezTo>
                        <a:cubicBezTo>
                          <a:pt x="886" y="293"/>
                          <a:pt x="886" y="293"/>
                          <a:pt x="886" y="293"/>
                        </a:cubicBezTo>
                        <a:cubicBezTo>
                          <a:pt x="860" y="288"/>
                          <a:pt x="834" y="283"/>
                          <a:pt x="809" y="278"/>
                        </a:cubicBezTo>
                        <a:cubicBezTo>
                          <a:pt x="800" y="276"/>
                          <a:pt x="800" y="276"/>
                          <a:pt x="800" y="276"/>
                        </a:cubicBezTo>
                        <a:cubicBezTo>
                          <a:pt x="800" y="276"/>
                          <a:pt x="800" y="277"/>
                          <a:pt x="800" y="277"/>
                        </a:cubicBezTo>
                        <a:close/>
                      </a:path>
                    </a:pathLst>
                  </a:custGeom>
                  <a:gradFill>
                    <a:gsLst>
                      <a:gs pos="1000">
                        <a:srgbClr val="0D1F3B">
                          <a:lumMod val="80000"/>
                          <a:lumOff val="20000"/>
                        </a:srgbClr>
                      </a:gs>
                      <a:gs pos="100000">
                        <a:srgbClr val="0D1F3B"/>
                      </a:gs>
                    </a:gsLst>
                    <a:lin ang="0" scaled="1"/>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81" name="Freeform 18">
                    <a:extLst>
                      <a:ext uri="{FF2B5EF4-FFF2-40B4-BE49-F238E27FC236}">
                        <a16:creationId xmlns:a16="http://schemas.microsoft.com/office/drawing/2014/main" id="{8C443FB4-AEAA-9D44-5F45-F9D3644E9DA0}"/>
                      </a:ext>
                    </a:extLst>
                  </p:cNvPr>
                  <p:cNvSpPr>
                    <a:spLocks/>
                  </p:cNvSpPr>
                  <p:nvPr/>
                </p:nvSpPr>
                <p:spPr bwMode="auto">
                  <a:xfrm>
                    <a:off x="2999673" y="2502751"/>
                    <a:ext cx="3457231" cy="1033947"/>
                  </a:xfrm>
                  <a:custGeom>
                    <a:avLst/>
                    <a:gdLst>
                      <a:gd name="T0" fmla="*/ 730 w 730"/>
                      <a:gd name="T1" fmla="*/ 154 h 308"/>
                      <a:gd name="T2" fmla="*/ 618 w 730"/>
                      <a:gd name="T3" fmla="*/ 256 h 308"/>
                      <a:gd name="T4" fmla="*/ 618 w 730"/>
                      <a:gd name="T5" fmla="*/ 203 h 308"/>
                      <a:gd name="T6" fmla="*/ 0 w 730"/>
                      <a:gd name="T7" fmla="*/ 308 h 308"/>
                      <a:gd name="T8" fmla="*/ 0 w 730"/>
                      <a:gd name="T9" fmla="*/ 0 h 308"/>
                      <a:gd name="T10" fmla="*/ 618 w 730"/>
                      <a:gd name="T11" fmla="*/ 114 h 308"/>
                      <a:gd name="T12" fmla="*/ 618 w 730"/>
                      <a:gd name="T13" fmla="*/ 62 h 308"/>
                      <a:gd name="T14" fmla="*/ 730 w 730"/>
                      <a:gd name="T15" fmla="*/ 154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0" h="308">
                        <a:moveTo>
                          <a:pt x="730" y="154"/>
                        </a:moveTo>
                        <a:cubicBezTo>
                          <a:pt x="618" y="256"/>
                          <a:pt x="618" y="256"/>
                          <a:pt x="618" y="256"/>
                        </a:cubicBezTo>
                        <a:cubicBezTo>
                          <a:pt x="618" y="203"/>
                          <a:pt x="618" y="203"/>
                          <a:pt x="618" y="203"/>
                        </a:cubicBezTo>
                        <a:cubicBezTo>
                          <a:pt x="618" y="203"/>
                          <a:pt x="246" y="196"/>
                          <a:pt x="0" y="308"/>
                        </a:cubicBezTo>
                        <a:cubicBezTo>
                          <a:pt x="0" y="0"/>
                          <a:pt x="0" y="0"/>
                          <a:pt x="0" y="0"/>
                        </a:cubicBezTo>
                        <a:cubicBezTo>
                          <a:pt x="0" y="0"/>
                          <a:pt x="156" y="100"/>
                          <a:pt x="618" y="114"/>
                        </a:cubicBezTo>
                        <a:cubicBezTo>
                          <a:pt x="618" y="62"/>
                          <a:pt x="618" y="62"/>
                          <a:pt x="618" y="62"/>
                        </a:cubicBezTo>
                        <a:lnTo>
                          <a:pt x="730" y="154"/>
                        </a:lnTo>
                        <a:close/>
                      </a:path>
                    </a:pathLst>
                  </a:custGeom>
                  <a:gradFill flip="none" rotWithShape="1">
                    <a:gsLst>
                      <a:gs pos="0">
                        <a:sysClr val="window" lastClr="FFFFFF"/>
                      </a:gs>
                      <a:gs pos="57000">
                        <a:srgbClr val="0D1F3B">
                          <a:lumMod val="20000"/>
                          <a:lumOff val="80000"/>
                        </a:srgbClr>
                      </a:gs>
                    </a:gsLst>
                    <a:lin ang="0" scaled="1"/>
                    <a:tileRect/>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82" name="Freeform 19">
                    <a:extLst>
                      <a:ext uri="{FF2B5EF4-FFF2-40B4-BE49-F238E27FC236}">
                        <a16:creationId xmlns:a16="http://schemas.microsoft.com/office/drawing/2014/main" id="{FCC1E63E-6B2D-D8C3-9D83-02E375435791}"/>
                      </a:ext>
                    </a:extLst>
                  </p:cNvPr>
                  <p:cNvSpPr>
                    <a:spLocks/>
                  </p:cNvSpPr>
                  <p:nvPr/>
                </p:nvSpPr>
                <p:spPr bwMode="auto">
                  <a:xfrm>
                    <a:off x="3570554" y="2770403"/>
                    <a:ext cx="2801366" cy="509436"/>
                  </a:xfrm>
                  <a:custGeom>
                    <a:avLst/>
                    <a:gdLst>
                      <a:gd name="T0" fmla="*/ 0 w 558"/>
                      <a:gd name="T1" fmla="*/ 137 h 148"/>
                      <a:gd name="T2" fmla="*/ 0 w 558"/>
                      <a:gd name="T3" fmla="*/ 5 h 148"/>
                      <a:gd name="T4" fmla="*/ 474 w 558"/>
                      <a:gd name="T5" fmla="*/ 45 h 148"/>
                      <a:gd name="T6" fmla="*/ 474 w 558"/>
                      <a:gd name="T7" fmla="*/ 0 h 148"/>
                      <a:gd name="T8" fmla="*/ 558 w 558"/>
                      <a:gd name="T9" fmla="*/ 71 h 148"/>
                      <a:gd name="T10" fmla="*/ 474 w 558"/>
                      <a:gd name="T11" fmla="*/ 148 h 148"/>
                      <a:gd name="T12" fmla="*/ 474 w 558"/>
                      <a:gd name="T13" fmla="*/ 108 h 148"/>
                      <a:gd name="T14" fmla="*/ 0 w 558"/>
                      <a:gd name="T15" fmla="*/ 137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148">
                        <a:moveTo>
                          <a:pt x="0" y="137"/>
                        </a:moveTo>
                        <a:cubicBezTo>
                          <a:pt x="0" y="5"/>
                          <a:pt x="0" y="5"/>
                          <a:pt x="0" y="5"/>
                        </a:cubicBezTo>
                        <a:cubicBezTo>
                          <a:pt x="0" y="5"/>
                          <a:pt x="165" y="45"/>
                          <a:pt x="474" y="45"/>
                        </a:cubicBezTo>
                        <a:cubicBezTo>
                          <a:pt x="474" y="0"/>
                          <a:pt x="474" y="0"/>
                          <a:pt x="474" y="0"/>
                        </a:cubicBezTo>
                        <a:cubicBezTo>
                          <a:pt x="558" y="71"/>
                          <a:pt x="558" y="71"/>
                          <a:pt x="558" y="71"/>
                        </a:cubicBezTo>
                        <a:cubicBezTo>
                          <a:pt x="474" y="148"/>
                          <a:pt x="474" y="148"/>
                          <a:pt x="474" y="148"/>
                        </a:cubicBezTo>
                        <a:cubicBezTo>
                          <a:pt x="474" y="108"/>
                          <a:pt x="474" y="108"/>
                          <a:pt x="474" y="108"/>
                        </a:cubicBezTo>
                        <a:cubicBezTo>
                          <a:pt x="474" y="108"/>
                          <a:pt x="275" y="99"/>
                          <a:pt x="0" y="137"/>
                        </a:cubicBezTo>
                        <a:close/>
                      </a:path>
                    </a:pathLst>
                  </a:custGeom>
                  <a:solidFill>
                    <a:srgbClr val="122A52"/>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rgbClr val="575757"/>
                      </a:solidFill>
                      <a:effectLst/>
                      <a:uLnTx/>
                      <a:uFillTx/>
                    </a:endParaRPr>
                  </a:p>
                </p:txBody>
              </p:sp>
              <p:sp>
                <p:nvSpPr>
                  <p:cNvPr id="183" name="TextBox 182">
                    <a:extLst>
                      <a:ext uri="{FF2B5EF4-FFF2-40B4-BE49-F238E27FC236}">
                        <a16:creationId xmlns:a16="http://schemas.microsoft.com/office/drawing/2014/main" id="{7908DAAF-CB63-EC1C-0671-6364B03783F9}"/>
                      </a:ext>
                    </a:extLst>
                  </p:cNvPr>
                  <p:cNvSpPr txBox="1"/>
                  <p:nvPr/>
                </p:nvSpPr>
                <p:spPr>
                  <a:xfrm>
                    <a:off x="3458251" y="2846945"/>
                    <a:ext cx="2870309" cy="342606"/>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Project Requests</a:t>
                    </a:r>
                  </a:p>
                </p:txBody>
              </p:sp>
            </p:grpSp>
            <p:sp>
              <p:nvSpPr>
                <p:cNvPr id="176" name="TextBox 175">
                  <a:extLst>
                    <a:ext uri="{FF2B5EF4-FFF2-40B4-BE49-F238E27FC236}">
                      <a16:creationId xmlns:a16="http://schemas.microsoft.com/office/drawing/2014/main" id="{19243D8F-736E-7B21-913C-55E4ED0BB233}"/>
                    </a:ext>
                  </a:extLst>
                </p:cNvPr>
                <p:cNvSpPr txBox="1"/>
                <p:nvPr/>
              </p:nvSpPr>
              <p:spPr>
                <a:xfrm>
                  <a:off x="2006794" y="1847193"/>
                  <a:ext cx="1372999" cy="958147"/>
                </a:xfrm>
                <a:prstGeom prst="rect">
                  <a:avLst/>
                </a:prstGeom>
                <a:noFill/>
              </p:spPr>
              <p:txBody>
                <a:bodyPr wrap="square"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IN" sz="16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Health Affairs</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n-IN" sz="16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Customers</a:t>
                  </a:r>
                </a:p>
              </p:txBody>
            </p:sp>
            <p:sp>
              <p:nvSpPr>
                <p:cNvPr id="177" name="TextBox 176">
                  <a:extLst>
                    <a:ext uri="{FF2B5EF4-FFF2-40B4-BE49-F238E27FC236}">
                      <a16:creationId xmlns:a16="http://schemas.microsoft.com/office/drawing/2014/main" id="{9534E2D9-F4E4-08BF-A377-B052C289E435}"/>
                    </a:ext>
                  </a:extLst>
                </p:cNvPr>
                <p:cNvSpPr txBox="1"/>
                <p:nvPr/>
              </p:nvSpPr>
              <p:spPr>
                <a:xfrm>
                  <a:off x="2581799" y="5656902"/>
                  <a:ext cx="1104036" cy="755717"/>
                </a:xfrm>
                <a:prstGeom prst="rect">
                  <a:avLst/>
                </a:prstGeom>
                <a:noFill/>
              </p:spPr>
              <p:txBody>
                <a:bodyPr wrap="square"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MHS Data </a:t>
                  </a:r>
                </a:p>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&amp; AI Policy </a:t>
                  </a:r>
                  <a:br>
                    <a:rPr kumimoji="0" lang="en-US" sz="8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Council</a:t>
                  </a:r>
                </a:p>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E18B">
                          <a:lumMod val="75000"/>
                        </a:srgbClr>
                      </a:solidFill>
                      <a:effectLst/>
                      <a:uLnTx/>
                      <a:uFillTx/>
                      <a:latin typeface="Open Sans" panose="020B0606030504020204" pitchFamily="34" charset="0"/>
                      <a:ea typeface="Open Sans" panose="020B0606030504020204" pitchFamily="34" charset="0"/>
                      <a:cs typeface="Open Sans" panose="020B0606030504020204" pitchFamily="34" charset="0"/>
                    </a:rPr>
                    <a:t>(MDAPC)</a:t>
                  </a:r>
                </a:p>
              </p:txBody>
            </p:sp>
          </p:grpSp>
          <p:sp>
            <p:nvSpPr>
              <p:cNvPr id="166" name="TextBox 165">
                <a:extLst>
                  <a:ext uri="{FF2B5EF4-FFF2-40B4-BE49-F238E27FC236}">
                    <a16:creationId xmlns:a16="http://schemas.microsoft.com/office/drawing/2014/main" id="{8768F48D-0B38-43F0-A014-5C38BBE17BC1}"/>
                  </a:ext>
                </a:extLst>
              </p:cNvPr>
              <p:cNvSpPr txBox="1"/>
              <p:nvPr/>
            </p:nvSpPr>
            <p:spPr>
              <a:xfrm>
                <a:off x="7952786" y="1606775"/>
                <a:ext cx="1199877"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CDAO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err="1">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Advana</a:t>
                </a:r>
                <a:r>
                  <a:rPr kumimoji="0" lang="en-IN" sz="10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/Maven</a:t>
                </a:r>
              </a:p>
            </p:txBody>
          </p:sp>
          <p:pic>
            <p:nvPicPr>
              <p:cNvPr id="167" name="Graphic 166" descr="Customer review outline">
                <a:extLst>
                  <a:ext uri="{FF2B5EF4-FFF2-40B4-BE49-F238E27FC236}">
                    <a16:creationId xmlns:a16="http://schemas.microsoft.com/office/drawing/2014/main" id="{24F7E814-7BA1-E9C1-C21B-9A9AAB8D32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6871" y="1184196"/>
                <a:ext cx="471709" cy="463913"/>
              </a:xfrm>
              <a:prstGeom prst="rect">
                <a:avLst/>
              </a:prstGeom>
            </p:spPr>
          </p:pic>
          <p:sp>
            <p:nvSpPr>
              <p:cNvPr id="168" name="TextBox 167">
                <a:extLst>
                  <a:ext uri="{FF2B5EF4-FFF2-40B4-BE49-F238E27FC236}">
                    <a16:creationId xmlns:a16="http://schemas.microsoft.com/office/drawing/2014/main" id="{4EC2CA21-C9D5-A80F-5A0B-CA7130B34DB7}"/>
                  </a:ext>
                </a:extLst>
              </p:cNvPr>
              <p:cNvSpPr txBox="1"/>
              <p:nvPr/>
            </p:nvSpPr>
            <p:spPr>
              <a:xfrm>
                <a:off x="10850174" y="1606775"/>
                <a:ext cx="1010004"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DOD-Wide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P&amp;R</a:t>
                </a:r>
              </a:p>
            </p:txBody>
          </p:sp>
          <p:pic>
            <p:nvPicPr>
              <p:cNvPr id="169" name="Graphic 168" descr="Customer review outline">
                <a:extLst>
                  <a:ext uri="{FF2B5EF4-FFF2-40B4-BE49-F238E27FC236}">
                    <a16:creationId xmlns:a16="http://schemas.microsoft.com/office/drawing/2014/main" id="{6F6B96D5-9586-5F2A-59F4-50AAFE3029A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36075" y="1184196"/>
                <a:ext cx="471709" cy="463913"/>
              </a:xfrm>
              <a:prstGeom prst="rect">
                <a:avLst/>
              </a:prstGeom>
            </p:spPr>
          </p:pic>
          <p:pic>
            <p:nvPicPr>
              <p:cNvPr id="170" name="Graphic 169" descr="Customer review outline">
                <a:extLst>
                  <a:ext uri="{FF2B5EF4-FFF2-40B4-BE49-F238E27FC236}">
                    <a16:creationId xmlns:a16="http://schemas.microsoft.com/office/drawing/2014/main" id="{E68871D9-BB87-8F50-AFA8-CDF84D6FCC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0066" y="1184196"/>
                <a:ext cx="471709" cy="463912"/>
              </a:xfrm>
              <a:prstGeom prst="rect">
                <a:avLst/>
              </a:prstGeom>
            </p:spPr>
          </p:pic>
          <p:sp>
            <p:nvSpPr>
              <p:cNvPr id="171" name="TextBox 170">
                <a:extLst>
                  <a:ext uri="{FF2B5EF4-FFF2-40B4-BE49-F238E27FC236}">
                    <a16:creationId xmlns:a16="http://schemas.microsoft.com/office/drawing/2014/main" id="{67419DD8-1F7E-DC2F-137C-A3C34F5B2603}"/>
                  </a:ext>
                </a:extLst>
              </p:cNvPr>
              <p:cNvSpPr txBox="1"/>
              <p:nvPr/>
            </p:nvSpPr>
            <p:spPr>
              <a:xfrm>
                <a:off x="10076711" y="1606775"/>
                <a:ext cx="1066947" cy="4714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COCOMs/ OJSS</a:t>
                </a:r>
              </a:p>
            </p:txBody>
          </p:sp>
          <p:pic>
            <p:nvPicPr>
              <p:cNvPr id="172" name="Graphic 171" descr="Customer review outline">
                <a:extLst>
                  <a:ext uri="{FF2B5EF4-FFF2-40B4-BE49-F238E27FC236}">
                    <a16:creationId xmlns:a16="http://schemas.microsoft.com/office/drawing/2014/main" id="{B8E40768-DC9E-68C3-7AA1-8FA60365E6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74334" y="1184196"/>
                <a:ext cx="471709" cy="463912"/>
              </a:xfrm>
              <a:prstGeom prst="rect">
                <a:avLst/>
              </a:prstGeom>
            </p:spPr>
          </p:pic>
          <p:sp>
            <p:nvSpPr>
              <p:cNvPr id="173" name="TextBox 172">
                <a:extLst>
                  <a:ext uri="{FF2B5EF4-FFF2-40B4-BE49-F238E27FC236}">
                    <a16:creationId xmlns:a16="http://schemas.microsoft.com/office/drawing/2014/main" id="{5C3708AB-25A0-9EB3-C460-9DC51DE963C5}"/>
                  </a:ext>
                </a:extLst>
              </p:cNvPr>
              <p:cNvSpPr txBox="1"/>
              <p:nvPr/>
            </p:nvSpPr>
            <p:spPr>
              <a:xfrm>
                <a:off x="8766927" y="1606775"/>
                <a:ext cx="1010004" cy="28287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USUHS</a:t>
                </a:r>
              </a:p>
            </p:txBody>
          </p:sp>
          <p:pic>
            <p:nvPicPr>
              <p:cNvPr id="174" name="Graphic 173" descr="Customer review outline">
                <a:extLst>
                  <a:ext uri="{FF2B5EF4-FFF2-40B4-BE49-F238E27FC236}">
                    <a16:creationId xmlns:a16="http://schemas.microsoft.com/office/drawing/2014/main" id="{B800EC40-5C19-CD91-A448-AFFA1FA9B05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19321" y="1184196"/>
                <a:ext cx="471709" cy="463912"/>
              </a:xfrm>
              <a:prstGeom prst="rect">
                <a:avLst/>
              </a:prstGeom>
            </p:spPr>
          </p:pic>
        </p:grpSp>
        <p:grpSp>
          <p:nvGrpSpPr>
            <p:cNvPr id="125" name="Group 124">
              <a:extLst>
                <a:ext uri="{FF2B5EF4-FFF2-40B4-BE49-F238E27FC236}">
                  <a16:creationId xmlns:a16="http://schemas.microsoft.com/office/drawing/2014/main" id="{5B9DEC61-CB79-3075-37D9-31C75B93872C}"/>
                </a:ext>
              </a:extLst>
            </p:cNvPr>
            <p:cNvGrpSpPr/>
            <p:nvPr/>
          </p:nvGrpSpPr>
          <p:grpSpPr>
            <a:xfrm>
              <a:off x="609922" y="1444708"/>
              <a:ext cx="3989119" cy="4448659"/>
              <a:chOff x="381199" y="1179407"/>
              <a:chExt cx="3849661" cy="4542945"/>
            </a:xfrm>
          </p:grpSpPr>
          <p:sp>
            <p:nvSpPr>
              <p:cNvPr id="135" name="TextBox 134">
                <a:extLst>
                  <a:ext uri="{FF2B5EF4-FFF2-40B4-BE49-F238E27FC236}">
                    <a16:creationId xmlns:a16="http://schemas.microsoft.com/office/drawing/2014/main" id="{0D6283D2-64B7-4BE9-8E7E-A06092B73163}"/>
                  </a:ext>
                </a:extLst>
              </p:cNvPr>
              <p:cNvSpPr txBox="1"/>
              <p:nvPr/>
            </p:nvSpPr>
            <p:spPr>
              <a:xfrm>
                <a:off x="1182446" y="1596584"/>
                <a:ext cx="938238" cy="28287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J-3/5/7</a:t>
                </a:r>
              </a:p>
            </p:txBody>
          </p:sp>
          <p:sp>
            <p:nvSpPr>
              <p:cNvPr id="136" name="TextBox 135">
                <a:extLst>
                  <a:ext uri="{FF2B5EF4-FFF2-40B4-BE49-F238E27FC236}">
                    <a16:creationId xmlns:a16="http://schemas.microsoft.com/office/drawing/2014/main" id="{15651AE9-BE0C-1E7E-75BA-C7345F5F084A}"/>
                  </a:ext>
                </a:extLst>
              </p:cNvPr>
              <p:cNvSpPr txBox="1"/>
              <p:nvPr/>
            </p:nvSpPr>
            <p:spPr>
              <a:xfrm>
                <a:off x="3329576" y="1608097"/>
                <a:ext cx="901284" cy="7543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AD-S/CAE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J-4, J-6, R&amp;E (Service Labs/GME)</a:t>
                </a:r>
              </a:p>
            </p:txBody>
          </p:sp>
          <p:pic>
            <p:nvPicPr>
              <p:cNvPr id="137" name="Graphic 136" descr="Customer review outline">
                <a:extLst>
                  <a:ext uri="{FF2B5EF4-FFF2-40B4-BE49-F238E27FC236}">
                    <a16:creationId xmlns:a16="http://schemas.microsoft.com/office/drawing/2014/main" id="{EC553D17-8FE2-B102-1A93-D61EAB340E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415711" y="1179407"/>
                <a:ext cx="471709" cy="468698"/>
              </a:xfrm>
              <a:prstGeom prst="rect">
                <a:avLst/>
              </a:prstGeom>
            </p:spPr>
          </p:pic>
          <p:sp>
            <p:nvSpPr>
              <p:cNvPr id="138" name="TextBox 137">
                <a:extLst>
                  <a:ext uri="{FF2B5EF4-FFF2-40B4-BE49-F238E27FC236}">
                    <a16:creationId xmlns:a16="http://schemas.microsoft.com/office/drawing/2014/main" id="{92D4D2EA-D497-CCB4-0CBA-EC240CD02A09}"/>
                  </a:ext>
                </a:extLst>
              </p:cNvPr>
              <p:cNvSpPr txBox="1"/>
              <p:nvPr/>
            </p:nvSpPr>
            <p:spPr>
              <a:xfrm>
                <a:off x="1792264" y="1601553"/>
                <a:ext cx="1671207"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AD-HCA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MA, HCO, Tricare, USPHS</a:t>
                </a:r>
              </a:p>
            </p:txBody>
          </p:sp>
          <p:pic>
            <p:nvPicPr>
              <p:cNvPr id="139" name="Graphic 138" descr="Customer review outline">
                <a:extLst>
                  <a:ext uri="{FF2B5EF4-FFF2-40B4-BE49-F238E27FC236}">
                    <a16:creationId xmlns:a16="http://schemas.microsoft.com/office/drawing/2014/main" id="{85B8536B-2AA8-56CA-EB0D-F4FEFB0C4D7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99674" y="1179407"/>
                <a:ext cx="471709" cy="468698"/>
              </a:xfrm>
              <a:prstGeom prst="rect">
                <a:avLst/>
              </a:prstGeom>
            </p:spPr>
          </p:pic>
          <p:pic>
            <p:nvPicPr>
              <p:cNvPr id="140" name="Graphic 139" descr="Customer review outline">
                <a:extLst>
                  <a:ext uri="{FF2B5EF4-FFF2-40B4-BE49-F238E27FC236}">
                    <a16:creationId xmlns:a16="http://schemas.microsoft.com/office/drawing/2014/main" id="{C889B665-9C4A-C4C8-CB55-D1F43FC410B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38272" y="1179407"/>
                <a:ext cx="471709" cy="468698"/>
              </a:xfrm>
              <a:prstGeom prst="rect">
                <a:avLst/>
              </a:prstGeom>
            </p:spPr>
          </p:pic>
          <p:grpSp>
            <p:nvGrpSpPr>
              <p:cNvPr id="141" name="Group 140">
                <a:extLst>
                  <a:ext uri="{FF2B5EF4-FFF2-40B4-BE49-F238E27FC236}">
                    <a16:creationId xmlns:a16="http://schemas.microsoft.com/office/drawing/2014/main" id="{1CF62D78-E01C-86C7-4115-043154A56D8A}"/>
                  </a:ext>
                </a:extLst>
              </p:cNvPr>
              <p:cNvGrpSpPr/>
              <p:nvPr/>
            </p:nvGrpSpPr>
            <p:grpSpPr>
              <a:xfrm>
                <a:off x="550675" y="2071986"/>
                <a:ext cx="2827772" cy="3650366"/>
                <a:chOff x="5737108" y="1910079"/>
                <a:chExt cx="2827772" cy="4572376"/>
              </a:xfrm>
            </p:grpSpPr>
            <p:grpSp>
              <p:nvGrpSpPr>
                <p:cNvPr id="144" name="Group 143">
                  <a:extLst>
                    <a:ext uri="{FF2B5EF4-FFF2-40B4-BE49-F238E27FC236}">
                      <a16:creationId xmlns:a16="http://schemas.microsoft.com/office/drawing/2014/main" id="{BA2FE90F-9328-8312-22F0-1ED39D036A85}"/>
                    </a:ext>
                  </a:extLst>
                </p:cNvPr>
                <p:cNvGrpSpPr/>
                <p:nvPr/>
              </p:nvGrpSpPr>
              <p:grpSpPr>
                <a:xfrm rot="5400000">
                  <a:off x="4916563" y="2834138"/>
                  <a:ext cx="4572376" cy="2724258"/>
                  <a:chOff x="1950275" y="1373218"/>
                  <a:chExt cx="8485140" cy="3567706"/>
                </a:xfrm>
              </p:grpSpPr>
              <p:sp>
                <p:nvSpPr>
                  <p:cNvPr id="147" name="Freeform: Shape 146">
                    <a:extLst>
                      <a:ext uri="{FF2B5EF4-FFF2-40B4-BE49-F238E27FC236}">
                        <a16:creationId xmlns:a16="http://schemas.microsoft.com/office/drawing/2014/main" id="{2717CA2D-B295-EEA3-4736-FBC2CCF51832}"/>
                      </a:ext>
                    </a:extLst>
                  </p:cNvPr>
                  <p:cNvSpPr>
                    <a:spLocks/>
                  </p:cNvSpPr>
                  <p:nvPr/>
                </p:nvSpPr>
                <p:spPr bwMode="auto">
                  <a:xfrm>
                    <a:off x="8809848" y="2441823"/>
                    <a:ext cx="1625567" cy="1430495"/>
                  </a:xfrm>
                  <a:custGeom>
                    <a:avLst/>
                    <a:gdLst>
                      <a:gd name="connsiteX0" fmla="*/ 1091829 w 1949691"/>
                      <a:gd name="connsiteY0" fmla="*/ 0 h 1715724"/>
                      <a:gd name="connsiteX1" fmla="*/ 1949691 w 1949691"/>
                      <a:gd name="connsiteY1" fmla="*/ 857862 h 1715724"/>
                      <a:gd name="connsiteX2" fmla="*/ 1091829 w 1949691"/>
                      <a:gd name="connsiteY2" fmla="*/ 1715724 h 1715724"/>
                      <a:gd name="connsiteX3" fmla="*/ 1091829 w 1949691"/>
                      <a:gd name="connsiteY3" fmla="*/ 1377289 h 1715724"/>
                      <a:gd name="connsiteX4" fmla="*/ 6284 w 1949691"/>
                      <a:gd name="connsiteY4" fmla="*/ 1377289 h 1715724"/>
                      <a:gd name="connsiteX5" fmla="*/ 17734 w 1949691"/>
                      <a:gd name="connsiteY5" fmla="*/ 1274269 h 1715724"/>
                      <a:gd name="connsiteX6" fmla="*/ 34507 w 1949691"/>
                      <a:gd name="connsiteY6" fmla="*/ 877807 h 1715724"/>
                      <a:gd name="connsiteX7" fmla="*/ 1863 w 1949691"/>
                      <a:gd name="connsiteY7" fmla="*/ 349113 h 1715724"/>
                      <a:gd name="connsiteX8" fmla="*/ 0 w 1949691"/>
                      <a:gd name="connsiteY8" fmla="*/ 338435 h 1715724"/>
                      <a:gd name="connsiteX9" fmla="*/ 1091829 w 1949691"/>
                      <a:gd name="connsiteY9" fmla="*/ 338435 h 1715724"/>
                      <a:gd name="connsiteX10" fmla="*/ 1091829 w 1949691"/>
                      <a:gd name="connsiteY10" fmla="*/ 0 h 1715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9691" h="1715724">
                        <a:moveTo>
                          <a:pt x="1091829" y="0"/>
                        </a:moveTo>
                        <a:lnTo>
                          <a:pt x="1949691" y="857862"/>
                        </a:lnTo>
                        <a:lnTo>
                          <a:pt x="1091829" y="1715724"/>
                        </a:lnTo>
                        <a:lnTo>
                          <a:pt x="1091829" y="1377289"/>
                        </a:lnTo>
                        <a:lnTo>
                          <a:pt x="6284" y="1377289"/>
                        </a:lnTo>
                        <a:lnTo>
                          <a:pt x="17734" y="1274269"/>
                        </a:lnTo>
                        <a:cubicBezTo>
                          <a:pt x="28387" y="1158403"/>
                          <a:pt x="34507" y="1022792"/>
                          <a:pt x="34507" y="877807"/>
                        </a:cubicBezTo>
                        <a:cubicBezTo>
                          <a:pt x="34507" y="672829"/>
                          <a:pt x="21952" y="487015"/>
                          <a:pt x="1863" y="349113"/>
                        </a:cubicBezTo>
                        <a:lnTo>
                          <a:pt x="0" y="338435"/>
                        </a:lnTo>
                        <a:lnTo>
                          <a:pt x="1091829" y="338435"/>
                        </a:lnTo>
                        <a:lnTo>
                          <a:pt x="1091829" y="0"/>
                        </a:lnTo>
                        <a:close/>
                      </a:path>
                    </a:pathLst>
                  </a:custGeom>
                  <a:gradFill>
                    <a:gsLst>
                      <a:gs pos="1000">
                        <a:srgbClr val="0D1F3B">
                          <a:lumMod val="80000"/>
                          <a:lumOff val="20000"/>
                        </a:srgbClr>
                      </a:gs>
                      <a:gs pos="100000">
                        <a:srgbClr val="0D1F3B">
                          <a:lumMod val="75000"/>
                        </a:srgbClr>
                      </a:gs>
                    </a:gsLst>
                    <a:lin ang="0" scaled="1"/>
                  </a:gra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grpSp>
                <p:nvGrpSpPr>
                  <p:cNvPr id="148" name="Group 147">
                    <a:extLst>
                      <a:ext uri="{FF2B5EF4-FFF2-40B4-BE49-F238E27FC236}">
                        <a16:creationId xmlns:a16="http://schemas.microsoft.com/office/drawing/2014/main" id="{DDCCE315-C297-84A9-A3D8-226413C82502}"/>
                      </a:ext>
                    </a:extLst>
                  </p:cNvPr>
                  <p:cNvGrpSpPr/>
                  <p:nvPr/>
                </p:nvGrpSpPr>
                <p:grpSpPr>
                  <a:xfrm>
                    <a:off x="5804591" y="2034494"/>
                    <a:ext cx="2981866" cy="2230446"/>
                    <a:chOff x="3559446" y="2197998"/>
                    <a:chExt cx="2981866" cy="2230446"/>
                  </a:xfrm>
                </p:grpSpPr>
                <p:grpSp>
                  <p:nvGrpSpPr>
                    <p:cNvPr id="153" name="Group 152">
                      <a:extLst>
                        <a:ext uri="{FF2B5EF4-FFF2-40B4-BE49-F238E27FC236}">
                          <a16:creationId xmlns:a16="http://schemas.microsoft.com/office/drawing/2014/main" id="{3EC6154B-D702-0E3E-780B-FD236A534AF0}"/>
                        </a:ext>
                      </a:extLst>
                    </p:cNvPr>
                    <p:cNvGrpSpPr/>
                    <p:nvPr/>
                  </p:nvGrpSpPr>
                  <p:grpSpPr>
                    <a:xfrm>
                      <a:off x="5913238" y="2695339"/>
                      <a:ext cx="628074" cy="1250469"/>
                      <a:chOff x="5145531" y="2743337"/>
                      <a:chExt cx="759969" cy="1513068"/>
                    </a:xfrm>
                  </p:grpSpPr>
                  <p:sp>
                    <p:nvSpPr>
                      <p:cNvPr id="163" name="Freeform: Shape 162">
                        <a:extLst>
                          <a:ext uri="{FF2B5EF4-FFF2-40B4-BE49-F238E27FC236}">
                            <a16:creationId xmlns:a16="http://schemas.microsoft.com/office/drawing/2014/main" id="{2ED717F6-81D7-5FE0-ECF0-AA1EDEF52CBD}"/>
                          </a:ext>
                        </a:extLst>
                      </p:cNvPr>
                      <p:cNvSpPr>
                        <a:spLocks noChangeArrowheads="1"/>
                      </p:cNvSpPr>
                      <p:nvPr/>
                    </p:nvSpPr>
                    <p:spPr bwMode="auto">
                      <a:xfrm>
                        <a:off x="5145531" y="2743337"/>
                        <a:ext cx="759969" cy="1513068"/>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rgbClr val="575757">
                          <a:lumMod val="65000"/>
                          <a:lumOff val="35000"/>
                        </a:srgb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64" name="Oval 8">
                        <a:extLst>
                          <a:ext uri="{FF2B5EF4-FFF2-40B4-BE49-F238E27FC236}">
                            <a16:creationId xmlns:a16="http://schemas.microsoft.com/office/drawing/2014/main" id="{2D9F2190-DF4F-8B01-051F-323272D11C9E}"/>
                          </a:ext>
                        </a:extLst>
                      </p:cNvPr>
                      <p:cNvSpPr>
                        <a:spLocks noChangeArrowheads="1"/>
                      </p:cNvSpPr>
                      <p:nvPr/>
                    </p:nvSpPr>
                    <p:spPr bwMode="auto">
                      <a:xfrm>
                        <a:off x="5168159" y="2762577"/>
                        <a:ext cx="208888" cy="14663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grpSp>
                <p:grpSp>
                  <p:nvGrpSpPr>
                    <p:cNvPr id="154" name="Group 153">
                      <a:extLst>
                        <a:ext uri="{FF2B5EF4-FFF2-40B4-BE49-F238E27FC236}">
                          <a16:creationId xmlns:a16="http://schemas.microsoft.com/office/drawing/2014/main" id="{3C4BD4CF-545D-8B7C-2538-EABABCBFD6BE}"/>
                        </a:ext>
                      </a:extLst>
                    </p:cNvPr>
                    <p:cNvGrpSpPr/>
                    <p:nvPr/>
                  </p:nvGrpSpPr>
                  <p:grpSpPr>
                    <a:xfrm>
                      <a:off x="5268581" y="2562903"/>
                      <a:ext cx="759969" cy="1513068"/>
                      <a:chOff x="5145531" y="2743337"/>
                      <a:chExt cx="759969" cy="1513068"/>
                    </a:xfrm>
                  </p:grpSpPr>
                  <p:sp>
                    <p:nvSpPr>
                      <p:cNvPr id="161" name="Freeform: Shape 160">
                        <a:extLst>
                          <a:ext uri="{FF2B5EF4-FFF2-40B4-BE49-F238E27FC236}">
                            <a16:creationId xmlns:a16="http://schemas.microsoft.com/office/drawing/2014/main" id="{E12D5685-51AD-8DE1-9176-7DCDF7C34FB5}"/>
                          </a:ext>
                        </a:extLst>
                      </p:cNvPr>
                      <p:cNvSpPr>
                        <a:spLocks noChangeArrowheads="1"/>
                      </p:cNvSpPr>
                      <p:nvPr/>
                    </p:nvSpPr>
                    <p:spPr bwMode="auto">
                      <a:xfrm>
                        <a:off x="5145531" y="2743337"/>
                        <a:ext cx="759969" cy="1513068"/>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ysClr val="window" lastClr="FFFFFF">
                          <a:lumMod val="6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62" name="Oval 8">
                        <a:extLst>
                          <a:ext uri="{FF2B5EF4-FFF2-40B4-BE49-F238E27FC236}">
                            <a16:creationId xmlns:a16="http://schemas.microsoft.com/office/drawing/2014/main" id="{917445E2-7BA6-5DC3-922F-B4C41BF251E7}"/>
                          </a:ext>
                        </a:extLst>
                      </p:cNvPr>
                      <p:cNvSpPr>
                        <a:spLocks noChangeArrowheads="1"/>
                      </p:cNvSpPr>
                      <p:nvPr/>
                    </p:nvSpPr>
                    <p:spPr bwMode="auto">
                      <a:xfrm>
                        <a:off x="5168159" y="2762577"/>
                        <a:ext cx="208888" cy="14663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grpSp>
                <p:grpSp>
                  <p:nvGrpSpPr>
                    <p:cNvPr id="155" name="Group 154">
                      <a:extLst>
                        <a:ext uri="{FF2B5EF4-FFF2-40B4-BE49-F238E27FC236}">
                          <a16:creationId xmlns:a16="http://schemas.microsoft.com/office/drawing/2014/main" id="{74B56F1B-F5D5-444E-D5EF-1A5307269335}"/>
                        </a:ext>
                      </a:extLst>
                    </p:cNvPr>
                    <p:cNvGrpSpPr/>
                    <p:nvPr/>
                  </p:nvGrpSpPr>
                  <p:grpSpPr>
                    <a:xfrm>
                      <a:off x="4484809" y="2398903"/>
                      <a:ext cx="926698" cy="1845019"/>
                      <a:chOff x="4361759" y="2579337"/>
                      <a:chExt cx="926698" cy="1845019"/>
                    </a:xfrm>
                  </p:grpSpPr>
                  <p:sp>
                    <p:nvSpPr>
                      <p:cNvPr id="159" name="Freeform: Shape 158">
                        <a:extLst>
                          <a:ext uri="{FF2B5EF4-FFF2-40B4-BE49-F238E27FC236}">
                            <a16:creationId xmlns:a16="http://schemas.microsoft.com/office/drawing/2014/main" id="{321FEE46-26AB-366B-177C-8594A03A7BBD}"/>
                          </a:ext>
                        </a:extLst>
                      </p:cNvPr>
                      <p:cNvSpPr>
                        <a:spLocks noChangeArrowheads="1"/>
                      </p:cNvSpPr>
                      <p:nvPr/>
                    </p:nvSpPr>
                    <p:spPr bwMode="auto">
                      <a:xfrm>
                        <a:off x="4361759" y="2579337"/>
                        <a:ext cx="926698" cy="1845019"/>
                      </a:xfrm>
                      <a:custGeom>
                        <a:avLst/>
                        <a:gdLst>
                          <a:gd name="connsiteX0" fmla="*/ 153801 w 1000618"/>
                          <a:gd name="connsiteY0" fmla="*/ 0 h 1992190"/>
                          <a:gd name="connsiteX1" fmla="*/ 154483 w 1000618"/>
                          <a:gd name="connsiteY1" fmla="*/ 146 h 1992190"/>
                          <a:gd name="connsiteX2" fmla="*/ 154707 w 1000618"/>
                          <a:gd name="connsiteY2" fmla="*/ 0 h 1992190"/>
                          <a:gd name="connsiteX3" fmla="*/ 155153 w 1000618"/>
                          <a:gd name="connsiteY3" fmla="*/ 289 h 1992190"/>
                          <a:gd name="connsiteX4" fmla="*/ 881195 w 1000618"/>
                          <a:gd name="connsiteY4" fmla="*/ 155612 h 1992190"/>
                          <a:gd name="connsiteX5" fmla="*/ 881201 w 1000618"/>
                          <a:gd name="connsiteY5" fmla="*/ 156630 h 1992190"/>
                          <a:gd name="connsiteX6" fmla="*/ 904282 w 1000618"/>
                          <a:gd name="connsiteY6" fmla="*/ 181671 h 1992190"/>
                          <a:gd name="connsiteX7" fmla="*/ 1000618 w 1000618"/>
                          <a:gd name="connsiteY7" fmla="*/ 994297 h 1992190"/>
                          <a:gd name="connsiteX8" fmla="*/ 913706 w 1000618"/>
                          <a:gd name="connsiteY8" fmla="*/ 1789550 h 1992190"/>
                          <a:gd name="connsiteX9" fmla="*/ 892042 w 1000618"/>
                          <a:gd name="connsiteY9" fmla="*/ 1824374 h 1992190"/>
                          <a:gd name="connsiteX10" fmla="*/ 892051 w 1000618"/>
                          <a:gd name="connsiteY10" fmla="*/ 1825723 h 1992190"/>
                          <a:gd name="connsiteX11" fmla="*/ 161039 w 1000618"/>
                          <a:gd name="connsiteY11" fmla="*/ 1988572 h 1992190"/>
                          <a:gd name="connsiteX12" fmla="*/ 161037 w 1000618"/>
                          <a:gd name="connsiteY12" fmla="*/ 1988082 h 1992190"/>
                          <a:gd name="connsiteX13" fmla="*/ 154707 w 1000618"/>
                          <a:gd name="connsiteY13" fmla="*/ 1992190 h 1992190"/>
                          <a:gd name="connsiteX14" fmla="*/ 0 w 1000618"/>
                          <a:gd name="connsiteY14" fmla="*/ 996095 h 1992190"/>
                          <a:gd name="connsiteX15" fmla="*/ 123528 w 1000618"/>
                          <a:gd name="connsiteY15" fmla="*/ 20237 h 1992190"/>
                          <a:gd name="connsiteX16" fmla="*/ 153803 w 1000618"/>
                          <a:gd name="connsiteY16" fmla="*/ 587 h 199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618" h="1992190">
                            <a:moveTo>
                              <a:pt x="153801" y="0"/>
                            </a:moveTo>
                            <a:lnTo>
                              <a:pt x="154483" y="146"/>
                            </a:lnTo>
                            <a:lnTo>
                              <a:pt x="154707" y="0"/>
                            </a:lnTo>
                            <a:lnTo>
                              <a:pt x="155153" y="289"/>
                            </a:lnTo>
                            <a:lnTo>
                              <a:pt x="881195" y="155612"/>
                            </a:lnTo>
                            <a:lnTo>
                              <a:pt x="881201" y="156630"/>
                            </a:lnTo>
                            <a:lnTo>
                              <a:pt x="904282" y="181671"/>
                            </a:lnTo>
                            <a:cubicBezTo>
                              <a:pt x="958733" y="276728"/>
                              <a:pt x="1000618" y="603546"/>
                              <a:pt x="1000618" y="994297"/>
                            </a:cubicBezTo>
                            <a:cubicBezTo>
                              <a:pt x="1000618" y="1362811"/>
                              <a:pt x="964318" y="1675730"/>
                              <a:pt x="913706" y="1789550"/>
                            </a:cubicBezTo>
                            <a:lnTo>
                              <a:pt x="892042" y="1824374"/>
                            </a:lnTo>
                            <a:lnTo>
                              <a:pt x="892051" y="1825723"/>
                            </a:lnTo>
                            <a:lnTo>
                              <a:pt x="161039" y="1988572"/>
                            </a:lnTo>
                            <a:lnTo>
                              <a:pt x="161037" y="1988082"/>
                            </a:lnTo>
                            <a:lnTo>
                              <a:pt x="154707" y="1992190"/>
                            </a:lnTo>
                            <a:cubicBezTo>
                              <a:pt x="69265" y="1992190"/>
                              <a:pt x="0" y="1546223"/>
                              <a:pt x="0" y="996095"/>
                            </a:cubicBezTo>
                            <a:cubicBezTo>
                              <a:pt x="0" y="514733"/>
                              <a:pt x="53031" y="113119"/>
                              <a:pt x="123528" y="20237"/>
                            </a:cubicBezTo>
                            <a:lnTo>
                              <a:pt x="153803" y="587"/>
                            </a:lnTo>
                            <a:close/>
                          </a:path>
                        </a:pathLst>
                      </a:custGeom>
                      <a:solidFill>
                        <a:sysClr val="window" lastClr="FFFFFF">
                          <a:lumMod val="7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60" name="Oval 8">
                        <a:extLst>
                          <a:ext uri="{FF2B5EF4-FFF2-40B4-BE49-F238E27FC236}">
                            <a16:creationId xmlns:a16="http://schemas.microsoft.com/office/drawing/2014/main" id="{2863ADA9-32E7-5A45-CDAC-F2D03D08152B}"/>
                          </a:ext>
                        </a:extLst>
                      </p:cNvPr>
                      <p:cNvSpPr>
                        <a:spLocks noChangeArrowheads="1"/>
                      </p:cNvSpPr>
                      <p:nvPr/>
                    </p:nvSpPr>
                    <p:spPr bwMode="auto">
                      <a:xfrm>
                        <a:off x="4388306" y="2607561"/>
                        <a:ext cx="254716" cy="1788042"/>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grpSp>
                <p:grpSp>
                  <p:nvGrpSpPr>
                    <p:cNvPr id="156" name="Group 155">
                      <a:extLst>
                        <a:ext uri="{FF2B5EF4-FFF2-40B4-BE49-F238E27FC236}">
                          <a16:creationId xmlns:a16="http://schemas.microsoft.com/office/drawing/2014/main" id="{8854CF1B-4BA6-1470-EECD-E584D3488FDC}"/>
                        </a:ext>
                      </a:extLst>
                    </p:cNvPr>
                    <p:cNvGrpSpPr/>
                    <p:nvPr/>
                  </p:nvGrpSpPr>
                  <p:grpSpPr>
                    <a:xfrm>
                      <a:off x="3559446" y="2197998"/>
                      <a:ext cx="1124440" cy="2230446"/>
                      <a:chOff x="3436396" y="2378432"/>
                      <a:chExt cx="1124440" cy="2230446"/>
                    </a:xfrm>
                  </p:grpSpPr>
                  <p:sp>
                    <p:nvSpPr>
                      <p:cNvPr id="157" name="Freeform: Shape 156">
                        <a:extLst>
                          <a:ext uri="{FF2B5EF4-FFF2-40B4-BE49-F238E27FC236}">
                            <a16:creationId xmlns:a16="http://schemas.microsoft.com/office/drawing/2014/main" id="{631005AA-8397-2D7B-8913-A64C6E3B0DDA}"/>
                          </a:ext>
                        </a:extLst>
                      </p:cNvPr>
                      <p:cNvSpPr>
                        <a:spLocks noChangeArrowheads="1"/>
                      </p:cNvSpPr>
                      <p:nvPr/>
                    </p:nvSpPr>
                    <p:spPr bwMode="auto">
                      <a:xfrm>
                        <a:off x="3436396" y="2378432"/>
                        <a:ext cx="1124440" cy="2230446"/>
                      </a:xfrm>
                      <a:custGeom>
                        <a:avLst/>
                        <a:gdLst>
                          <a:gd name="connsiteX0" fmla="*/ 184563 w 1214133"/>
                          <a:gd name="connsiteY0" fmla="*/ 0 h 2408362"/>
                          <a:gd name="connsiteX1" fmla="*/ 186605 w 1214133"/>
                          <a:gd name="connsiteY1" fmla="*/ 436 h 2408362"/>
                          <a:gd name="connsiteX2" fmla="*/ 187277 w 1214133"/>
                          <a:gd name="connsiteY2" fmla="*/ 0 h 2408362"/>
                          <a:gd name="connsiteX3" fmla="*/ 188611 w 1214133"/>
                          <a:gd name="connsiteY3" fmla="*/ 865 h 2408362"/>
                          <a:gd name="connsiteX4" fmla="*/ 1065759 w 1214133"/>
                          <a:gd name="connsiteY4" fmla="*/ 188182 h 2408362"/>
                          <a:gd name="connsiteX5" fmla="*/ 1065766 w 1214133"/>
                          <a:gd name="connsiteY5" fmla="*/ 189152 h 2408362"/>
                          <a:gd name="connsiteX6" fmla="*/ 1095275 w 1214133"/>
                          <a:gd name="connsiteY6" fmla="*/ 219039 h 2408362"/>
                          <a:gd name="connsiteX7" fmla="*/ 1214133 w 1214133"/>
                          <a:gd name="connsiteY7" fmla="*/ 1204191 h 2408362"/>
                          <a:gd name="connsiteX8" fmla="*/ 1107126 w 1214133"/>
                          <a:gd name="connsiteY8" fmla="*/ 2168556 h 2408362"/>
                          <a:gd name="connsiteX9" fmla="*/ 1080225 w 1214133"/>
                          <a:gd name="connsiteY9" fmla="*/ 2211585 h 2408362"/>
                          <a:gd name="connsiteX10" fmla="*/ 1080234 w 1214133"/>
                          <a:gd name="connsiteY10" fmla="*/ 2212942 h 2408362"/>
                          <a:gd name="connsiteX11" fmla="*/ 191801 w 1214133"/>
                          <a:gd name="connsiteY11" fmla="*/ 2408361 h 2408362"/>
                          <a:gd name="connsiteX12" fmla="*/ 191792 w 1214133"/>
                          <a:gd name="connsiteY12" fmla="*/ 2405436 h 2408362"/>
                          <a:gd name="connsiteX13" fmla="*/ 187277 w 1214133"/>
                          <a:gd name="connsiteY13" fmla="*/ 2408362 h 2408362"/>
                          <a:gd name="connsiteX14" fmla="*/ 0 w 1214133"/>
                          <a:gd name="connsiteY14" fmla="*/ 1204181 h 2408362"/>
                          <a:gd name="connsiteX15" fmla="*/ 149534 w 1214133"/>
                          <a:gd name="connsiteY15" fmla="*/ 24465 h 2408362"/>
                          <a:gd name="connsiteX16" fmla="*/ 184569 w 1214133"/>
                          <a:gd name="connsiteY16" fmla="*/ 1756 h 240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133" h="2408362">
                            <a:moveTo>
                              <a:pt x="184563" y="0"/>
                            </a:moveTo>
                            <a:lnTo>
                              <a:pt x="186605" y="436"/>
                            </a:lnTo>
                            <a:lnTo>
                              <a:pt x="187277" y="0"/>
                            </a:lnTo>
                            <a:lnTo>
                              <a:pt x="188611" y="865"/>
                            </a:lnTo>
                            <a:lnTo>
                              <a:pt x="1065759" y="188182"/>
                            </a:lnTo>
                            <a:lnTo>
                              <a:pt x="1065766" y="189152"/>
                            </a:lnTo>
                            <a:lnTo>
                              <a:pt x="1095275" y="219039"/>
                            </a:lnTo>
                            <a:cubicBezTo>
                              <a:pt x="1163941" y="333043"/>
                              <a:pt x="1214133" y="731112"/>
                              <a:pt x="1214133" y="1204191"/>
                            </a:cubicBezTo>
                            <a:cubicBezTo>
                              <a:pt x="1214133" y="1648695"/>
                              <a:pt x="1169518" y="2029301"/>
                              <a:pt x="1107126" y="2168556"/>
                            </a:cubicBezTo>
                            <a:lnTo>
                              <a:pt x="1080225" y="2211585"/>
                            </a:lnTo>
                            <a:lnTo>
                              <a:pt x="1080234" y="2212942"/>
                            </a:lnTo>
                            <a:lnTo>
                              <a:pt x="191801" y="2408361"/>
                            </a:lnTo>
                            <a:lnTo>
                              <a:pt x="191792" y="2405436"/>
                            </a:lnTo>
                            <a:lnTo>
                              <a:pt x="187277" y="2408362"/>
                            </a:lnTo>
                            <a:cubicBezTo>
                              <a:pt x="83847" y="2408362"/>
                              <a:pt x="0" y="1869232"/>
                              <a:pt x="0" y="1204181"/>
                            </a:cubicBezTo>
                            <a:cubicBezTo>
                              <a:pt x="0" y="622262"/>
                              <a:pt x="64196" y="136750"/>
                              <a:pt x="149534" y="24465"/>
                            </a:cubicBezTo>
                            <a:lnTo>
                              <a:pt x="184569" y="1756"/>
                            </a:lnTo>
                            <a:close/>
                          </a:path>
                        </a:pathLst>
                      </a:custGeom>
                      <a:solidFill>
                        <a:sysClr val="window" lastClr="FFFFFF">
                          <a:lumMod val="85000"/>
                        </a:sysClr>
                      </a:solid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58" name="Oval 12">
                        <a:extLst>
                          <a:ext uri="{FF2B5EF4-FFF2-40B4-BE49-F238E27FC236}">
                            <a16:creationId xmlns:a16="http://schemas.microsoft.com/office/drawing/2014/main" id="{833F0F1E-2609-6D78-4EEB-0354033BCCCE}"/>
                          </a:ext>
                        </a:extLst>
                      </p:cNvPr>
                      <p:cNvSpPr>
                        <a:spLocks noChangeArrowheads="1"/>
                      </p:cNvSpPr>
                      <p:nvPr/>
                    </p:nvSpPr>
                    <p:spPr bwMode="auto">
                      <a:xfrm>
                        <a:off x="3461746" y="2416329"/>
                        <a:ext cx="306665" cy="2166766"/>
                      </a:xfrm>
                      <a:prstGeom prst="ellipse">
                        <a:avLst/>
                      </a:pr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grpSp>
              </p:grpSp>
              <p:sp>
                <p:nvSpPr>
                  <p:cNvPr id="149" name="Freeform 17">
                    <a:extLst>
                      <a:ext uri="{FF2B5EF4-FFF2-40B4-BE49-F238E27FC236}">
                        <a16:creationId xmlns:a16="http://schemas.microsoft.com/office/drawing/2014/main" id="{DE614298-3DC5-936E-9BD0-937A2E127D0F}"/>
                      </a:ext>
                    </a:extLst>
                  </p:cNvPr>
                  <p:cNvSpPr>
                    <a:spLocks/>
                  </p:cNvSpPr>
                  <p:nvPr/>
                </p:nvSpPr>
                <p:spPr bwMode="auto">
                  <a:xfrm>
                    <a:off x="1950275" y="1373218"/>
                    <a:ext cx="4040545" cy="3567706"/>
                  </a:xfrm>
                  <a:custGeom>
                    <a:avLst/>
                    <a:gdLst>
                      <a:gd name="T0" fmla="*/ 800 w 897"/>
                      <a:gd name="T1" fmla="*/ 277 h 1062"/>
                      <a:gd name="T2" fmla="*/ 0 w 897"/>
                      <a:gd name="T3" fmla="*/ 0 h 1062"/>
                      <a:gd name="T4" fmla="*/ 0 w 897"/>
                      <a:gd name="T5" fmla="*/ 531 h 1062"/>
                      <a:gd name="T6" fmla="*/ 0 w 897"/>
                      <a:gd name="T7" fmla="*/ 1062 h 1062"/>
                      <a:gd name="T8" fmla="*/ 799 w 897"/>
                      <a:gd name="T9" fmla="*/ 785 h 1062"/>
                      <a:gd name="T10" fmla="*/ 799 w 897"/>
                      <a:gd name="T11" fmla="*/ 785 h 1062"/>
                      <a:gd name="T12" fmla="*/ 886 w 897"/>
                      <a:gd name="T13" fmla="*/ 769 h 1062"/>
                      <a:gd name="T14" fmla="*/ 897 w 897"/>
                      <a:gd name="T15" fmla="*/ 535 h 1062"/>
                      <a:gd name="T16" fmla="*/ 886 w 897"/>
                      <a:gd name="T17" fmla="*/ 297 h 1062"/>
                      <a:gd name="T18" fmla="*/ 886 w 897"/>
                      <a:gd name="T19" fmla="*/ 293 h 1062"/>
                      <a:gd name="T20" fmla="*/ 809 w 897"/>
                      <a:gd name="T21" fmla="*/ 278 h 1062"/>
                      <a:gd name="T22" fmla="*/ 800 w 897"/>
                      <a:gd name="T23" fmla="*/ 276 h 1062"/>
                      <a:gd name="T24" fmla="*/ 800 w 897"/>
                      <a:gd name="T25" fmla="*/ 277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7" h="1062">
                        <a:moveTo>
                          <a:pt x="800" y="277"/>
                        </a:moveTo>
                        <a:cubicBezTo>
                          <a:pt x="246" y="165"/>
                          <a:pt x="0" y="0"/>
                          <a:pt x="0" y="0"/>
                        </a:cubicBezTo>
                        <a:cubicBezTo>
                          <a:pt x="0" y="531"/>
                          <a:pt x="0" y="531"/>
                          <a:pt x="0" y="531"/>
                        </a:cubicBezTo>
                        <a:cubicBezTo>
                          <a:pt x="0" y="1062"/>
                          <a:pt x="0" y="1062"/>
                          <a:pt x="0" y="1062"/>
                        </a:cubicBezTo>
                        <a:cubicBezTo>
                          <a:pt x="0" y="1062"/>
                          <a:pt x="246" y="896"/>
                          <a:pt x="799" y="785"/>
                        </a:cubicBezTo>
                        <a:cubicBezTo>
                          <a:pt x="799" y="785"/>
                          <a:pt x="799" y="785"/>
                          <a:pt x="799" y="785"/>
                        </a:cubicBezTo>
                        <a:cubicBezTo>
                          <a:pt x="886" y="769"/>
                          <a:pt x="886" y="769"/>
                          <a:pt x="886" y="769"/>
                        </a:cubicBezTo>
                        <a:cubicBezTo>
                          <a:pt x="893" y="703"/>
                          <a:pt x="897" y="623"/>
                          <a:pt x="897" y="535"/>
                        </a:cubicBezTo>
                        <a:cubicBezTo>
                          <a:pt x="897" y="445"/>
                          <a:pt x="893" y="363"/>
                          <a:pt x="886" y="297"/>
                        </a:cubicBezTo>
                        <a:cubicBezTo>
                          <a:pt x="886" y="293"/>
                          <a:pt x="886" y="293"/>
                          <a:pt x="886" y="293"/>
                        </a:cubicBezTo>
                        <a:cubicBezTo>
                          <a:pt x="860" y="288"/>
                          <a:pt x="834" y="283"/>
                          <a:pt x="809" y="278"/>
                        </a:cubicBezTo>
                        <a:cubicBezTo>
                          <a:pt x="800" y="276"/>
                          <a:pt x="800" y="276"/>
                          <a:pt x="800" y="276"/>
                        </a:cubicBezTo>
                        <a:cubicBezTo>
                          <a:pt x="800" y="276"/>
                          <a:pt x="800" y="277"/>
                          <a:pt x="800" y="277"/>
                        </a:cubicBezTo>
                        <a:close/>
                      </a:path>
                    </a:pathLst>
                  </a:custGeom>
                  <a:gradFill>
                    <a:gsLst>
                      <a:gs pos="1000">
                        <a:srgbClr val="0D1F3B">
                          <a:lumMod val="80000"/>
                          <a:lumOff val="20000"/>
                        </a:srgbClr>
                      </a:gs>
                      <a:gs pos="100000">
                        <a:srgbClr val="0D1F3B"/>
                      </a:gs>
                    </a:gsLst>
                    <a:lin ang="0" scaled="1"/>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50" name="Freeform 18">
                    <a:extLst>
                      <a:ext uri="{FF2B5EF4-FFF2-40B4-BE49-F238E27FC236}">
                        <a16:creationId xmlns:a16="http://schemas.microsoft.com/office/drawing/2014/main" id="{6765E324-14EB-B1A2-5E4B-96B79EA19724}"/>
                      </a:ext>
                    </a:extLst>
                  </p:cNvPr>
                  <p:cNvSpPr>
                    <a:spLocks/>
                  </p:cNvSpPr>
                  <p:nvPr/>
                </p:nvSpPr>
                <p:spPr bwMode="auto">
                  <a:xfrm>
                    <a:off x="1950280" y="2158813"/>
                    <a:ext cx="3599379" cy="1033947"/>
                  </a:xfrm>
                  <a:custGeom>
                    <a:avLst/>
                    <a:gdLst>
                      <a:gd name="T0" fmla="*/ 730 w 730"/>
                      <a:gd name="T1" fmla="*/ 154 h 308"/>
                      <a:gd name="T2" fmla="*/ 618 w 730"/>
                      <a:gd name="T3" fmla="*/ 256 h 308"/>
                      <a:gd name="T4" fmla="*/ 618 w 730"/>
                      <a:gd name="T5" fmla="*/ 203 h 308"/>
                      <a:gd name="T6" fmla="*/ 0 w 730"/>
                      <a:gd name="T7" fmla="*/ 308 h 308"/>
                      <a:gd name="T8" fmla="*/ 0 w 730"/>
                      <a:gd name="T9" fmla="*/ 0 h 308"/>
                      <a:gd name="T10" fmla="*/ 618 w 730"/>
                      <a:gd name="T11" fmla="*/ 114 h 308"/>
                      <a:gd name="T12" fmla="*/ 618 w 730"/>
                      <a:gd name="T13" fmla="*/ 62 h 308"/>
                      <a:gd name="T14" fmla="*/ 730 w 730"/>
                      <a:gd name="T15" fmla="*/ 154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0" h="308">
                        <a:moveTo>
                          <a:pt x="730" y="154"/>
                        </a:moveTo>
                        <a:cubicBezTo>
                          <a:pt x="618" y="256"/>
                          <a:pt x="618" y="256"/>
                          <a:pt x="618" y="256"/>
                        </a:cubicBezTo>
                        <a:cubicBezTo>
                          <a:pt x="618" y="203"/>
                          <a:pt x="618" y="203"/>
                          <a:pt x="618" y="203"/>
                        </a:cubicBezTo>
                        <a:cubicBezTo>
                          <a:pt x="618" y="203"/>
                          <a:pt x="246" y="196"/>
                          <a:pt x="0" y="308"/>
                        </a:cubicBezTo>
                        <a:cubicBezTo>
                          <a:pt x="0" y="0"/>
                          <a:pt x="0" y="0"/>
                          <a:pt x="0" y="0"/>
                        </a:cubicBezTo>
                        <a:cubicBezTo>
                          <a:pt x="0" y="0"/>
                          <a:pt x="156" y="100"/>
                          <a:pt x="618" y="114"/>
                        </a:cubicBezTo>
                        <a:cubicBezTo>
                          <a:pt x="618" y="62"/>
                          <a:pt x="618" y="62"/>
                          <a:pt x="618" y="62"/>
                        </a:cubicBezTo>
                        <a:lnTo>
                          <a:pt x="730" y="154"/>
                        </a:lnTo>
                        <a:close/>
                      </a:path>
                    </a:pathLst>
                  </a:custGeom>
                  <a:gradFill flip="none" rotWithShape="1">
                    <a:gsLst>
                      <a:gs pos="0">
                        <a:sysClr val="window" lastClr="FFFFFF"/>
                      </a:gs>
                      <a:gs pos="57000">
                        <a:srgbClr val="0D1F3B">
                          <a:lumMod val="20000"/>
                          <a:lumOff val="80000"/>
                        </a:srgbClr>
                      </a:gs>
                    </a:gsLst>
                    <a:lin ang="0" scaled="1"/>
                    <a:tileRect/>
                  </a:gra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51" name="Freeform 19">
                    <a:extLst>
                      <a:ext uri="{FF2B5EF4-FFF2-40B4-BE49-F238E27FC236}">
                        <a16:creationId xmlns:a16="http://schemas.microsoft.com/office/drawing/2014/main" id="{4B00733B-FC06-5A80-C4DE-798786AD4120}"/>
                      </a:ext>
                    </a:extLst>
                  </p:cNvPr>
                  <p:cNvSpPr>
                    <a:spLocks/>
                  </p:cNvSpPr>
                  <p:nvPr/>
                </p:nvSpPr>
                <p:spPr bwMode="auto">
                  <a:xfrm>
                    <a:off x="2596418" y="2441409"/>
                    <a:ext cx="2900740" cy="492870"/>
                  </a:xfrm>
                  <a:custGeom>
                    <a:avLst/>
                    <a:gdLst>
                      <a:gd name="T0" fmla="*/ 0 w 558"/>
                      <a:gd name="T1" fmla="*/ 137 h 148"/>
                      <a:gd name="T2" fmla="*/ 0 w 558"/>
                      <a:gd name="T3" fmla="*/ 5 h 148"/>
                      <a:gd name="T4" fmla="*/ 474 w 558"/>
                      <a:gd name="T5" fmla="*/ 45 h 148"/>
                      <a:gd name="T6" fmla="*/ 474 w 558"/>
                      <a:gd name="T7" fmla="*/ 0 h 148"/>
                      <a:gd name="T8" fmla="*/ 558 w 558"/>
                      <a:gd name="T9" fmla="*/ 71 h 148"/>
                      <a:gd name="T10" fmla="*/ 474 w 558"/>
                      <a:gd name="T11" fmla="*/ 148 h 148"/>
                      <a:gd name="T12" fmla="*/ 474 w 558"/>
                      <a:gd name="T13" fmla="*/ 108 h 148"/>
                      <a:gd name="T14" fmla="*/ 0 w 558"/>
                      <a:gd name="T15" fmla="*/ 137 h 1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148">
                        <a:moveTo>
                          <a:pt x="0" y="137"/>
                        </a:moveTo>
                        <a:cubicBezTo>
                          <a:pt x="0" y="5"/>
                          <a:pt x="0" y="5"/>
                          <a:pt x="0" y="5"/>
                        </a:cubicBezTo>
                        <a:cubicBezTo>
                          <a:pt x="0" y="5"/>
                          <a:pt x="165" y="45"/>
                          <a:pt x="474" y="45"/>
                        </a:cubicBezTo>
                        <a:cubicBezTo>
                          <a:pt x="474" y="0"/>
                          <a:pt x="474" y="0"/>
                          <a:pt x="474" y="0"/>
                        </a:cubicBezTo>
                        <a:cubicBezTo>
                          <a:pt x="558" y="71"/>
                          <a:pt x="558" y="71"/>
                          <a:pt x="558" y="71"/>
                        </a:cubicBezTo>
                        <a:cubicBezTo>
                          <a:pt x="474" y="148"/>
                          <a:pt x="474" y="148"/>
                          <a:pt x="474" y="148"/>
                        </a:cubicBezTo>
                        <a:cubicBezTo>
                          <a:pt x="474" y="108"/>
                          <a:pt x="474" y="108"/>
                          <a:pt x="474" y="108"/>
                        </a:cubicBezTo>
                        <a:cubicBezTo>
                          <a:pt x="474" y="108"/>
                          <a:pt x="275" y="99"/>
                          <a:pt x="0" y="137"/>
                        </a:cubicBezTo>
                        <a:close/>
                      </a:path>
                    </a:pathLst>
                  </a:custGeom>
                  <a:solidFill>
                    <a:srgbClr val="122A52"/>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75757"/>
                      </a:solidFill>
                      <a:effectLst/>
                      <a:uLnTx/>
                      <a:uFillTx/>
                    </a:endParaRPr>
                  </a:p>
                </p:txBody>
              </p:sp>
              <p:sp>
                <p:nvSpPr>
                  <p:cNvPr id="152" name="TextBox 151">
                    <a:extLst>
                      <a:ext uri="{FF2B5EF4-FFF2-40B4-BE49-F238E27FC236}">
                        <a16:creationId xmlns:a16="http://schemas.microsoft.com/office/drawing/2014/main" id="{C56C61FA-1D59-D4D3-3C6F-1AFF45B9E6D4}"/>
                      </a:ext>
                    </a:extLst>
                  </p:cNvPr>
                  <p:cNvSpPr txBox="1"/>
                  <p:nvPr/>
                </p:nvSpPr>
                <p:spPr>
                  <a:xfrm>
                    <a:off x="2586897" y="2506266"/>
                    <a:ext cx="3205997" cy="342606"/>
                  </a:xfrm>
                  <a:prstGeom prst="rect">
                    <a:avLst/>
                  </a:prstGeom>
                  <a:noFill/>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Project Requests</a:t>
                    </a:r>
                  </a:p>
                </p:txBody>
              </p:sp>
            </p:grpSp>
            <p:sp>
              <p:nvSpPr>
                <p:cNvPr id="145" name="TextBox 144">
                  <a:extLst>
                    <a:ext uri="{FF2B5EF4-FFF2-40B4-BE49-F238E27FC236}">
                      <a16:creationId xmlns:a16="http://schemas.microsoft.com/office/drawing/2014/main" id="{5097D141-BDD2-16EA-DB18-42E4A9CE45E3}"/>
                    </a:ext>
                  </a:extLst>
                </p:cNvPr>
                <p:cNvSpPr txBox="1"/>
                <p:nvPr/>
              </p:nvSpPr>
              <p:spPr>
                <a:xfrm>
                  <a:off x="6741752" y="5658739"/>
                  <a:ext cx="920921" cy="74800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MHS GENESIS Leadership Group </a:t>
                  </a:r>
                  <a:br>
                    <a:rPr kumimoji="0" lang="en-IN" sz="8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IN" sz="8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(MGLG) </a:t>
                  </a:r>
                </a:p>
              </p:txBody>
            </p:sp>
            <p:sp>
              <p:nvSpPr>
                <p:cNvPr id="146" name="TextBox 145">
                  <a:extLst>
                    <a:ext uri="{FF2B5EF4-FFF2-40B4-BE49-F238E27FC236}">
                      <a16:creationId xmlns:a16="http://schemas.microsoft.com/office/drawing/2014/main" id="{881A149D-362C-2BF4-2D96-1C5DA0E430F5}"/>
                    </a:ext>
                  </a:extLst>
                </p:cNvPr>
                <p:cNvSpPr txBox="1"/>
                <p:nvPr/>
              </p:nvSpPr>
              <p:spPr>
                <a:xfrm>
                  <a:off x="5737108" y="1992099"/>
                  <a:ext cx="2035002" cy="535531"/>
                </a:xfrm>
                <a:prstGeom prst="rect">
                  <a:avLst/>
                </a:prstGeom>
                <a:noFill/>
              </p:spPr>
              <p:txBody>
                <a:bodyPr wrap="square" rtlCol="0" anchor="ctr">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IN" sz="16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DHA </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n-IN" sz="16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Customers</a:t>
                  </a:r>
                </a:p>
              </p:txBody>
            </p:sp>
          </p:grpSp>
          <p:pic>
            <p:nvPicPr>
              <p:cNvPr id="142" name="Graphic 141" descr="Customer review outline">
                <a:extLst>
                  <a:ext uri="{FF2B5EF4-FFF2-40B4-BE49-F238E27FC236}">
                    <a16:creationId xmlns:a16="http://schemas.microsoft.com/office/drawing/2014/main" id="{A27AC6F4-BAEA-3847-EAF9-752B2891863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9116" y="1179407"/>
                <a:ext cx="471709" cy="468698"/>
              </a:xfrm>
              <a:prstGeom prst="rect">
                <a:avLst/>
              </a:prstGeom>
            </p:spPr>
          </p:pic>
          <p:sp>
            <p:nvSpPr>
              <p:cNvPr id="143" name="TextBox 142">
                <a:extLst>
                  <a:ext uri="{FF2B5EF4-FFF2-40B4-BE49-F238E27FC236}">
                    <a16:creationId xmlns:a16="http://schemas.microsoft.com/office/drawing/2014/main" id="{FED0306C-FF7C-02F6-B8FA-BB21BBCDE0D4}"/>
                  </a:ext>
                </a:extLst>
              </p:cNvPr>
              <p:cNvSpPr txBox="1"/>
              <p:nvPr/>
            </p:nvSpPr>
            <p:spPr>
              <a:xfrm>
                <a:off x="381199" y="1615318"/>
                <a:ext cx="942169"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AD-R&amp;PI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dirty="0">
                    <a:ln>
                      <a:noFill/>
                    </a:ln>
                    <a:solidFill>
                      <a:srgbClr val="122A52"/>
                    </a:solidFill>
                    <a:effectLst/>
                    <a:uLnTx/>
                    <a:uFillTx/>
                    <a:latin typeface="Open Sans" panose="020B0606030504020204" pitchFamily="34" charset="0"/>
                    <a:ea typeface="Open Sans" panose="020B0606030504020204" pitchFamily="34" charset="0"/>
                    <a:cs typeface="Open Sans" panose="020B0606030504020204" pitchFamily="34" charset="0"/>
                  </a:rPr>
                  <a:t>J-1, J-8</a:t>
                </a:r>
              </a:p>
            </p:txBody>
          </p:sp>
        </p:grpSp>
        <p:grpSp>
          <p:nvGrpSpPr>
            <p:cNvPr id="126" name="Group 125">
              <a:extLst>
                <a:ext uri="{FF2B5EF4-FFF2-40B4-BE49-F238E27FC236}">
                  <a16:creationId xmlns:a16="http://schemas.microsoft.com/office/drawing/2014/main" id="{83D73EFB-D173-77FE-0789-FC3B62E5E461}"/>
                </a:ext>
              </a:extLst>
            </p:cNvPr>
            <p:cNvGrpSpPr/>
            <p:nvPr/>
          </p:nvGrpSpPr>
          <p:grpSpPr>
            <a:xfrm>
              <a:off x="4861717" y="3048955"/>
              <a:ext cx="716696" cy="2636640"/>
              <a:chOff x="4926755" y="2733696"/>
              <a:chExt cx="691641" cy="2692522"/>
            </a:xfrm>
          </p:grpSpPr>
          <p:pic>
            <p:nvPicPr>
              <p:cNvPr id="133" name="Picture 132">
                <a:extLst>
                  <a:ext uri="{FF2B5EF4-FFF2-40B4-BE49-F238E27FC236}">
                    <a16:creationId xmlns:a16="http://schemas.microsoft.com/office/drawing/2014/main" id="{0DCBB889-C4D4-7AC4-A049-046AE1E51BD3}"/>
                  </a:ext>
                </a:extLst>
              </p:cNvPr>
              <p:cNvPicPr>
                <a:picLocks noChangeAspect="1"/>
              </p:cNvPicPr>
              <p:nvPr/>
            </p:nvPicPr>
            <p:blipFill>
              <a:blip r:embed="rId4"/>
              <a:stretch>
                <a:fillRect/>
              </a:stretch>
            </p:blipFill>
            <p:spPr>
              <a:xfrm>
                <a:off x="4926755" y="3794442"/>
                <a:ext cx="691641" cy="1631776"/>
              </a:xfrm>
              <a:prstGeom prst="rect">
                <a:avLst/>
              </a:prstGeom>
            </p:spPr>
          </p:pic>
          <p:pic>
            <p:nvPicPr>
              <p:cNvPr id="134" name="Graphic 133" descr="Customer review outline">
                <a:extLst>
                  <a:ext uri="{FF2B5EF4-FFF2-40B4-BE49-F238E27FC236}">
                    <a16:creationId xmlns:a16="http://schemas.microsoft.com/office/drawing/2014/main" id="{67641F96-A471-F1B2-4FD5-A321FB2353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06342" y="2733696"/>
                <a:ext cx="532468" cy="662700"/>
              </a:xfrm>
              <a:prstGeom prst="rect">
                <a:avLst/>
              </a:prstGeom>
            </p:spPr>
          </p:pic>
        </p:grpSp>
        <p:sp>
          <p:nvSpPr>
            <p:cNvPr id="131" name="TextBox 130">
              <a:extLst>
                <a:ext uri="{FF2B5EF4-FFF2-40B4-BE49-F238E27FC236}">
                  <a16:creationId xmlns:a16="http://schemas.microsoft.com/office/drawing/2014/main" id="{8707CE5A-88C1-29FD-1563-4E81BF86BFED}"/>
                </a:ext>
              </a:extLst>
            </p:cNvPr>
            <p:cNvSpPr txBox="1"/>
            <p:nvPr/>
          </p:nvSpPr>
          <p:spPr>
            <a:xfrm>
              <a:off x="9252757" y="1863204"/>
              <a:ext cx="484427" cy="276999"/>
            </a:xfrm>
            <a:prstGeom prst="rect">
              <a:avLst/>
            </a:prstGeom>
            <a:noFill/>
          </p:spPr>
          <p:txBody>
            <a:bodyPr wrap="non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dirty="0">
                  <a:ln>
                    <a:noFill/>
                  </a:ln>
                  <a:solidFill>
                    <a:srgbClr val="FFE18B">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P&amp;R</a:t>
              </a:r>
            </a:p>
          </p:txBody>
        </p:sp>
        <p:sp>
          <p:nvSpPr>
            <p:cNvPr id="132" name="TextBox 131">
              <a:extLst>
                <a:ext uri="{FF2B5EF4-FFF2-40B4-BE49-F238E27FC236}">
                  <a16:creationId xmlns:a16="http://schemas.microsoft.com/office/drawing/2014/main" id="{3BC095F0-5B50-D5BB-5C97-F5946F9ED025}"/>
                </a:ext>
              </a:extLst>
            </p:cNvPr>
            <p:cNvSpPr txBox="1"/>
            <p:nvPr/>
          </p:nvSpPr>
          <p:spPr>
            <a:xfrm>
              <a:off x="5822730" y="3814301"/>
              <a:ext cx="380718" cy="256180"/>
            </a:xfrm>
            <a:prstGeom prst="rect">
              <a:avLst/>
            </a:prstGeom>
            <a:noFill/>
          </p:spPr>
          <p:txBody>
            <a:bodyPr wrap="non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rgbClr val="00B05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grpSp>
      <p:sp>
        <p:nvSpPr>
          <p:cNvPr id="232" name="TextBox 231">
            <a:extLst>
              <a:ext uri="{FF2B5EF4-FFF2-40B4-BE49-F238E27FC236}">
                <a16:creationId xmlns:a16="http://schemas.microsoft.com/office/drawing/2014/main" id="{E9E8792D-717C-96A7-EFAD-80687C341CBC}"/>
              </a:ext>
            </a:extLst>
          </p:cNvPr>
          <p:cNvSpPr txBox="1"/>
          <p:nvPr/>
        </p:nvSpPr>
        <p:spPr>
          <a:xfrm>
            <a:off x="3613212" y="6492498"/>
            <a:ext cx="5171440" cy="4165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kern="0" dirty="0">
                <a:solidFill>
                  <a:schemeClr val="bg1"/>
                </a:solidFill>
              </a:rPr>
              <a:t>EIDS Delivery and Integration</a:t>
            </a:r>
          </a:p>
        </p:txBody>
      </p:sp>
      <p:sp>
        <p:nvSpPr>
          <p:cNvPr id="3" name="Date Placeholder 2">
            <a:extLst>
              <a:ext uri="{FF2B5EF4-FFF2-40B4-BE49-F238E27FC236}">
                <a16:creationId xmlns:a16="http://schemas.microsoft.com/office/drawing/2014/main" id="{44A2941D-953D-1DA0-19BF-F72620A96FD7}"/>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9607B9A2-C9E8-7529-50FF-FB9A6DCADF17}"/>
              </a:ext>
            </a:extLst>
          </p:cNvPr>
          <p:cNvSpPr>
            <a:spLocks noGrp="1"/>
          </p:cNvSpPr>
          <p:nvPr>
            <p:ph type="sldNum" sz="quarter" idx="4"/>
          </p:nvPr>
        </p:nvSpPr>
        <p:spPr/>
        <p:txBody>
          <a:bodyPr/>
          <a:lstStyle/>
          <a:p>
            <a:r>
              <a:rPr lang="en-US"/>
              <a:t>2025 MHS Conference    </a:t>
            </a:r>
            <a:fld id="{54558BDB-F807-4A0D-8BCD-2F5355F4A24C}" type="slidenum">
              <a:rPr lang="en-US" smtClean="0"/>
              <a:pPr/>
              <a:t>8</a:t>
            </a:fld>
            <a:endParaRPr lang="en-US" dirty="0"/>
          </a:p>
        </p:txBody>
      </p:sp>
      <p:pic>
        <p:nvPicPr>
          <p:cNvPr id="217" name="Picture 216">
            <a:extLst>
              <a:ext uri="{FF2B5EF4-FFF2-40B4-BE49-F238E27FC236}">
                <a16:creationId xmlns:a16="http://schemas.microsoft.com/office/drawing/2014/main" id="{EAB9686F-889C-70E3-1D82-4FC24E940097}"/>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673149" y="3192730"/>
            <a:ext cx="1212989" cy="562324"/>
          </a:xfrm>
          <a:prstGeom prst="rect">
            <a:avLst/>
          </a:prstGeom>
        </p:spPr>
      </p:pic>
      <p:grpSp>
        <p:nvGrpSpPr>
          <p:cNvPr id="9" name="Group 8">
            <a:extLst>
              <a:ext uri="{FF2B5EF4-FFF2-40B4-BE49-F238E27FC236}">
                <a16:creationId xmlns:a16="http://schemas.microsoft.com/office/drawing/2014/main" id="{894FCE63-37D1-51FA-15B8-8314907B4464}"/>
              </a:ext>
              <a:ext uri="{C183D7F6-B498-43B3-948B-1728B52AA6E4}">
                <adec:decorative xmlns:adec="http://schemas.microsoft.com/office/drawing/2017/decorative" val="1"/>
              </a:ext>
            </a:extLst>
          </p:cNvPr>
          <p:cNvGrpSpPr/>
          <p:nvPr/>
        </p:nvGrpSpPr>
        <p:grpSpPr>
          <a:xfrm>
            <a:off x="22699" y="3961438"/>
            <a:ext cx="1190249" cy="1724157"/>
            <a:chOff x="22699" y="3961438"/>
            <a:chExt cx="1190249" cy="1724157"/>
          </a:xfrm>
        </p:grpSpPr>
        <p:pic>
          <p:nvPicPr>
            <p:cNvPr id="130" name="Picture 129">
              <a:extLst>
                <a:ext uri="{FF2B5EF4-FFF2-40B4-BE49-F238E27FC236}">
                  <a16:creationId xmlns:a16="http://schemas.microsoft.com/office/drawing/2014/main" id="{BDF55AB0-AB71-83AC-E526-C1FF337EFAC9}"/>
                </a:ext>
              </a:extLst>
            </p:cNvPr>
            <p:cNvPicPr>
              <a:picLocks noChangeAspect="1"/>
            </p:cNvPicPr>
            <p:nvPr/>
          </p:nvPicPr>
          <p:blipFill>
            <a:blip r:embed="rId4"/>
            <a:stretch>
              <a:fillRect/>
            </a:stretch>
          </p:blipFill>
          <p:spPr>
            <a:xfrm>
              <a:off x="435538" y="4868874"/>
              <a:ext cx="364570" cy="816721"/>
            </a:xfrm>
            <a:prstGeom prst="rect">
              <a:avLst/>
            </a:prstGeom>
          </p:spPr>
        </p:pic>
        <p:sp>
          <p:nvSpPr>
            <p:cNvPr id="223" name="TextBox 222">
              <a:extLst>
                <a:ext uri="{FF2B5EF4-FFF2-40B4-BE49-F238E27FC236}">
                  <a16:creationId xmlns:a16="http://schemas.microsoft.com/office/drawing/2014/main" id="{8F58A839-E636-59FB-134E-45EC64590274}"/>
                </a:ext>
              </a:extLst>
            </p:cNvPr>
            <p:cNvSpPr txBox="1"/>
            <p:nvPr/>
          </p:nvSpPr>
          <p:spPr>
            <a:xfrm>
              <a:off x="22699" y="4483976"/>
              <a:ext cx="1190249" cy="25391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a:ln>
                    <a:noFill/>
                  </a:ln>
                  <a:solidFill>
                    <a:srgbClr val="0D1F3B"/>
                  </a:solidFill>
                  <a:effectLst/>
                  <a:uLnTx/>
                  <a:uFillTx/>
                  <a:latin typeface="Open Sans" panose="020B0606030504020204" pitchFamily="34" charset="0"/>
                  <a:ea typeface="Open Sans" panose="020B0606030504020204" pitchFamily="34" charset="0"/>
                  <a:cs typeface="Open Sans" panose="020B0606030504020204" pitchFamily="34" charset="0"/>
                </a:rPr>
                <a:t>NIH</a:t>
              </a:r>
            </a:p>
          </p:txBody>
        </p:sp>
        <p:pic>
          <p:nvPicPr>
            <p:cNvPr id="224" name="Graphic 223" descr="Customer review outline">
              <a:extLst>
                <a:ext uri="{FF2B5EF4-FFF2-40B4-BE49-F238E27FC236}">
                  <a16:creationId xmlns:a16="http://schemas.microsoft.com/office/drawing/2014/main" id="{C28C457E-9CA5-2301-517C-2BC83A4D4AD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1969" y="3961438"/>
              <a:ext cx="471709" cy="587081"/>
            </a:xfrm>
            <a:prstGeom prst="rect">
              <a:avLst/>
            </a:prstGeom>
          </p:spPr>
        </p:pic>
      </p:grpSp>
      <p:grpSp>
        <p:nvGrpSpPr>
          <p:cNvPr id="8" name="Group 7">
            <a:extLst>
              <a:ext uri="{FF2B5EF4-FFF2-40B4-BE49-F238E27FC236}">
                <a16:creationId xmlns:a16="http://schemas.microsoft.com/office/drawing/2014/main" id="{B9811869-80F4-2209-9A29-5FD16BAC6271}"/>
              </a:ext>
              <a:ext uri="{C183D7F6-B498-43B3-948B-1728B52AA6E4}">
                <adec:decorative xmlns:adec="http://schemas.microsoft.com/office/drawing/2017/decorative" val="1"/>
              </a:ext>
            </a:extLst>
          </p:cNvPr>
          <p:cNvGrpSpPr/>
          <p:nvPr/>
        </p:nvGrpSpPr>
        <p:grpSpPr>
          <a:xfrm>
            <a:off x="595540" y="3961438"/>
            <a:ext cx="1190249" cy="1724157"/>
            <a:chOff x="595540" y="3961438"/>
            <a:chExt cx="1190249" cy="1724157"/>
          </a:xfrm>
        </p:grpSpPr>
        <p:pic>
          <p:nvPicPr>
            <p:cNvPr id="129" name="Picture 128">
              <a:extLst>
                <a:ext uri="{FF2B5EF4-FFF2-40B4-BE49-F238E27FC236}">
                  <a16:creationId xmlns:a16="http://schemas.microsoft.com/office/drawing/2014/main" id="{74348E86-185B-E525-AAAB-4DD1F997E3C3}"/>
                </a:ext>
              </a:extLst>
            </p:cNvPr>
            <p:cNvPicPr>
              <a:picLocks noChangeAspect="1"/>
            </p:cNvPicPr>
            <p:nvPr/>
          </p:nvPicPr>
          <p:blipFill>
            <a:blip r:embed="rId4"/>
            <a:stretch>
              <a:fillRect/>
            </a:stretch>
          </p:blipFill>
          <p:spPr>
            <a:xfrm>
              <a:off x="1008379" y="4868874"/>
              <a:ext cx="364570" cy="816721"/>
            </a:xfrm>
            <a:prstGeom prst="rect">
              <a:avLst/>
            </a:prstGeom>
          </p:spPr>
        </p:pic>
        <p:sp>
          <p:nvSpPr>
            <p:cNvPr id="221" name="TextBox 220">
              <a:extLst>
                <a:ext uri="{FF2B5EF4-FFF2-40B4-BE49-F238E27FC236}">
                  <a16:creationId xmlns:a16="http://schemas.microsoft.com/office/drawing/2014/main" id="{3E43153E-5433-A7AD-0918-F8991254BC41}"/>
                </a:ext>
              </a:extLst>
            </p:cNvPr>
            <p:cNvSpPr txBox="1"/>
            <p:nvPr/>
          </p:nvSpPr>
          <p:spPr>
            <a:xfrm>
              <a:off x="595540" y="4483976"/>
              <a:ext cx="1190249" cy="25391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dirty="0">
                  <a:ln>
                    <a:noFill/>
                  </a:ln>
                  <a:solidFill>
                    <a:srgbClr val="0D1F3B"/>
                  </a:solidFill>
                  <a:effectLst/>
                  <a:uLnTx/>
                  <a:uFillTx/>
                  <a:latin typeface="Open Sans" panose="020B0606030504020204" pitchFamily="34" charset="0"/>
                  <a:ea typeface="Open Sans" panose="020B0606030504020204" pitchFamily="34" charset="0"/>
                  <a:cs typeface="Open Sans" panose="020B0606030504020204" pitchFamily="34" charset="0"/>
                </a:rPr>
                <a:t>CMS</a:t>
              </a:r>
            </a:p>
          </p:txBody>
        </p:sp>
        <p:pic>
          <p:nvPicPr>
            <p:cNvPr id="222" name="Graphic 221" descr="Customer review outline">
              <a:extLst>
                <a:ext uri="{FF2B5EF4-FFF2-40B4-BE49-F238E27FC236}">
                  <a16:creationId xmlns:a16="http://schemas.microsoft.com/office/drawing/2014/main" id="{84A252FA-C4EB-13EB-14FA-E692408DD6F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4810" y="3961438"/>
              <a:ext cx="471709" cy="587081"/>
            </a:xfrm>
            <a:prstGeom prst="rect">
              <a:avLst/>
            </a:prstGeom>
          </p:spPr>
        </p:pic>
      </p:grpSp>
      <p:grpSp>
        <p:nvGrpSpPr>
          <p:cNvPr id="7" name="Group 6">
            <a:extLst>
              <a:ext uri="{FF2B5EF4-FFF2-40B4-BE49-F238E27FC236}">
                <a16:creationId xmlns:a16="http://schemas.microsoft.com/office/drawing/2014/main" id="{21FE0E92-77B6-63D1-1F84-42F981843610}"/>
              </a:ext>
              <a:ext uri="{C183D7F6-B498-43B3-948B-1728B52AA6E4}">
                <adec:decorative xmlns:adec="http://schemas.microsoft.com/office/drawing/2017/decorative" val="1"/>
              </a:ext>
            </a:extLst>
          </p:cNvPr>
          <p:cNvGrpSpPr/>
          <p:nvPr/>
        </p:nvGrpSpPr>
        <p:grpSpPr>
          <a:xfrm>
            <a:off x="10483073" y="3961438"/>
            <a:ext cx="1190249" cy="1724157"/>
            <a:chOff x="10483073" y="3961438"/>
            <a:chExt cx="1190249" cy="1724157"/>
          </a:xfrm>
        </p:grpSpPr>
        <p:pic>
          <p:nvPicPr>
            <p:cNvPr id="128" name="Picture 127">
              <a:extLst>
                <a:ext uri="{FF2B5EF4-FFF2-40B4-BE49-F238E27FC236}">
                  <a16:creationId xmlns:a16="http://schemas.microsoft.com/office/drawing/2014/main" id="{D85C73EF-8AC8-3BD3-638F-783C53BE38E2}"/>
                </a:ext>
              </a:extLst>
            </p:cNvPr>
            <p:cNvPicPr>
              <a:picLocks noChangeAspect="1"/>
            </p:cNvPicPr>
            <p:nvPr/>
          </p:nvPicPr>
          <p:blipFill>
            <a:blip r:embed="rId4"/>
            <a:stretch>
              <a:fillRect/>
            </a:stretch>
          </p:blipFill>
          <p:spPr>
            <a:xfrm>
              <a:off x="10895912" y="4868874"/>
              <a:ext cx="364570" cy="816721"/>
            </a:xfrm>
            <a:prstGeom prst="rect">
              <a:avLst/>
            </a:prstGeom>
          </p:spPr>
        </p:pic>
        <p:sp>
          <p:nvSpPr>
            <p:cNvPr id="230" name="TextBox 229">
              <a:extLst>
                <a:ext uri="{FF2B5EF4-FFF2-40B4-BE49-F238E27FC236}">
                  <a16:creationId xmlns:a16="http://schemas.microsoft.com/office/drawing/2014/main" id="{1F267AF0-82AD-0CFB-5927-6BA4AC0268BF}"/>
                </a:ext>
              </a:extLst>
            </p:cNvPr>
            <p:cNvSpPr txBox="1"/>
            <p:nvPr/>
          </p:nvSpPr>
          <p:spPr>
            <a:xfrm>
              <a:off x="10483073" y="4483976"/>
              <a:ext cx="1190249" cy="25391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a:ln>
                    <a:noFill/>
                  </a:ln>
                  <a:solidFill>
                    <a:srgbClr val="0D1F3B"/>
                  </a:solidFill>
                  <a:effectLst/>
                  <a:uLnTx/>
                  <a:uFillTx/>
                  <a:latin typeface="Open Sans" panose="020B0606030504020204" pitchFamily="34" charset="0"/>
                  <a:ea typeface="Open Sans" panose="020B0606030504020204" pitchFamily="34" charset="0"/>
                  <a:cs typeface="Open Sans" panose="020B0606030504020204" pitchFamily="34" charset="0"/>
                </a:rPr>
                <a:t>CDC</a:t>
              </a:r>
            </a:p>
          </p:txBody>
        </p:sp>
        <p:pic>
          <p:nvPicPr>
            <p:cNvPr id="231" name="Graphic 230" descr="Customer review outline">
              <a:extLst>
                <a:ext uri="{FF2B5EF4-FFF2-40B4-BE49-F238E27FC236}">
                  <a16:creationId xmlns:a16="http://schemas.microsoft.com/office/drawing/2014/main" id="{12B2F7C3-3BAD-4DDA-E58A-AEA30F2158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42343" y="3961438"/>
              <a:ext cx="471709" cy="587081"/>
            </a:xfrm>
            <a:prstGeom prst="rect">
              <a:avLst/>
            </a:prstGeom>
          </p:spPr>
        </p:pic>
      </p:grpSp>
      <p:grpSp>
        <p:nvGrpSpPr>
          <p:cNvPr id="6" name="Group 5">
            <a:extLst>
              <a:ext uri="{FF2B5EF4-FFF2-40B4-BE49-F238E27FC236}">
                <a16:creationId xmlns:a16="http://schemas.microsoft.com/office/drawing/2014/main" id="{5D66A4E1-2352-2F1C-1773-BB423DBE6993}"/>
              </a:ext>
              <a:ext uri="{C183D7F6-B498-43B3-948B-1728B52AA6E4}">
                <adec:decorative xmlns:adec="http://schemas.microsoft.com/office/drawing/2017/decorative" val="1"/>
              </a:ext>
            </a:extLst>
          </p:cNvPr>
          <p:cNvGrpSpPr/>
          <p:nvPr/>
        </p:nvGrpSpPr>
        <p:grpSpPr>
          <a:xfrm>
            <a:off x="11055915" y="3961438"/>
            <a:ext cx="1190249" cy="1724157"/>
            <a:chOff x="11055915" y="3961438"/>
            <a:chExt cx="1190249" cy="1724157"/>
          </a:xfrm>
        </p:grpSpPr>
        <p:pic>
          <p:nvPicPr>
            <p:cNvPr id="127" name="Picture 126">
              <a:extLst>
                <a:ext uri="{FF2B5EF4-FFF2-40B4-BE49-F238E27FC236}">
                  <a16:creationId xmlns:a16="http://schemas.microsoft.com/office/drawing/2014/main" id="{3742B7BC-6FBB-223A-DAC7-F5BF4F02D5D0}"/>
                </a:ext>
              </a:extLst>
            </p:cNvPr>
            <p:cNvPicPr>
              <a:picLocks noChangeAspect="1"/>
            </p:cNvPicPr>
            <p:nvPr/>
          </p:nvPicPr>
          <p:blipFill>
            <a:blip r:embed="rId4"/>
            <a:stretch>
              <a:fillRect/>
            </a:stretch>
          </p:blipFill>
          <p:spPr>
            <a:xfrm>
              <a:off x="11468754" y="4868874"/>
              <a:ext cx="364570" cy="816721"/>
            </a:xfrm>
            <a:prstGeom prst="rect">
              <a:avLst/>
            </a:prstGeom>
          </p:spPr>
        </p:pic>
        <p:sp>
          <p:nvSpPr>
            <p:cNvPr id="228" name="TextBox 227">
              <a:extLst>
                <a:ext uri="{FF2B5EF4-FFF2-40B4-BE49-F238E27FC236}">
                  <a16:creationId xmlns:a16="http://schemas.microsoft.com/office/drawing/2014/main" id="{C7DA40CB-9CB1-F958-65A0-1E3F0E4A04FB}"/>
                </a:ext>
              </a:extLst>
            </p:cNvPr>
            <p:cNvSpPr txBox="1"/>
            <p:nvPr/>
          </p:nvSpPr>
          <p:spPr>
            <a:xfrm>
              <a:off x="11055915" y="4483976"/>
              <a:ext cx="1190249" cy="25391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050" b="0" i="0" u="none" strike="noStrike" kern="0" cap="none" spc="0" normalizeH="0" baseline="0" noProof="0">
                  <a:ln>
                    <a:noFill/>
                  </a:ln>
                  <a:solidFill>
                    <a:srgbClr val="0D1F3B"/>
                  </a:solidFill>
                  <a:effectLst/>
                  <a:uLnTx/>
                  <a:uFillTx/>
                  <a:latin typeface="Open Sans" panose="020B0606030504020204" pitchFamily="34" charset="0"/>
                  <a:ea typeface="Open Sans" panose="020B0606030504020204" pitchFamily="34" charset="0"/>
                  <a:cs typeface="Open Sans" panose="020B0606030504020204" pitchFamily="34" charset="0"/>
                </a:rPr>
                <a:t>HHS</a:t>
              </a:r>
            </a:p>
          </p:txBody>
        </p:sp>
        <p:pic>
          <p:nvPicPr>
            <p:cNvPr id="229" name="Graphic 228" descr="Customer review outline">
              <a:extLst>
                <a:ext uri="{FF2B5EF4-FFF2-40B4-BE49-F238E27FC236}">
                  <a16:creationId xmlns:a16="http://schemas.microsoft.com/office/drawing/2014/main" id="{3A3A0897-13C4-CA1B-FC12-6E9AB83A9A7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15185" y="3961438"/>
              <a:ext cx="471709" cy="587081"/>
            </a:xfrm>
            <a:prstGeom prst="rect">
              <a:avLst/>
            </a:prstGeom>
          </p:spPr>
        </p:pic>
      </p:grpSp>
    </p:spTree>
    <p:extLst>
      <p:ext uri="{BB962C8B-B14F-4D97-AF65-F5344CB8AC3E}">
        <p14:creationId xmlns:p14="http://schemas.microsoft.com/office/powerpoint/2010/main" val="3379961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949F-7153-BAFB-F3E3-DDE1885C9CCE}"/>
              </a:ext>
            </a:extLst>
          </p:cNvPr>
          <p:cNvSpPr>
            <a:spLocks noGrp="1"/>
          </p:cNvSpPr>
          <p:nvPr>
            <p:ph type="title"/>
          </p:nvPr>
        </p:nvSpPr>
        <p:spPr/>
        <p:txBody>
          <a:bodyPr/>
          <a:lstStyle/>
          <a:p>
            <a:r>
              <a:rPr lang="en-US" dirty="0"/>
              <a:t>Evolution of EIDS and the MIP </a:t>
            </a:r>
          </a:p>
        </p:txBody>
      </p:sp>
      <p:sp>
        <p:nvSpPr>
          <p:cNvPr id="5" name="TextBox 4">
            <a:extLst>
              <a:ext uri="{FF2B5EF4-FFF2-40B4-BE49-F238E27FC236}">
                <a16:creationId xmlns:a16="http://schemas.microsoft.com/office/drawing/2014/main" id="{1A6849EF-126F-21EC-E5B0-6EF86E4FD5A0}"/>
              </a:ext>
            </a:extLst>
          </p:cNvPr>
          <p:cNvSpPr txBox="1"/>
          <p:nvPr/>
        </p:nvSpPr>
        <p:spPr>
          <a:xfrm>
            <a:off x="553863" y="930807"/>
            <a:ext cx="9761014"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Franklin Gothic Book"/>
                <a:ea typeface="Aptos" panose="020B0004020202020204" pitchFamily="34" charset="0"/>
                <a:cs typeface="Times New Roman" panose="02020603050405020304" pitchFamily="18" charset="0"/>
              </a:rPr>
              <a:t>Since 2018, EIDS has provided access to increasing amounts of data across domains, </a:t>
            </a:r>
            <a:r>
              <a:rPr lang="en-US" sz="1600" dirty="0">
                <a:solidFill>
                  <a:schemeClr val="bg1"/>
                </a:solidFill>
                <a:latin typeface="Franklin Gothic Book"/>
                <a:ea typeface="Aptos" panose="020B0004020202020204" pitchFamily="34" charset="0"/>
                <a:cs typeface="Times New Roman" panose="02020603050405020304" pitchFamily="18" charset="0"/>
              </a:rPr>
              <a:t>enabling</a:t>
            </a:r>
            <a:r>
              <a:rPr kumimoji="0" lang="en-US" sz="1600" b="0" i="0" u="none" strike="noStrike" kern="1200" cap="none" spc="0" normalizeH="0" baseline="0" noProof="0" dirty="0">
                <a:ln>
                  <a:noFill/>
                </a:ln>
                <a:solidFill>
                  <a:schemeClr val="bg1"/>
                </a:solidFill>
                <a:effectLst/>
                <a:uLnTx/>
                <a:uFillTx/>
                <a:latin typeface="Franklin Gothic Book"/>
                <a:ea typeface="Aptos" panose="020B0004020202020204" pitchFamily="34" charset="0"/>
                <a:cs typeface="Times New Roman" panose="02020603050405020304" pitchFamily="18" charset="0"/>
              </a:rPr>
              <a:t> downstream data flow and advanced analytic capability to produce new insights.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7373A"/>
              </a:solidFill>
              <a:effectLst/>
              <a:uLnTx/>
              <a:uFillTx/>
              <a:latin typeface="Franklin Gothic Book"/>
              <a:ea typeface="+mn-ea"/>
              <a:cs typeface="+mn-cs"/>
            </a:endParaRPr>
          </a:p>
        </p:txBody>
      </p:sp>
      <p:grpSp>
        <p:nvGrpSpPr>
          <p:cNvPr id="6" name="Group 5">
            <a:extLst>
              <a:ext uri="{FF2B5EF4-FFF2-40B4-BE49-F238E27FC236}">
                <a16:creationId xmlns:a16="http://schemas.microsoft.com/office/drawing/2014/main" id="{0802B3D0-9DF3-0A8D-C34C-9FC5B4720B9B}"/>
              </a:ext>
              <a:ext uri="{C183D7F6-B498-43B3-948B-1728B52AA6E4}">
                <adec:decorative xmlns:adec="http://schemas.microsoft.com/office/drawing/2017/decorative" val="1"/>
              </a:ext>
            </a:extLst>
          </p:cNvPr>
          <p:cNvGrpSpPr/>
          <p:nvPr/>
        </p:nvGrpSpPr>
        <p:grpSpPr>
          <a:xfrm>
            <a:off x="579684" y="2279790"/>
            <a:ext cx="6634447" cy="1149207"/>
            <a:chOff x="579684" y="2279790"/>
            <a:chExt cx="6634447" cy="1149207"/>
          </a:xfrm>
        </p:grpSpPr>
        <p:grpSp>
          <p:nvGrpSpPr>
            <p:cNvPr id="7" name="Group 6">
              <a:extLst>
                <a:ext uri="{FF2B5EF4-FFF2-40B4-BE49-F238E27FC236}">
                  <a16:creationId xmlns:a16="http://schemas.microsoft.com/office/drawing/2014/main" id="{19B92648-2FC3-7CFC-8446-15B1E44AEE21}"/>
                </a:ext>
              </a:extLst>
            </p:cNvPr>
            <p:cNvGrpSpPr/>
            <p:nvPr/>
          </p:nvGrpSpPr>
          <p:grpSpPr>
            <a:xfrm>
              <a:off x="579684" y="2279790"/>
              <a:ext cx="6634447" cy="1149207"/>
              <a:chOff x="8224482" y="2292533"/>
              <a:chExt cx="11561194" cy="910620"/>
            </a:xfrm>
            <a:solidFill>
              <a:srgbClr val="85A9E4"/>
            </a:solidFill>
          </p:grpSpPr>
          <p:sp>
            <p:nvSpPr>
              <p:cNvPr id="9" name="Rectangle: Rounded Corners 5">
                <a:extLst>
                  <a:ext uri="{FF2B5EF4-FFF2-40B4-BE49-F238E27FC236}">
                    <a16:creationId xmlns:a16="http://schemas.microsoft.com/office/drawing/2014/main" id="{ABBD0D5D-D495-A3DF-C354-C82B09AFF36E}"/>
                  </a:ext>
                </a:extLst>
              </p:cNvPr>
              <p:cNvSpPr/>
              <p:nvPr/>
            </p:nvSpPr>
            <p:spPr>
              <a:xfrm>
                <a:off x="8224482" y="2292533"/>
                <a:ext cx="11561194" cy="910620"/>
              </a:xfrm>
              <a:prstGeom prst="roundRect">
                <a:avLst>
                  <a:gd name="adj" fmla="val 8299"/>
                </a:avLst>
              </a:prstGeom>
              <a:noFill/>
              <a:ln w="19050" cap="flat" cmpd="sng" algn="ctr">
                <a:solidFill>
                  <a:srgbClr val="85A9E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Rounded Corners 9">
                <a:extLst>
                  <a:ext uri="{FF2B5EF4-FFF2-40B4-BE49-F238E27FC236}">
                    <a16:creationId xmlns:a16="http://schemas.microsoft.com/office/drawing/2014/main" id="{7F6F0B2B-6DCC-6A71-C367-08EE595F4D7C}"/>
                  </a:ext>
                </a:extLst>
              </p:cNvPr>
              <p:cNvSpPr/>
              <p:nvPr/>
            </p:nvSpPr>
            <p:spPr>
              <a:xfrm>
                <a:off x="8256052" y="2299618"/>
                <a:ext cx="3340350" cy="330231"/>
              </a:xfrm>
              <a:prstGeom prst="roundRect">
                <a:avLst/>
              </a:prstGeom>
              <a:grpFill/>
              <a:ln w="19050" cap="flat" cmpd="sng" algn="ctr">
                <a:solidFill>
                  <a:srgbClr val="85A9E4"/>
                </a:solid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Medical Readiness</a:t>
                </a:r>
              </a:p>
            </p:txBody>
          </p:sp>
        </p:grpSp>
        <p:pic>
          <p:nvPicPr>
            <p:cNvPr id="8" name="Graphic 7" descr="Badge Unfollow outline">
              <a:extLst>
                <a:ext uri="{FF2B5EF4-FFF2-40B4-BE49-F238E27FC236}">
                  <a16:creationId xmlns:a16="http://schemas.microsoft.com/office/drawing/2014/main" id="{03E3401B-74F6-EA14-0D99-78D7BEACDB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5923" y="2354840"/>
              <a:ext cx="302481" cy="302481"/>
            </a:xfrm>
            <a:prstGeom prst="rect">
              <a:avLst/>
            </a:prstGeom>
          </p:spPr>
        </p:pic>
      </p:grpSp>
      <p:sp>
        <p:nvSpPr>
          <p:cNvPr id="11" name="Rounded Rectangle 135">
            <a:extLst>
              <a:ext uri="{FF2B5EF4-FFF2-40B4-BE49-F238E27FC236}">
                <a16:creationId xmlns:a16="http://schemas.microsoft.com/office/drawing/2014/main" id="{DE4C52DA-35A6-494B-040A-831105FF8ABE}"/>
              </a:ext>
            </a:extLst>
          </p:cNvPr>
          <p:cNvSpPr/>
          <p:nvPr/>
        </p:nvSpPr>
        <p:spPr>
          <a:xfrm>
            <a:off x="3253647" y="2860585"/>
            <a:ext cx="8701351" cy="205669"/>
          </a:xfrm>
          <a:prstGeom prst="roundRect">
            <a:avLst>
              <a:gd name="adj" fmla="val 50000"/>
            </a:avLst>
          </a:prstGeom>
          <a:solidFill>
            <a:schemeClr val="accent4"/>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MHS Information Platform</a:t>
            </a:r>
          </a:p>
        </p:txBody>
      </p:sp>
      <p:sp>
        <p:nvSpPr>
          <p:cNvPr id="12" name="Arrow: Chevron 11">
            <a:extLst>
              <a:ext uri="{FF2B5EF4-FFF2-40B4-BE49-F238E27FC236}">
                <a16:creationId xmlns:a16="http://schemas.microsoft.com/office/drawing/2014/main" id="{4562B035-8461-23D9-397D-5D1FAFB76EFB}"/>
              </a:ext>
            </a:extLst>
          </p:cNvPr>
          <p:cNvSpPr/>
          <p:nvPr/>
        </p:nvSpPr>
        <p:spPr>
          <a:xfrm>
            <a:off x="8203088" y="5768256"/>
            <a:ext cx="3583214" cy="632850"/>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white"/>
                </a:solidFill>
                <a:effectLst/>
                <a:uLnTx/>
                <a:uFillTx/>
                <a:latin typeface="Franklin Gothic Medium"/>
                <a:ea typeface="Open Sans" panose="020B0606030504020204" pitchFamily="34" charset="0"/>
                <a:cs typeface="Arial" panose="020B0604020202020204" pitchFamily="34" charset="0"/>
              </a:rPr>
              <a:t>Modernization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white"/>
                </a:solidFill>
                <a:effectLst/>
                <a:uLnTx/>
                <a:uFillTx/>
                <a:latin typeface="Franklin Gothic Medium"/>
                <a:ea typeface="Open Sans" panose="020B0606030504020204" pitchFamily="34" charset="0"/>
                <a:cs typeface="Arial" panose="020B0604020202020204" pitchFamily="34" charset="0"/>
              </a:rPr>
              <a:t>&amp; Services  </a:t>
            </a:r>
          </a:p>
        </p:txBody>
      </p:sp>
      <p:sp>
        <p:nvSpPr>
          <p:cNvPr id="13" name="Arrow: Chevron 12">
            <a:extLst>
              <a:ext uri="{FF2B5EF4-FFF2-40B4-BE49-F238E27FC236}">
                <a16:creationId xmlns:a16="http://schemas.microsoft.com/office/drawing/2014/main" id="{0537AB86-6048-4F9C-DE03-C37D03475E29}"/>
              </a:ext>
            </a:extLst>
          </p:cNvPr>
          <p:cNvSpPr/>
          <p:nvPr/>
        </p:nvSpPr>
        <p:spPr>
          <a:xfrm>
            <a:off x="400489" y="5768256"/>
            <a:ext cx="8063855" cy="632850"/>
          </a:xfrm>
          <a:prstGeom prst="chevron">
            <a:avLst/>
          </a:prstGeom>
          <a:solidFill>
            <a:srgbClr val="121F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white"/>
                </a:solidFill>
                <a:effectLst/>
                <a:uLnTx/>
                <a:uFillTx/>
                <a:latin typeface="Franklin Gothic Medium"/>
                <a:ea typeface="Open Sans" panose="020B0606030504020204" pitchFamily="34" charset="0"/>
                <a:cs typeface="Arial" panose="020B0604020202020204" pitchFamily="34" charset="0"/>
              </a:rPr>
              <a:t>Rationalization, Optimization and Cost Reduction</a:t>
            </a:r>
          </a:p>
        </p:txBody>
      </p:sp>
      <p:grpSp>
        <p:nvGrpSpPr>
          <p:cNvPr id="14" name="Group 13">
            <a:extLst>
              <a:ext uri="{FF2B5EF4-FFF2-40B4-BE49-F238E27FC236}">
                <a16:creationId xmlns:a16="http://schemas.microsoft.com/office/drawing/2014/main" id="{98134E30-FA9D-435E-C13F-6F88241B38E5}"/>
              </a:ext>
              <a:ext uri="{C183D7F6-B498-43B3-948B-1728B52AA6E4}">
                <adec:decorative xmlns:adec="http://schemas.microsoft.com/office/drawing/2017/decorative" val="1"/>
              </a:ext>
            </a:extLst>
          </p:cNvPr>
          <p:cNvGrpSpPr/>
          <p:nvPr/>
        </p:nvGrpSpPr>
        <p:grpSpPr>
          <a:xfrm>
            <a:off x="560806" y="3460154"/>
            <a:ext cx="10906365" cy="305978"/>
            <a:chOff x="530084" y="3351021"/>
            <a:chExt cx="10906365" cy="305978"/>
          </a:xfrm>
        </p:grpSpPr>
        <p:cxnSp>
          <p:nvCxnSpPr>
            <p:cNvPr id="15" name="Straight Connector 14">
              <a:extLst>
                <a:ext uri="{FF2B5EF4-FFF2-40B4-BE49-F238E27FC236}">
                  <a16:creationId xmlns:a16="http://schemas.microsoft.com/office/drawing/2014/main" id="{806A6126-7412-E621-E6ED-882FCCB213D5}"/>
                </a:ext>
              </a:extLst>
            </p:cNvPr>
            <p:cNvCxnSpPr>
              <a:cxnSpLocks/>
              <a:stCxn id="17" idx="1"/>
            </p:cNvCxnSpPr>
            <p:nvPr/>
          </p:nvCxnSpPr>
          <p:spPr>
            <a:xfrm>
              <a:off x="530084" y="3506182"/>
              <a:ext cx="10844015" cy="5606"/>
            </a:xfrm>
            <a:prstGeom prst="line">
              <a:avLst/>
            </a:prstGeom>
            <a:ln>
              <a:solidFill>
                <a:schemeClr val="accent1">
                  <a:lumMod val="75000"/>
                  <a:lumOff val="25000"/>
                  <a:alpha val="50000"/>
                </a:schemeClr>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16" name="Rounded Rectangle 135">
              <a:extLst>
                <a:ext uri="{FF2B5EF4-FFF2-40B4-BE49-F238E27FC236}">
                  <a16:creationId xmlns:a16="http://schemas.microsoft.com/office/drawing/2014/main" id="{CC7014AB-048D-4D14-AD23-319C3CFB4A95}"/>
                </a:ext>
              </a:extLst>
            </p:cNvPr>
            <p:cNvSpPr/>
            <p:nvPr/>
          </p:nvSpPr>
          <p:spPr>
            <a:xfrm>
              <a:off x="9454517" y="3360388"/>
              <a:ext cx="1981932" cy="291588"/>
            </a:xfrm>
            <a:prstGeom prst="roundRect">
              <a:avLst>
                <a:gd name="adj" fmla="val 50000"/>
              </a:avLst>
            </a:prstGeom>
            <a:solidFill>
              <a:srgbClr val="0070C0"/>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2022-2026</a:t>
              </a:r>
            </a:p>
          </p:txBody>
        </p:sp>
        <p:sp>
          <p:nvSpPr>
            <p:cNvPr id="17" name="Rounded Rectangle 135">
              <a:extLst>
                <a:ext uri="{FF2B5EF4-FFF2-40B4-BE49-F238E27FC236}">
                  <a16:creationId xmlns:a16="http://schemas.microsoft.com/office/drawing/2014/main" id="{00A85A2B-1CA0-2F48-41A4-B949A1A1EFF4}"/>
                </a:ext>
              </a:extLst>
            </p:cNvPr>
            <p:cNvSpPr/>
            <p:nvPr/>
          </p:nvSpPr>
          <p:spPr>
            <a:xfrm>
              <a:off x="530084" y="3360388"/>
              <a:ext cx="1242720" cy="291588"/>
            </a:xfrm>
            <a:prstGeom prst="roundRect">
              <a:avLst>
                <a:gd name="adj" fmla="val 50000"/>
              </a:avLst>
            </a:prstGeom>
            <a:solidFill>
              <a:srgbClr val="121F4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2018</a:t>
              </a:r>
            </a:p>
          </p:txBody>
        </p:sp>
        <p:sp>
          <p:nvSpPr>
            <p:cNvPr id="18" name="Rounded Rectangle 135">
              <a:extLst>
                <a:ext uri="{FF2B5EF4-FFF2-40B4-BE49-F238E27FC236}">
                  <a16:creationId xmlns:a16="http://schemas.microsoft.com/office/drawing/2014/main" id="{FF0CCFDE-E121-7449-C621-7F8A53219C0F}"/>
                </a:ext>
              </a:extLst>
            </p:cNvPr>
            <p:cNvSpPr/>
            <p:nvPr/>
          </p:nvSpPr>
          <p:spPr>
            <a:xfrm>
              <a:off x="2693268" y="3365411"/>
              <a:ext cx="1242720" cy="291588"/>
            </a:xfrm>
            <a:prstGeom prst="roundRect">
              <a:avLst>
                <a:gd name="adj" fmla="val 50000"/>
              </a:avLst>
            </a:prstGeom>
            <a:solidFill>
              <a:srgbClr val="121F4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2018</a:t>
              </a:r>
            </a:p>
          </p:txBody>
        </p:sp>
        <p:sp>
          <p:nvSpPr>
            <p:cNvPr id="19" name="Rounded Rectangle 135">
              <a:extLst>
                <a:ext uri="{FF2B5EF4-FFF2-40B4-BE49-F238E27FC236}">
                  <a16:creationId xmlns:a16="http://schemas.microsoft.com/office/drawing/2014/main" id="{A274821B-52E2-3D98-BC57-8C18C4A670CC}"/>
                </a:ext>
              </a:extLst>
            </p:cNvPr>
            <p:cNvSpPr/>
            <p:nvPr/>
          </p:nvSpPr>
          <p:spPr>
            <a:xfrm>
              <a:off x="4856451" y="3351021"/>
              <a:ext cx="1242720" cy="291588"/>
            </a:xfrm>
            <a:prstGeom prst="roundRect">
              <a:avLst>
                <a:gd name="adj" fmla="val 50000"/>
              </a:avLst>
            </a:prstGeom>
            <a:solidFill>
              <a:srgbClr val="121F4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2019</a:t>
              </a:r>
            </a:p>
          </p:txBody>
        </p:sp>
        <p:sp>
          <p:nvSpPr>
            <p:cNvPr id="20" name="Rounded Rectangle 135">
              <a:extLst>
                <a:ext uri="{FF2B5EF4-FFF2-40B4-BE49-F238E27FC236}">
                  <a16:creationId xmlns:a16="http://schemas.microsoft.com/office/drawing/2014/main" id="{E45CA8F0-D20E-D7E1-6E74-33D9CA25A422}"/>
                </a:ext>
              </a:extLst>
            </p:cNvPr>
            <p:cNvSpPr/>
            <p:nvPr/>
          </p:nvSpPr>
          <p:spPr>
            <a:xfrm>
              <a:off x="7155230" y="3360388"/>
              <a:ext cx="2810620" cy="291588"/>
            </a:xfrm>
            <a:prstGeom prst="roundRect">
              <a:avLst>
                <a:gd name="adj" fmla="val 50000"/>
              </a:avLst>
            </a:prstGeom>
            <a:solidFill>
              <a:srgbClr val="0070C0"/>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2021-2025</a:t>
              </a:r>
            </a:p>
          </p:txBody>
        </p:sp>
      </p:grpSp>
      <p:sp>
        <p:nvSpPr>
          <p:cNvPr id="21" name="TextBox 20">
            <a:extLst>
              <a:ext uri="{FF2B5EF4-FFF2-40B4-BE49-F238E27FC236}">
                <a16:creationId xmlns:a16="http://schemas.microsoft.com/office/drawing/2014/main" id="{433D3136-78E2-54F8-7B05-E10386801E61}"/>
              </a:ext>
            </a:extLst>
          </p:cNvPr>
          <p:cNvSpPr txBox="1"/>
          <p:nvPr/>
        </p:nvSpPr>
        <p:spPr>
          <a:xfrm>
            <a:off x="645923" y="2848991"/>
            <a:ext cx="1858448" cy="460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92D050"/>
                </a:solidFill>
                <a:effectLst/>
                <a:uLnTx/>
                <a:uFillTx/>
                <a:latin typeface="Franklin Gothic Book"/>
                <a:ea typeface="+mn-ea"/>
                <a:cs typeface="+mn-cs"/>
              </a:rPr>
              <a:t>Evolution of data availability</a:t>
            </a:r>
            <a:endParaRPr kumimoji="0" lang="en-US" sz="1200" b="1" i="0" u="none" strike="noStrike" kern="0" cap="none" spc="0" normalizeH="0" baseline="0" noProof="0">
              <a:ln>
                <a:noFill/>
              </a:ln>
              <a:solidFill>
                <a:srgbClr val="575757"/>
              </a:solidFill>
              <a:effectLst/>
              <a:uLnTx/>
              <a:uFillTx/>
              <a:latin typeface="Franklin Gothic Book"/>
              <a:ea typeface="+mn-ea"/>
              <a:cs typeface="+mn-cs"/>
            </a:endParaRPr>
          </a:p>
        </p:txBody>
      </p:sp>
      <p:grpSp>
        <p:nvGrpSpPr>
          <p:cNvPr id="22" name="Group 21">
            <a:extLst>
              <a:ext uri="{FF2B5EF4-FFF2-40B4-BE49-F238E27FC236}">
                <a16:creationId xmlns:a16="http://schemas.microsoft.com/office/drawing/2014/main" id="{AB71EE09-8713-08F8-D94E-060D04162CCB}"/>
              </a:ext>
              <a:ext uri="{C183D7F6-B498-43B3-948B-1728B52AA6E4}">
                <adec:decorative xmlns:adec="http://schemas.microsoft.com/office/drawing/2017/decorative" val="1"/>
              </a:ext>
            </a:extLst>
          </p:cNvPr>
          <p:cNvGrpSpPr/>
          <p:nvPr/>
        </p:nvGrpSpPr>
        <p:grpSpPr>
          <a:xfrm>
            <a:off x="3305939" y="2415842"/>
            <a:ext cx="2489698" cy="460286"/>
            <a:chOff x="3379251" y="2555071"/>
            <a:chExt cx="2489698" cy="460286"/>
          </a:xfrm>
        </p:grpSpPr>
        <p:sp>
          <p:nvSpPr>
            <p:cNvPr id="23" name="TextBox 22">
              <a:extLst>
                <a:ext uri="{FF2B5EF4-FFF2-40B4-BE49-F238E27FC236}">
                  <a16:creationId xmlns:a16="http://schemas.microsoft.com/office/drawing/2014/main" id="{96106650-56ED-A6F4-A4BE-ECE0E9810E30}"/>
                </a:ext>
              </a:extLst>
            </p:cNvPr>
            <p:cNvSpPr txBox="1"/>
            <p:nvPr/>
          </p:nvSpPr>
          <p:spPr>
            <a:xfrm>
              <a:off x="3642935" y="2555071"/>
              <a:ext cx="2226014" cy="460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Interface with electronic health record data / direct care</a:t>
              </a:r>
            </a:p>
          </p:txBody>
        </p:sp>
        <p:pic>
          <p:nvPicPr>
            <p:cNvPr id="24" name="Graphic 23" descr="Badge Follow outline">
              <a:extLst>
                <a:ext uri="{FF2B5EF4-FFF2-40B4-BE49-F238E27FC236}">
                  <a16:creationId xmlns:a16="http://schemas.microsoft.com/office/drawing/2014/main" id="{E601C775-D5E9-04BE-6463-3C37B765E1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9251" y="2660614"/>
              <a:ext cx="287304" cy="287304"/>
            </a:xfrm>
            <a:prstGeom prst="rect">
              <a:avLst/>
            </a:prstGeom>
          </p:spPr>
        </p:pic>
      </p:grpSp>
      <p:grpSp>
        <p:nvGrpSpPr>
          <p:cNvPr id="25" name="Group 24">
            <a:extLst>
              <a:ext uri="{FF2B5EF4-FFF2-40B4-BE49-F238E27FC236}">
                <a16:creationId xmlns:a16="http://schemas.microsoft.com/office/drawing/2014/main" id="{51CDDCC8-3BF5-E0A2-A753-CED67F62BB32}"/>
              </a:ext>
              <a:ext uri="{C183D7F6-B498-43B3-948B-1728B52AA6E4}">
                <adec:decorative xmlns:adec="http://schemas.microsoft.com/office/drawing/2017/decorative" val="1"/>
              </a:ext>
            </a:extLst>
          </p:cNvPr>
          <p:cNvGrpSpPr/>
          <p:nvPr/>
        </p:nvGrpSpPr>
        <p:grpSpPr>
          <a:xfrm>
            <a:off x="6387703" y="1970153"/>
            <a:ext cx="2411582" cy="460286"/>
            <a:chOff x="3379251" y="2555071"/>
            <a:chExt cx="2411582" cy="460286"/>
          </a:xfrm>
        </p:grpSpPr>
        <p:sp>
          <p:nvSpPr>
            <p:cNvPr id="26" name="TextBox 25">
              <a:extLst>
                <a:ext uri="{FF2B5EF4-FFF2-40B4-BE49-F238E27FC236}">
                  <a16:creationId xmlns:a16="http://schemas.microsoft.com/office/drawing/2014/main" id="{B004361D-A145-8BAA-421C-1DC53BA2DA47}"/>
                </a:ext>
              </a:extLst>
            </p:cNvPr>
            <p:cNvSpPr txBox="1"/>
            <p:nvPr/>
          </p:nvSpPr>
          <p:spPr>
            <a:xfrm>
              <a:off x="3666555" y="2555071"/>
              <a:ext cx="2124278" cy="460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Franklin Gothic Book"/>
                  <a:ea typeface="+mn-ea"/>
                  <a:cs typeface="+mn-cs"/>
                </a:rPr>
                <a:t>Add data from Reserves</a:t>
              </a:r>
            </a:p>
          </p:txBody>
        </p:sp>
        <p:pic>
          <p:nvPicPr>
            <p:cNvPr id="27" name="Graphic 26" descr="Badge Follow outline">
              <a:extLst>
                <a:ext uri="{FF2B5EF4-FFF2-40B4-BE49-F238E27FC236}">
                  <a16:creationId xmlns:a16="http://schemas.microsoft.com/office/drawing/2014/main" id="{84359BF6-4125-2855-E1CF-C2B10F9779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9251" y="2660614"/>
              <a:ext cx="287304" cy="287304"/>
            </a:xfrm>
            <a:prstGeom prst="rect">
              <a:avLst/>
            </a:prstGeom>
          </p:spPr>
        </p:pic>
      </p:grpSp>
      <p:grpSp>
        <p:nvGrpSpPr>
          <p:cNvPr id="28" name="Group 27">
            <a:extLst>
              <a:ext uri="{FF2B5EF4-FFF2-40B4-BE49-F238E27FC236}">
                <a16:creationId xmlns:a16="http://schemas.microsoft.com/office/drawing/2014/main" id="{0A2F0114-7686-D79D-16D4-18E575FAD622}"/>
              </a:ext>
              <a:ext uri="{C183D7F6-B498-43B3-948B-1728B52AA6E4}">
                <adec:decorative xmlns:adec="http://schemas.microsoft.com/office/drawing/2017/decorative" val="1"/>
              </a:ext>
            </a:extLst>
          </p:cNvPr>
          <p:cNvGrpSpPr/>
          <p:nvPr/>
        </p:nvGrpSpPr>
        <p:grpSpPr>
          <a:xfrm>
            <a:off x="6862184" y="2484426"/>
            <a:ext cx="535550" cy="410151"/>
            <a:chOff x="3111448" y="2943841"/>
            <a:chExt cx="535550" cy="410151"/>
          </a:xfrm>
        </p:grpSpPr>
        <p:pic>
          <p:nvPicPr>
            <p:cNvPr id="29" name="Graphic 28" descr="Database with solid fill">
              <a:extLst>
                <a:ext uri="{FF2B5EF4-FFF2-40B4-BE49-F238E27FC236}">
                  <a16:creationId xmlns:a16="http://schemas.microsoft.com/office/drawing/2014/main" id="{33D3CD75-3D03-C803-1E6C-FFEA384F5C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30" name="Graphic 29" descr="Database with solid fill">
              <a:extLst>
                <a:ext uri="{FF2B5EF4-FFF2-40B4-BE49-F238E27FC236}">
                  <a16:creationId xmlns:a16="http://schemas.microsoft.com/office/drawing/2014/main" id="{DC15335B-F231-C7A7-C1E6-EA230B4EC4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grpSp>
        <p:nvGrpSpPr>
          <p:cNvPr id="31" name="Group 30">
            <a:extLst>
              <a:ext uri="{FF2B5EF4-FFF2-40B4-BE49-F238E27FC236}">
                <a16:creationId xmlns:a16="http://schemas.microsoft.com/office/drawing/2014/main" id="{D2BA0B62-FDFB-C69E-4326-01E8DFB359BE}"/>
              </a:ext>
              <a:ext uri="{C183D7F6-B498-43B3-948B-1728B52AA6E4}">
                <adec:decorative xmlns:adec="http://schemas.microsoft.com/office/drawing/2017/decorative" val="1"/>
              </a:ext>
            </a:extLst>
          </p:cNvPr>
          <p:cNvGrpSpPr/>
          <p:nvPr/>
        </p:nvGrpSpPr>
        <p:grpSpPr>
          <a:xfrm>
            <a:off x="584354" y="1786388"/>
            <a:ext cx="1920017" cy="416754"/>
            <a:chOff x="573613" y="1378900"/>
            <a:chExt cx="1920017" cy="416754"/>
          </a:xfrm>
        </p:grpSpPr>
        <p:sp>
          <p:nvSpPr>
            <p:cNvPr id="32" name="Rectangle: Rounded Corners 31">
              <a:extLst>
                <a:ext uri="{FF2B5EF4-FFF2-40B4-BE49-F238E27FC236}">
                  <a16:creationId xmlns:a16="http://schemas.microsoft.com/office/drawing/2014/main" id="{C65A995C-F386-45DD-FC71-97270EE8EB97}"/>
                </a:ext>
              </a:extLst>
            </p:cNvPr>
            <p:cNvSpPr/>
            <p:nvPr/>
          </p:nvSpPr>
          <p:spPr>
            <a:xfrm>
              <a:off x="573613" y="1378900"/>
              <a:ext cx="1920017" cy="416754"/>
            </a:xfrm>
            <a:prstGeom prst="roundRect">
              <a:avLst/>
            </a:prstGeom>
            <a:solidFill>
              <a:srgbClr val="233444"/>
            </a:solidFill>
            <a:ln w="19050" cap="flat" cmpd="sng" algn="ctr">
              <a:solidFill>
                <a:srgbClr val="85A9E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Research</a:t>
              </a:r>
            </a:p>
          </p:txBody>
        </p:sp>
        <p:pic>
          <p:nvPicPr>
            <p:cNvPr id="33" name="Graphic 32" descr="Badge Follow outline">
              <a:extLst>
                <a:ext uri="{FF2B5EF4-FFF2-40B4-BE49-F238E27FC236}">
                  <a16:creationId xmlns:a16="http://schemas.microsoft.com/office/drawing/2014/main" id="{560ACCC8-CA24-CE75-0CC9-784EF9CDD3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9325" y="1435133"/>
              <a:ext cx="287304" cy="287304"/>
            </a:xfrm>
            <a:prstGeom prst="rect">
              <a:avLst/>
            </a:prstGeom>
          </p:spPr>
        </p:pic>
      </p:grpSp>
      <p:sp>
        <p:nvSpPr>
          <p:cNvPr id="34" name="Rounded Rectangle 135">
            <a:extLst>
              <a:ext uri="{FF2B5EF4-FFF2-40B4-BE49-F238E27FC236}">
                <a16:creationId xmlns:a16="http://schemas.microsoft.com/office/drawing/2014/main" id="{F36C37B1-9503-9940-7CF5-236EDBEAABF4}"/>
              </a:ext>
            </a:extLst>
          </p:cNvPr>
          <p:cNvSpPr/>
          <p:nvPr/>
        </p:nvSpPr>
        <p:spPr>
          <a:xfrm>
            <a:off x="2293192" y="3196401"/>
            <a:ext cx="9661806" cy="185062"/>
          </a:xfrm>
          <a:prstGeom prst="roundRect">
            <a:avLst>
              <a:gd name="adj" fmla="val 50000"/>
            </a:avLst>
          </a:prstGeom>
          <a:solidFill>
            <a:schemeClr val="accent4"/>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21F48"/>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200" b="1" i="0" u="none" strike="noStrike" kern="0" cap="none" spc="0" normalizeH="0" baseline="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Service Readiness Systems</a:t>
            </a:r>
          </a:p>
        </p:txBody>
      </p:sp>
      <p:pic>
        <p:nvPicPr>
          <p:cNvPr id="35" name="Graphic 34" descr="Arrow: Straight with solid fill">
            <a:extLst>
              <a:ext uri="{FF2B5EF4-FFF2-40B4-BE49-F238E27FC236}">
                <a16:creationId xmlns:a16="http://schemas.microsoft.com/office/drawing/2014/main" id="{64593A26-30C6-4372-FEC0-CFEB90AD87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7310205" y="2410546"/>
            <a:ext cx="405283" cy="405283"/>
          </a:xfrm>
          <a:prstGeom prst="rect">
            <a:avLst/>
          </a:prstGeom>
        </p:spPr>
      </p:pic>
      <p:pic>
        <p:nvPicPr>
          <p:cNvPr id="36" name="Graphic 35" descr="Arrow: Straight with solid fill">
            <a:extLst>
              <a:ext uri="{FF2B5EF4-FFF2-40B4-BE49-F238E27FC236}">
                <a16:creationId xmlns:a16="http://schemas.microsoft.com/office/drawing/2014/main" id="{429F0C6C-8EE1-CFD5-861C-C9A2A690EA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11006012" y="2257632"/>
            <a:ext cx="569319" cy="535045"/>
          </a:xfrm>
          <a:prstGeom prst="rect">
            <a:avLst/>
          </a:prstGeom>
        </p:spPr>
      </p:pic>
      <p:grpSp>
        <p:nvGrpSpPr>
          <p:cNvPr id="37" name="Group 36">
            <a:extLst>
              <a:ext uri="{FF2B5EF4-FFF2-40B4-BE49-F238E27FC236}">
                <a16:creationId xmlns:a16="http://schemas.microsoft.com/office/drawing/2014/main" id="{62FE2C4F-2CEB-A7F6-966B-4517D981623F}"/>
              </a:ext>
              <a:ext uri="{C183D7F6-B498-43B3-948B-1728B52AA6E4}">
                <adec:decorative xmlns:adec="http://schemas.microsoft.com/office/drawing/2017/decorative" val="1"/>
              </a:ext>
            </a:extLst>
          </p:cNvPr>
          <p:cNvGrpSpPr/>
          <p:nvPr/>
        </p:nvGrpSpPr>
        <p:grpSpPr>
          <a:xfrm>
            <a:off x="8828969" y="1862726"/>
            <a:ext cx="1382740" cy="962389"/>
            <a:chOff x="9713074" y="611996"/>
            <a:chExt cx="1382740" cy="962389"/>
          </a:xfrm>
        </p:grpSpPr>
        <p:grpSp>
          <p:nvGrpSpPr>
            <p:cNvPr id="38" name="Group 37">
              <a:extLst>
                <a:ext uri="{FF2B5EF4-FFF2-40B4-BE49-F238E27FC236}">
                  <a16:creationId xmlns:a16="http://schemas.microsoft.com/office/drawing/2014/main" id="{40CF2338-DD70-DDDA-2DFB-1B3C8767F482}"/>
                </a:ext>
              </a:extLst>
            </p:cNvPr>
            <p:cNvGrpSpPr/>
            <p:nvPr/>
          </p:nvGrpSpPr>
          <p:grpSpPr>
            <a:xfrm>
              <a:off x="9746069" y="1075283"/>
              <a:ext cx="973108" cy="499102"/>
              <a:chOff x="10368118" y="2780119"/>
              <a:chExt cx="973108" cy="499102"/>
            </a:xfrm>
          </p:grpSpPr>
          <p:sp>
            <p:nvSpPr>
              <p:cNvPr id="42" name="Freeform 165">
                <a:extLst>
                  <a:ext uri="{FF2B5EF4-FFF2-40B4-BE49-F238E27FC236}">
                    <a16:creationId xmlns:a16="http://schemas.microsoft.com/office/drawing/2014/main" id="{43AB933F-FADC-A472-3B93-5B2324D60247}"/>
                  </a:ext>
                </a:extLst>
              </p:cNvPr>
              <p:cNvSpPr>
                <a:spLocks noEditPoints="1"/>
              </p:cNvSpPr>
              <p:nvPr/>
            </p:nvSpPr>
            <p:spPr bwMode="auto">
              <a:xfrm>
                <a:off x="10368118" y="2780119"/>
                <a:ext cx="973108" cy="499102"/>
              </a:xfrm>
              <a:custGeom>
                <a:avLst/>
                <a:gdLst>
                  <a:gd name="T0" fmla="*/ 2694 w 6560"/>
                  <a:gd name="T1" fmla="*/ 3959 h 4194"/>
                  <a:gd name="T2" fmla="*/ 2732 w 6560"/>
                  <a:gd name="T3" fmla="*/ 4015 h 4194"/>
                  <a:gd name="T4" fmla="*/ 2798 w 6560"/>
                  <a:gd name="T5" fmla="*/ 4037 h 4194"/>
                  <a:gd name="T6" fmla="*/ 3798 w 6560"/>
                  <a:gd name="T7" fmla="*/ 4031 h 4194"/>
                  <a:gd name="T8" fmla="*/ 3850 w 6560"/>
                  <a:gd name="T9" fmla="*/ 3989 h 4194"/>
                  <a:gd name="T10" fmla="*/ 6560 w 6560"/>
                  <a:gd name="T11" fmla="*/ 3959 h 4194"/>
                  <a:gd name="T12" fmla="*/ 6554 w 6560"/>
                  <a:gd name="T13" fmla="*/ 4148 h 4194"/>
                  <a:gd name="T14" fmla="*/ 6512 w 6560"/>
                  <a:gd name="T15" fmla="*/ 4188 h 4194"/>
                  <a:gd name="T16" fmla="*/ 76 w 6560"/>
                  <a:gd name="T17" fmla="*/ 4194 h 4194"/>
                  <a:gd name="T18" fmla="*/ 22 w 6560"/>
                  <a:gd name="T19" fmla="*/ 4172 h 4194"/>
                  <a:gd name="T20" fmla="*/ 0 w 6560"/>
                  <a:gd name="T21" fmla="*/ 4119 h 4194"/>
                  <a:gd name="T22" fmla="*/ 627 w 6560"/>
                  <a:gd name="T23" fmla="*/ 171 h 4194"/>
                  <a:gd name="T24" fmla="*/ 611 w 6560"/>
                  <a:gd name="T25" fmla="*/ 177 h 4194"/>
                  <a:gd name="T26" fmla="*/ 599 w 6560"/>
                  <a:gd name="T27" fmla="*/ 191 h 4194"/>
                  <a:gd name="T28" fmla="*/ 599 w 6560"/>
                  <a:gd name="T29" fmla="*/ 3607 h 4194"/>
                  <a:gd name="T30" fmla="*/ 603 w 6560"/>
                  <a:gd name="T31" fmla="*/ 3625 h 4194"/>
                  <a:gd name="T32" fmla="*/ 617 w 6560"/>
                  <a:gd name="T33" fmla="*/ 3635 h 4194"/>
                  <a:gd name="T34" fmla="*/ 5933 w 6560"/>
                  <a:gd name="T35" fmla="*/ 3637 h 4194"/>
                  <a:gd name="T36" fmla="*/ 5949 w 6560"/>
                  <a:gd name="T37" fmla="*/ 3631 h 4194"/>
                  <a:gd name="T38" fmla="*/ 5959 w 6560"/>
                  <a:gd name="T39" fmla="*/ 3617 h 4194"/>
                  <a:gd name="T40" fmla="*/ 5961 w 6560"/>
                  <a:gd name="T41" fmla="*/ 199 h 4194"/>
                  <a:gd name="T42" fmla="*/ 5955 w 6560"/>
                  <a:gd name="T43" fmla="*/ 183 h 4194"/>
                  <a:gd name="T44" fmla="*/ 5941 w 6560"/>
                  <a:gd name="T45" fmla="*/ 173 h 4194"/>
                  <a:gd name="T46" fmla="*/ 627 w 6560"/>
                  <a:gd name="T47" fmla="*/ 171 h 4194"/>
                  <a:gd name="T48" fmla="*/ 5933 w 6560"/>
                  <a:gd name="T49" fmla="*/ 0 h 4194"/>
                  <a:gd name="T50" fmla="*/ 6021 w 6560"/>
                  <a:gd name="T51" fmla="*/ 20 h 4194"/>
                  <a:gd name="T52" fmla="*/ 6088 w 6560"/>
                  <a:gd name="T53" fmla="*/ 75 h 4194"/>
                  <a:gd name="T54" fmla="*/ 6126 w 6560"/>
                  <a:gd name="T55" fmla="*/ 153 h 4194"/>
                  <a:gd name="T56" fmla="*/ 6132 w 6560"/>
                  <a:gd name="T57" fmla="*/ 3607 h 4194"/>
                  <a:gd name="T58" fmla="*/ 6112 w 6560"/>
                  <a:gd name="T59" fmla="*/ 3695 h 4194"/>
                  <a:gd name="T60" fmla="*/ 6057 w 6560"/>
                  <a:gd name="T61" fmla="*/ 3763 h 4194"/>
                  <a:gd name="T62" fmla="*/ 5979 w 6560"/>
                  <a:gd name="T63" fmla="*/ 3802 h 4194"/>
                  <a:gd name="T64" fmla="*/ 627 w 6560"/>
                  <a:gd name="T65" fmla="*/ 3806 h 4194"/>
                  <a:gd name="T66" fmla="*/ 539 w 6560"/>
                  <a:gd name="T67" fmla="*/ 3786 h 4194"/>
                  <a:gd name="T68" fmla="*/ 472 w 6560"/>
                  <a:gd name="T69" fmla="*/ 3733 h 4194"/>
                  <a:gd name="T70" fmla="*/ 434 w 6560"/>
                  <a:gd name="T71" fmla="*/ 3653 h 4194"/>
                  <a:gd name="T72" fmla="*/ 428 w 6560"/>
                  <a:gd name="T73" fmla="*/ 199 h 4194"/>
                  <a:gd name="T74" fmla="*/ 448 w 6560"/>
                  <a:gd name="T75" fmla="*/ 111 h 4194"/>
                  <a:gd name="T76" fmla="*/ 503 w 6560"/>
                  <a:gd name="T77" fmla="*/ 44 h 4194"/>
                  <a:gd name="T78" fmla="*/ 581 w 6560"/>
                  <a:gd name="T79" fmla="*/ 6 h 4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60" h="4194">
                    <a:moveTo>
                      <a:pt x="0" y="3959"/>
                    </a:moveTo>
                    <a:lnTo>
                      <a:pt x="2694" y="3959"/>
                    </a:lnTo>
                    <a:lnTo>
                      <a:pt x="2708" y="3989"/>
                    </a:lnTo>
                    <a:lnTo>
                      <a:pt x="2732" y="4015"/>
                    </a:lnTo>
                    <a:lnTo>
                      <a:pt x="2762" y="4031"/>
                    </a:lnTo>
                    <a:lnTo>
                      <a:pt x="2798" y="4037"/>
                    </a:lnTo>
                    <a:lnTo>
                      <a:pt x="3763" y="4037"/>
                    </a:lnTo>
                    <a:lnTo>
                      <a:pt x="3798" y="4031"/>
                    </a:lnTo>
                    <a:lnTo>
                      <a:pt x="3828" y="4015"/>
                    </a:lnTo>
                    <a:lnTo>
                      <a:pt x="3850" y="3989"/>
                    </a:lnTo>
                    <a:lnTo>
                      <a:pt x="3866" y="3959"/>
                    </a:lnTo>
                    <a:lnTo>
                      <a:pt x="6560" y="3959"/>
                    </a:lnTo>
                    <a:lnTo>
                      <a:pt x="6560" y="4119"/>
                    </a:lnTo>
                    <a:lnTo>
                      <a:pt x="6554" y="4148"/>
                    </a:lnTo>
                    <a:lnTo>
                      <a:pt x="6538" y="4172"/>
                    </a:lnTo>
                    <a:lnTo>
                      <a:pt x="6512" y="4188"/>
                    </a:lnTo>
                    <a:lnTo>
                      <a:pt x="6482" y="4194"/>
                    </a:lnTo>
                    <a:lnTo>
                      <a:pt x="76" y="4194"/>
                    </a:lnTo>
                    <a:lnTo>
                      <a:pt x="46" y="4188"/>
                    </a:lnTo>
                    <a:lnTo>
                      <a:pt x="22" y="4172"/>
                    </a:lnTo>
                    <a:lnTo>
                      <a:pt x="6" y="4148"/>
                    </a:lnTo>
                    <a:lnTo>
                      <a:pt x="0" y="4119"/>
                    </a:lnTo>
                    <a:lnTo>
                      <a:pt x="0" y="3959"/>
                    </a:lnTo>
                    <a:close/>
                    <a:moveTo>
                      <a:pt x="627" y="171"/>
                    </a:moveTo>
                    <a:lnTo>
                      <a:pt x="617" y="173"/>
                    </a:lnTo>
                    <a:lnTo>
                      <a:pt x="611" y="177"/>
                    </a:lnTo>
                    <a:lnTo>
                      <a:pt x="603" y="183"/>
                    </a:lnTo>
                    <a:lnTo>
                      <a:pt x="599" y="191"/>
                    </a:lnTo>
                    <a:lnTo>
                      <a:pt x="599" y="199"/>
                    </a:lnTo>
                    <a:lnTo>
                      <a:pt x="599" y="3607"/>
                    </a:lnTo>
                    <a:lnTo>
                      <a:pt x="599" y="3617"/>
                    </a:lnTo>
                    <a:lnTo>
                      <a:pt x="603" y="3625"/>
                    </a:lnTo>
                    <a:lnTo>
                      <a:pt x="611" y="3631"/>
                    </a:lnTo>
                    <a:lnTo>
                      <a:pt x="617" y="3635"/>
                    </a:lnTo>
                    <a:lnTo>
                      <a:pt x="627" y="3637"/>
                    </a:lnTo>
                    <a:lnTo>
                      <a:pt x="5933" y="3637"/>
                    </a:lnTo>
                    <a:lnTo>
                      <a:pt x="5941" y="3635"/>
                    </a:lnTo>
                    <a:lnTo>
                      <a:pt x="5949" y="3631"/>
                    </a:lnTo>
                    <a:lnTo>
                      <a:pt x="5955" y="3625"/>
                    </a:lnTo>
                    <a:lnTo>
                      <a:pt x="5959" y="3617"/>
                    </a:lnTo>
                    <a:lnTo>
                      <a:pt x="5961" y="3607"/>
                    </a:lnTo>
                    <a:lnTo>
                      <a:pt x="5961" y="199"/>
                    </a:lnTo>
                    <a:lnTo>
                      <a:pt x="5959" y="191"/>
                    </a:lnTo>
                    <a:lnTo>
                      <a:pt x="5955" y="183"/>
                    </a:lnTo>
                    <a:lnTo>
                      <a:pt x="5949" y="177"/>
                    </a:lnTo>
                    <a:lnTo>
                      <a:pt x="5941" y="173"/>
                    </a:lnTo>
                    <a:lnTo>
                      <a:pt x="5933" y="171"/>
                    </a:lnTo>
                    <a:lnTo>
                      <a:pt x="627" y="171"/>
                    </a:lnTo>
                    <a:close/>
                    <a:moveTo>
                      <a:pt x="627" y="0"/>
                    </a:moveTo>
                    <a:lnTo>
                      <a:pt x="5933" y="0"/>
                    </a:lnTo>
                    <a:lnTo>
                      <a:pt x="5979" y="6"/>
                    </a:lnTo>
                    <a:lnTo>
                      <a:pt x="6021" y="20"/>
                    </a:lnTo>
                    <a:lnTo>
                      <a:pt x="6057" y="44"/>
                    </a:lnTo>
                    <a:lnTo>
                      <a:pt x="6088" y="75"/>
                    </a:lnTo>
                    <a:lnTo>
                      <a:pt x="6112" y="111"/>
                    </a:lnTo>
                    <a:lnTo>
                      <a:pt x="6126" y="153"/>
                    </a:lnTo>
                    <a:lnTo>
                      <a:pt x="6132" y="199"/>
                    </a:lnTo>
                    <a:lnTo>
                      <a:pt x="6132" y="3607"/>
                    </a:lnTo>
                    <a:lnTo>
                      <a:pt x="6126" y="3653"/>
                    </a:lnTo>
                    <a:lnTo>
                      <a:pt x="6112" y="3695"/>
                    </a:lnTo>
                    <a:lnTo>
                      <a:pt x="6088" y="3733"/>
                    </a:lnTo>
                    <a:lnTo>
                      <a:pt x="6057" y="3763"/>
                    </a:lnTo>
                    <a:lnTo>
                      <a:pt x="6021" y="3786"/>
                    </a:lnTo>
                    <a:lnTo>
                      <a:pt x="5979" y="3802"/>
                    </a:lnTo>
                    <a:lnTo>
                      <a:pt x="5933" y="3806"/>
                    </a:lnTo>
                    <a:lnTo>
                      <a:pt x="627" y="3806"/>
                    </a:lnTo>
                    <a:lnTo>
                      <a:pt x="581" y="3802"/>
                    </a:lnTo>
                    <a:lnTo>
                      <a:pt x="539" y="3786"/>
                    </a:lnTo>
                    <a:lnTo>
                      <a:pt x="503" y="3763"/>
                    </a:lnTo>
                    <a:lnTo>
                      <a:pt x="472" y="3733"/>
                    </a:lnTo>
                    <a:lnTo>
                      <a:pt x="448" y="3695"/>
                    </a:lnTo>
                    <a:lnTo>
                      <a:pt x="434" y="3653"/>
                    </a:lnTo>
                    <a:lnTo>
                      <a:pt x="428" y="3607"/>
                    </a:lnTo>
                    <a:lnTo>
                      <a:pt x="428" y="199"/>
                    </a:lnTo>
                    <a:lnTo>
                      <a:pt x="434" y="153"/>
                    </a:lnTo>
                    <a:lnTo>
                      <a:pt x="448" y="111"/>
                    </a:lnTo>
                    <a:lnTo>
                      <a:pt x="472" y="75"/>
                    </a:lnTo>
                    <a:lnTo>
                      <a:pt x="503" y="44"/>
                    </a:lnTo>
                    <a:lnTo>
                      <a:pt x="539" y="20"/>
                    </a:lnTo>
                    <a:lnTo>
                      <a:pt x="581" y="6"/>
                    </a:lnTo>
                    <a:lnTo>
                      <a:pt x="627"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75757"/>
                  </a:solidFill>
                  <a:effectLst/>
                  <a:uLnTx/>
                  <a:uFillTx/>
                  <a:latin typeface="Franklin Gothic Book"/>
                  <a:ea typeface="+mn-ea"/>
                  <a:cs typeface="+mn-cs"/>
                </a:endParaRPr>
              </a:p>
            </p:txBody>
          </p:sp>
          <p:pic>
            <p:nvPicPr>
              <p:cNvPr id="43" name="Picture 42">
                <a:extLst>
                  <a:ext uri="{FF2B5EF4-FFF2-40B4-BE49-F238E27FC236}">
                    <a16:creationId xmlns:a16="http://schemas.microsoft.com/office/drawing/2014/main" id="{70F659F5-D6E9-81C8-A4E6-241DCD958435}"/>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3206" b="6547"/>
              <a:stretch/>
            </p:blipFill>
            <p:spPr>
              <a:xfrm>
                <a:off x="10455857" y="2831723"/>
                <a:ext cx="774927" cy="368027"/>
              </a:xfrm>
              <a:prstGeom prst="rect">
                <a:avLst/>
              </a:prstGeom>
            </p:spPr>
          </p:pic>
        </p:grpSp>
        <p:grpSp>
          <p:nvGrpSpPr>
            <p:cNvPr id="39" name="Group 38">
              <a:extLst>
                <a:ext uri="{FF2B5EF4-FFF2-40B4-BE49-F238E27FC236}">
                  <a16:creationId xmlns:a16="http://schemas.microsoft.com/office/drawing/2014/main" id="{E0CECA5B-9908-C99E-A6F0-B25F68FD41BA}"/>
                </a:ext>
              </a:extLst>
            </p:cNvPr>
            <p:cNvGrpSpPr/>
            <p:nvPr/>
          </p:nvGrpSpPr>
          <p:grpSpPr>
            <a:xfrm>
              <a:off x="9713074" y="611996"/>
              <a:ext cx="1382740" cy="460286"/>
              <a:chOff x="3378158" y="2482746"/>
              <a:chExt cx="1382740" cy="460286"/>
            </a:xfrm>
          </p:grpSpPr>
          <p:sp>
            <p:nvSpPr>
              <p:cNvPr id="40" name="TextBox 39">
                <a:extLst>
                  <a:ext uri="{FF2B5EF4-FFF2-40B4-BE49-F238E27FC236}">
                    <a16:creationId xmlns:a16="http://schemas.microsoft.com/office/drawing/2014/main" id="{46D29EB3-D057-F77F-C1B7-7579A4EEA7BB}"/>
                  </a:ext>
                </a:extLst>
              </p:cNvPr>
              <p:cNvSpPr txBox="1"/>
              <p:nvPr/>
            </p:nvSpPr>
            <p:spPr>
              <a:xfrm>
                <a:off x="3641322" y="2482746"/>
                <a:ext cx="1119576" cy="460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New analytic capabilities</a:t>
                </a:r>
              </a:p>
            </p:txBody>
          </p:sp>
          <p:pic>
            <p:nvPicPr>
              <p:cNvPr id="41" name="Graphic 40" descr="Badge Follow outline">
                <a:extLst>
                  <a:ext uri="{FF2B5EF4-FFF2-40B4-BE49-F238E27FC236}">
                    <a16:creationId xmlns:a16="http://schemas.microsoft.com/office/drawing/2014/main" id="{1823795A-96F5-3A02-E08B-6BA66CAB47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8158" y="2597587"/>
                <a:ext cx="287304" cy="287304"/>
              </a:xfrm>
              <a:prstGeom prst="rect">
                <a:avLst/>
              </a:prstGeom>
            </p:spPr>
          </p:pic>
        </p:grpSp>
      </p:grpSp>
      <p:grpSp>
        <p:nvGrpSpPr>
          <p:cNvPr id="44" name="Group 43">
            <a:extLst>
              <a:ext uri="{FF2B5EF4-FFF2-40B4-BE49-F238E27FC236}">
                <a16:creationId xmlns:a16="http://schemas.microsoft.com/office/drawing/2014/main" id="{FEFBDBC2-1E28-06CA-2E8F-1B5B57905BBB}"/>
              </a:ext>
              <a:ext uri="{C183D7F6-B498-43B3-948B-1728B52AA6E4}">
                <adec:decorative xmlns:adec="http://schemas.microsoft.com/office/drawing/2017/decorative" val="1"/>
              </a:ext>
            </a:extLst>
          </p:cNvPr>
          <p:cNvGrpSpPr/>
          <p:nvPr/>
        </p:nvGrpSpPr>
        <p:grpSpPr>
          <a:xfrm>
            <a:off x="7118954" y="1567738"/>
            <a:ext cx="1554788" cy="460286"/>
            <a:chOff x="3379251" y="2535098"/>
            <a:chExt cx="1554788" cy="460286"/>
          </a:xfrm>
        </p:grpSpPr>
        <p:sp>
          <p:nvSpPr>
            <p:cNvPr id="45" name="TextBox 44">
              <a:extLst>
                <a:ext uri="{FF2B5EF4-FFF2-40B4-BE49-F238E27FC236}">
                  <a16:creationId xmlns:a16="http://schemas.microsoft.com/office/drawing/2014/main" id="{DDAC1835-AFE2-D286-CCB2-4F13431CD9BA}"/>
                </a:ext>
              </a:extLst>
            </p:cNvPr>
            <p:cNvSpPr txBox="1"/>
            <p:nvPr/>
          </p:nvSpPr>
          <p:spPr>
            <a:xfrm>
              <a:off x="3641686" y="2535098"/>
              <a:ext cx="1292353" cy="460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Franklin Gothic Book"/>
                  <a:ea typeface="+mn-ea"/>
                  <a:cs typeface="+mn-cs"/>
                </a:rPr>
                <a:t>Purchased care</a:t>
              </a:r>
            </a:p>
          </p:txBody>
        </p:sp>
        <p:pic>
          <p:nvPicPr>
            <p:cNvPr id="46" name="Graphic 45" descr="Badge Follow outline">
              <a:extLst>
                <a:ext uri="{FF2B5EF4-FFF2-40B4-BE49-F238E27FC236}">
                  <a16:creationId xmlns:a16="http://schemas.microsoft.com/office/drawing/2014/main" id="{2466D2E0-F0D7-1622-BC81-226BC054F1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9251" y="2660614"/>
              <a:ext cx="287304" cy="287304"/>
            </a:xfrm>
            <a:prstGeom prst="rect">
              <a:avLst/>
            </a:prstGeom>
          </p:spPr>
        </p:pic>
      </p:grpSp>
      <p:pic>
        <p:nvPicPr>
          <p:cNvPr id="47" name="Graphic 46" descr="Arrow: Straight with solid fill">
            <a:extLst>
              <a:ext uri="{FF2B5EF4-FFF2-40B4-BE49-F238E27FC236}">
                <a16:creationId xmlns:a16="http://schemas.microsoft.com/office/drawing/2014/main" id="{31E4E328-EEE9-DAEB-A63F-403CC9AFC99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10611959" y="2893828"/>
            <a:ext cx="428989" cy="403163"/>
          </a:xfrm>
          <a:prstGeom prst="rect">
            <a:avLst/>
          </a:prstGeom>
        </p:spPr>
      </p:pic>
      <p:pic>
        <p:nvPicPr>
          <p:cNvPr id="48" name="Graphic 47" descr="Arrow: Straight with solid fill">
            <a:extLst>
              <a:ext uri="{FF2B5EF4-FFF2-40B4-BE49-F238E27FC236}">
                <a16:creationId xmlns:a16="http://schemas.microsoft.com/office/drawing/2014/main" id="{AF8ED9B4-6F85-B144-84B8-BE166A2CA8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4192879" y="2893828"/>
            <a:ext cx="428989" cy="403163"/>
          </a:xfrm>
          <a:prstGeom prst="rect">
            <a:avLst/>
          </a:prstGeom>
        </p:spPr>
      </p:pic>
      <p:graphicFrame>
        <p:nvGraphicFramePr>
          <p:cNvPr id="49" name="Table 48">
            <a:extLst>
              <a:ext uri="{FF2B5EF4-FFF2-40B4-BE49-F238E27FC236}">
                <a16:creationId xmlns:a16="http://schemas.microsoft.com/office/drawing/2014/main" id="{31B38F74-142B-816F-390E-87A98E7D9153}"/>
              </a:ext>
            </a:extLst>
          </p:cNvPr>
          <p:cNvGraphicFramePr>
            <a:graphicFrameLocks noGrp="1"/>
          </p:cNvGraphicFramePr>
          <p:nvPr/>
        </p:nvGraphicFramePr>
        <p:xfrm>
          <a:off x="601084" y="3849198"/>
          <a:ext cx="10957110" cy="1919058"/>
        </p:xfrm>
        <a:graphic>
          <a:graphicData uri="http://schemas.openxmlformats.org/drawingml/2006/table">
            <a:tbl>
              <a:tblPr firstRow="1" bandRow="1">
                <a:tableStyleId>{5C22544A-7EE6-4342-B048-85BDC9FD1C3A}</a:tableStyleId>
              </a:tblPr>
              <a:tblGrid>
                <a:gridCol w="1826185">
                  <a:extLst>
                    <a:ext uri="{9D8B030D-6E8A-4147-A177-3AD203B41FA5}">
                      <a16:colId xmlns:a16="http://schemas.microsoft.com/office/drawing/2014/main" val="236431833"/>
                    </a:ext>
                  </a:extLst>
                </a:gridCol>
                <a:gridCol w="2347931">
                  <a:extLst>
                    <a:ext uri="{9D8B030D-6E8A-4147-A177-3AD203B41FA5}">
                      <a16:colId xmlns:a16="http://schemas.microsoft.com/office/drawing/2014/main" val="3994101989"/>
                    </a:ext>
                  </a:extLst>
                </a:gridCol>
                <a:gridCol w="1884218">
                  <a:extLst>
                    <a:ext uri="{9D8B030D-6E8A-4147-A177-3AD203B41FA5}">
                      <a16:colId xmlns:a16="http://schemas.microsoft.com/office/drawing/2014/main" val="2046078152"/>
                    </a:ext>
                  </a:extLst>
                </a:gridCol>
                <a:gridCol w="1717964">
                  <a:extLst>
                    <a:ext uri="{9D8B030D-6E8A-4147-A177-3AD203B41FA5}">
                      <a16:colId xmlns:a16="http://schemas.microsoft.com/office/drawing/2014/main" val="3964434811"/>
                    </a:ext>
                  </a:extLst>
                </a:gridCol>
                <a:gridCol w="1570182">
                  <a:extLst>
                    <a:ext uri="{9D8B030D-6E8A-4147-A177-3AD203B41FA5}">
                      <a16:colId xmlns:a16="http://schemas.microsoft.com/office/drawing/2014/main" val="1735752235"/>
                    </a:ext>
                  </a:extLst>
                </a:gridCol>
                <a:gridCol w="1610630">
                  <a:extLst>
                    <a:ext uri="{9D8B030D-6E8A-4147-A177-3AD203B41FA5}">
                      <a16:colId xmlns:a16="http://schemas.microsoft.com/office/drawing/2014/main" val="1356159883"/>
                    </a:ext>
                  </a:extLst>
                </a:gridCol>
              </a:tblGrid>
              <a:tr h="547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7373A"/>
                          </a:solidFill>
                          <a:effectLst/>
                          <a:uLnTx/>
                          <a:uFillTx/>
                          <a:latin typeface="+mj-lt"/>
                          <a:ea typeface="+mn-ea"/>
                          <a:cs typeface="+mn-cs"/>
                        </a:rPr>
                        <a:t>EIDS PMO Formed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7373A"/>
                          </a:solidFill>
                          <a:effectLst/>
                          <a:uLnTx/>
                          <a:uFillTx/>
                          <a:latin typeface="+mj-lt"/>
                          <a:ea typeface="+mn-ea"/>
                          <a:cs typeface="+mn-cs"/>
                        </a:rPr>
                        <a:t>Enterprise Services Rationalization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37373A"/>
                          </a:solidFill>
                          <a:effectLst/>
                          <a:uLnTx/>
                          <a:uFillTx/>
                          <a:latin typeface="+mj-lt"/>
                          <a:ea typeface="+mn-ea"/>
                          <a:cs typeface="+mn-cs"/>
                        </a:rPr>
                        <a:t>Program of Record</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7373A"/>
                          </a:solidFill>
                          <a:effectLst/>
                          <a:uLnTx/>
                          <a:uFillTx/>
                          <a:latin typeface="+mj-lt"/>
                          <a:ea typeface="+mn-ea"/>
                          <a:cs typeface="+mn-cs"/>
                        </a:rPr>
                        <a:t>Legacy Data</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7373A"/>
                          </a:solidFill>
                          <a:effectLst/>
                          <a:uLnTx/>
                          <a:uFillTx/>
                          <a:latin typeface="+mj-lt"/>
                          <a:ea typeface="+mn-ea"/>
                          <a:cs typeface="+mn-cs"/>
                        </a:rPr>
                        <a:t>Purchased Care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37373A"/>
                          </a:solidFill>
                          <a:effectLst/>
                          <a:uLnTx/>
                          <a:uFillTx/>
                          <a:latin typeface="+mj-lt"/>
                          <a:ea typeface="+mn-ea"/>
                          <a:cs typeface="+mn-cs"/>
                        </a:rPr>
                        <a:t>Data Accessibility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115587646"/>
                  </a:ext>
                </a:extLst>
              </a:tr>
              <a:tr h="1225094">
                <a:tc>
                  <a:txBody>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EIDS PMO stood up within DHA Solution Delivery Division as Services’ systems migrated into DHA</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HSDW, CEIP, AFCHIPS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tc>
                  <a:txBody>
                    <a:bodyPr/>
                    <a:lstStyle/>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NDAA 2017/MHS Reform: Consolidates multiple legacy data warehouses and secondary data stores into a unified data architecture</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30+ systems rationalized into EIDS PMO</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tc>
                  <a:txBody>
                    <a:bodyPr/>
                    <a:lstStyle/>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Calibri" panose="020F0502020204030204" pitchFamily="34" charset="0"/>
                        </a:rPr>
                        <a:t>MIP established as an ACAT IAC Program of Record to integrate disparate data and  modernized applications</a:t>
                      </a:r>
                    </a:p>
                    <a:p>
                      <a:pPr marL="0" indent="0">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tc>
                  <a:txBody>
                    <a:bodyPr/>
                    <a:lstStyle/>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Calibri" panose="020F0502020204030204" pitchFamily="34" charset="0"/>
                        </a:rPr>
                        <a:t>Establish the program for storing and accessing legacy clinical health data</a:t>
                      </a:r>
                    </a:p>
                    <a:p>
                      <a:pPr marL="0" indent="0">
                        <a:buFont typeface="Arial" panose="020B0604020202020204" pitchFamily="34" charset="0"/>
                        <a:buNone/>
                      </a:pPr>
                      <a:endParaRPr lang="en-US" sz="1200">
                        <a:latin typeface="Calibri" panose="020F0502020204030204" pitchFamily="34" charset="0"/>
                        <a:ea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tc>
                  <a:txBody>
                    <a:bodyPr/>
                    <a:lstStyle/>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Calibri" panose="020F0502020204030204" pitchFamily="34" charset="0"/>
                        </a:rPr>
                        <a:t>MDR replatform</a:t>
                      </a:r>
                    </a:p>
                    <a:p>
                      <a:pPr marL="171450" indent="-171450">
                        <a:buFont typeface="Arial" panose="020B0604020202020204" pitchFamily="34" charset="0"/>
                        <a:buChar char="•"/>
                      </a:pPr>
                      <a:r>
                        <a:rPr lang="en-US" sz="1200">
                          <a:latin typeface="Calibri" panose="020F0502020204030204" pitchFamily="34" charset="0"/>
                          <a:ea typeface="Calibri" panose="020F0502020204030204" pitchFamily="34" charset="0"/>
                          <a:cs typeface="Calibri" panose="020F0502020204030204" pitchFamily="34" charset="0"/>
                        </a:rPr>
                        <a:t>Pharmacy data warehouse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tc>
                  <a:txBody>
                    <a:bodyPr/>
                    <a:lstStyle/>
                    <a:p>
                      <a:pPr marL="171450" indent="-171450">
                        <a:buFont typeface="Arial" panose="020B0604020202020204" pitchFamily="34" charset="0"/>
                        <a:buChar char="•"/>
                      </a:pPr>
                      <a:r>
                        <a:rPr lang="it-IT" sz="1200" dirty="0">
                          <a:latin typeface="Calibri" panose="020F0502020204030204" pitchFamily="34" charset="0"/>
                          <a:ea typeface="Calibri" panose="020F0502020204030204" pitchFamily="34" charset="0"/>
                          <a:cs typeface="Calibri" panose="020F0502020204030204" pitchFamily="34" charset="0"/>
                        </a:rPr>
                        <a:t>Data Quality</a:t>
                      </a:r>
                    </a:p>
                    <a:p>
                      <a:pPr marL="171450" indent="-171450">
                        <a:buFont typeface="Arial" panose="020B0604020202020204" pitchFamily="34" charset="0"/>
                        <a:buChar char="•"/>
                      </a:pPr>
                      <a:r>
                        <a:rPr lang="it-IT" sz="1200" dirty="0">
                          <a:latin typeface="Calibri" panose="020F0502020204030204" pitchFamily="34" charset="0"/>
                          <a:ea typeface="Calibri" panose="020F0502020204030204" pitchFamily="34" charset="0"/>
                          <a:cs typeface="Calibri" panose="020F0502020204030204" pitchFamily="34" charset="0"/>
                        </a:rPr>
                        <a:t>Data Pipeline</a:t>
                      </a:r>
                    </a:p>
                    <a:p>
                      <a:pPr marL="171450" indent="-171450">
                        <a:buFont typeface="Arial" panose="020B0604020202020204" pitchFamily="34" charset="0"/>
                        <a:buChar char="•"/>
                      </a:pPr>
                      <a:r>
                        <a:rPr lang="it-IT" sz="1200" dirty="0">
                          <a:latin typeface="Calibri" panose="020F0502020204030204" pitchFamily="34" charset="0"/>
                          <a:ea typeface="Calibri" panose="020F0502020204030204" pitchFamily="34" charset="0"/>
                          <a:cs typeface="Calibri" panose="020F0502020204030204" pitchFamily="34" charset="0"/>
                        </a:rPr>
                        <a:t>OMOP</a:t>
                      </a:r>
                    </a:p>
                    <a:p>
                      <a:pPr marL="171450" indent="-171450">
                        <a:buFont typeface="Arial" panose="020B0604020202020204" pitchFamily="34" charset="0"/>
                        <a:buChar char="•"/>
                      </a:pPr>
                      <a:r>
                        <a:rPr lang="it-IT" sz="1200" dirty="0">
                          <a:latin typeface="Calibri" panose="020F0502020204030204" pitchFamily="34" charset="0"/>
                          <a:ea typeface="Calibri" panose="020F0502020204030204" pitchFamily="34" charset="0"/>
                          <a:cs typeface="Calibri" panose="020F0502020204030204" pitchFamily="34" charset="0"/>
                        </a:rPr>
                        <a:t>Data Catalog</a:t>
                      </a:r>
                    </a:p>
                    <a:p>
                      <a:pPr marL="0" indent="0">
                        <a:buFont typeface="Arial" panose="020B0604020202020204" pitchFamily="34" charset="0"/>
                        <a:buNone/>
                      </a:pPr>
                      <a:endParaRPr lang="it-IT" sz="1200" dirty="0">
                        <a:latin typeface="Calibri" panose="020F0502020204030204" pitchFamily="34" charset="0"/>
                        <a:ea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99657890"/>
                  </a:ext>
                </a:extLst>
              </a:tr>
            </a:tbl>
          </a:graphicData>
        </a:graphic>
      </p:graphicFrame>
      <p:grpSp>
        <p:nvGrpSpPr>
          <p:cNvPr id="50" name="Group 49">
            <a:extLst>
              <a:ext uri="{FF2B5EF4-FFF2-40B4-BE49-F238E27FC236}">
                <a16:creationId xmlns:a16="http://schemas.microsoft.com/office/drawing/2014/main" id="{823A68FB-E4D3-CA23-2F36-C9CBD1C9DBA9}"/>
              </a:ext>
              <a:ext uri="{C183D7F6-B498-43B3-948B-1728B52AA6E4}">
                <adec:decorative xmlns:adec="http://schemas.microsoft.com/office/drawing/2017/decorative" val="1"/>
              </a:ext>
            </a:extLst>
          </p:cNvPr>
          <p:cNvGrpSpPr/>
          <p:nvPr/>
        </p:nvGrpSpPr>
        <p:grpSpPr>
          <a:xfrm>
            <a:off x="11405129" y="2445647"/>
            <a:ext cx="535550" cy="410151"/>
            <a:chOff x="3111448" y="2943841"/>
            <a:chExt cx="535550" cy="410151"/>
          </a:xfrm>
        </p:grpSpPr>
        <p:pic>
          <p:nvPicPr>
            <p:cNvPr id="51" name="Graphic 50" descr="Database with solid fill">
              <a:extLst>
                <a:ext uri="{FF2B5EF4-FFF2-40B4-BE49-F238E27FC236}">
                  <a16:creationId xmlns:a16="http://schemas.microsoft.com/office/drawing/2014/main" id="{466829E1-B38B-85EC-04CF-8D55C7753B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52" name="Graphic 51" descr="Database with solid fill">
              <a:extLst>
                <a:ext uri="{FF2B5EF4-FFF2-40B4-BE49-F238E27FC236}">
                  <a16:creationId xmlns:a16="http://schemas.microsoft.com/office/drawing/2014/main" id="{580DE8E8-2918-1D19-C85C-6BB1177491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grpSp>
        <p:nvGrpSpPr>
          <p:cNvPr id="53" name="Group 52">
            <a:extLst>
              <a:ext uri="{FF2B5EF4-FFF2-40B4-BE49-F238E27FC236}">
                <a16:creationId xmlns:a16="http://schemas.microsoft.com/office/drawing/2014/main" id="{4AD15F2A-540D-3F75-E08A-332EE495EF4F}"/>
              </a:ext>
              <a:ext uri="{C183D7F6-B498-43B3-948B-1728B52AA6E4}">
                <adec:decorative xmlns:adec="http://schemas.microsoft.com/office/drawing/2017/decorative" val="1"/>
              </a:ext>
            </a:extLst>
          </p:cNvPr>
          <p:cNvGrpSpPr/>
          <p:nvPr/>
        </p:nvGrpSpPr>
        <p:grpSpPr>
          <a:xfrm>
            <a:off x="10624872" y="2453225"/>
            <a:ext cx="535550" cy="410151"/>
            <a:chOff x="3111448" y="2943841"/>
            <a:chExt cx="535550" cy="410151"/>
          </a:xfrm>
        </p:grpSpPr>
        <p:pic>
          <p:nvPicPr>
            <p:cNvPr id="54" name="Graphic 53" descr="Database with solid fill">
              <a:extLst>
                <a:ext uri="{FF2B5EF4-FFF2-40B4-BE49-F238E27FC236}">
                  <a16:creationId xmlns:a16="http://schemas.microsoft.com/office/drawing/2014/main" id="{EBB06D53-9953-A2CF-C964-2E1F156F31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55" name="Graphic 54" descr="Database with solid fill">
              <a:extLst>
                <a:ext uri="{FF2B5EF4-FFF2-40B4-BE49-F238E27FC236}">
                  <a16:creationId xmlns:a16="http://schemas.microsoft.com/office/drawing/2014/main" id="{F4CC052A-D1ED-880F-1721-6832C57C30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grpSp>
        <p:nvGrpSpPr>
          <p:cNvPr id="56" name="Group 55">
            <a:extLst>
              <a:ext uri="{FF2B5EF4-FFF2-40B4-BE49-F238E27FC236}">
                <a16:creationId xmlns:a16="http://schemas.microsoft.com/office/drawing/2014/main" id="{BE4DCAE3-7E99-983B-E1FE-36957367ED49}"/>
              </a:ext>
              <a:ext uri="{C183D7F6-B498-43B3-948B-1728B52AA6E4}">
                <adec:decorative xmlns:adec="http://schemas.microsoft.com/office/drawing/2017/decorative" val="1"/>
              </a:ext>
            </a:extLst>
          </p:cNvPr>
          <p:cNvGrpSpPr/>
          <p:nvPr/>
        </p:nvGrpSpPr>
        <p:grpSpPr>
          <a:xfrm>
            <a:off x="7604322" y="2454573"/>
            <a:ext cx="535550" cy="410151"/>
            <a:chOff x="3111448" y="2943841"/>
            <a:chExt cx="535550" cy="410151"/>
          </a:xfrm>
        </p:grpSpPr>
        <p:pic>
          <p:nvPicPr>
            <p:cNvPr id="57" name="Graphic 56" descr="Database with solid fill">
              <a:extLst>
                <a:ext uri="{FF2B5EF4-FFF2-40B4-BE49-F238E27FC236}">
                  <a16:creationId xmlns:a16="http://schemas.microsoft.com/office/drawing/2014/main" id="{54FC5483-F9D8-8492-2905-626E5514CB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58" name="Graphic 57" descr="Database with solid fill">
              <a:extLst>
                <a:ext uri="{FF2B5EF4-FFF2-40B4-BE49-F238E27FC236}">
                  <a16:creationId xmlns:a16="http://schemas.microsoft.com/office/drawing/2014/main" id="{3AD2C171-64AE-0D7E-0875-2BCF52DADA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grpSp>
        <p:nvGrpSpPr>
          <p:cNvPr id="59" name="Group 58">
            <a:extLst>
              <a:ext uri="{FF2B5EF4-FFF2-40B4-BE49-F238E27FC236}">
                <a16:creationId xmlns:a16="http://schemas.microsoft.com/office/drawing/2014/main" id="{001E1BA9-2E67-0EE5-CDFE-31D4263D126B}"/>
              </a:ext>
              <a:ext uri="{C183D7F6-B498-43B3-948B-1728B52AA6E4}">
                <adec:decorative xmlns:adec="http://schemas.microsoft.com/office/drawing/2017/decorative" val="1"/>
              </a:ext>
            </a:extLst>
          </p:cNvPr>
          <p:cNvGrpSpPr/>
          <p:nvPr/>
        </p:nvGrpSpPr>
        <p:grpSpPr>
          <a:xfrm>
            <a:off x="1890009" y="2921423"/>
            <a:ext cx="535550" cy="410151"/>
            <a:chOff x="3111448" y="2943841"/>
            <a:chExt cx="535550" cy="410151"/>
          </a:xfrm>
        </p:grpSpPr>
        <p:pic>
          <p:nvPicPr>
            <p:cNvPr id="60" name="Graphic 59" descr="Database with solid fill">
              <a:extLst>
                <a:ext uri="{FF2B5EF4-FFF2-40B4-BE49-F238E27FC236}">
                  <a16:creationId xmlns:a16="http://schemas.microsoft.com/office/drawing/2014/main" id="{F9870410-E55E-9D37-3066-F624397C3F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61" name="Graphic 60" descr="Database with solid fill">
              <a:extLst>
                <a:ext uri="{FF2B5EF4-FFF2-40B4-BE49-F238E27FC236}">
                  <a16:creationId xmlns:a16="http://schemas.microsoft.com/office/drawing/2014/main" id="{54886129-C2D1-711D-9C72-6782D7F5D4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grpSp>
        <p:nvGrpSpPr>
          <p:cNvPr id="62" name="Group 61">
            <a:extLst>
              <a:ext uri="{FF2B5EF4-FFF2-40B4-BE49-F238E27FC236}">
                <a16:creationId xmlns:a16="http://schemas.microsoft.com/office/drawing/2014/main" id="{E659BC01-410E-423F-321F-EB9C566E62E3}"/>
              </a:ext>
              <a:ext uri="{C183D7F6-B498-43B3-948B-1728B52AA6E4}">
                <adec:decorative xmlns:adec="http://schemas.microsoft.com/office/drawing/2017/decorative" val="1"/>
              </a:ext>
            </a:extLst>
          </p:cNvPr>
          <p:cNvGrpSpPr/>
          <p:nvPr/>
        </p:nvGrpSpPr>
        <p:grpSpPr>
          <a:xfrm>
            <a:off x="10548726" y="2205999"/>
            <a:ext cx="535550" cy="410151"/>
            <a:chOff x="3111448" y="2943841"/>
            <a:chExt cx="535550" cy="410151"/>
          </a:xfrm>
        </p:grpSpPr>
        <p:pic>
          <p:nvPicPr>
            <p:cNvPr id="63" name="Graphic 62" descr="Database with solid fill">
              <a:extLst>
                <a:ext uri="{FF2B5EF4-FFF2-40B4-BE49-F238E27FC236}">
                  <a16:creationId xmlns:a16="http://schemas.microsoft.com/office/drawing/2014/main" id="{BE892CB7-FBE5-3294-B25D-6B70C489AD5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9498" y="2986492"/>
              <a:ext cx="367500" cy="367500"/>
            </a:xfrm>
            <a:prstGeom prst="rect">
              <a:avLst/>
            </a:prstGeom>
          </p:spPr>
        </p:pic>
        <p:pic>
          <p:nvPicPr>
            <p:cNvPr id="64" name="Graphic 63" descr="Database with solid fill">
              <a:extLst>
                <a:ext uri="{FF2B5EF4-FFF2-40B4-BE49-F238E27FC236}">
                  <a16:creationId xmlns:a16="http://schemas.microsoft.com/office/drawing/2014/main" id="{BAFAEC42-7242-FC73-EF86-5F1D838E9E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11448" y="2943841"/>
              <a:ext cx="367500" cy="367500"/>
            </a:xfrm>
            <a:prstGeom prst="rect">
              <a:avLst/>
            </a:prstGeom>
          </p:spPr>
        </p:pic>
      </p:grpSp>
      <p:pic>
        <p:nvPicPr>
          <p:cNvPr id="65" name="Graphic 64" descr="Database with solid fill">
            <a:extLst>
              <a:ext uri="{FF2B5EF4-FFF2-40B4-BE49-F238E27FC236}">
                <a16:creationId xmlns:a16="http://schemas.microsoft.com/office/drawing/2014/main" id="{7B8CF299-7574-573F-6F10-D5AB10CC2A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48282" y="2479621"/>
            <a:ext cx="367500" cy="367500"/>
          </a:xfrm>
          <a:prstGeom prst="rect">
            <a:avLst/>
          </a:prstGeom>
        </p:spPr>
      </p:pic>
      <p:cxnSp>
        <p:nvCxnSpPr>
          <p:cNvPr id="66" name="Straight Connector 65">
            <a:extLst>
              <a:ext uri="{FF2B5EF4-FFF2-40B4-BE49-F238E27FC236}">
                <a16:creationId xmlns:a16="http://schemas.microsoft.com/office/drawing/2014/main" id="{5BA0554C-39BF-E9E0-52E6-9CCE36AB4789}"/>
              </a:ext>
              <a:ext uri="{C183D7F6-B498-43B3-948B-1728B52AA6E4}">
                <adec:decorative xmlns:adec="http://schemas.microsoft.com/office/drawing/2017/decorative" val="1"/>
              </a:ext>
            </a:extLst>
          </p:cNvPr>
          <p:cNvCxnSpPr>
            <a:cxnSpLocks/>
          </p:cNvCxnSpPr>
          <p:nvPr/>
        </p:nvCxnSpPr>
        <p:spPr>
          <a:xfrm>
            <a:off x="606592" y="4395436"/>
            <a:ext cx="10951602" cy="0"/>
          </a:xfrm>
          <a:prstGeom prst="line">
            <a:avLst/>
          </a:prstGeom>
          <a:ln>
            <a:solidFill>
              <a:schemeClr val="accent1">
                <a:lumMod val="75000"/>
                <a:lumOff val="25000"/>
                <a:alpha val="50000"/>
              </a:schemeClr>
            </a:solidFill>
            <a:headEnd type="none" w="med" len="med"/>
            <a:tailEnd type="none" w="med" len="med"/>
          </a:ln>
        </p:spPr>
        <p:style>
          <a:lnRef idx="3">
            <a:schemeClr val="accent2"/>
          </a:lnRef>
          <a:fillRef idx="0">
            <a:schemeClr val="accent2"/>
          </a:fillRef>
          <a:effectRef idx="2">
            <a:schemeClr val="accent2"/>
          </a:effectRef>
          <a:fontRef idx="minor">
            <a:schemeClr val="tx1"/>
          </a:fontRef>
        </p:style>
      </p:cxnSp>
      <p:pic>
        <p:nvPicPr>
          <p:cNvPr id="67" name="Graphic 66" descr="Arrow: Straight with solid fill">
            <a:extLst>
              <a:ext uri="{FF2B5EF4-FFF2-40B4-BE49-F238E27FC236}">
                <a16:creationId xmlns:a16="http://schemas.microsoft.com/office/drawing/2014/main" id="{AFD806EA-9F38-B6DB-8983-9C98FE534B1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6185432" y="2893829"/>
            <a:ext cx="428989" cy="403163"/>
          </a:xfrm>
          <a:prstGeom prst="rect">
            <a:avLst/>
          </a:prstGeom>
        </p:spPr>
      </p:pic>
      <p:pic>
        <p:nvPicPr>
          <p:cNvPr id="68" name="Graphic 67" descr="Arrow: Straight with solid fill">
            <a:extLst>
              <a:ext uri="{FF2B5EF4-FFF2-40B4-BE49-F238E27FC236}">
                <a16:creationId xmlns:a16="http://schemas.microsoft.com/office/drawing/2014/main" id="{DB885079-75B1-0A0B-04F2-E44B5BF4251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8587875" y="2893828"/>
            <a:ext cx="428989" cy="403163"/>
          </a:xfrm>
          <a:prstGeom prst="rect">
            <a:avLst/>
          </a:prstGeom>
        </p:spPr>
      </p:pic>
      <p:sp>
        <p:nvSpPr>
          <p:cNvPr id="69" name="Rounded Rectangle 135">
            <a:extLst>
              <a:ext uri="{FF2B5EF4-FFF2-40B4-BE49-F238E27FC236}">
                <a16:creationId xmlns:a16="http://schemas.microsoft.com/office/drawing/2014/main" id="{59704A99-67B2-BCD9-D146-23F65AD2A358}"/>
              </a:ext>
            </a:extLst>
          </p:cNvPr>
          <p:cNvSpPr/>
          <p:nvPr/>
        </p:nvSpPr>
        <p:spPr>
          <a:xfrm>
            <a:off x="10137552" y="5814113"/>
            <a:ext cx="1242720" cy="141581"/>
          </a:xfrm>
          <a:prstGeom prst="roundRect">
            <a:avLst>
              <a:gd name="adj" fmla="val 50000"/>
            </a:avLst>
          </a:prstGeom>
          <a:solidFill>
            <a:srgbClr val="2E355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Franklin Gothic Medium"/>
                <a:ea typeface="Open Sans" panose="020B0606030504020204" pitchFamily="34" charset="0"/>
                <a:cs typeface="Open Sans" panose="020B0606030504020204" pitchFamily="34" charset="0"/>
              </a:rPr>
              <a:t>Data</a:t>
            </a:r>
          </a:p>
        </p:txBody>
      </p:sp>
      <p:sp>
        <p:nvSpPr>
          <p:cNvPr id="70" name="Rounded Rectangle 135">
            <a:extLst>
              <a:ext uri="{FF2B5EF4-FFF2-40B4-BE49-F238E27FC236}">
                <a16:creationId xmlns:a16="http://schemas.microsoft.com/office/drawing/2014/main" id="{46D7841D-A0ED-AB9B-3C95-640C9DD40EFB}"/>
              </a:ext>
            </a:extLst>
          </p:cNvPr>
          <p:cNvSpPr/>
          <p:nvPr/>
        </p:nvSpPr>
        <p:spPr>
          <a:xfrm>
            <a:off x="10137552" y="6016561"/>
            <a:ext cx="1242720" cy="141581"/>
          </a:xfrm>
          <a:prstGeom prst="roundRect">
            <a:avLst>
              <a:gd name="adj" fmla="val 50000"/>
            </a:avLst>
          </a:prstGeom>
          <a:solidFill>
            <a:srgbClr val="2E355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Franklin Gothic Medium"/>
                <a:ea typeface="Open Sans" panose="020B0606030504020204" pitchFamily="34" charset="0"/>
                <a:cs typeface="Open Sans" panose="020B0606030504020204" pitchFamily="34" charset="0"/>
              </a:rPr>
              <a:t>Analytics</a:t>
            </a:r>
          </a:p>
        </p:txBody>
      </p:sp>
      <p:sp>
        <p:nvSpPr>
          <p:cNvPr id="71" name="Rounded Rectangle 135">
            <a:extLst>
              <a:ext uri="{FF2B5EF4-FFF2-40B4-BE49-F238E27FC236}">
                <a16:creationId xmlns:a16="http://schemas.microsoft.com/office/drawing/2014/main" id="{96096BD1-857D-1D59-070C-8E400EE2FABE}"/>
              </a:ext>
            </a:extLst>
          </p:cNvPr>
          <p:cNvSpPr/>
          <p:nvPr/>
        </p:nvSpPr>
        <p:spPr>
          <a:xfrm>
            <a:off x="10137552" y="6219010"/>
            <a:ext cx="1242720" cy="141581"/>
          </a:xfrm>
          <a:prstGeom prst="roundRect">
            <a:avLst>
              <a:gd name="adj" fmla="val 50000"/>
            </a:avLst>
          </a:prstGeom>
          <a:solidFill>
            <a:srgbClr val="2E3558"/>
          </a:solid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Franklin Gothic Medium"/>
                <a:ea typeface="Open Sans" panose="020B0606030504020204" pitchFamily="34" charset="0"/>
                <a:cs typeface="Open Sans" panose="020B0606030504020204" pitchFamily="34" charset="0"/>
              </a:rPr>
              <a:t>Applications</a:t>
            </a:r>
          </a:p>
        </p:txBody>
      </p:sp>
      <p:sp>
        <p:nvSpPr>
          <p:cNvPr id="72" name="TextBox 71">
            <a:extLst>
              <a:ext uri="{FF2B5EF4-FFF2-40B4-BE49-F238E27FC236}">
                <a16:creationId xmlns:a16="http://schemas.microsoft.com/office/drawing/2014/main" id="{B1D66E01-E16F-2A90-49C6-1D907B379F9F}"/>
              </a:ext>
            </a:extLst>
          </p:cNvPr>
          <p:cNvSpPr txBox="1"/>
          <p:nvPr/>
        </p:nvSpPr>
        <p:spPr>
          <a:xfrm>
            <a:off x="8073628" y="1385686"/>
            <a:ext cx="1119576" cy="4602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MILPERS</a:t>
            </a:r>
          </a:p>
        </p:txBody>
      </p:sp>
      <p:pic>
        <p:nvPicPr>
          <p:cNvPr id="73" name="Graphic 72" descr="Badge Follow outline">
            <a:extLst>
              <a:ext uri="{FF2B5EF4-FFF2-40B4-BE49-F238E27FC236}">
                <a16:creationId xmlns:a16="http://schemas.microsoft.com/office/drawing/2014/main" id="{36D6C562-7E08-1338-ECD7-01F32D8E0F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28170" y="1485110"/>
            <a:ext cx="287304" cy="287304"/>
          </a:xfrm>
          <a:prstGeom prst="rect">
            <a:avLst/>
          </a:prstGeom>
        </p:spPr>
      </p:pic>
      <p:grpSp>
        <p:nvGrpSpPr>
          <p:cNvPr id="74" name="Group 73">
            <a:extLst>
              <a:ext uri="{FF2B5EF4-FFF2-40B4-BE49-F238E27FC236}">
                <a16:creationId xmlns:a16="http://schemas.microsoft.com/office/drawing/2014/main" id="{6FE56447-F6EB-8567-5D7F-8F9575E69061}"/>
              </a:ext>
              <a:ext uri="{C183D7F6-B498-43B3-948B-1728B52AA6E4}">
                <adec:decorative xmlns:adec="http://schemas.microsoft.com/office/drawing/2017/decorative" val="1"/>
              </a:ext>
            </a:extLst>
          </p:cNvPr>
          <p:cNvGrpSpPr/>
          <p:nvPr/>
        </p:nvGrpSpPr>
        <p:grpSpPr>
          <a:xfrm>
            <a:off x="10344561" y="1560742"/>
            <a:ext cx="1771239" cy="460286"/>
            <a:chOff x="3379251" y="2535098"/>
            <a:chExt cx="1602386" cy="460286"/>
          </a:xfrm>
        </p:grpSpPr>
        <p:sp>
          <p:nvSpPr>
            <p:cNvPr id="75" name="TextBox 74">
              <a:extLst>
                <a:ext uri="{FF2B5EF4-FFF2-40B4-BE49-F238E27FC236}">
                  <a16:creationId xmlns:a16="http://schemas.microsoft.com/office/drawing/2014/main" id="{97335B8E-AE64-5DE5-34E4-EE61BFEEAF02}"/>
                </a:ext>
              </a:extLst>
            </p:cNvPr>
            <p:cNvSpPr txBox="1"/>
            <p:nvPr/>
          </p:nvSpPr>
          <p:spPr>
            <a:xfrm>
              <a:off x="3641686" y="2535098"/>
              <a:ext cx="1339951" cy="4602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Dental readiness data from MHSG</a:t>
              </a:r>
            </a:p>
          </p:txBody>
        </p:sp>
        <p:pic>
          <p:nvPicPr>
            <p:cNvPr id="76" name="Graphic 75" descr="Badge Follow outline">
              <a:extLst>
                <a:ext uri="{FF2B5EF4-FFF2-40B4-BE49-F238E27FC236}">
                  <a16:creationId xmlns:a16="http://schemas.microsoft.com/office/drawing/2014/main" id="{BFF111D7-BACC-A4AB-AF10-7C745B19D8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79251" y="2660614"/>
              <a:ext cx="287304" cy="287304"/>
            </a:xfrm>
            <a:prstGeom prst="rect">
              <a:avLst/>
            </a:prstGeom>
          </p:spPr>
        </p:pic>
      </p:grpSp>
      <p:sp>
        <p:nvSpPr>
          <p:cNvPr id="3" name="Date Placeholder 2">
            <a:extLst>
              <a:ext uri="{FF2B5EF4-FFF2-40B4-BE49-F238E27FC236}">
                <a16:creationId xmlns:a16="http://schemas.microsoft.com/office/drawing/2014/main" id="{BA50A94F-5BC9-23FB-F118-76C8715C915A}"/>
              </a:ext>
            </a:extLst>
          </p:cNvPr>
          <p:cNvSpPr>
            <a:spLocks noGrp="1"/>
          </p:cNvSpPr>
          <p:nvPr>
            <p:ph type="dt" sz="half" idx="10"/>
          </p:nvPr>
        </p:nvSpPr>
        <p:spPr>
          <a:xfrm>
            <a:off x="470604" y="6123728"/>
            <a:ext cx="2743200" cy="365125"/>
          </a:xfrm>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E41454E1-233C-D5A4-7E4B-2AE994D4B67C}"/>
              </a:ext>
            </a:extLst>
          </p:cNvPr>
          <p:cNvSpPr>
            <a:spLocks noGrp="1"/>
          </p:cNvSpPr>
          <p:nvPr>
            <p:ph type="sldNum" sz="quarter" idx="4"/>
          </p:nvPr>
        </p:nvSpPr>
        <p:spPr>
          <a:xfrm>
            <a:off x="9177126" y="6284280"/>
            <a:ext cx="2743200" cy="365125"/>
          </a:xfrm>
        </p:spPr>
        <p:txBody>
          <a:bodyPr/>
          <a:lstStyle/>
          <a:p>
            <a:r>
              <a:rPr lang="en-US" dirty="0"/>
              <a:t>2025 MHS Conference    </a:t>
            </a:r>
            <a:fld id="{54558BDB-F807-4A0D-8BCD-2F5355F4A24C}" type="slidenum">
              <a:rPr lang="en-US" smtClean="0"/>
              <a:pPr/>
              <a:t>9</a:t>
            </a:fld>
            <a:endParaRPr lang="en-US" dirty="0"/>
          </a:p>
        </p:txBody>
      </p:sp>
    </p:spTree>
    <p:extLst>
      <p:ext uri="{BB962C8B-B14F-4D97-AF65-F5344CB8AC3E}">
        <p14:creationId xmlns:p14="http://schemas.microsoft.com/office/powerpoint/2010/main" val="3905004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Rectangle 119">
            <a:extLst>
              <a:ext uri="{FF2B5EF4-FFF2-40B4-BE49-F238E27FC236}">
                <a16:creationId xmlns:a16="http://schemas.microsoft.com/office/drawing/2014/main" id="{066B0432-9C17-A607-678D-F62A2C6ADE62}"/>
              </a:ext>
            </a:extLst>
          </p:cNvPr>
          <p:cNvSpPr/>
          <p:nvPr/>
        </p:nvSpPr>
        <p:spPr>
          <a:xfrm>
            <a:off x="7853800" y="977358"/>
            <a:ext cx="3993764" cy="493101"/>
          </a:xfrm>
          <a:prstGeom prst="rect">
            <a:avLst/>
          </a:prstGeom>
          <a:solidFill>
            <a:srgbClr val="002060"/>
          </a:solidFill>
          <a:ln w="38100" cap="flat" cmpd="sng" algn="ctr">
            <a:solidFill>
              <a:sysClr val="window" lastClr="FFFFFF"/>
            </a:solidFill>
            <a:prstDash val="solid"/>
          </a:ln>
          <a:effectLst/>
        </p:spPr>
        <p:txBody>
          <a:bodyPr rIns="8229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Verdana" panose="020B0604030504040204" pitchFamily="34" charset="0"/>
              </a:rPr>
              <a:t>MIP Outcomes</a:t>
            </a:r>
            <a:endParaRPr kumimoji="0" lang="en-US" sz="1600" b="1" i="0" u="none" strike="noStrike" kern="0" cap="none" spc="0" normalizeH="0" baseline="0" noProof="0" dirty="0">
              <a:ln>
                <a:noFill/>
              </a:ln>
              <a:solidFill>
                <a:prstClr val="white"/>
              </a:solidFill>
              <a:effectLst/>
              <a:uLnTx/>
              <a:uFillTx/>
              <a:latin typeface="Franklin Gothic Book"/>
              <a:ea typeface="+mn-ea"/>
              <a:cs typeface="Verdana" panose="020B0604030504040204" pitchFamily="34" charset="0"/>
            </a:endParaRPr>
          </a:p>
        </p:txBody>
      </p:sp>
      <p:sp>
        <p:nvSpPr>
          <p:cNvPr id="2" name="Title 1">
            <a:extLst>
              <a:ext uri="{FF2B5EF4-FFF2-40B4-BE49-F238E27FC236}">
                <a16:creationId xmlns:a16="http://schemas.microsoft.com/office/drawing/2014/main" id="{116AC2AF-6D29-10DC-5CA1-6486BECA9BBB}"/>
              </a:ext>
            </a:extLst>
          </p:cNvPr>
          <p:cNvSpPr>
            <a:spLocks noGrp="1"/>
          </p:cNvSpPr>
          <p:nvPr>
            <p:ph type="title"/>
          </p:nvPr>
        </p:nvSpPr>
        <p:spPr/>
        <p:txBody>
          <a:bodyPr/>
          <a:lstStyle/>
          <a:p>
            <a:r>
              <a:rPr lang="en-US" dirty="0"/>
              <a:t>MIP Services at the Intersection of Data...</a:t>
            </a:r>
          </a:p>
        </p:txBody>
      </p:sp>
      <p:sp>
        <p:nvSpPr>
          <p:cNvPr id="3" name="Date Placeholder 2">
            <a:extLst>
              <a:ext uri="{FF2B5EF4-FFF2-40B4-BE49-F238E27FC236}">
                <a16:creationId xmlns:a16="http://schemas.microsoft.com/office/drawing/2014/main" id="{D2D035D7-7672-3362-0D47-BC89A11D807D}"/>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D79E53A8-3E33-ED5A-1E1E-B68EB720CEC6}"/>
              </a:ext>
            </a:extLst>
          </p:cNvPr>
          <p:cNvSpPr>
            <a:spLocks noGrp="1"/>
          </p:cNvSpPr>
          <p:nvPr>
            <p:ph type="sldNum" sz="quarter" idx="4"/>
          </p:nvPr>
        </p:nvSpPr>
        <p:spPr/>
        <p:txBody>
          <a:bodyPr/>
          <a:lstStyle/>
          <a:p>
            <a:r>
              <a:rPr lang="en-US" dirty="0"/>
              <a:t>2025 MHS Conference    </a:t>
            </a:r>
            <a:fld id="{54558BDB-F807-4A0D-8BCD-2F5355F4A24C}" type="slidenum">
              <a:rPr lang="en-US" smtClean="0"/>
              <a:pPr/>
              <a:t>10</a:t>
            </a:fld>
            <a:endParaRPr lang="en-US" dirty="0"/>
          </a:p>
        </p:txBody>
      </p:sp>
      <p:grpSp>
        <p:nvGrpSpPr>
          <p:cNvPr id="5" name="Group 4" descr="Infographic: MIP Services at the Intersection of Data&#10;&#10;Illustration representing MIP Data Process. Graphic shows data entering the MIP from the following systems:&#10;&#10;Legacy Clinical Systems Data&#10;Service Medical Readiness Systems (A S I M S, N M O, MEDPROS + others)&#10;Operational Medicine Systems&#10;&#10;The MIP is represented by a Venn diagram with the following inputs: External Partner Data; Health Data; Health Surveillance, OPMED, Readiness; Health Care Ops Data&#10;&#10;Data Outcomes include:&#10;Population Health&#10;Corporate Metrics / Measures&#10;Clinical Decision Support Tools&#10;Big Data Analytics&#10;Clinical Research&#10;Operational Analytics&#10;Medical Readiness&#10;Dental&#10;Machine Learning &amp; A I">
            <a:extLst>
              <a:ext uri="{FF2B5EF4-FFF2-40B4-BE49-F238E27FC236}">
                <a16:creationId xmlns:a16="http://schemas.microsoft.com/office/drawing/2014/main" id="{4FF208F8-F623-830A-6E1C-AC950EB400B4}"/>
              </a:ext>
            </a:extLst>
          </p:cNvPr>
          <p:cNvGrpSpPr/>
          <p:nvPr/>
        </p:nvGrpSpPr>
        <p:grpSpPr>
          <a:xfrm>
            <a:off x="597576" y="1482500"/>
            <a:ext cx="10996848" cy="5023428"/>
            <a:chOff x="736107" y="1395144"/>
            <a:chExt cx="10996848" cy="5023428"/>
          </a:xfrm>
        </p:grpSpPr>
        <p:sp>
          <p:nvSpPr>
            <p:cNvPr id="6" name="Freeform 5">
              <a:extLst>
                <a:ext uri="{FF2B5EF4-FFF2-40B4-BE49-F238E27FC236}">
                  <a16:creationId xmlns:a16="http://schemas.microsoft.com/office/drawing/2014/main" id="{63E97FCF-6BC6-0B1C-AFC7-0678A7134C3F}"/>
                </a:ext>
              </a:extLst>
            </p:cNvPr>
            <p:cNvSpPr>
              <a:spLocks/>
            </p:cNvSpPr>
            <p:nvPr/>
          </p:nvSpPr>
          <p:spPr bwMode="auto">
            <a:xfrm>
              <a:off x="3524075" y="1815119"/>
              <a:ext cx="4306609" cy="4264241"/>
            </a:xfrm>
            <a:custGeom>
              <a:avLst/>
              <a:gdLst>
                <a:gd name="T0" fmla="*/ 4834 w 4853"/>
                <a:gd name="T1" fmla="*/ 2333 h 4861"/>
                <a:gd name="T2" fmla="*/ 4853 w 4853"/>
                <a:gd name="T3" fmla="*/ 1822 h 4861"/>
                <a:gd name="T4" fmla="*/ 4838 w 4853"/>
                <a:gd name="T5" fmla="*/ 1506 h 4861"/>
                <a:gd name="T6" fmla="*/ 4794 w 4853"/>
                <a:gd name="T7" fmla="*/ 1287 h 4861"/>
                <a:gd name="T8" fmla="*/ 4715 w 4853"/>
                <a:gd name="T9" fmla="*/ 1052 h 4861"/>
                <a:gd name="T10" fmla="*/ 4605 w 4853"/>
                <a:gd name="T11" fmla="*/ 832 h 4861"/>
                <a:gd name="T12" fmla="*/ 4493 w 4853"/>
                <a:gd name="T13" fmla="*/ 668 h 4861"/>
                <a:gd name="T14" fmla="*/ 4302 w 4853"/>
                <a:gd name="T15" fmla="*/ 464 h 4861"/>
                <a:gd name="T16" fmla="*/ 4082 w 4853"/>
                <a:gd name="T17" fmla="*/ 304 h 4861"/>
                <a:gd name="T18" fmla="*/ 3839 w 4853"/>
                <a:gd name="T19" fmla="*/ 185 h 4861"/>
                <a:gd name="T20" fmla="*/ 3578 w 4853"/>
                <a:gd name="T21" fmla="*/ 99 h 4861"/>
                <a:gd name="T22" fmla="*/ 3308 w 4853"/>
                <a:gd name="T23" fmla="*/ 43 h 4861"/>
                <a:gd name="T24" fmla="*/ 3034 w 4853"/>
                <a:gd name="T25" fmla="*/ 12 h 4861"/>
                <a:gd name="T26" fmla="*/ 2813 w 4853"/>
                <a:gd name="T27" fmla="*/ 2 h 4861"/>
                <a:gd name="T28" fmla="*/ 2150 w 4853"/>
                <a:gd name="T29" fmla="*/ 12 h 4861"/>
                <a:gd name="T30" fmla="*/ 1770 w 4853"/>
                <a:gd name="T31" fmla="*/ 17 h 4861"/>
                <a:gd name="T32" fmla="*/ 1433 w 4853"/>
                <a:gd name="T33" fmla="*/ 45 h 4861"/>
                <a:gd name="T34" fmla="*/ 1106 w 4853"/>
                <a:gd name="T35" fmla="*/ 119 h 4861"/>
                <a:gd name="T36" fmla="*/ 979 w 4853"/>
                <a:gd name="T37" fmla="*/ 169 h 4861"/>
                <a:gd name="T38" fmla="*/ 821 w 4853"/>
                <a:gd name="T39" fmla="*/ 252 h 4861"/>
                <a:gd name="T40" fmla="*/ 547 w 4853"/>
                <a:gd name="T41" fmla="*/ 461 h 4861"/>
                <a:gd name="T42" fmla="*/ 321 w 4853"/>
                <a:gd name="T43" fmla="*/ 721 h 4861"/>
                <a:gd name="T44" fmla="*/ 150 w 4853"/>
                <a:gd name="T45" fmla="*/ 1020 h 4861"/>
                <a:gd name="T46" fmla="*/ 76 w 4853"/>
                <a:gd name="T47" fmla="*/ 1220 h 4861"/>
                <a:gd name="T48" fmla="*/ 24 w 4853"/>
                <a:gd name="T49" fmla="*/ 1454 h 4861"/>
                <a:gd name="T50" fmla="*/ 3 w 4853"/>
                <a:gd name="T51" fmla="*/ 1692 h 4861"/>
                <a:gd name="T52" fmla="*/ 4 w 4853"/>
                <a:gd name="T53" fmla="*/ 1881 h 4861"/>
                <a:gd name="T54" fmla="*/ 37 w 4853"/>
                <a:gd name="T55" fmla="*/ 2193 h 4861"/>
                <a:gd name="T56" fmla="*/ 54 w 4853"/>
                <a:gd name="T57" fmla="*/ 2460 h 4861"/>
                <a:gd name="T58" fmla="*/ 19 w 4853"/>
                <a:gd name="T59" fmla="*/ 2804 h 4861"/>
                <a:gd name="T60" fmla="*/ 0 w 4853"/>
                <a:gd name="T61" fmla="*/ 3112 h 4861"/>
                <a:gd name="T62" fmla="*/ 26 w 4853"/>
                <a:gd name="T63" fmla="*/ 3423 h 4861"/>
                <a:gd name="T64" fmla="*/ 80 w 4853"/>
                <a:gd name="T65" fmla="*/ 3644 h 4861"/>
                <a:gd name="T66" fmla="*/ 171 w 4853"/>
                <a:gd name="T67" fmla="*/ 3872 h 4861"/>
                <a:gd name="T68" fmla="*/ 292 w 4853"/>
                <a:gd name="T69" fmla="*/ 4084 h 4861"/>
                <a:gd name="T70" fmla="*/ 409 w 4853"/>
                <a:gd name="T71" fmla="*/ 4241 h 4861"/>
                <a:gd name="T72" fmla="*/ 640 w 4853"/>
                <a:gd name="T73" fmla="*/ 4462 h 4861"/>
                <a:gd name="T74" fmla="*/ 906 w 4853"/>
                <a:gd name="T75" fmla="*/ 4638 h 4861"/>
                <a:gd name="T76" fmla="*/ 1199 w 4853"/>
                <a:gd name="T77" fmla="*/ 4764 h 4861"/>
                <a:gd name="T78" fmla="*/ 1449 w 4853"/>
                <a:gd name="T79" fmla="*/ 4824 h 4861"/>
                <a:gd name="T80" fmla="*/ 1766 w 4853"/>
                <a:gd name="T81" fmla="*/ 4855 h 4861"/>
                <a:gd name="T82" fmla="*/ 1909 w 4853"/>
                <a:gd name="T83" fmla="*/ 4850 h 4861"/>
                <a:gd name="T84" fmla="*/ 2332 w 4853"/>
                <a:gd name="T85" fmla="*/ 4798 h 4861"/>
                <a:gd name="T86" fmla="*/ 2471 w 4853"/>
                <a:gd name="T87" fmla="*/ 4793 h 4861"/>
                <a:gd name="T88" fmla="*/ 2737 w 4853"/>
                <a:gd name="T89" fmla="*/ 4824 h 4861"/>
                <a:gd name="T90" fmla="*/ 2963 w 4853"/>
                <a:gd name="T91" fmla="*/ 4857 h 4861"/>
                <a:gd name="T92" fmla="*/ 3227 w 4853"/>
                <a:gd name="T93" fmla="*/ 4851 h 4861"/>
                <a:gd name="T94" fmla="*/ 3444 w 4853"/>
                <a:gd name="T95" fmla="*/ 4818 h 4861"/>
                <a:gd name="T96" fmla="*/ 3686 w 4853"/>
                <a:gd name="T97" fmla="*/ 4753 h 4861"/>
                <a:gd name="T98" fmla="*/ 3915 w 4853"/>
                <a:gd name="T99" fmla="*/ 4656 h 4861"/>
                <a:gd name="T100" fmla="*/ 4088 w 4853"/>
                <a:gd name="T101" fmla="*/ 4555 h 4861"/>
                <a:gd name="T102" fmla="*/ 4350 w 4853"/>
                <a:gd name="T103" fmla="*/ 4337 h 4861"/>
                <a:gd name="T104" fmla="*/ 4563 w 4853"/>
                <a:gd name="T105" fmla="*/ 4071 h 4861"/>
                <a:gd name="T106" fmla="*/ 4721 w 4853"/>
                <a:gd name="T107" fmla="*/ 3770 h 4861"/>
                <a:gd name="T108" fmla="*/ 4782 w 4853"/>
                <a:gd name="T109" fmla="*/ 3592 h 4861"/>
                <a:gd name="T110" fmla="*/ 4821 w 4853"/>
                <a:gd name="T111" fmla="*/ 3396 h 4861"/>
                <a:gd name="T112" fmla="*/ 4845 w 4853"/>
                <a:gd name="T113" fmla="*/ 3073 h 4861"/>
                <a:gd name="T114" fmla="*/ 4834 w 4853"/>
                <a:gd name="T115" fmla="*/ 2501 h 4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53" h="4861">
                  <a:moveTo>
                    <a:pt x="4834" y="2421"/>
                  </a:moveTo>
                  <a:lnTo>
                    <a:pt x="4834" y="2421"/>
                  </a:lnTo>
                  <a:lnTo>
                    <a:pt x="4834" y="2395"/>
                  </a:lnTo>
                  <a:lnTo>
                    <a:pt x="4834" y="2395"/>
                  </a:lnTo>
                  <a:lnTo>
                    <a:pt x="4834" y="2333"/>
                  </a:lnTo>
                  <a:lnTo>
                    <a:pt x="4835" y="2269"/>
                  </a:lnTo>
                  <a:lnTo>
                    <a:pt x="4840" y="2143"/>
                  </a:lnTo>
                  <a:lnTo>
                    <a:pt x="4846" y="2015"/>
                  </a:lnTo>
                  <a:lnTo>
                    <a:pt x="4851" y="1886"/>
                  </a:lnTo>
                  <a:lnTo>
                    <a:pt x="4853" y="1822"/>
                  </a:lnTo>
                  <a:lnTo>
                    <a:pt x="4853" y="1758"/>
                  </a:lnTo>
                  <a:lnTo>
                    <a:pt x="4851" y="1694"/>
                  </a:lnTo>
                  <a:lnTo>
                    <a:pt x="4849" y="1631"/>
                  </a:lnTo>
                  <a:lnTo>
                    <a:pt x="4844" y="1568"/>
                  </a:lnTo>
                  <a:lnTo>
                    <a:pt x="4838" y="1506"/>
                  </a:lnTo>
                  <a:lnTo>
                    <a:pt x="4829" y="1444"/>
                  </a:lnTo>
                  <a:lnTo>
                    <a:pt x="4817" y="1383"/>
                  </a:lnTo>
                  <a:lnTo>
                    <a:pt x="4817" y="1383"/>
                  </a:lnTo>
                  <a:lnTo>
                    <a:pt x="4807" y="1335"/>
                  </a:lnTo>
                  <a:lnTo>
                    <a:pt x="4794" y="1287"/>
                  </a:lnTo>
                  <a:lnTo>
                    <a:pt x="4782" y="1239"/>
                  </a:lnTo>
                  <a:lnTo>
                    <a:pt x="4767" y="1192"/>
                  </a:lnTo>
                  <a:lnTo>
                    <a:pt x="4751" y="1145"/>
                  </a:lnTo>
                  <a:lnTo>
                    <a:pt x="4734" y="1098"/>
                  </a:lnTo>
                  <a:lnTo>
                    <a:pt x="4715" y="1052"/>
                  </a:lnTo>
                  <a:lnTo>
                    <a:pt x="4696" y="1007"/>
                  </a:lnTo>
                  <a:lnTo>
                    <a:pt x="4674" y="963"/>
                  </a:lnTo>
                  <a:lnTo>
                    <a:pt x="4653" y="918"/>
                  </a:lnTo>
                  <a:lnTo>
                    <a:pt x="4629" y="875"/>
                  </a:lnTo>
                  <a:lnTo>
                    <a:pt x="4605" y="832"/>
                  </a:lnTo>
                  <a:lnTo>
                    <a:pt x="4578" y="789"/>
                  </a:lnTo>
                  <a:lnTo>
                    <a:pt x="4551" y="749"/>
                  </a:lnTo>
                  <a:lnTo>
                    <a:pt x="4522" y="708"/>
                  </a:lnTo>
                  <a:lnTo>
                    <a:pt x="4493" y="668"/>
                  </a:lnTo>
                  <a:lnTo>
                    <a:pt x="4493" y="668"/>
                  </a:lnTo>
                  <a:lnTo>
                    <a:pt x="4458" y="623"/>
                  </a:lnTo>
                  <a:lnTo>
                    <a:pt x="4421" y="581"/>
                  </a:lnTo>
                  <a:lnTo>
                    <a:pt x="4382" y="540"/>
                  </a:lnTo>
                  <a:lnTo>
                    <a:pt x="4343" y="502"/>
                  </a:lnTo>
                  <a:lnTo>
                    <a:pt x="4302" y="464"/>
                  </a:lnTo>
                  <a:lnTo>
                    <a:pt x="4260" y="430"/>
                  </a:lnTo>
                  <a:lnTo>
                    <a:pt x="4217" y="395"/>
                  </a:lnTo>
                  <a:lnTo>
                    <a:pt x="4173" y="364"/>
                  </a:lnTo>
                  <a:lnTo>
                    <a:pt x="4127" y="333"/>
                  </a:lnTo>
                  <a:lnTo>
                    <a:pt x="4082" y="304"/>
                  </a:lnTo>
                  <a:lnTo>
                    <a:pt x="4035" y="278"/>
                  </a:lnTo>
                  <a:lnTo>
                    <a:pt x="3987" y="252"/>
                  </a:lnTo>
                  <a:lnTo>
                    <a:pt x="3937" y="228"/>
                  </a:lnTo>
                  <a:lnTo>
                    <a:pt x="3888" y="205"/>
                  </a:lnTo>
                  <a:lnTo>
                    <a:pt x="3839" y="185"/>
                  </a:lnTo>
                  <a:lnTo>
                    <a:pt x="3788" y="165"/>
                  </a:lnTo>
                  <a:lnTo>
                    <a:pt x="3736" y="146"/>
                  </a:lnTo>
                  <a:lnTo>
                    <a:pt x="3684" y="129"/>
                  </a:lnTo>
                  <a:lnTo>
                    <a:pt x="3631" y="113"/>
                  </a:lnTo>
                  <a:lnTo>
                    <a:pt x="3578" y="99"/>
                  </a:lnTo>
                  <a:lnTo>
                    <a:pt x="3525" y="85"/>
                  </a:lnTo>
                  <a:lnTo>
                    <a:pt x="3472" y="74"/>
                  </a:lnTo>
                  <a:lnTo>
                    <a:pt x="3417" y="62"/>
                  </a:lnTo>
                  <a:lnTo>
                    <a:pt x="3363" y="52"/>
                  </a:lnTo>
                  <a:lnTo>
                    <a:pt x="3308" y="43"/>
                  </a:lnTo>
                  <a:lnTo>
                    <a:pt x="3254" y="34"/>
                  </a:lnTo>
                  <a:lnTo>
                    <a:pt x="3198" y="28"/>
                  </a:lnTo>
                  <a:lnTo>
                    <a:pt x="3144" y="22"/>
                  </a:lnTo>
                  <a:lnTo>
                    <a:pt x="3088" y="17"/>
                  </a:lnTo>
                  <a:lnTo>
                    <a:pt x="3034" y="12"/>
                  </a:lnTo>
                  <a:lnTo>
                    <a:pt x="2979" y="8"/>
                  </a:lnTo>
                  <a:lnTo>
                    <a:pt x="2923" y="5"/>
                  </a:lnTo>
                  <a:lnTo>
                    <a:pt x="2923" y="5"/>
                  </a:lnTo>
                  <a:lnTo>
                    <a:pt x="2869" y="3"/>
                  </a:lnTo>
                  <a:lnTo>
                    <a:pt x="2813" y="2"/>
                  </a:lnTo>
                  <a:lnTo>
                    <a:pt x="2703" y="0"/>
                  </a:lnTo>
                  <a:lnTo>
                    <a:pt x="2592" y="2"/>
                  </a:lnTo>
                  <a:lnTo>
                    <a:pt x="2482" y="4"/>
                  </a:lnTo>
                  <a:lnTo>
                    <a:pt x="2261" y="9"/>
                  </a:lnTo>
                  <a:lnTo>
                    <a:pt x="2150" y="12"/>
                  </a:lnTo>
                  <a:lnTo>
                    <a:pt x="2040" y="13"/>
                  </a:lnTo>
                  <a:lnTo>
                    <a:pt x="2040" y="13"/>
                  </a:lnTo>
                  <a:lnTo>
                    <a:pt x="1906" y="14"/>
                  </a:lnTo>
                  <a:lnTo>
                    <a:pt x="1837" y="15"/>
                  </a:lnTo>
                  <a:lnTo>
                    <a:pt x="1770" y="17"/>
                  </a:lnTo>
                  <a:lnTo>
                    <a:pt x="1702" y="19"/>
                  </a:lnTo>
                  <a:lnTo>
                    <a:pt x="1635" y="24"/>
                  </a:lnTo>
                  <a:lnTo>
                    <a:pt x="1568" y="29"/>
                  </a:lnTo>
                  <a:lnTo>
                    <a:pt x="1500" y="36"/>
                  </a:lnTo>
                  <a:lnTo>
                    <a:pt x="1433" y="45"/>
                  </a:lnTo>
                  <a:lnTo>
                    <a:pt x="1366" y="55"/>
                  </a:lnTo>
                  <a:lnTo>
                    <a:pt x="1300" y="67"/>
                  </a:lnTo>
                  <a:lnTo>
                    <a:pt x="1235" y="83"/>
                  </a:lnTo>
                  <a:lnTo>
                    <a:pt x="1170" y="99"/>
                  </a:lnTo>
                  <a:lnTo>
                    <a:pt x="1106" y="119"/>
                  </a:lnTo>
                  <a:lnTo>
                    <a:pt x="1074" y="131"/>
                  </a:lnTo>
                  <a:lnTo>
                    <a:pt x="1042" y="143"/>
                  </a:lnTo>
                  <a:lnTo>
                    <a:pt x="1011" y="156"/>
                  </a:lnTo>
                  <a:lnTo>
                    <a:pt x="979" y="169"/>
                  </a:lnTo>
                  <a:lnTo>
                    <a:pt x="979" y="169"/>
                  </a:lnTo>
                  <a:lnTo>
                    <a:pt x="938" y="188"/>
                  </a:lnTo>
                  <a:lnTo>
                    <a:pt x="899" y="208"/>
                  </a:lnTo>
                  <a:lnTo>
                    <a:pt x="859" y="229"/>
                  </a:lnTo>
                  <a:lnTo>
                    <a:pt x="821" y="252"/>
                  </a:lnTo>
                  <a:lnTo>
                    <a:pt x="821" y="252"/>
                  </a:lnTo>
                  <a:lnTo>
                    <a:pt x="762" y="289"/>
                  </a:lnTo>
                  <a:lnTo>
                    <a:pt x="705" y="328"/>
                  </a:lnTo>
                  <a:lnTo>
                    <a:pt x="651" y="370"/>
                  </a:lnTo>
                  <a:lnTo>
                    <a:pt x="598" y="414"/>
                  </a:lnTo>
                  <a:lnTo>
                    <a:pt x="547" y="461"/>
                  </a:lnTo>
                  <a:lnTo>
                    <a:pt x="498" y="509"/>
                  </a:lnTo>
                  <a:lnTo>
                    <a:pt x="450" y="560"/>
                  </a:lnTo>
                  <a:lnTo>
                    <a:pt x="405" y="612"/>
                  </a:lnTo>
                  <a:lnTo>
                    <a:pt x="362" y="665"/>
                  </a:lnTo>
                  <a:lnTo>
                    <a:pt x="321" y="721"/>
                  </a:lnTo>
                  <a:lnTo>
                    <a:pt x="283" y="778"/>
                  </a:lnTo>
                  <a:lnTo>
                    <a:pt x="246" y="836"/>
                  </a:lnTo>
                  <a:lnTo>
                    <a:pt x="212" y="897"/>
                  </a:lnTo>
                  <a:lnTo>
                    <a:pt x="180" y="957"/>
                  </a:lnTo>
                  <a:lnTo>
                    <a:pt x="150" y="1020"/>
                  </a:lnTo>
                  <a:lnTo>
                    <a:pt x="123" y="1083"/>
                  </a:lnTo>
                  <a:lnTo>
                    <a:pt x="123" y="1083"/>
                  </a:lnTo>
                  <a:lnTo>
                    <a:pt x="105" y="1128"/>
                  </a:lnTo>
                  <a:lnTo>
                    <a:pt x="90" y="1174"/>
                  </a:lnTo>
                  <a:lnTo>
                    <a:pt x="76" y="1220"/>
                  </a:lnTo>
                  <a:lnTo>
                    <a:pt x="62" y="1265"/>
                  </a:lnTo>
                  <a:lnTo>
                    <a:pt x="51" y="1312"/>
                  </a:lnTo>
                  <a:lnTo>
                    <a:pt x="41" y="1359"/>
                  </a:lnTo>
                  <a:lnTo>
                    <a:pt x="32" y="1406"/>
                  </a:lnTo>
                  <a:lnTo>
                    <a:pt x="24" y="1454"/>
                  </a:lnTo>
                  <a:lnTo>
                    <a:pt x="18" y="1501"/>
                  </a:lnTo>
                  <a:lnTo>
                    <a:pt x="13" y="1549"/>
                  </a:lnTo>
                  <a:lnTo>
                    <a:pt x="9" y="1597"/>
                  </a:lnTo>
                  <a:lnTo>
                    <a:pt x="5" y="1644"/>
                  </a:lnTo>
                  <a:lnTo>
                    <a:pt x="3" y="1692"/>
                  </a:lnTo>
                  <a:lnTo>
                    <a:pt x="2" y="1740"/>
                  </a:lnTo>
                  <a:lnTo>
                    <a:pt x="2" y="1788"/>
                  </a:lnTo>
                  <a:lnTo>
                    <a:pt x="3" y="1836"/>
                  </a:lnTo>
                  <a:lnTo>
                    <a:pt x="3" y="1836"/>
                  </a:lnTo>
                  <a:lnTo>
                    <a:pt x="4" y="1881"/>
                  </a:lnTo>
                  <a:lnTo>
                    <a:pt x="7" y="1926"/>
                  </a:lnTo>
                  <a:lnTo>
                    <a:pt x="10" y="1970"/>
                  </a:lnTo>
                  <a:lnTo>
                    <a:pt x="16" y="2015"/>
                  </a:lnTo>
                  <a:lnTo>
                    <a:pt x="26" y="2105"/>
                  </a:lnTo>
                  <a:lnTo>
                    <a:pt x="37" y="2193"/>
                  </a:lnTo>
                  <a:lnTo>
                    <a:pt x="46" y="2282"/>
                  </a:lnTo>
                  <a:lnTo>
                    <a:pt x="50" y="2326"/>
                  </a:lnTo>
                  <a:lnTo>
                    <a:pt x="52" y="2371"/>
                  </a:lnTo>
                  <a:lnTo>
                    <a:pt x="54" y="2415"/>
                  </a:lnTo>
                  <a:lnTo>
                    <a:pt x="54" y="2460"/>
                  </a:lnTo>
                  <a:lnTo>
                    <a:pt x="51" y="2505"/>
                  </a:lnTo>
                  <a:lnTo>
                    <a:pt x="47" y="2549"/>
                  </a:lnTo>
                  <a:lnTo>
                    <a:pt x="47" y="2549"/>
                  </a:lnTo>
                  <a:lnTo>
                    <a:pt x="33" y="2677"/>
                  </a:lnTo>
                  <a:lnTo>
                    <a:pt x="19" y="2804"/>
                  </a:lnTo>
                  <a:lnTo>
                    <a:pt x="13" y="2866"/>
                  </a:lnTo>
                  <a:lnTo>
                    <a:pt x="8" y="2928"/>
                  </a:lnTo>
                  <a:lnTo>
                    <a:pt x="4" y="2990"/>
                  </a:lnTo>
                  <a:lnTo>
                    <a:pt x="2" y="3052"/>
                  </a:lnTo>
                  <a:lnTo>
                    <a:pt x="0" y="3112"/>
                  </a:lnTo>
                  <a:lnTo>
                    <a:pt x="2" y="3175"/>
                  </a:lnTo>
                  <a:lnTo>
                    <a:pt x="4" y="3237"/>
                  </a:lnTo>
                  <a:lnTo>
                    <a:pt x="9" y="3299"/>
                  </a:lnTo>
                  <a:lnTo>
                    <a:pt x="16" y="3361"/>
                  </a:lnTo>
                  <a:lnTo>
                    <a:pt x="26" y="3423"/>
                  </a:lnTo>
                  <a:lnTo>
                    <a:pt x="37" y="3486"/>
                  </a:lnTo>
                  <a:lnTo>
                    <a:pt x="52" y="3551"/>
                  </a:lnTo>
                  <a:lnTo>
                    <a:pt x="52" y="3551"/>
                  </a:lnTo>
                  <a:lnTo>
                    <a:pt x="66" y="3597"/>
                  </a:lnTo>
                  <a:lnTo>
                    <a:pt x="80" y="3644"/>
                  </a:lnTo>
                  <a:lnTo>
                    <a:pt x="95" y="3691"/>
                  </a:lnTo>
                  <a:lnTo>
                    <a:pt x="113" y="3737"/>
                  </a:lnTo>
                  <a:lnTo>
                    <a:pt x="131" y="3782"/>
                  </a:lnTo>
                  <a:lnTo>
                    <a:pt x="150" y="3827"/>
                  </a:lnTo>
                  <a:lnTo>
                    <a:pt x="171" y="3872"/>
                  </a:lnTo>
                  <a:lnTo>
                    <a:pt x="193" y="3915"/>
                  </a:lnTo>
                  <a:lnTo>
                    <a:pt x="216" y="3958"/>
                  </a:lnTo>
                  <a:lnTo>
                    <a:pt x="240" y="4001"/>
                  </a:lnTo>
                  <a:lnTo>
                    <a:pt x="265" y="4043"/>
                  </a:lnTo>
                  <a:lnTo>
                    <a:pt x="292" y="4084"/>
                  </a:lnTo>
                  <a:lnTo>
                    <a:pt x="319" y="4124"/>
                  </a:lnTo>
                  <a:lnTo>
                    <a:pt x="348" y="4163"/>
                  </a:lnTo>
                  <a:lnTo>
                    <a:pt x="379" y="4203"/>
                  </a:lnTo>
                  <a:lnTo>
                    <a:pt x="409" y="4241"/>
                  </a:lnTo>
                  <a:lnTo>
                    <a:pt x="409" y="4241"/>
                  </a:lnTo>
                  <a:lnTo>
                    <a:pt x="452" y="4289"/>
                  </a:lnTo>
                  <a:lnTo>
                    <a:pt x="497" y="4334"/>
                  </a:lnTo>
                  <a:lnTo>
                    <a:pt x="542" y="4380"/>
                  </a:lnTo>
                  <a:lnTo>
                    <a:pt x="590" y="4422"/>
                  </a:lnTo>
                  <a:lnTo>
                    <a:pt x="640" y="4462"/>
                  </a:lnTo>
                  <a:lnTo>
                    <a:pt x="690" y="4501"/>
                  </a:lnTo>
                  <a:lnTo>
                    <a:pt x="742" y="4538"/>
                  </a:lnTo>
                  <a:lnTo>
                    <a:pt x="795" y="4574"/>
                  </a:lnTo>
                  <a:lnTo>
                    <a:pt x="850" y="4607"/>
                  </a:lnTo>
                  <a:lnTo>
                    <a:pt x="906" y="4638"/>
                  </a:lnTo>
                  <a:lnTo>
                    <a:pt x="962" y="4667"/>
                  </a:lnTo>
                  <a:lnTo>
                    <a:pt x="1021" y="4694"/>
                  </a:lnTo>
                  <a:lnTo>
                    <a:pt x="1079" y="4719"/>
                  </a:lnTo>
                  <a:lnTo>
                    <a:pt x="1138" y="4742"/>
                  </a:lnTo>
                  <a:lnTo>
                    <a:pt x="1199" y="4764"/>
                  </a:lnTo>
                  <a:lnTo>
                    <a:pt x="1260" y="4781"/>
                  </a:lnTo>
                  <a:lnTo>
                    <a:pt x="1260" y="4781"/>
                  </a:lnTo>
                  <a:lnTo>
                    <a:pt x="1322" y="4798"/>
                  </a:lnTo>
                  <a:lnTo>
                    <a:pt x="1385" y="4813"/>
                  </a:lnTo>
                  <a:lnTo>
                    <a:pt x="1449" y="4824"/>
                  </a:lnTo>
                  <a:lnTo>
                    <a:pt x="1511" y="4834"/>
                  </a:lnTo>
                  <a:lnTo>
                    <a:pt x="1575" y="4843"/>
                  </a:lnTo>
                  <a:lnTo>
                    <a:pt x="1638" y="4848"/>
                  </a:lnTo>
                  <a:lnTo>
                    <a:pt x="1703" y="4853"/>
                  </a:lnTo>
                  <a:lnTo>
                    <a:pt x="1766" y="4855"/>
                  </a:lnTo>
                  <a:lnTo>
                    <a:pt x="1766" y="4855"/>
                  </a:lnTo>
                  <a:lnTo>
                    <a:pt x="1803" y="4855"/>
                  </a:lnTo>
                  <a:lnTo>
                    <a:pt x="1839" y="4855"/>
                  </a:lnTo>
                  <a:lnTo>
                    <a:pt x="1874" y="4852"/>
                  </a:lnTo>
                  <a:lnTo>
                    <a:pt x="1909" y="4850"/>
                  </a:lnTo>
                  <a:lnTo>
                    <a:pt x="1980" y="4843"/>
                  </a:lnTo>
                  <a:lnTo>
                    <a:pt x="2050" y="4834"/>
                  </a:lnTo>
                  <a:lnTo>
                    <a:pt x="2192" y="4815"/>
                  </a:lnTo>
                  <a:lnTo>
                    <a:pt x="2261" y="4805"/>
                  </a:lnTo>
                  <a:lnTo>
                    <a:pt x="2332" y="4798"/>
                  </a:lnTo>
                  <a:lnTo>
                    <a:pt x="2332" y="4798"/>
                  </a:lnTo>
                  <a:lnTo>
                    <a:pt x="2368" y="4795"/>
                  </a:lnTo>
                  <a:lnTo>
                    <a:pt x="2403" y="4793"/>
                  </a:lnTo>
                  <a:lnTo>
                    <a:pt x="2437" y="4793"/>
                  </a:lnTo>
                  <a:lnTo>
                    <a:pt x="2471" y="4793"/>
                  </a:lnTo>
                  <a:lnTo>
                    <a:pt x="2506" y="4795"/>
                  </a:lnTo>
                  <a:lnTo>
                    <a:pt x="2539" y="4798"/>
                  </a:lnTo>
                  <a:lnTo>
                    <a:pt x="2604" y="4804"/>
                  </a:lnTo>
                  <a:lnTo>
                    <a:pt x="2670" y="4814"/>
                  </a:lnTo>
                  <a:lnTo>
                    <a:pt x="2737" y="4824"/>
                  </a:lnTo>
                  <a:lnTo>
                    <a:pt x="2874" y="4847"/>
                  </a:lnTo>
                  <a:lnTo>
                    <a:pt x="2874" y="4847"/>
                  </a:lnTo>
                  <a:lnTo>
                    <a:pt x="2904" y="4852"/>
                  </a:lnTo>
                  <a:lnTo>
                    <a:pt x="2934" y="4855"/>
                  </a:lnTo>
                  <a:lnTo>
                    <a:pt x="2963" y="4857"/>
                  </a:lnTo>
                  <a:lnTo>
                    <a:pt x="2993" y="4860"/>
                  </a:lnTo>
                  <a:lnTo>
                    <a:pt x="3051" y="4861"/>
                  </a:lnTo>
                  <a:lnTo>
                    <a:pt x="3111" y="4860"/>
                  </a:lnTo>
                  <a:lnTo>
                    <a:pt x="3169" y="4856"/>
                  </a:lnTo>
                  <a:lnTo>
                    <a:pt x="3227" y="4851"/>
                  </a:lnTo>
                  <a:lnTo>
                    <a:pt x="3287" y="4843"/>
                  </a:lnTo>
                  <a:lnTo>
                    <a:pt x="3345" y="4836"/>
                  </a:lnTo>
                  <a:lnTo>
                    <a:pt x="3345" y="4836"/>
                  </a:lnTo>
                  <a:lnTo>
                    <a:pt x="3394" y="4828"/>
                  </a:lnTo>
                  <a:lnTo>
                    <a:pt x="3444" y="4818"/>
                  </a:lnTo>
                  <a:lnTo>
                    <a:pt x="3493" y="4808"/>
                  </a:lnTo>
                  <a:lnTo>
                    <a:pt x="3541" y="4796"/>
                  </a:lnTo>
                  <a:lnTo>
                    <a:pt x="3591" y="4784"/>
                  </a:lnTo>
                  <a:lnTo>
                    <a:pt x="3637" y="4769"/>
                  </a:lnTo>
                  <a:lnTo>
                    <a:pt x="3686" y="4753"/>
                  </a:lnTo>
                  <a:lnTo>
                    <a:pt x="3732" y="4737"/>
                  </a:lnTo>
                  <a:lnTo>
                    <a:pt x="3779" y="4718"/>
                  </a:lnTo>
                  <a:lnTo>
                    <a:pt x="3825" y="4699"/>
                  </a:lnTo>
                  <a:lnTo>
                    <a:pt x="3870" y="4677"/>
                  </a:lnTo>
                  <a:lnTo>
                    <a:pt x="3915" y="4656"/>
                  </a:lnTo>
                  <a:lnTo>
                    <a:pt x="3959" y="4632"/>
                  </a:lnTo>
                  <a:lnTo>
                    <a:pt x="4003" y="4608"/>
                  </a:lnTo>
                  <a:lnTo>
                    <a:pt x="4045" y="4581"/>
                  </a:lnTo>
                  <a:lnTo>
                    <a:pt x="4088" y="4555"/>
                  </a:lnTo>
                  <a:lnTo>
                    <a:pt x="4088" y="4555"/>
                  </a:lnTo>
                  <a:lnTo>
                    <a:pt x="4144" y="4515"/>
                  </a:lnTo>
                  <a:lnTo>
                    <a:pt x="4198" y="4474"/>
                  </a:lnTo>
                  <a:lnTo>
                    <a:pt x="4250" y="4429"/>
                  </a:lnTo>
                  <a:lnTo>
                    <a:pt x="4301" y="4384"/>
                  </a:lnTo>
                  <a:lnTo>
                    <a:pt x="4350" y="4337"/>
                  </a:lnTo>
                  <a:lnTo>
                    <a:pt x="4397" y="4287"/>
                  </a:lnTo>
                  <a:lnTo>
                    <a:pt x="4441" y="4236"/>
                  </a:lnTo>
                  <a:lnTo>
                    <a:pt x="4484" y="4182"/>
                  </a:lnTo>
                  <a:lnTo>
                    <a:pt x="4525" y="4128"/>
                  </a:lnTo>
                  <a:lnTo>
                    <a:pt x="4563" y="4071"/>
                  </a:lnTo>
                  <a:lnTo>
                    <a:pt x="4600" y="4014"/>
                  </a:lnTo>
                  <a:lnTo>
                    <a:pt x="4634" y="3954"/>
                  </a:lnTo>
                  <a:lnTo>
                    <a:pt x="4665" y="3894"/>
                  </a:lnTo>
                  <a:lnTo>
                    <a:pt x="4694" y="3833"/>
                  </a:lnTo>
                  <a:lnTo>
                    <a:pt x="4721" y="3770"/>
                  </a:lnTo>
                  <a:lnTo>
                    <a:pt x="4746" y="3706"/>
                  </a:lnTo>
                  <a:lnTo>
                    <a:pt x="4746" y="3706"/>
                  </a:lnTo>
                  <a:lnTo>
                    <a:pt x="4759" y="3668"/>
                  </a:lnTo>
                  <a:lnTo>
                    <a:pt x="4772" y="3630"/>
                  </a:lnTo>
                  <a:lnTo>
                    <a:pt x="4782" y="3592"/>
                  </a:lnTo>
                  <a:lnTo>
                    <a:pt x="4792" y="3553"/>
                  </a:lnTo>
                  <a:lnTo>
                    <a:pt x="4801" y="3515"/>
                  </a:lnTo>
                  <a:lnTo>
                    <a:pt x="4808" y="3476"/>
                  </a:lnTo>
                  <a:lnTo>
                    <a:pt x="4816" y="3437"/>
                  </a:lnTo>
                  <a:lnTo>
                    <a:pt x="4821" y="3396"/>
                  </a:lnTo>
                  <a:lnTo>
                    <a:pt x="4826" y="3357"/>
                  </a:lnTo>
                  <a:lnTo>
                    <a:pt x="4831" y="3316"/>
                  </a:lnTo>
                  <a:lnTo>
                    <a:pt x="4838" y="3235"/>
                  </a:lnTo>
                  <a:lnTo>
                    <a:pt x="4843" y="3154"/>
                  </a:lnTo>
                  <a:lnTo>
                    <a:pt x="4845" y="3073"/>
                  </a:lnTo>
                  <a:lnTo>
                    <a:pt x="4845" y="2991"/>
                  </a:lnTo>
                  <a:lnTo>
                    <a:pt x="4844" y="2909"/>
                  </a:lnTo>
                  <a:lnTo>
                    <a:pt x="4840" y="2744"/>
                  </a:lnTo>
                  <a:lnTo>
                    <a:pt x="4836" y="2582"/>
                  </a:lnTo>
                  <a:lnTo>
                    <a:pt x="4834" y="2501"/>
                  </a:lnTo>
                  <a:lnTo>
                    <a:pt x="4834" y="2421"/>
                  </a:lnTo>
                  <a:lnTo>
                    <a:pt x="4834" y="2421"/>
                  </a:lnTo>
                  <a:close/>
                </a:path>
              </a:pathLst>
            </a:custGeom>
            <a:noFill/>
            <a:ln w="19050" cap="flat" cmpd="sng" algn="ctr">
              <a:solidFill>
                <a:srgbClr val="575757"/>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7" name="Freeform 6">
              <a:extLst>
                <a:ext uri="{FF2B5EF4-FFF2-40B4-BE49-F238E27FC236}">
                  <a16:creationId xmlns:a16="http://schemas.microsoft.com/office/drawing/2014/main" id="{146E9B7C-A376-5D44-CBD4-D2CCC28FBA41}"/>
                </a:ext>
              </a:extLst>
            </p:cNvPr>
            <p:cNvSpPr>
              <a:spLocks/>
            </p:cNvSpPr>
            <p:nvPr/>
          </p:nvSpPr>
          <p:spPr bwMode="auto">
            <a:xfrm>
              <a:off x="3424663" y="1711627"/>
              <a:ext cx="4485903" cy="4462455"/>
            </a:xfrm>
            <a:custGeom>
              <a:avLst/>
              <a:gdLst>
                <a:gd name="T0" fmla="*/ 3101 w 5053"/>
                <a:gd name="T1" fmla="*/ 4891 h 5087"/>
                <a:gd name="T2" fmla="*/ 3605 w 5053"/>
                <a:gd name="T3" fmla="*/ 4810 h 5087"/>
                <a:gd name="T4" fmla="*/ 3913 w 5053"/>
                <a:gd name="T5" fmla="*/ 4734 h 5087"/>
                <a:gd name="T6" fmla="*/ 4120 w 5053"/>
                <a:gd name="T7" fmla="*/ 4650 h 5087"/>
                <a:gd name="T8" fmla="*/ 4334 w 5053"/>
                <a:gd name="T9" fmla="*/ 4526 h 5087"/>
                <a:gd name="T10" fmla="*/ 4529 w 5053"/>
                <a:gd name="T11" fmla="*/ 4374 h 5087"/>
                <a:gd name="T12" fmla="*/ 4668 w 5053"/>
                <a:gd name="T13" fmla="*/ 4234 h 5087"/>
                <a:gd name="T14" fmla="*/ 4831 w 5053"/>
                <a:gd name="T15" fmla="*/ 4007 h 5087"/>
                <a:gd name="T16" fmla="*/ 4944 w 5053"/>
                <a:gd name="T17" fmla="*/ 3759 h 5087"/>
                <a:gd name="T18" fmla="*/ 5015 w 5053"/>
                <a:gd name="T19" fmla="*/ 3498 h 5087"/>
                <a:gd name="T20" fmla="*/ 5048 w 5053"/>
                <a:gd name="T21" fmla="*/ 3226 h 5087"/>
                <a:gd name="T22" fmla="*/ 5051 w 5053"/>
                <a:gd name="T23" fmla="*/ 2950 h 5087"/>
                <a:gd name="T24" fmla="*/ 5029 w 5053"/>
                <a:gd name="T25" fmla="*/ 2674 h 5087"/>
                <a:gd name="T26" fmla="*/ 4996 w 5053"/>
                <a:gd name="T27" fmla="*/ 2456 h 5087"/>
                <a:gd name="T28" fmla="*/ 4857 w 5053"/>
                <a:gd name="T29" fmla="*/ 1808 h 5087"/>
                <a:gd name="T30" fmla="*/ 4779 w 5053"/>
                <a:gd name="T31" fmla="*/ 1435 h 5087"/>
                <a:gd name="T32" fmla="*/ 4686 w 5053"/>
                <a:gd name="T33" fmla="*/ 1110 h 5087"/>
                <a:gd name="T34" fmla="*/ 4549 w 5053"/>
                <a:gd name="T35" fmla="*/ 804 h 5087"/>
                <a:gd name="T36" fmla="*/ 4476 w 5053"/>
                <a:gd name="T37" fmla="*/ 690 h 5087"/>
                <a:gd name="T38" fmla="*/ 4365 w 5053"/>
                <a:gd name="T39" fmla="*/ 549 h 5087"/>
                <a:gd name="T40" fmla="*/ 4106 w 5053"/>
                <a:gd name="T41" fmla="*/ 321 h 5087"/>
                <a:gd name="T42" fmla="*/ 3808 w 5053"/>
                <a:gd name="T43" fmla="*/ 150 h 5087"/>
                <a:gd name="T44" fmla="*/ 3481 w 5053"/>
                <a:gd name="T45" fmla="*/ 40 h 5087"/>
                <a:gd name="T46" fmla="*/ 3271 w 5053"/>
                <a:gd name="T47" fmla="*/ 6 h 5087"/>
                <a:gd name="T48" fmla="*/ 3032 w 5053"/>
                <a:gd name="T49" fmla="*/ 1 h 5087"/>
                <a:gd name="T50" fmla="*/ 2794 w 5053"/>
                <a:gd name="T51" fmla="*/ 26 h 5087"/>
                <a:gd name="T52" fmla="*/ 2609 w 5053"/>
                <a:gd name="T53" fmla="*/ 64 h 5087"/>
                <a:gd name="T54" fmla="*/ 2309 w 5053"/>
                <a:gd name="T55" fmla="*/ 157 h 5087"/>
                <a:gd name="T56" fmla="*/ 2051 w 5053"/>
                <a:gd name="T57" fmla="*/ 225 h 5087"/>
                <a:gd name="T58" fmla="*/ 1706 w 5053"/>
                <a:gd name="T59" fmla="*/ 258 h 5087"/>
                <a:gd name="T60" fmla="*/ 1399 w 5053"/>
                <a:gd name="T61" fmla="*/ 300 h 5087"/>
                <a:gd name="T62" fmla="*/ 1100 w 5053"/>
                <a:gd name="T63" fmla="*/ 383 h 5087"/>
                <a:gd name="T64" fmla="*/ 893 w 5053"/>
                <a:gd name="T65" fmla="*/ 481 h 5087"/>
                <a:gd name="T66" fmla="*/ 688 w 5053"/>
                <a:gd name="T67" fmla="*/ 614 h 5087"/>
                <a:gd name="T68" fmla="*/ 504 w 5053"/>
                <a:gd name="T69" fmla="*/ 773 h 5087"/>
                <a:gd name="T70" fmla="*/ 372 w 5053"/>
                <a:gd name="T71" fmla="*/ 919 h 5087"/>
                <a:gd name="T72" fmla="*/ 198 w 5053"/>
                <a:gd name="T73" fmla="*/ 1187 h 5087"/>
                <a:gd name="T74" fmla="*/ 78 w 5053"/>
                <a:gd name="T75" fmla="*/ 1482 h 5087"/>
                <a:gd name="T76" fmla="*/ 12 w 5053"/>
                <a:gd name="T77" fmla="*/ 1795 h 5087"/>
                <a:gd name="T78" fmla="*/ 1 w 5053"/>
                <a:gd name="T79" fmla="*/ 2051 h 5087"/>
                <a:gd name="T80" fmla="*/ 33 w 5053"/>
                <a:gd name="T81" fmla="*/ 2370 h 5087"/>
                <a:gd name="T82" fmla="*/ 66 w 5053"/>
                <a:gd name="T83" fmla="*/ 2509 h 5087"/>
                <a:gd name="T84" fmla="*/ 198 w 5053"/>
                <a:gd name="T85" fmla="*/ 2914 h 5087"/>
                <a:gd name="T86" fmla="*/ 230 w 5053"/>
                <a:gd name="T87" fmla="*/ 3050 h 5087"/>
                <a:gd name="T88" fmla="*/ 250 w 5053"/>
                <a:gd name="T89" fmla="*/ 3316 h 5087"/>
                <a:gd name="T90" fmla="*/ 262 w 5053"/>
                <a:gd name="T91" fmla="*/ 3545 h 5087"/>
                <a:gd name="T92" fmla="*/ 320 w 5053"/>
                <a:gd name="T93" fmla="*/ 3802 h 5087"/>
                <a:gd name="T94" fmla="*/ 393 w 5053"/>
                <a:gd name="T95" fmla="*/ 4008 h 5087"/>
                <a:gd name="T96" fmla="*/ 505 w 5053"/>
                <a:gd name="T97" fmla="*/ 4232 h 5087"/>
                <a:gd name="T98" fmla="*/ 644 w 5053"/>
                <a:gd name="T99" fmla="*/ 4439 h 5087"/>
                <a:gd name="T100" fmla="*/ 777 w 5053"/>
                <a:gd name="T101" fmla="*/ 4589 h 5087"/>
                <a:gd name="T102" fmla="*/ 1042 w 5053"/>
                <a:gd name="T103" fmla="*/ 4803 h 5087"/>
                <a:gd name="T104" fmla="*/ 1343 w 5053"/>
                <a:gd name="T105" fmla="*/ 4962 h 5087"/>
                <a:gd name="T106" fmla="*/ 1669 w 5053"/>
                <a:gd name="T107" fmla="*/ 5059 h 5087"/>
                <a:gd name="T108" fmla="*/ 1856 w 5053"/>
                <a:gd name="T109" fmla="*/ 5084 h 5087"/>
                <a:gd name="T110" fmla="*/ 2056 w 5053"/>
                <a:gd name="T111" fmla="*/ 5084 h 5087"/>
                <a:gd name="T112" fmla="*/ 2377 w 5053"/>
                <a:gd name="T113" fmla="*/ 5045 h 5087"/>
                <a:gd name="T114" fmla="*/ 2937 w 5053"/>
                <a:gd name="T115" fmla="*/ 4924 h 5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53" h="5087">
                  <a:moveTo>
                    <a:pt x="3014" y="4907"/>
                  </a:moveTo>
                  <a:lnTo>
                    <a:pt x="3014" y="4907"/>
                  </a:lnTo>
                  <a:lnTo>
                    <a:pt x="3039" y="4902"/>
                  </a:lnTo>
                  <a:lnTo>
                    <a:pt x="3039" y="4902"/>
                  </a:lnTo>
                  <a:lnTo>
                    <a:pt x="3101" y="4891"/>
                  </a:lnTo>
                  <a:lnTo>
                    <a:pt x="3163" y="4879"/>
                  </a:lnTo>
                  <a:lnTo>
                    <a:pt x="3289" y="4860"/>
                  </a:lnTo>
                  <a:lnTo>
                    <a:pt x="3415" y="4841"/>
                  </a:lnTo>
                  <a:lnTo>
                    <a:pt x="3542" y="4821"/>
                  </a:lnTo>
                  <a:lnTo>
                    <a:pt x="3605" y="4810"/>
                  </a:lnTo>
                  <a:lnTo>
                    <a:pt x="3668" y="4797"/>
                  </a:lnTo>
                  <a:lnTo>
                    <a:pt x="3730" y="4784"/>
                  </a:lnTo>
                  <a:lnTo>
                    <a:pt x="3792" y="4769"/>
                  </a:lnTo>
                  <a:lnTo>
                    <a:pt x="3853" y="4753"/>
                  </a:lnTo>
                  <a:lnTo>
                    <a:pt x="3913" y="4734"/>
                  </a:lnTo>
                  <a:lnTo>
                    <a:pt x="3972" y="4713"/>
                  </a:lnTo>
                  <a:lnTo>
                    <a:pt x="4029" y="4691"/>
                  </a:lnTo>
                  <a:lnTo>
                    <a:pt x="4029" y="4691"/>
                  </a:lnTo>
                  <a:lnTo>
                    <a:pt x="4075" y="4670"/>
                  </a:lnTo>
                  <a:lnTo>
                    <a:pt x="4120" y="4650"/>
                  </a:lnTo>
                  <a:lnTo>
                    <a:pt x="4163" y="4627"/>
                  </a:lnTo>
                  <a:lnTo>
                    <a:pt x="4208" y="4603"/>
                  </a:lnTo>
                  <a:lnTo>
                    <a:pt x="4251" y="4579"/>
                  </a:lnTo>
                  <a:lnTo>
                    <a:pt x="4292" y="4553"/>
                  </a:lnTo>
                  <a:lnTo>
                    <a:pt x="4334" y="4526"/>
                  </a:lnTo>
                  <a:lnTo>
                    <a:pt x="4375" y="4498"/>
                  </a:lnTo>
                  <a:lnTo>
                    <a:pt x="4414" y="4469"/>
                  </a:lnTo>
                  <a:lnTo>
                    <a:pt x="4453" y="4439"/>
                  </a:lnTo>
                  <a:lnTo>
                    <a:pt x="4491" y="4407"/>
                  </a:lnTo>
                  <a:lnTo>
                    <a:pt x="4529" y="4374"/>
                  </a:lnTo>
                  <a:lnTo>
                    <a:pt x="4565" y="4341"/>
                  </a:lnTo>
                  <a:lnTo>
                    <a:pt x="4600" y="4306"/>
                  </a:lnTo>
                  <a:lnTo>
                    <a:pt x="4634" y="4270"/>
                  </a:lnTo>
                  <a:lnTo>
                    <a:pt x="4668" y="4234"/>
                  </a:lnTo>
                  <a:lnTo>
                    <a:pt x="4668" y="4234"/>
                  </a:lnTo>
                  <a:lnTo>
                    <a:pt x="4705" y="4191"/>
                  </a:lnTo>
                  <a:lnTo>
                    <a:pt x="4739" y="4145"/>
                  </a:lnTo>
                  <a:lnTo>
                    <a:pt x="4772" y="4099"/>
                  </a:lnTo>
                  <a:lnTo>
                    <a:pt x="4803" y="4054"/>
                  </a:lnTo>
                  <a:lnTo>
                    <a:pt x="4831" y="4007"/>
                  </a:lnTo>
                  <a:lnTo>
                    <a:pt x="4857" y="3959"/>
                  </a:lnTo>
                  <a:lnTo>
                    <a:pt x="4882" y="3909"/>
                  </a:lnTo>
                  <a:lnTo>
                    <a:pt x="4904" y="3860"/>
                  </a:lnTo>
                  <a:lnTo>
                    <a:pt x="4925" y="3811"/>
                  </a:lnTo>
                  <a:lnTo>
                    <a:pt x="4944" y="3759"/>
                  </a:lnTo>
                  <a:lnTo>
                    <a:pt x="4962" y="3708"/>
                  </a:lnTo>
                  <a:lnTo>
                    <a:pt x="4977" y="3656"/>
                  </a:lnTo>
                  <a:lnTo>
                    <a:pt x="4991" y="3603"/>
                  </a:lnTo>
                  <a:lnTo>
                    <a:pt x="5004" y="3551"/>
                  </a:lnTo>
                  <a:lnTo>
                    <a:pt x="5015" y="3498"/>
                  </a:lnTo>
                  <a:lnTo>
                    <a:pt x="5024" y="3443"/>
                  </a:lnTo>
                  <a:lnTo>
                    <a:pt x="5033" y="3389"/>
                  </a:lnTo>
                  <a:lnTo>
                    <a:pt x="5039" y="3336"/>
                  </a:lnTo>
                  <a:lnTo>
                    <a:pt x="5044" y="3280"/>
                  </a:lnTo>
                  <a:lnTo>
                    <a:pt x="5048" y="3226"/>
                  </a:lnTo>
                  <a:lnTo>
                    <a:pt x="5052" y="3171"/>
                  </a:lnTo>
                  <a:lnTo>
                    <a:pt x="5053" y="3116"/>
                  </a:lnTo>
                  <a:lnTo>
                    <a:pt x="5053" y="3060"/>
                  </a:lnTo>
                  <a:lnTo>
                    <a:pt x="5053" y="3005"/>
                  </a:lnTo>
                  <a:lnTo>
                    <a:pt x="5051" y="2950"/>
                  </a:lnTo>
                  <a:lnTo>
                    <a:pt x="5048" y="2894"/>
                  </a:lnTo>
                  <a:lnTo>
                    <a:pt x="5044" y="2840"/>
                  </a:lnTo>
                  <a:lnTo>
                    <a:pt x="5041" y="2784"/>
                  </a:lnTo>
                  <a:lnTo>
                    <a:pt x="5036" y="2729"/>
                  </a:lnTo>
                  <a:lnTo>
                    <a:pt x="5029" y="2674"/>
                  </a:lnTo>
                  <a:lnTo>
                    <a:pt x="5022" y="2619"/>
                  </a:lnTo>
                  <a:lnTo>
                    <a:pt x="5014" y="2566"/>
                  </a:lnTo>
                  <a:lnTo>
                    <a:pt x="5014" y="2566"/>
                  </a:lnTo>
                  <a:lnTo>
                    <a:pt x="5005" y="2510"/>
                  </a:lnTo>
                  <a:lnTo>
                    <a:pt x="4996" y="2456"/>
                  </a:lnTo>
                  <a:lnTo>
                    <a:pt x="4976" y="2348"/>
                  </a:lnTo>
                  <a:lnTo>
                    <a:pt x="4953" y="2239"/>
                  </a:lnTo>
                  <a:lnTo>
                    <a:pt x="4929" y="2132"/>
                  </a:lnTo>
                  <a:lnTo>
                    <a:pt x="4881" y="1915"/>
                  </a:lnTo>
                  <a:lnTo>
                    <a:pt x="4857" y="1808"/>
                  </a:lnTo>
                  <a:lnTo>
                    <a:pt x="4834" y="1700"/>
                  </a:lnTo>
                  <a:lnTo>
                    <a:pt x="4834" y="1700"/>
                  </a:lnTo>
                  <a:lnTo>
                    <a:pt x="4808" y="1567"/>
                  </a:lnTo>
                  <a:lnTo>
                    <a:pt x="4794" y="1501"/>
                  </a:lnTo>
                  <a:lnTo>
                    <a:pt x="4779" y="1435"/>
                  </a:lnTo>
                  <a:lnTo>
                    <a:pt x="4763" y="1370"/>
                  </a:lnTo>
                  <a:lnTo>
                    <a:pt x="4746" y="1304"/>
                  </a:lnTo>
                  <a:lnTo>
                    <a:pt x="4728" y="1239"/>
                  </a:lnTo>
                  <a:lnTo>
                    <a:pt x="4708" y="1175"/>
                  </a:lnTo>
                  <a:lnTo>
                    <a:pt x="4686" y="1110"/>
                  </a:lnTo>
                  <a:lnTo>
                    <a:pt x="4663" y="1047"/>
                  </a:lnTo>
                  <a:lnTo>
                    <a:pt x="4638" y="985"/>
                  </a:lnTo>
                  <a:lnTo>
                    <a:pt x="4612" y="924"/>
                  </a:lnTo>
                  <a:lnTo>
                    <a:pt x="4581" y="863"/>
                  </a:lnTo>
                  <a:lnTo>
                    <a:pt x="4549" y="804"/>
                  </a:lnTo>
                  <a:lnTo>
                    <a:pt x="4532" y="774"/>
                  </a:lnTo>
                  <a:lnTo>
                    <a:pt x="4514" y="745"/>
                  </a:lnTo>
                  <a:lnTo>
                    <a:pt x="4496" y="717"/>
                  </a:lnTo>
                  <a:lnTo>
                    <a:pt x="4476" y="690"/>
                  </a:lnTo>
                  <a:lnTo>
                    <a:pt x="4476" y="690"/>
                  </a:lnTo>
                  <a:lnTo>
                    <a:pt x="4449" y="653"/>
                  </a:lnTo>
                  <a:lnTo>
                    <a:pt x="4423" y="617"/>
                  </a:lnTo>
                  <a:lnTo>
                    <a:pt x="4394" y="583"/>
                  </a:lnTo>
                  <a:lnTo>
                    <a:pt x="4365" y="549"/>
                  </a:lnTo>
                  <a:lnTo>
                    <a:pt x="4365" y="549"/>
                  </a:lnTo>
                  <a:lnTo>
                    <a:pt x="4317" y="500"/>
                  </a:lnTo>
                  <a:lnTo>
                    <a:pt x="4267" y="452"/>
                  </a:lnTo>
                  <a:lnTo>
                    <a:pt x="4215" y="406"/>
                  </a:lnTo>
                  <a:lnTo>
                    <a:pt x="4162" y="363"/>
                  </a:lnTo>
                  <a:lnTo>
                    <a:pt x="4106" y="321"/>
                  </a:lnTo>
                  <a:lnTo>
                    <a:pt x="4049" y="282"/>
                  </a:lnTo>
                  <a:lnTo>
                    <a:pt x="3991" y="245"/>
                  </a:lnTo>
                  <a:lnTo>
                    <a:pt x="3932" y="211"/>
                  </a:lnTo>
                  <a:lnTo>
                    <a:pt x="3870" y="179"/>
                  </a:lnTo>
                  <a:lnTo>
                    <a:pt x="3808" y="150"/>
                  </a:lnTo>
                  <a:lnTo>
                    <a:pt x="3744" y="124"/>
                  </a:lnTo>
                  <a:lnTo>
                    <a:pt x="3680" y="98"/>
                  </a:lnTo>
                  <a:lnTo>
                    <a:pt x="3614" y="77"/>
                  </a:lnTo>
                  <a:lnTo>
                    <a:pt x="3548" y="58"/>
                  </a:lnTo>
                  <a:lnTo>
                    <a:pt x="3481" y="40"/>
                  </a:lnTo>
                  <a:lnTo>
                    <a:pt x="3414" y="26"/>
                  </a:lnTo>
                  <a:lnTo>
                    <a:pt x="3414" y="26"/>
                  </a:lnTo>
                  <a:lnTo>
                    <a:pt x="3367" y="17"/>
                  </a:lnTo>
                  <a:lnTo>
                    <a:pt x="3319" y="11"/>
                  </a:lnTo>
                  <a:lnTo>
                    <a:pt x="3271" y="6"/>
                  </a:lnTo>
                  <a:lnTo>
                    <a:pt x="3224" y="2"/>
                  </a:lnTo>
                  <a:lnTo>
                    <a:pt x="3176" y="0"/>
                  </a:lnTo>
                  <a:lnTo>
                    <a:pt x="3128" y="0"/>
                  </a:lnTo>
                  <a:lnTo>
                    <a:pt x="3080" y="0"/>
                  </a:lnTo>
                  <a:lnTo>
                    <a:pt x="3032" y="1"/>
                  </a:lnTo>
                  <a:lnTo>
                    <a:pt x="2984" y="5"/>
                  </a:lnTo>
                  <a:lnTo>
                    <a:pt x="2937" y="8"/>
                  </a:lnTo>
                  <a:lnTo>
                    <a:pt x="2889" y="13"/>
                  </a:lnTo>
                  <a:lnTo>
                    <a:pt x="2840" y="20"/>
                  </a:lnTo>
                  <a:lnTo>
                    <a:pt x="2794" y="26"/>
                  </a:lnTo>
                  <a:lnTo>
                    <a:pt x="2746" y="35"/>
                  </a:lnTo>
                  <a:lnTo>
                    <a:pt x="2699" y="44"/>
                  </a:lnTo>
                  <a:lnTo>
                    <a:pt x="2652" y="54"/>
                  </a:lnTo>
                  <a:lnTo>
                    <a:pt x="2652" y="54"/>
                  </a:lnTo>
                  <a:lnTo>
                    <a:pt x="2609" y="64"/>
                  </a:lnTo>
                  <a:lnTo>
                    <a:pt x="2564" y="75"/>
                  </a:lnTo>
                  <a:lnTo>
                    <a:pt x="2521" y="88"/>
                  </a:lnTo>
                  <a:lnTo>
                    <a:pt x="2478" y="101"/>
                  </a:lnTo>
                  <a:lnTo>
                    <a:pt x="2394" y="129"/>
                  </a:lnTo>
                  <a:lnTo>
                    <a:pt x="2309" y="157"/>
                  </a:lnTo>
                  <a:lnTo>
                    <a:pt x="2223" y="183"/>
                  </a:lnTo>
                  <a:lnTo>
                    <a:pt x="2180" y="195"/>
                  </a:lnTo>
                  <a:lnTo>
                    <a:pt x="2137" y="206"/>
                  </a:lnTo>
                  <a:lnTo>
                    <a:pt x="2094" y="216"/>
                  </a:lnTo>
                  <a:lnTo>
                    <a:pt x="2051" y="225"/>
                  </a:lnTo>
                  <a:lnTo>
                    <a:pt x="2006" y="231"/>
                  </a:lnTo>
                  <a:lnTo>
                    <a:pt x="1962" y="236"/>
                  </a:lnTo>
                  <a:lnTo>
                    <a:pt x="1962" y="236"/>
                  </a:lnTo>
                  <a:lnTo>
                    <a:pt x="1833" y="246"/>
                  </a:lnTo>
                  <a:lnTo>
                    <a:pt x="1706" y="258"/>
                  </a:lnTo>
                  <a:lnTo>
                    <a:pt x="1644" y="264"/>
                  </a:lnTo>
                  <a:lnTo>
                    <a:pt x="1582" y="270"/>
                  </a:lnTo>
                  <a:lnTo>
                    <a:pt x="1521" y="279"/>
                  </a:lnTo>
                  <a:lnTo>
                    <a:pt x="1459" y="288"/>
                  </a:lnTo>
                  <a:lnTo>
                    <a:pt x="1399" y="300"/>
                  </a:lnTo>
                  <a:lnTo>
                    <a:pt x="1339" y="312"/>
                  </a:lnTo>
                  <a:lnTo>
                    <a:pt x="1278" y="326"/>
                  </a:lnTo>
                  <a:lnTo>
                    <a:pt x="1219" y="343"/>
                  </a:lnTo>
                  <a:lnTo>
                    <a:pt x="1159" y="362"/>
                  </a:lnTo>
                  <a:lnTo>
                    <a:pt x="1100" y="383"/>
                  </a:lnTo>
                  <a:lnTo>
                    <a:pt x="1040" y="407"/>
                  </a:lnTo>
                  <a:lnTo>
                    <a:pt x="981" y="435"/>
                  </a:lnTo>
                  <a:lnTo>
                    <a:pt x="981" y="435"/>
                  </a:lnTo>
                  <a:lnTo>
                    <a:pt x="936" y="457"/>
                  </a:lnTo>
                  <a:lnTo>
                    <a:pt x="893" y="481"/>
                  </a:lnTo>
                  <a:lnTo>
                    <a:pt x="850" y="505"/>
                  </a:lnTo>
                  <a:lnTo>
                    <a:pt x="809" y="530"/>
                  </a:lnTo>
                  <a:lnTo>
                    <a:pt x="768" y="557"/>
                  </a:lnTo>
                  <a:lnTo>
                    <a:pt x="728" y="584"/>
                  </a:lnTo>
                  <a:lnTo>
                    <a:pt x="688" y="614"/>
                  </a:lnTo>
                  <a:lnTo>
                    <a:pt x="649" y="643"/>
                  </a:lnTo>
                  <a:lnTo>
                    <a:pt x="611" y="674"/>
                  </a:lnTo>
                  <a:lnTo>
                    <a:pt x="574" y="706"/>
                  </a:lnTo>
                  <a:lnTo>
                    <a:pt x="538" y="739"/>
                  </a:lnTo>
                  <a:lnTo>
                    <a:pt x="504" y="773"/>
                  </a:lnTo>
                  <a:lnTo>
                    <a:pt x="469" y="809"/>
                  </a:lnTo>
                  <a:lnTo>
                    <a:pt x="435" y="844"/>
                  </a:lnTo>
                  <a:lnTo>
                    <a:pt x="404" y="881"/>
                  </a:lnTo>
                  <a:lnTo>
                    <a:pt x="372" y="919"/>
                  </a:lnTo>
                  <a:lnTo>
                    <a:pt x="372" y="919"/>
                  </a:lnTo>
                  <a:lnTo>
                    <a:pt x="334" y="971"/>
                  </a:lnTo>
                  <a:lnTo>
                    <a:pt x="297" y="1023"/>
                  </a:lnTo>
                  <a:lnTo>
                    <a:pt x="262" y="1076"/>
                  </a:lnTo>
                  <a:lnTo>
                    <a:pt x="229" y="1131"/>
                  </a:lnTo>
                  <a:lnTo>
                    <a:pt x="198" y="1187"/>
                  </a:lnTo>
                  <a:lnTo>
                    <a:pt x="171" y="1244"/>
                  </a:lnTo>
                  <a:lnTo>
                    <a:pt x="144" y="1302"/>
                  </a:lnTo>
                  <a:lnTo>
                    <a:pt x="120" y="1362"/>
                  </a:lnTo>
                  <a:lnTo>
                    <a:pt x="98" y="1421"/>
                  </a:lnTo>
                  <a:lnTo>
                    <a:pt x="78" y="1482"/>
                  </a:lnTo>
                  <a:lnTo>
                    <a:pt x="60" y="1544"/>
                  </a:lnTo>
                  <a:lnTo>
                    <a:pt x="45" y="1606"/>
                  </a:lnTo>
                  <a:lnTo>
                    <a:pt x="33" y="1668"/>
                  </a:lnTo>
                  <a:lnTo>
                    <a:pt x="21" y="1732"/>
                  </a:lnTo>
                  <a:lnTo>
                    <a:pt x="12" y="1795"/>
                  </a:lnTo>
                  <a:lnTo>
                    <a:pt x="6" y="1860"/>
                  </a:lnTo>
                  <a:lnTo>
                    <a:pt x="6" y="1860"/>
                  </a:lnTo>
                  <a:lnTo>
                    <a:pt x="2" y="1923"/>
                  </a:lnTo>
                  <a:lnTo>
                    <a:pt x="0" y="1987"/>
                  </a:lnTo>
                  <a:lnTo>
                    <a:pt x="1" y="2051"/>
                  </a:lnTo>
                  <a:lnTo>
                    <a:pt x="2" y="2115"/>
                  </a:lnTo>
                  <a:lnTo>
                    <a:pt x="7" y="2179"/>
                  </a:lnTo>
                  <a:lnTo>
                    <a:pt x="14" y="2243"/>
                  </a:lnTo>
                  <a:lnTo>
                    <a:pt x="22" y="2306"/>
                  </a:lnTo>
                  <a:lnTo>
                    <a:pt x="33" y="2370"/>
                  </a:lnTo>
                  <a:lnTo>
                    <a:pt x="33" y="2370"/>
                  </a:lnTo>
                  <a:lnTo>
                    <a:pt x="39" y="2405"/>
                  </a:lnTo>
                  <a:lnTo>
                    <a:pt x="48" y="2439"/>
                  </a:lnTo>
                  <a:lnTo>
                    <a:pt x="55" y="2474"/>
                  </a:lnTo>
                  <a:lnTo>
                    <a:pt x="66" y="2509"/>
                  </a:lnTo>
                  <a:lnTo>
                    <a:pt x="86" y="2576"/>
                  </a:lnTo>
                  <a:lnTo>
                    <a:pt x="107" y="2645"/>
                  </a:lnTo>
                  <a:lnTo>
                    <a:pt x="154" y="2779"/>
                  </a:lnTo>
                  <a:lnTo>
                    <a:pt x="177" y="2846"/>
                  </a:lnTo>
                  <a:lnTo>
                    <a:pt x="198" y="2914"/>
                  </a:lnTo>
                  <a:lnTo>
                    <a:pt x="198" y="2914"/>
                  </a:lnTo>
                  <a:lnTo>
                    <a:pt x="209" y="2948"/>
                  </a:lnTo>
                  <a:lnTo>
                    <a:pt x="216" y="2983"/>
                  </a:lnTo>
                  <a:lnTo>
                    <a:pt x="224" y="3016"/>
                  </a:lnTo>
                  <a:lnTo>
                    <a:pt x="230" y="3050"/>
                  </a:lnTo>
                  <a:lnTo>
                    <a:pt x="235" y="3083"/>
                  </a:lnTo>
                  <a:lnTo>
                    <a:pt x="239" y="3116"/>
                  </a:lnTo>
                  <a:lnTo>
                    <a:pt x="245" y="3183"/>
                  </a:lnTo>
                  <a:lnTo>
                    <a:pt x="248" y="3248"/>
                  </a:lnTo>
                  <a:lnTo>
                    <a:pt x="250" y="3316"/>
                  </a:lnTo>
                  <a:lnTo>
                    <a:pt x="254" y="3455"/>
                  </a:lnTo>
                  <a:lnTo>
                    <a:pt x="254" y="3455"/>
                  </a:lnTo>
                  <a:lnTo>
                    <a:pt x="257" y="3485"/>
                  </a:lnTo>
                  <a:lnTo>
                    <a:pt x="259" y="3514"/>
                  </a:lnTo>
                  <a:lnTo>
                    <a:pt x="262" y="3545"/>
                  </a:lnTo>
                  <a:lnTo>
                    <a:pt x="266" y="3574"/>
                  </a:lnTo>
                  <a:lnTo>
                    <a:pt x="276" y="3632"/>
                  </a:lnTo>
                  <a:lnTo>
                    <a:pt x="288" y="3689"/>
                  </a:lnTo>
                  <a:lnTo>
                    <a:pt x="304" y="3746"/>
                  </a:lnTo>
                  <a:lnTo>
                    <a:pt x="320" y="3802"/>
                  </a:lnTo>
                  <a:lnTo>
                    <a:pt x="339" y="3859"/>
                  </a:lnTo>
                  <a:lnTo>
                    <a:pt x="358" y="3914"/>
                  </a:lnTo>
                  <a:lnTo>
                    <a:pt x="358" y="3914"/>
                  </a:lnTo>
                  <a:lnTo>
                    <a:pt x="374" y="3963"/>
                  </a:lnTo>
                  <a:lnTo>
                    <a:pt x="393" y="4008"/>
                  </a:lnTo>
                  <a:lnTo>
                    <a:pt x="414" y="4055"/>
                  </a:lnTo>
                  <a:lnTo>
                    <a:pt x="434" y="4101"/>
                  </a:lnTo>
                  <a:lnTo>
                    <a:pt x="457" y="4145"/>
                  </a:lnTo>
                  <a:lnTo>
                    <a:pt x="479" y="4189"/>
                  </a:lnTo>
                  <a:lnTo>
                    <a:pt x="505" y="4232"/>
                  </a:lnTo>
                  <a:lnTo>
                    <a:pt x="530" y="4275"/>
                  </a:lnTo>
                  <a:lnTo>
                    <a:pt x="557" y="4317"/>
                  </a:lnTo>
                  <a:lnTo>
                    <a:pt x="585" y="4359"/>
                  </a:lnTo>
                  <a:lnTo>
                    <a:pt x="614" y="4399"/>
                  </a:lnTo>
                  <a:lnTo>
                    <a:pt x="644" y="4439"/>
                  </a:lnTo>
                  <a:lnTo>
                    <a:pt x="676" y="4478"/>
                  </a:lnTo>
                  <a:lnTo>
                    <a:pt x="709" y="4516"/>
                  </a:lnTo>
                  <a:lnTo>
                    <a:pt x="743" y="4553"/>
                  </a:lnTo>
                  <a:lnTo>
                    <a:pt x="777" y="4589"/>
                  </a:lnTo>
                  <a:lnTo>
                    <a:pt x="777" y="4589"/>
                  </a:lnTo>
                  <a:lnTo>
                    <a:pt x="826" y="4636"/>
                  </a:lnTo>
                  <a:lnTo>
                    <a:pt x="878" y="4682"/>
                  </a:lnTo>
                  <a:lnTo>
                    <a:pt x="931" y="4725"/>
                  </a:lnTo>
                  <a:lnTo>
                    <a:pt x="986" y="4765"/>
                  </a:lnTo>
                  <a:lnTo>
                    <a:pt x="1042" y="4803"/>
                  </a:lnTo>
                  <a:lnTo>
                    <a:pt x="1100" y="4840"/>
                  </a:lnTo>
                  <a:lnTo>
                    <a:pt x="1158" y="4874"/>
                  </a:lnTo>
                  <a:lnTo>
                    <a:pt x="1219" y="4906"/>
                  </a:lnTo>
                  <a:lnTo>
                    <a:pt x="1281" y="4935"/>
                  </a:lnTo>
                  <a:lnTo>
                    <a:pt x="1343" y="4962"/>
                  </a:lnTo>
                  <a:lnTo>
                    <a:pt x="1407" y="4986"/>
                  </a:lnTo>
                  <a:lnTo>
                    <a:pt x="1472" y="5008"/>
                  </a:lnTo>
                  <a:lnTo>
                    <a:pt x="1537" y="5027"/>
                  </a:lnTo>
                  <a:lnTo>
                    <a:pt x="1602" y="5044"/>
                  </a:lnTo>
                  <a:lnTo>
                    <a:pt x="1669" y="5059"/>
                  </a:lnTo>
                  <a:lnTo>
                    <a:pt x="1737" y="5070"/>
                  </a:lnTo>
                  <a:lnTo>
                    <a:pt x="1737" y="5070"/>
                  </a:lnTo>
                  <a:lnTo>
                    <a:pt x="1776" y="5077"/>
                  </a:lnTo>
                  <a:lnTo>
                    <a:pt x="1816" y="5081"/>
                  </a:lnTo>
                  <a:lnTo>
                    <a:pt x="1856" y="5084"/>
                  </a:lnTo>
                  <a:lnTo>
                    <a:pt x="1895" y="5086"/>
                  </a:lnTo>
                  <a:lnTo>
                    <a:pt x="1935" y="5087"/>
                  </a:lnTo>
                  <a:lnTo>
                    <a:pt x="1975" y="5087"/>
                  </a:lnTo>
                  <a:lnTo>
                    <a:pt x="2015" y="5086"/>
                  </a:lnTo>
                  <a:lnTo>
                    <a:pt x="2056" y="5084"/>
                  </a:lnTo>
                  <a:lnTo>
                    <a:pt x="2095" y="5082"/>
                  </a:lnTo>
                  <a:lnTo>
                    <a:pt x="2135" y="5078"/>
                  </a:lnTo>
                  <a:lnTo>
                    <a:pt x="2216" y="5069"/>
                  </a:lnTo>
                  <a:lnTo>
                    <a:pt x="2296" y="5058"/>
                  </a:lnTo>
                  <a:lnTo>
                    <a:pt x="2377" y="5045"/>
                  </a:lnTo>
                  <a:lnTo>
                    <a:pt x="2458" y="5029"/>
                  </a:lnTo>
                  <a:lnTo>
                    <a:pt x="2538" y="5012"/>
                  </a:lnTo>
                  <a:lnTo>
                    <a:pt x="2699" y="4977"/>
                  </a:lnTo>
                  <a:lnTo>
                    <a:pt x="2857" y="4940"/>
                  </a:lnTo>
                  <a:lnTo>
                    <a:pt x="2937" y="4924"/>
                  </a:lnTo>
                  <a:lnTo>
                    <a:pt x="3014" y="4907"/>
                  </a:lnTo>
                  <a:lnTo>
                    <a:pt x="3014" y="4907"/>
                  </a:lnTo>
                  <a:close/>
                </a:path>
              </a:pathLst>
            </a:custGeom>
            <a:noFill/>
            <a:ln w="19050" cap="flat" cmpd="sng" algn="ctr">
              <a:solidFill>
                <a:srgbClr val="2759AD"/>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8" name="Freeform 7">
              <a:extLst>
                <a:ext uri="{FF2B5EF4-FFF2-40B4-BE49-F238E27FC236}">
                  <a16:creationId xmlns:a16="http://schemas.microsoft.com/office/drawing/2014/main" id="{8449940A-B419-15BB-2E3E-7F2BF267CFDB}"/>
                </a:ext>
              </a:extLst>
            </p:cNvPr>
            <p:cNvSpPr>
              <a:spLocks/>
            </p:cNvSpPr>
            <p:nvPr/>
          </p:nvSpPr>
          <p:spPr bwMode="auto">
            <a:xfrm>
              <a:off x="3268447" y="1578314"/>
              <a:ext cx="4814313" cy="4755392"/>
            </a:xfrm>
            <a:custGeom>
              <a:avLst/>
              <a:gdLst>
                <a:gd name="T0" fmla="*/ 949 w 5423"/>
                <a:gd name="T1" fmla="*/ 4359 h 5421"/>
                <a:gd name="T2" fmla="*/ 1270 w 5423"/>
                <a:gd name="T3" fmla="*/ 4757 h 5421"/>
                <a:gd name="T4" fmla="*/ 1487 w 5423"/>
                <a:gd name="T5" fmla="*/ 4986 h 5421"/>
                <a:gd name="T6" fmla="*/ 1663 w 5423"/>
                <a:gd name="T7" fmla="*/ 5124 h 5421"/>
                <a:gd name="T8" fmla="*/ 1877 w 5423"/>
                <a:gd name="T9" fmla="*/ 5248 h 5421"/>
                <a:gd name="T10" fmla="*/ 2107 w 5423"/>
                <a:gd name="T11" fmla="*/ 5342 h 5421"/>
                <a:gd name="T12" fmla="*/ 2298 w 5423"/>
                <a:gd name="T13" fmla="*/ 5393 h 5421"/>
                <a:gd name="T14" fmla="*/ 2575 w 5423"/>
                <a:gd name="T15" fmla="*/ 5421 h 5421"/>
                <a:gd name="T16" fmla="*/ 2846 w 5423"/>
                <a:gd name="T17" fmla="*/ 5398 h 5421"/>
                <a:gd name="T18" fmla="*/ 3108 w 5423"/>
                <a:gd name="T19" fmla="*/ 5329 h 5421"/>
                <a:gd name="T20" fmla="*/ 3361 w 5423"/>
                <a:gd name="T21" fmla="*/ 5224 h 5421"/>
                <a:gd name="T22" fmla="*/ 3602 w 5423"/>
                <a:gd name="T23" fmla="*/ 5090 h 5421"/>
                <a:gd name="T24" fmla="*/ 3829 w 5423"/>
                <a:gd name="T25" fmla="*/ 4933 h 5421"/>
                <a:gd name="T26" fmla="*/ 4003 w 5423"/>
                <a:gd name="T27" fmla="*/ 4796 h 5421"/>
                <a:gd name="T28" fmla="*/ 4497 w 5423"/>
                <a:gd name="T29" fmla="*/ 4354 h 5421"/>
                <a:gd name="T30" fmla="*/ 4781 w 5423"/>
                <a:gd name="T31" fmla="*/ 4101 h 5421"/>
                <a:gd name="T32" fmla="*/ 5017 w 5423"/>
                <a:gd name="T33" fmla="*/ 3860 h 5421"/>
                <a:gd name="T34" fmla="*/ 5216 w 5423"/>
                <a:gd name="T35" fmla="*/ 3588 h 5421"/>
                <a:gd name="T36" fmla="*/ 5279 w 5423"/>
                <a:gd name="T37" fmla="*/ 3468 h 5421"/>
                <a:gd name="T38" fmla="*/ 5345 w 5423"/>
                <a:gd name="T39" fmla="*/ 3302 h 5421"/>
                <a:gd name="T40" fmla="*/ 5414 w 5423"/>
                <a:gd name="T41" fmla="*/ 2964 h 5421"/>
                <a:gd name="T42" fmla="*/ 5414 w 5423"/>
                <a:gd name="T43" fmla="*/ 2621 h 5421"/>
                <a:gd name="T44" fmla="*/ 5349 w 5423"/>
                <a:gd name="T45" fmla="*/ 2282 h 5421"/>
                <a:gd name="T46" fmla="*/ 5274 w 5423"/>
                <a:gd name="T47" fmla="*/ 2082 h 5421"/>
                <a:gd name="T48" fmla="*/ 5159 w 5423"/>
                <a:gd name="T49" fmla="*/ 1872 h 5421"/>
                <a:gd name="T50" fmla="*/ 5018 w 5423"/>
                <a:gd name="T51" fmla="*/ 1677 h 5421"/>
                <a:gd name="T52" fmla="*/ 4894 w 5423"/>
                <a:gd name="T53" fmla="*/ 1535 h 5421"/>
                <a:gd name="T54" fmla="*/ 4665 w 5423"/>
                <a:gd name="T55" fmla="*/ 1321 h 5421"/>
                <a:gd name="T56" fmla="*/ 4478 w 5423"/>
                <a:gd name="T57" fmla="*/ 1130 h 5421"/>
                <a:gd name="T58" fmla="*/ 4279 w 5423"/>
                <a:gd name="T59" fmla="*/ 848 h 5421"/>
                <a:gd name="T60" fmla="*/ 4090 w 5423"/>
                <a:gd name="T61" fmla="*/ 602 h 5421"/>
                <a:gd name="T62" fmla="*/ 3869 w 5423"/>
                <a:gd name="T63" fmla="*/ 385 h 5421"/>
                <a:gd name="T64" fmla="*/ 3683 w 5423"/>
                <a:gd name="T65" fmla="*/ 253 h 5421"/>
                <a:gd name="T66" fmla="*/ 3465 w 5423"/>
                <a:gd name="T67" fmla="*/ 140 h 5421"/>
                <a:gd name="T68" fmla="*/ 3234 w 5423"/>
                <a:gd name="T69" fmla="*/ 59 h 5421"/>
                <a:gd name="T70" fmla="*/ 3042 w 5423"/>
                <a:gd name="T71" fmla="*/ 19 h 5421"/>
                <a:gd name="T72" fmla="*/ 2723 w 5423"/>
                <a:gd name="T73" fmla="*/ 1 h 5421"/>
                <a:gd name="T74" fmla="*/ 2408 w 5423"/>
                <a:gd name="T75" fmla="*/ 43 h 5421"/>
                <a:gd name="T76" fmla="*/ 2104 w 5423"/>
                <a:gd name="T77" fmla="*/ 141 h 5421"/>
                <a:gd name="T78" fmla="*/ 1875 w 5423"/>
                <a:gd name="T79" fmla="*/ 258 h 5421"/>
                <a:gd name="T80" fmla="*/ 1614 w 5423"/>
                <a:gd name="T81" fmla="*/ 444 h 5421"/>
                <a:gd name="T82" fmla="*/ 1510 w 5423"/>
                <a:gd name="T83" fmla="*/ 540 h 5421"/>
                <a:gd name="T84" fmla="*/ 1224 w 5423"/>
                <a:gd name="T85" fmla="*/ 857 h 5421"/>
                <a:gd name="T86" fmla="*/ 1123 w 5423"/>
                <a:gd name="T87" fmla="*/ 952 h 5421"/>
                <a:gd name="T88" fmla="*/ 901 w 5423"/>
                <a:gd name="T89" fmla="*/ 1102 h 5421"/>
                <a:gd name="T90" fmla="*/ 709 w 5423"/>
                <a:gd name="T91" fmla="*/ 1225 h 5421"/>
                <a:gd name="T92" fmla="*/ 514 w 5423"/>
                <a:gd name="T93" fmla="*/ 1404 h 5421"/>
                <a:gd name="T94" fmla="*/ 371 w 5423"/>
                <a:gd name="T95" fmla="*/ 1570 h 5421"/>
                <a:gd name="T96" fmla="*/ 232 w 5423"/>
                <a:gd name="T97" fmla="*/ 1777 h 5421"/>
                <a:gd name="T98" fmla="*/ 122 w 5423"/>
                <a:gd name="T99" fmla="*/ 2001 h 5421"/>
                <a:gd name="T100" fmla="*/ 58 w 5423"/>
                <a:gd name="T101" fmla="*/ 2191 h 5421"/>
                <a:gd name="T102" fmla="*/ 3 w 5423"/>
                <a:gd name="T103" fmla="*/ 2528 h 5421"/>
                <a:gd name="T104" fmla="*/ 15 w 5423"/>
                <a:gd name="T105" fmla="*/ 2867 h 5421"/>
                <a:gd name="T106" fmla="*/ 92 w 5423"/>
                <a:gd name="T107" fmla="*/ 3199 h 5421"/>
                <a:gd name="T108" fmla="*/ 163 w 5423"/>
                <a:gd name="T109" fmla="*/ 3373 h 5421"/>
                <a:gd name="T110" fmla="*/ 262 w 5423"/>
                <a:gd name="T111" fmla="*/ 3547 h 5421"/>
                <a:gd name="T112" fmla="*/ 457 w 5423"/>
                <a:gd name="T113" fmla="*/ 3807 h 5421"/>
                <a:gd name="T114" fmla="*/ 839 w 5423"/>
                <a:gd name="T115" fmla="*/ 4232 h 5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23" h="5421">
                  <a:moveTo>
                    <a:pt x="892" y="4292"/>
                  </a:moveTo>
                  <a:lnTo>
                    <a:pt x="892" y="4292"/>
                  </a:lnTo>
                  <a:lnTo>
                    <a:pt x="909" y="4311"/>
                  </a:lnTo>
                  <a:lnTo>
                    <a:pt x="909" y="4311"/>
                  </a:lnTo>
                  <a:lnTo>
                    <a:pt x="949" y="4359"/>
                  </a:lnTo>
                  <a:lnTo>
                    <a:pt x="989" y="4407"/>
                  </a:lnTo>
                  <a:lnTo>
                    <a:pt x="1068" y="4507"/>
                  </a:lnTo>
                  <a:lnTo>
                    <a:pt x="1148" y="4607"/>
                  </a:lnTo>
                  <a:lnTo>
                    <a:pt x="1229" y="4707"/>
                  </a:lnTo>
                  <a:lnTo>
                    <a:pt x="1270" y="4757"/>
                  </a:lnTo>
                  <a:lnTo>
                    <a:pt x="1312" y="4805"/>
                  </a:lnTo>
                  <a:lnTo>
                    <a:pt x="1355" y="4853"/>
                  </a:lnTo>
                  <a:lnTo>
                    <a:pt x="1398" y="4898"/>
                  </a:lnTo>
                  <a:lnTo>
                    <a:pt x="1442" y="4943"/>
                  </a:lnTo>
                  <a:lnTo>
                    <a:pt x="1487" y="4986"/>
                  </a:lnTo>
                  <a:lnTo>
                    <a:pt x="1534" y="5027"/>
                  </a:lnTo>
                  <a:lnTo>
                    <a:pt x="1584" y="5065"/>
                  </a:lnTo>
                  <a:lnTo>
                    <a:pt x="1584" y="5065"/>
                  </a:lnTo>
                  <a:lnTo>
                    <a:pt x="1623" y="5096"/>
                  </a:lnTo>
                  <a:lnTo>
                    <a:pt x="1663" y="5124"/>
                  </a:lnTo>
                  <a:lnTo>
                    <a:pt x="1705" y="5150"/>
                  </a:lnTo>
                  <a:lnTo>
                    <a:pt x="1747" y="5177"/>
                  </a:lnTo>
                  <a:lnTo>
                    <a:pt x="1790" y="5202"/>
                  </a:lnTo>
                  <a:lnTo>
                    <a:pt x="1833" y="5226"/>
                  </a:lnTo>
                  <a:lnTo>
                    <a:pt x="1877" y="5248"/>
                  </a:lnTo>
                  <a:lnTo>
                    <a:pt x="1922" y="5269"/>
                  </a:lnTo>
                  <a:lnTo>
                    <a:pt x="1967" y="5290"/>
                  </a:lnTo>
                  <a:lnTo>
                    <a:pt x="2013" y="5309"/>
                  </a:lnTo>
                  <a:lnTo>
                    <a:pt x="2060" y="5326"/>
                  </a:lnTo>
                  <a:lnTo>
                    <a:pt x="2107" y="5342"/>
                  </a:lnTo>
                  <a:lnTo>
                    <a:pt x="2153" y="5357"/>
                  </a:lnTo>
                  <a:lnTo>
                    <a:pt x="2200" y="5371"/>
                  </a:lnTo>
                  <a:lnTo>
                    <a:pt x="2248" y="5382"/>
                  </a:lnTo>
                  <a:lnTo>
                    <a:pt x="2298" y="5393"/>
                  </a:lnTo>
                  <a:lnTo>
                    <a:pt x="2298" y="5393"/>
                  </a:lnTo>
                  <a:lnTo>
                    <a:pt x="2353" y="5404"/>
                  </a:lnTo>
                  <a:lnTo>
                    <a:pt x="2409" y="5411"/>
                  </a:lnTo>
                  <a:lnTo>
                    <a:pt x="2465" y="5417"/>
                  </a:lnTo>
                  <a:lnTo>
                    <a:pt x="2520" y="5420"/>
                  </a:lnTo>
                  <a:lnTo>
                    <a:pt x="2575" y="5421"/>
                  </a:lnTo>
                  <a:lnTo>
                    <a:pt x="2629" y="5421"/>
                  </a:lnTo>
                  <a:lnTo>
                    <a:pt x="2684" y="5419"/>
                  </a:lnTo>
                  <a:lnTo>
                    <a:pt x="2738" y="5414"/>
                  </a:lnTo>
                  <a:lnTo>
                    <a:pt x="2793" y="5406"/>
                  </a:lnTo>
                  <a:lnTo>
                    <a:pt x="2846" y="5398"/>
                  </a:lnTo>
                  <a:lnTo>
                    <a:pt x="2899" y="5387"/>
                  </a:lnTo>
                  <a:lnTo>
                    <a:pt x="2952" y="5376"/>
                  </a:lnTo>
                  <a:lnTo>
                    <a:pt x="3004" y="5362"/>
                  </a:lnTo>
                  <a:lnTo>
                    <a:pt x="3057" y="5347"/>
                  </a:lnTo>
                  <a:lnTo>
                    <a:pt x="3108" y="5329"/>
                  </a:lnTo>
                  <a:lnTo>
                    <a:pt x="3160" y="5311"/>
                  </a:lnTo>
                  <a:lnTo>
                    <a:pt x="3210" y="5291"/>
                  </a:lnTo>
                  <a:lnTo>
                    <a:pt x="3261" y="5271"/>
                  </a:lnTo>
                  <a:lnTo>
                    <a:pt x="3312" y="5248"/>
                  </a:lnTo>
                  <a:lnTo>
                    <a:pt x="3361" y="5224"/>
                  </a:lnTo>
                  <a:lnTo>
                    <a:pt x="3410" y="5198"/>
                  </a:lnTo>
                  <a:lnTo>
                    <a:pt x="3459" y="5173"/>
                  </a:lnTo>
                  <a:lnTo>
                    <a:pt x="3507" y="5147"/>
                  </a:lnTo>
                  <a:lnTo>
                    <a:pt x="3555" y="5117"/>
                  </a:lnTo>
                  <a:lnTo>
                    <a:pt x="3602" y="5090"/>
                  </a:lnTo>
                  <a:lnTo>
                    <a:pt x="3648" y="5059"/>
                  </a:lnTo>
                  <a:lnTo>
                    <a:pt x="3694" y="5029"/>
                  </a:lnTo>
                  <a:lnTo>
                    <a:pt x="3740" y="4997"/>
                  </a:lnTo>
                  <a:lnTo>
                    <a:pt x="3785" y="4965"/>
                  </a:lnTo>
                  <a:lnTo>
                    <a:pt x="3829" y="4933"/>
                  </a:lnTo>
                  <a:lnTo>
                    <a:pt x="3874" y="4900"/>
                  </a:lnTo>
                  <a:lnTo>
                    <a:pt x="3917" y="4865"/>
                  </a:lnTo>
                  <a:lnTo>
                    <a:pt x="3917" y="4865"/>
                  </a:lnTo>
                  <a:lnTo>
                    <a:pt x="3960" y="4831"/>
                  </a:lnTo>
                  <a:lnTo>
                    <a:pt x="4003" y="4796"/>
                  </a:lnTo>
                  <a:lnTo>
                    <a:pt x="4086" y="4725"/>
                  </a:lnTo>
                  <a:lnTo>
                    <a:pt x="4170" y="4651"/>
                  </a:lnTo>
                  <a:lnTo>
                    <a:pt x="4252" y="4578"/>
                  </a:lnTo>
                  <a:lnTo>
                    <a:pt x="4414" y="4429"/>
                  </a:lnTo>
                  <a:lnTo>
                    <a:pt x="4497" y="4354"/>
                  </a:lnTo>
                  <a:lnTo>
                    <a:pt x="4580" y="4280"/>
                  </a:lnTo>
                  <a:lnTo>
                    <a:pt x="4580" y="4280"/>
                  </a:lnTo>
                  <a:lnTo>
                    <a:pt x="4681" y="4192"/>
                  </a:lnTo>
                  <a:lnTo>
                    <a:pt x="4731" y="4146"/>
                  </a:lnTo>
                  <a:lnTo>
                    <a:pt x="4781" y="4101"/>
                  </a:lnTo>
                  <a:lnTo>
                    <a:pt x="4831" y="4054"/>
                  </a:lnTo>
                  <a:lnTo>
                    <a:pt x="4879" y="4007"/>
                  </a:lnTo>
                  <a:lnTo>
                    <a:pt x="4926" y="3959"/>
                  </a:lnTo>
                  <a:lnTo>
                    <a:pt x="4973" y="3909"/>
                  </a:lnTo>
                  <a:lnTo>
                    <a:pt x="5017" y="3860"/>
                  </a:lnTo>
                  <a:lnTo>
                    <a:pt x="5061" y="3808"/>
                  </a:lnTo>
                  <a:lnTo>
                    <a:pt x="5103" y="3755"/>
                  </a:lnTo>
                  <a:lnTo>
                    <a:pt x="5142" y="3702"/>
                  </a:lnTo>
                  <a:lnTo>
                    <a:pt x="5180" y="3646"/>
                  </a:lnTo>
                  <a:lnTo>
                    <a:pt x="5216" y="3588"/>
                  </a:lnTo>
                  <a:lnTo>
                    <a:pt x="5232" y="3559"/>
                  </a:lnTo>
                  <a:lnTo>
                    <a:pt x="5249" y="3530"/>
                  </a:lnTo>
                  <a:lnTo>
                    <a:pt x="5264" y="3499"/>
                  </a:lnTo>
                  <a:lnTo>
                    <a:pt x="5279" y="3468"/>
                  </a:lnTo>
                  <a:lnTo>
                    <a:pt x="5279" y="3468"/>
                  </a:lnTo>
                  <a:lnTo>
                    <a:pt x="5297" y="3427"/>
                  </a:lnTo>
                  <a:lnTo>
                    <a:pt x="5314" y="3385"/>
                  </a:lnTo>
                  <a:lnTo>
                    <a:pt x="5330" y="3344"/>
                  </a:lnTo>
                  <a:lnTo>
                    <a:pt x="5345" y="3302"/>
                  </a:lnTo>
                  <a:lnTo>
                    <a:pt x="5345" y="3302"/>
                  </a:lnTo>
                  <a:lnTo>
                    <a:pt x="5364" y="3235"/>
                  </a:lnTo>
                  <a:lnTo>
                    <a:pt x="5382" y="3168"/>
                  </a:lnTo>
                  <a:lnTo>
                    <a:pt x="5395" y="3100"/>
                  </a:lnTo>
                  <a:lnTo>
                    <a:pt x="5406" y="3032"/>
                  </a:lnTo>
                  <a:lnTo>
                    <a:pt x="5414" y="2964"/>
                  </a:lnTo>
                  <a:lnTo>
                    <a:pt x="5419" y="2895"/>
                  </a:lnTo>
                  <a:lnTo>
                    <a:pt x="5423" y="2827"/>
                  </a:lnTo>
                  <a:lnTo>
                    <a:pt x="5423" y="2757"/>
                  </a:lnTo>
                  <a:lnTo>
                    <a:pt x="5421" y="2689"/>
                  </a:lnTo>
                  <a:lnTo>
                    <a:pt x="5414" y="2621"/>
                  </a:lnTo>
                  <a:lnTo>
                    <a:pt x="5407" y="2551"/>
                  </a:lnTo>
                  <a:lnTo>
                    <a:pt x="5395" y="2484"/>
                  </a:lnTo>
                  <a:lnTo>
                    <a:pt x="5383" y="2415"/>
                  </a:lnTo>
                  <a:lnTo>
                    <a:pt x="5366" y="2348"/>
                  </a:lnTo>
                  <a:lnTo>
                    <a:pt x="5349" y="2282"/>
                  </a:lnTo>
                  <a:lnTo>
                    <a:pt x="5327" y="2217"/>
                  </a:lnTo>
                  <a:lnTo>
                    <a:pt x="5327" y="2217"/>
                  </a:lnTo>
                  <a:lnTo>
                    <a:pt x="5311" y="2171"/>
                  </a:lnTo>
                  <a:lnTo>
                    <a:pt x="5293" y="2127"/>
                  </a:lnTo>
                  <a:lnTo>
                    <a:pt x="5274" y="2082"/>
                  </a:lnTo>
                  <a:lnTo>
                    <a:pt x="5254" y="2039"/>
                  </a:lnTo>
                  <a:lnTo>
                    <a:pt x="5231" y="1996"/>
                  </a:lnTo>
                  <a:lnTo>
                    <a:pt x="5208" y="1955"/>
                  </a:lnTo>
                  <a:lnTo>
                    <a:pt x="5184" y="1913"/>
                  </a:lnTo>
                  <a:lnTo>
                    <a:pt x="5159" y="1872"/>
                  </a:lnTo>
                  <a:lnTo>
                    <a:pt x="5132" y="1832"/>
                  </a:lnTo>
                  <a:lnTo>
                    <a:pt x="5106" y="1792"/>
                  </a:lnTo>
                  <a:lnTo>
                    <a:pt x="5078" y="1753"/>
                  </a:lnTo>
                  <a:lnTo>
                    <a:pt x="5049" y="1715"/>
                  </a:lnTo>
                  <a:lnTo>
                    <a:pt x="5018" y="1677"/>
                  </a:lnTo>
                  <a:lnTo>
                    <a:pt x="4988" y="1641"/>
                  </a:lnTo>
                  <a:lnTo>
                    <a:pt x="4956" y="1604"/>
                  </a:lnTo>
                  <a:lnTo>
                    <a:pt x="4924" y="1568"/>
                  </a:lnTo>
                  <a:lnTo>
                    <a:pt x="4924" y="1568"/>
                  </a:lnTo>
                  <a:lnTo>
                    <a:pt x="4894" y="1535"/>
                  </a:lnTo>
                  <a:lnTo>
                    <a:pt x="4862" y="1504"/>
                  </a:lnTo>
                  <a:lnTo>
                    <a:pt x="4831" y="1472"/>
                  </a:lnTo>
                  <a:lnTo>
                    <a:pt x="4798" y="1442"/>
                  </a:lnTo>
                  <a:lnTo>
                    <a:pt x="4732" y="1381"/>
                  </a:lnTo>
                  <a:lnTo>
                    <a:pt x="4665" y="1321"/>
                  </a:lnTo>
                  <a:lnTo>
                    <a:pt x="4600" y="1261"/>
                  </a:lnTo>
                  <a:lnTo>
                    <a:pt x="4569" y="1229"/>
                  </a:lnTo>
                  <a:lnTo>
                    <a:pt x="4537" y="1197"/>
                  </a:lnTo>
                  <a:lnTo>
                    <a:pt x="4507" y="1164"/>
                  </a:lnTo>
                  <a:lnTo>
                    <a:pt x="4478" y="1130"/>
                  </a:lnTo>
                  <a:lnTo>
                    <a:pt x="4450" y="1095"/>
                  </a:lnTo>
                  <a:lnTo>
                    <a:pt x="4424" y="1059"/>
                  </a:lnTo>
                  <a:lnTo>
                    <a:pt x="4424" y="1059"/>
                  </a:lnTo>
                  <a:lnTo>
                    <a:pt x="4351" y="953"/>
                  </a:lnTo>
                  <a:lnTo>
                    <a:pt x="4279" y="848"/>
                  </a:lnTo>
                  <a:lnTo>
                    <a:pt x="4242" y="797"/>
                  </a:lnTo>
                  <a:lnTo>
                    <a:pt x="4205" y="748"/>
                  </a:lnTo>
                  <a:lnTo>
                    <a:pt x="4167" y="699"/>
                  </a:lnTo>
                  <a:lnTo>
                    <a:pt x="4129" y="650"/>
                  </a:lnTo>
                  <a:lnTo>
                    <a:pt x="4090" y="602"/>
                  </a:lnTo>
                  <a:lnTo>
                    <a:pt x="4048" y="557"/>
                  </a:lnTo>
                  <a:lnTo>
                    <a:pt x="4007" y="511"/>
                  </a:lnTo>
                  <a:lnTo>
                    <a:pt x="3962" y="468"/>
                  </a:lnTo>
                  <a:lnTo>
                    <a:pt x="3917" y="425"/>
                  </a:lnTo>
                  <a:lnTo>
                    <a:pt x="3869" y="385"/>
                  </a:lnTo>
                  <a:lnTo>
                    <a:pt x="3818" y="344"/>
                  </a:lnTo>
                  <a:lnTo>
                    <a:pt x="3765" y="306"/>
                  </a:lnTo>
                  <a:lnTo>
                    <a:pt x="3765" y="306"/>
                  </a:lnTo>
                  <a:lnTo>
                    <a:pt x="3723" y="279"/>
                  </a:lnTo>
                  <a:lnTo>
                    <a:pt x="3683" y="253"/>
                  </a:lnTo>
                  <a:lnTo>
                    <a:pt x="3640" y="229"/>
                  </a:lnTo>
                  <a:lnTo>
                    <a:pt x="3597" y="205"/>
                  </a:lnTo>
                  <a:lnTo>
                    <a:pt x="3553" y="182"/>
                  </a:lnTo>
                  <a:lnTo>
                    <a:pt x="3509" y="160"/>
                  </a:lnTo>
                  <a:lnTo>
                    <a:pt x="3465" y="140"/>
                  </a:lnTo>
                  <a:lnTo>
                    <a:pt x="3419" y="122"/>
                  </a:lnTo>
                  <a:lnTo>
                    <a:pt x="3374" y="105"/>
                  </a:lnTo>
                  <a:lnTo>
                    <a:pt x="3328" y="88"/>
                  </a:lnTo>
                  <a:lnTo>
                    <a:pt x="3281" y="73"/>
                  </a:lnTo>
                  <a:lnTo>
                    <a:pt x="3234" y="59"/>
                  </a:lnTo>
                  <a:lnTo>
                    <a:pt x="3186" y="48"/>
                  </a:lnTo>
                  <a:lnTo>
                    <a:pt x="3138" y="36"/>
                  </a:lnTo>
                  <a:lnTo>
                    <a:pt x="3090" y="26"/>
                  </a:lnTo>
                  <a:lnTo>
                    <a:pt x="3042" y="19"/>
                  </a:lnTo>
                  <a:lnTo>
                    <a:pt x="3042" y="19"/>
                  </a:lnTo>
                  <a:lnTo>
                    <a:pt x="2979" y="10"/>
                  </a:lnTo>
                  <a:lnTo>
                    <a:pt x="2915" y="5"/>
                  </a:lnTo>
                  <a:lnTo>
                    <a:pt x="2851" y="1"/>
                  </a:lnTo>
                  <a:lnTo>
                    <a:pt x="2788" y="0"/>
                  </a:lnTo>
                  <a:lnTo>
                    <a:pt x="2723" y="1"/>
                  </a:lnTo>
                  <a:lnTo>
                    <a:pt x="2660" y="5"/>
                  </a:lnTo>
                  <a:lnTo>
                    <a:pt x="2596" y="11"/>
                  </a:lnTo>
                  <a:lnTo>
                    <a:pt x="2533" y="20"/>
                  </a:lnTo>
                  <a:lnTo>
                    <a:pt x="2470" y="30"/>
                  </a:lnTo>
                  <a:lnTo>
                    <a:pt x="2408" y="43"/>
                  </a:lnTo>
                  <a:lnTo>
                    <a:pt x="2346" y="58"/>
                  </a:lnTo>
                  <a:lnTo>
                    <a:pt x="2284" y="76"/>
                  </a:lnTo>
                  <a:lnTo>
                    <a:pt x="2223" y="96"/>
                  </a:lnTo>
                  <a:lnTo>
                    <a:pt x="2163" y="117"/>
                  </a:lnTo>
                  <a:lnTo>
                    <a:pt x="2104" y="141"/>
                  </a:lnTo>
                  <a:lnTo>
                    <a:pt x="2044" y="167"/>
                  </a:lnTo>
                  <a:lnTo>
                    <a:pt x="2044" y="167"/>
                  </a:lnTo>
                  <a:lnTo>
                    <a:pt x="1988" y="195"/>
                  </a:lnTo>
                  <a:lnTo>
                    <a:pt x="1931" y="225"/>
                  </a:lnTo>
                  <a:lnTo>
                    <a:pt x="1875" y="258"/>
                  </a:lnTo>
                  <a:lnTo>
                    <a:pt x="1820" y="291"/>
                  </a:lnTo>
                  <a:lnTo>
                    <a:pt x="1767" y="326"/>
                  </a:lnTo>
                  <a:lnTo>
                    <a:pt x="1715" y="364"/>
                  </a:lnTo>
                  <a:lnTo>
                    <a:pt x="1665" y="403"/>
                  </a:lnTo>
                  <a:lnTo>
                    <a:pt x="1614" y="444"/>
                  </a:lnTo>
                  <a:lnTo>
                    <a:pt x="1614" y="444"/>
                  </a:lnTo>
                  <a:lnTo>
                    <a:pt x="1587" y="467"/>
                  </a:lnTo>
                  <a:lnTo>
                    <a:pt x="1561" y="491"/>
                  </a:lnTo>
                  <a:lnTo>
                    <a:pt x="1536" y="515"/>
                  </a:lnTo>
                  <a:lnTo>
                    <a:pt x="1510" y="540"/>
                  </a:lnTo>
                  <a:lnTo>
                    <a:pt x="1461" y="592"/>
                  </a:lnTo>
                  <a:lnTo>
                    <a:pt x="1414" y="644"/>
                  </a:lnTo>
                  <a:lnTo>
                    <a:pt x="1320" y="752"/>
                  </a:lnTo>
                  <a:lnTo>
                    <a:pt x="1272" y="805"/>
                  </a:lnTo>
                  <a:lnTo>
                    <a:pt x="1224" y="857"/>
                  </a:lnTo>
                  <a:lnTo>
                    <a:pt x="1224" y="857"/>
                  </a:lnTo>
                  <a:lnTo>
                    <a:pt x="1200" y="883"/>
                  </a:lnTo>
                  <a:lnTo>
                    <a:pt x="1175" y="907"/>
                  </a:lnTo>
                  <a:lnTo>
                    <a:pt x="1148" y="930"/>
                  </a:lnTo>
                  <a:lnTo>
                    <a:pt x="1123" y="952"/>
                  </a:lnTo>
                  <a:lnTo>
                    <a:pt x="1096" y="973"/>
                  </a:lnTo>
                  <a:lnTo>
                    <a:pt x="1070" y="992"/>
                  </a:lnTo>
                  <a:lnTo>
                    <a:pt x="1015" y="1030"/>
                  </a:lnTo>
                  <a:lnTo>
                    <a:pt x="958" y="1067"/>
                  </a:lnTo>
                  <a:lnTo>
                    <a:pt x="901" y="1102"/>
                  </a:lnTo>
                  <a:lnTo>
                    <a:pt x="782" y="1175"/>
                  </a:lnTo>
                  <a:lnTo>
                    <a:pt x="782" y="1175"/>
                  </a:lnTo>
                  <a:lnTo>
                    <a:pt x="757" y="1191"/>
                  </a:lnTo>
                  <a:lnTo>
                    <a:pt x="733" y="1208"/>
                  </a:lnTo>
                  <a:lnTo>
                    <a:pt x="709" y="1225"/>
                  </a:lnTo>
                  <a:lnTo>
                    <a:pt x="686" y="1243"/>
                  </a:lnTo>
                  <a:lnTo>
                    <a:pt x="641" y="1281"/>
                  </a:lnTo>
                  <a:lnTo>
                    <a:pt x="596" y="1320"/>
                  </a:lnTo>
                  <a:lnTo>
                    <a:pt x="554" y="1362"/>
                  </a:lnTo>
                  <a:lnTo>
                    <a:pt x="514" y="1404"/>
                  </a:lnTo>
                  <a:lnTo>
                    <a:pt x="473" y="1448"/>
                  </a:lnTo>
                  <a:lnTo>
                    <a:pt x="434" y="1492"/>
                  </a:lnTo>
                  <a:lnTo>
                    <a:pt x="434" y="1492"/>
                  </a:lnTo>
                  <a:lnTo>
                    <a:pt x="403" y="1530"/>
                  </a:lnTo>
                  <a:lnTo>
                    <a:pt x="371" y="1570"/>
                  </a:lnTo>
                  <a:lnTo>
                    <a:pt x="341" y="1610"/>
                  </a:lnTo>
                  <a:lnTo>
                    <a:pt x="311" y="1651"/>
                  </a:lnTo>
                  <a:lnTo>
                    <a:pt x="284" y="1692"/>
                  </a:lnTo>
                  <a:lnTo>
                    <a:pt x="257" y="1734"/>
                  </a:lnTo>
                  <a:lnTo>
                    <a:pt x="232" y="1777"/>
                  </a:lnTo>
                  <a:lnTo>
                    <a:pt x="208" y="1820"/>
                  </a:lnTo>
                  <a:lnTo>
                    <a:pt x="184" y="1865"/>
                  </a:lnTo>
                  <a:lnTo>
                    <a:pt x="162" y="1910"/>
                  </a:lnTo>
                  <a:lnTo>
                    <a:pt x="142" y="1956"/>
                  </a:lnTo>
                  <a:lnTo>
                    <a:pt x="122" y="2001"/>
                  </a:lnTo>
                  <a:lnTo>
                    <a:pt x="104" y="2048"/>
                  </a:lnTo>
                  <a:lnTo>
                    <a:pt x="87" y="2095"/>
                  </a:lnTo>
                  <a:lnTo>
                    <a:pt x="72" y="2143"/>
                  </a:lnTo>
                  <a:lnTo>
                    <a:pt x="58" y="2191"/>
                  </a:lnTo>
                  <a:lnTo>
                    <a:pt x="58" y="2191"/>
                  </a:lnTo>
                  <a:lnTo>
                    <a:pt x="42" y="2257"/>
                  </a:lnTo>
                  <a:lnTo>
                    <a:pt x="28" y="2324"/>
                  </a:lnTo>
                  <a:lnTo>
                    <a:pt x="16" y="2391"/>
                  </a:lnTo>
                  <a:lnTo>
                    <a:pt x="8" y="2460"/>
                  </a:lnTo>
                  <a:lnTo>
                    <a:pt x="3" y="2528"/>
                  </a:lnTo>
                  <a:lnTo>
                    <a:pt x="0" y="2595"/>
                  </a:lnTo>
                  <a:lnTo>
                    <a:pt x="0" y="2664"/>
                  </a:lnTo>
                  <a:lnTo>
                    <a:pt x="3" y="2732"/>
                  </a:lnTo>
                  <a:lnTo>
                    <a:pt x="8" y="2800"/>
                  </a:lnTo>
                  <a:lnTo>
                    <a:pt x="15" y="2867"/>
                  </a:lnTo>
                  <a:lnTo>
                    <a:pt x="25" y="2935"/>
                  </a:lnTo>
                  <a:lnTo>
                    <a:pt x="38" y="3002"/>
                  </a:lnTo>
                  <a:lnTo>
                    <a:pt x="54" y="3069"/>
                  </a:lnTo>
                  <a:lnTo>
                    <a:pt x="72" y="3135"/>
                  </a:lnTo>
                  <a:lnTo>
                    <a:pt x="92" y="3199"/>
                  </a:lnTo>
                  <a:lnTo>
                    <a:pt x="116" y="3264"/>
                  </a:lnTo>
                  <a:lnTo>
                    <a:pt x="116" y="3264"/>
                  </a:lnTo>
                  <a:lnTo>
                    <a:pt x="130" y="3300"/>
                  </a:lnTo>
                  <a:lnTo>
                    <a:pt x="147" y="3337"/>
                  </a:lnTo>
                  <a:lnTo>
                    <a:pt x="163" y="3373"/>
                  </a:lnTo>
                  <a:lnTo>
                    <a:pt x="181" y="3408"/>
                  </a:lnTo>
                  <a:lnTo>
                    <a:pt x="200" y="3444"/>
                  </a:lnTo>
                  <a:lnTo>
                    <a:pt x="220" y="3479"/>
                  </a:lnTo>
                  <a:lnTo>
                    <a:pt x="241" y="3513"/>
                  </a:lnTo>
                  <a:lnTo>
                    <a:pt x="262" y="3547"/>
                  </a:lnTo>
                  <a:lnTo>
                    <a:pt x="284" y="3580"/>
                  </a:lnTo>
                  <a:lnTo>
                    <a:pt x="306" y="3613"/>
                  </a:lnTo>
                  <a:lnTo>
                    <a:pt x="354" y="3679"/>
                  </a:lnTo>
                  <a:lnTo>
                    <a:pt x="405" y="3744"/>
                  </a:lnTo>
                  <a:lnTo>
                    <a:pt x="457" y="3807"/>
                  </a:lnTo>
                  <a:lnTo>
                    <a:pt x="510" y="3869"/>
                  </a:lnTo>
                  <a:lnTo>
                    <a:pt x="565" y="3931"/>
                  </a:lnTo>
                  <a:lnTo>
                    <a:pt x="675" y="4053"/>
                  </a:lnTo>
                  <a:lnTo>
                    <a:pt x="785" y="4172"/>
                  </a:lnTo>
                  <a:lnTo>
                    <a:pt x="839" y="4232"/>
                  </a:lnTo>
                  <a:lnTo>
                    <a:pt x="892" y="4292"/>
                  </a:lnTo>
                  <a:lnTo>
                    <a:pt x="892" y="4292"/>
                  </a:lnTo>
                  <a:close/>
                </a:path>
              </a:pathLst>
            </a:custGeom>
            <a:noFill/>
            <a:ln w="19050" cap="flat" cmpd="sng" algn="ctr">
              <a:solidFill>
                <a:srgbClr val="2759AD"/>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9" name="Freeform 8">
              <a:extLst>
                <a:ext uri="{FF2B5EF4-FFF2-40B4-BE49-F238E27FC236}">
                  <a16:creationId xmlns:a16="http://schemas.microsoft.com/office/drawing/2014/main" id="{8E4D359D-87DE-94B2-3273-37DF51E9446E}"/>
                </a:ext>
              </a:extLst>
            </p:cNvPr>
            <p:cNvSpPr>
              <a:spLocks/>
            </p:cNvSpPr>
            <p:nvPr/>
          </p:nvSpPr>
          <p:spPr bwMode="auto">
            <a:xfrm>
              <a:off x="3293299" y="1604626"/>
              <a:ext cx="4761058" cy="4704523"/>
            </a:xfrm>
            <a:custGeom>
              <a:avLst/>
              <a:gdLst>
                <a:gd name="T0" fmla="*/ 553 w 5365"/>
                <a:gd name="T1" fmla="*/ 1553 h 5364"/>
                <a:gd name="T2" fmla="*/ 281 w 5365"/>
                <a:gd name="T3" fmla="*/ 1985 h 5364"/>
                <a:gd name="T4" fmla="*/ 135 w 5365"/>
                <a:gd name="T5" fmla="*/ 2266 h 5364"/>
                <a:gd name="T6" fmla="*/ 62 w 5365"/>
                <a:gd name="T7" fmla="*/ 2478 h 5364"/>
                <a:gd name="T8" fmla="*/ 13 w 5365"/>
                <a:gd name="T9" fmla="*/ 2721 h 5364"/>
                <a:gd name="T10" fmla="*/ 0 w 5365"/>
                <a:gd name="T11" fmla="*/ 2966 h 5364"/>
                <a:gd name="T12" fmla="*/ 13 w 5365"/>
                <a:gd name="T13" fmla="*/ 3164 h 5364"/>
                <a:gd name="T14" fmla="*/ 77 w 5365"/>
                <a:gd name="T15" fmla="*/ 3436 h 5364"/>
                <a:gd name="T16" fmla="*/ 188 w 5365"/>
                <a:gd name="T17" fmla="*/ 3684 h 5364"/>
                <a:gd name="T18" fmla="*/ 339 w 5365"/>
                <a:gd name="T19" fmla="*/ 3911 h 5364"/>
                <a:gd name="T20" fmla="*/ 520 w 5365"/>
                <a:gd name="T21" fmla="*/ 4115 h 5364"/>
                <a:gd name="T22" fmla="*/ 726 w 5365"/>
                <a:gd name="T23" fmla="*/ 4298 h 5364"/>
                <a:gd name="T24" fmla="*/ 948 w 5365"/>
                <a:gd name="T25" fmla="*/ 4463 h 5364"/>
                <a:gd name="T26" fmla="*/ 1134 w 5365"/>
                <a:gd name="T27" fmla="*/ 4582 h 5364"/>
                <a:gd name="T28" fmla="*/ 1712 w 5365"/>
                <a:gd name="T29" fmla="*/ 4906 h 5364"/>
                <a:gd name="T30" fmla="*/ 2044 w 5365"/>
                <a:gd name="T31" fmla="*/ 5092 h 5364"/>
                <a:gd name="T32" fmla="*/ 2349 w 5365"/>
                <a:gd name="T33" fmla="*/ 5237 h 5364"/>
                <a:gd name="T34" fmla="*/ 2671 w 5365"/>
                <a:gd name="T35" fmla="*/ 5335 h 5364"/>
                <a:gd name="T36" fmla="*/ 2805 w 5365"/>
                <a:gd name="T37" fmla="*/ 5357 h 5364"/>
                <a:gd name="T38" fmla="*/ 2983 w 5365"/>
                <a:gd name="T39" fmla="*/ 5364 h 5364"/>
                <a:gd name="T40" fmla="*/ 3325 w 5365"/>
                <a:gd name="T41" fmla="*/ 5320 h 5364"/>
                <a:gd name="T42" fmla="*/ 3651 w 5365"/>
                <a:gd name="T43" fmla="*/ 5209 h 5364"/>
                <a:gd name="T44" fmla="*/ 3949 w 5365"/>
                <a:gd name="T45" fmla="*/ 5035 h 5364"/>
                <a:gd name="T46" fmla="*/ 4113 w 5365"/>
                <a:gd name="T47" fmla="*/ 4900 h 5364"/>
                <a:gd name="T48" fmla="*/ 4275 w 5365"/>
                <a:gd name="T49" fmla="*/ 4722 h 5364"/>
                <a:gd name="T50" fmla="*/ 4413 w 5365"/>
                <a:gd name="T51" fmla="*/ 4526 h 5364"/>
                <a:gd name="T52" fmla="*/ 4506 w 5365"/>
                <a:gd name="T53" fmla="*/ 4363 h 5364"/>
                <a:gd name="T54" fmla="*/ 4634 w 5365"/>
                <a:gd name="T55" fmla="*/ 4077 h 5364"/>
                <a:gd name="T56" fmla="*/ 4754 w 5365"/>
                <a:gd name="T57" fmla="*/ 3837 h 5364"/>
                <a:gd name="T58" fmla="*/ 4956 w 5365"/>
                <a:gd name="T59" fmla="*/ 3556 h 5364"/>
                <a:gd name="T60" fmla="*/ 5127 w 5365"/>
                <a:gd name="T61" fmla="*/ 3298 h 5364"/>
                <a:gd name="T62" fmla="*/ 5261 w 5365"/>
                <a:gd name="T63" fmla="*/ 3017 h 5364"/>
                <a:gd name="T64" fmla="*/ 5324 w 5365"/>
                <a:gd name="T65" fmla="*/ 2799 h 5364"/>
                <a:gd name="T66" fmla="*/ 5360 w 5365"/>
                <a:gd name="T67" fmla="*/ 2556 h 5364"/>
                <a:gd name="T68" fmla="*/ 5361 w 5365"/>
                <a:gd name="T69" fmla="*/ 2312 h 5364"/>
                <a:gd name="T70" fmla="*/ 5337 w 5365"/>
                <a:gd name="T71" fmla="*/ 2118 h 5364"/>
                <a:gd name="T72" fmla="*/ 5249 w 5365"/>
                <a:gd name="T73" fmla="*/ 1810 h 5364"/>
                <a:gd name="T74" fmla="*/ 5106 w 5365"/>
                <a:gd name="T75" fmla="*/ 1525 h 5364"/>
                <a:gd name="T76" fmla="*/ 4915 w 5365"/>
                <a:gd name="T77" fmla="*/ 1270 h 5364"/>
                <a:gd name="T78" fmla="*/ 4730 w 5365"/>
                <a:gd name="T79" fmla="*/ 1091 h 5364"/>
                <a:gd name="T80" fmla="*/ 4470 w 5365"/>
                <a:gd name="T81" fmla="*/ 906 h 5364"/>
                <a:gd name="T82" fmla="*/ 4344 w 5365"/>
                <a:gd name="T83" fmla="*/ 839 h 5364"/>
                <a:gd name="T84" fmla="*/ 3952 w 5365"/>
                <a:gd name="T85" fmla="*/ 672 h 5364"/>
                <a:gd name="T86" fmla="*/ 3829 w 5365"/>
                <a:gd name="T87" fmla="*/ 606 h 5364"/>
                <a:gd name="T88" fmla="*/ 3615 w 5365"/>
                <a:gd name="T89" fmla="*/ 447 h 5364"/>
                <a:gd name="T90" fmla="*/ 3435 w 5365"/>
                <a:gd name="T91" fmla="*/ 305 h 5364"/>
                <a:gd name="T92" fmla="*/ 3204 w 5365"/>
                <a:gd name="T93" fmla="*/ 178 h 5364"/>
                <a:gd name="T94" fmla="*/ 3000 w 5365"/>
                <a:gd name="T95" fmla="*/ 97 h 5364"/>
                <a:gd name="T96" fmla="*/ 2758 w 5365"/>
                <a:gd name="T97" fmla="*/ 33 h 5364"/>
                <a:gd name="T98" fmla="*/ 2511 w 5365"/>
                <a:gd name="T99" fmla="*/ 2 h 5364"/>
                <a:gd name="T100" fmla="*/ 2311 w 5365"/>
                <a:gd name="T101" fmla="*/ 4 h 5364"/>
                <a:gd name="T102" fmla="*/ 1974 w 5365"/>
                <a:gd name="T103" fmla="*/ 60 h 5364"/>
                <a:gd name="T104" fmla="*/ 1658 w 5365"/>
                <a:gd name="T105" fmla="*/ 183 h 5364"/>
                <a:gd name="T106" fmla="*/ 1369 w 5365"/>
                <a:gd name="T107" fmla="*/ 366 h 5364"/>
                <a:gd name="T108" fmla="*/ 1228 w 5365"/>
                <a:gd name="T109" fmla="*/ 488 h 5364"/>
                <a:gd name="T110" fmla="*/ 1096 w 5365"/>
                <a:gd name="T111" fmla="*/ 638 h 5364"/>
                <a:gd name="T112" fmla="*/ 914 w 5365"/>
                <a:gd name="T113" fmla="*/ 906 h 5364"/>
                <a:gd name="T114" fmla="*/ 636 w 5365"/>
                <a:gd name="T115" fmla="*/ 1408 h 5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65" h="5364">
                  <a:moveTo>
                    <a:pt x="597" y="1476"/>
                  </a:moveTo>
                  <a:lnTo>
                    <a:pt x="597" y="1476"/>
                  </a:lnTo>
                  <a:lnTo>
                    <a:pt x="584" y="1499"/>
                  </a:lnTo>
                  <a:lnTo>
                    <a:pt x="584" y="1499"/>
                  </a:lnTo>
                  <a:lnTo>
                    <a:pt x="553" y="1553"/>
                  </a:lnTo>
                  <a:lnTo>
                    <a:pt x="520" y="1606"/>
                  </a:lnTo>
                  <a:lnTo>
                    <a:pt x="452" y="1714"/>
                  </a:lnTo>
                  <a:lnTo>
                    <a:pt x="382" y="1822"/>
                  </a:lnTo>
                  <a:lnTo>
                    <a:pt x="314" y="1931"/>
                  </a:lnTo>
                  <a:lnTo>
                    <a:pt x="281" y="1985"/>
                  </a:lnTo>
                  <a:lnTo>
                    <a:pt x="249" y="2041"/>
                  </a:lnTo>
                  <a:lnTo>
                    <a:pt x="217" y="2096"/>
                  </a:lnTo>
                  <a:lnTo>
                    <a:pt x="188" y="2152"/>
                  </a:lnTo>
                  <a:lnTo>
                    <a:pt x="160" y="2209"/>
                  </a:lnTo>
                  <a:lnTo>
                    <a:pt x="135" y="2266"/>
                  </a:lnTo>
                  <a:lnTo>
                    <a:pt x="111" y="2324"/>
                  </a:lnTo>
                  <a:lnTo>
                    <a:pt x="91" y="2383"/>
                  </a:lnTo>
                  <a:lnTo>
                    <a:pt x="91" y="2383"/>
                  </a:lnTo>
                  <a:lnTo>
                    <a:pt x="76" y="2429"/>
                  </a:lnTo>
                  <a:lnTo>
                    <a:pt x="62" y="2478"/>
                  </a:lnTo>
                  <a:lnTo>
                    <a:pt x="50" y="2526"/>
                  </a:lnTo>
                  <a:lnTo>
                    <a:pt x="39" y="2574"/>
                  </a:lnTo>
                  <a:lnTo>
                    <a:pt x="29" y="2622"/>
                  </a:lnTo>
                  <a:lnTo>
                    <a:pt x="21" y="2671"/>
                  </a:lnTo>
                  <a:lnTo>
                    <a:pt x="13" y="2721"/>
                  </a:lnTo>
                  <a:lnTo>
                    <a:pt x="8" y="2769"/>
                  </a:lnTo>
                  <a:lnTo>
                    <a:pt x="3" y="2818"/>
                  </a:lnTo>
                  <a:lnTo>
                    <a:pt x="1" y="2868"/>
                  </a:lnTo>
                  <a:lnTo>
                    <a:pt x="0" y="2917"/>
                  </a:lnTo>
                  <a:lnTo>
                    <a:pt x="0" y="2966"/>
                  </a:lnTo>
                  <a:lnTo>
                    <a:pt x="1" y="3016"/>
                  </a:lnTo>
                  <a:lnTo>
                    <a:pt x="3" y="3066"/>
                  </a:lnTo>
                  <a:lnTo>
                    <a:pt x="8" y="3114"/>
                  </a:lnTo>
                  <a:lnTo>
                    <a:pt x="13" y="3164"/>
                  </a:lnTo>
                  <a:lnTo>
                    <a:pt x="13" y="3164"/>
                  </a:lnTo>
                  <a:lnTo>
                    <a:pt x="22" y="3221"/>
                  </a:lnTo>
                  <a:lnTo>
                    <a:pt x="32" y="3277"/>
                  </a:lnTo>
                  <a:lnTo>
                    <a:pt x="45" y="3331"/>
                  </a:lnTo>
                  <a:lnTo>
                    <a:pt x="60" y="3384"/>
                  </a:lnTo>
                  <a:lnTo>
                    <a:pt x="77" y="3436"/>
                  </a:lnTo>
                  <a:lnTo>
                    <a:pt x="96" y="3488"/>
                  </a:lnTo>
                  <a:lnTo>
                    <a:pt x="116" y="3539"/>
                  </a:lnTo>
                  <a:lnTo>
                    <a:pt x="139" y="3588"/>
                  </a:lnTo>
                  <a:lnTo>
                    <a:pt x="163" y="3637"/>
                  </a:lnTo>
                  <a:lnTo>
                    <a:pt x="188" y="3684"/>
                  </a:lnTo>
                  <a:lnTo>
                    <a:pt x="215" y="3732"/>
                  </a:lnTo>
                  <a:lnTo>
                    <a:pt x="244" y="3778"/>
                  </a:lnTo>
                  <a:lnTo>
                    <a:pt x="274" y="3824"/>
                  </a:lnTo>
                  <a:lnTo>
                    <a:pt x="306" y="3868"/>
                  </a:lnTo>
                  <a:lnTo>
                    <a:pt x="339" y="3911"/>
                  </a:lnTo>
                  <a:lnTo>
                    <a:pt x="373" y="3953"/>
                  </a:lnTo>
                  <a:lnTo>
                    <a:pt x="407" y="3994"/>
                  </a:lnTo>
                  <a:lnTo>
                    <a:pt x="444" y="4036"/>
                  </a:lnTo>
                  <a:lnTo>
                    <a:pt x="482" y="4075"/>
                  </a:lnTo>
                  <a:lnTo>
                    <a:pt x="520" y="4115"/>
                  </a:lnTo>
                  <a:lnTo>
                    <a:pt x="560" y="4154"/>
                  </a:lnTo>
                  <a:lnTo>
                    <a:pt x="601" y="4191"/>
                  </a:lnTo>
                  <a:lnTo>
                    <a:pt x="641" y="4227"/>
                  </a:lnTo>
                  <a:lnTo>
                    <a:pt x="683" y="4264"/>
                  </a:lnTo>
                  <a:lnTo>
                    <a:pt x="726" y="4298"/>
                  </a:lnTo>
                  <a:lnTo>
                    <a:pt x="769" y="4334"/>
                  </a:lnTo>
                  <a:lnTo>
                    <a:pt x="814" y="4367"/>
                  </a:lnTo>
                  <a:lnTo>
                    <a:pt x="858" y="4400"/>
                  </a:lnTo>
                  <a:lnTo>
                    <a:pt x="903" y="4433"/>
                  </a:lnTo>
                  <a:lnTo>
                    <a:pt x="948" y="4463"/>
                  </a:lnTo>
                  <a:lnTo>
                    <a:pt x="993" y="4495"/>
                  </a:lnTo>
                  <a:lnTo>
                    <a:pt x="1040" y="4524"/>
                  </a:lnTo>
                  <a:lnTo>
                    <a:pt x="1040" y="4524"/>
                  </a:lnTo>
                  <a:lnTo>
                    <a:pt x="1087" y="4554"/>
                  </a:lnTo>
                  <a:lnTo>
                    <a:pt x="1134" y="4582"/>
                  </a:lnTo>
                  <a:lnTo>
                    <a:pt x="1229" y="4639"/>
                  </a:lnTo>
                  <a:lnTo>
                    <a:pt x="1325" y="4693"/>
                  </a:lnTo>
                  <a:lnTo>
                    <a:pt x="1421" y="4747"/>
                  </a:lnTo>
                  <a:lnTo>
                    <a:pt x="1616" y="4853"/>
                  </a:lnTo>
                  <a:lnTo>
                    <a:pt x="1712" y="4906"/>
                  </a:lnTo>
                  <a:lnTo>
                    <a:pt x="1809" y="4961"/>
                  </a:lnTo>
                  <a:lnTo>
                    <a:pt x="1809" y="4961"/>
                  </a:lnTo>
                  <a:lnTo>
                    <a:pt x="1926" y="5026"/>
                  </a:lnTo>
                  <a:lnTo>
                    <a:pt x="1985" y="5059"/>
                  </a:lnTo>
                  <a:lnTo>
                    <a:pt x="2044" y="5092"/>
                  </a:lnTo>
                  <a:lnTo>
                    <a:pt x="2105" y="5124"/>
                  </a:lnTo>
                  <a:lnTo>
                    <a:pt x="2166" y="5154"/>
                  </a:lnTo>
                  <a:lnTo>
                    <a:pt x="2226" y="5183"/>
                  </a:lnTo>
                  <a:lnTo>
                    <a:pt x="2287" y="5211"/>
                  </a:lnTo>
                  <a:lnTo>
                    <a:pt x="2349" y="5237"/>
                  </a:lnTo>
                  <a:lnTo>
                    <a:pt x="2412" y="5261"/>
                  </a:lnTo>
                  <a:lnTo>
                    <a:pt x="2476" y="5283"/>
                  </a:lnTo>
                  <a:lnTo>
                    <a:pt x="2540" y="5304"/>
                  </a:lnTo>
                  <a:lnTo>
                    <a:pt x="2605" y="5320"/>
                  </a:lnTo>
                  <a:lnTo>
                    <a:pt x="2671" y="5335"/>
                  </a:lnTo>
                  <a:lnTo>
                    <a:pt x="2704" y="5342"/>
                  </a:lnTo>
                  <a:lnTo>
                    <a:pt x="2738" y="5348"/>
                  </a:lnTo>
                  <a:lnTo>
                    <a:pt x="2771" y="5352"/>
                  </a:lnTo>
                  <a:lnTo>
                    <a:pt x="2805" y="5357"/>
                  </a:lnTo>
                  <a:lnTo>
                    <a:pt x="2805" y="5357"/>
                  </a:lnTo>
                  <a:lnTo>
                    <a:pt x="2849" y="5361"/>
                  </a:lnTo>
                  <a:lnTo>
                    <a:pt x="2895" y="5363"/>
                  </a:lnTo>
                  <a:lnTo>
                    <a:pt x="2939" y="5364"/>
                  </a:lnTo>
                  <a:lnTo>
                    <a:pt x="2983" y="5364"/>
                  </a:lnTo>
                  <a:lnTo>
                    <a:pt x="2983" y="5364"/>
                  </a:lnTo>
                  <a:lnTo>
                    <a:pt x="3053" y="5361"/>
                  </a:lnTo>
                  <a:lnTo>
                    <a:pt x="3121" y="5356"/>
                  </a:lnTo>
                  <a:lnTo>
                    <a:pt x="3190" y="5347"/>
                  </a:lnTo>
                  <a:lnTo>
                    <a:pt x="3258" y="5335"/>
                  </a:lnTo>
                  <a:lnTo>
                    <a:pt x="3325" y="5320"/>
                  </a:lnTo>
                  <a:lnTo>
                    <a:pt x="3392" y="5304"/>
                  </a:lnTo>
                  <a:lnTo>
                    <a:pt x="3458" y="5283"/>
                  </a:lnTo>
                  <a:lnTo>
                    <a:pt x="3524" y="5261"/>
                  </a:lnTo>
                  <a:lnTo>
                    <a:pt x="3587" y="5237"/>
                  </a:lnTo>
                  <a:lnTo>
                    <a:pt x="3651" y="5209"/>
                  </a:lnTo>
                  <a:lnTo>
                    <a:pt x="3713" y="5178"/>
                  </a:lnTo>
                  <a:lnTo>
                    <a:pt x="3775" y="5147"/>
                  </a:lnTo>
                  <a:lnTo>
                    <a:pt x="3834" y="5111"/>
                  </a:lnTo>
                  <a:lnTo>
                    <a:pt x="3892" y="5074"/>
                  </a:lnTo>
                  <a:lnTo>
                    <a:pt x="3949" y="5035"/>
                  </a:lnTo>
                  <a:lnTo>
                    <a:pt x="4004" y="4993"/>
                  </a:lnTo>
                  <a:lnTo>
                    <a:pt x="4004" y="4993"/>
                  </a:lnTo>
                  <a:lnTo>
                    <a:pt x="4042" y="4964"/>
                  </a:lnTo>
                  <a:lnTo>
                    <a:pt x="4077" y="4933"/>
                  </a:lnTo>
                  <a:lnTo>
                    <a:pt x="4113" y="4900"/>
                  </a:lnTo>
                  <a:lnTo>
                    <a:pt x="4147" y="4867"/>
                  </a:lnTo>
                  <a:lnTo>
                    <a:pt x="4181" y="4831"/>
                  </a:lnTo>
                  <a:lnTo>
                    <a:pt x="4213" y="4796"/>
                  </a:lnTo>
                  <a:lnTo>
                    <a:pt x="4244" y="4760"/>
                  </a:lnTo>
                  <a:lnTo>
                    <a:pt x="4275" y="4722"/>
                  </a:lnTo>
                  <a:lnTo>
                    <a:pt x="4304" y="4684"/>
                  </a:lnTo>
                  <a:lnTo>
                    <a:pt x="4333" y="4647"/>
                  </a:lnTo>
                  <a:lnTo>
                    <a:pt x="4359" y="4607"/>
                  </a:lnTo>
                  <a:lnTo>
                    <a:pt x="4386" y="4567"/>
                  </a:lnTo>
                  <a:lnTo>
                    <a:pt x="4413" y="4526"/>
                  </a:lnTo>
                  <a:lnTo>
                    <a:pt x="4438" y="4486"/>
                  </a:lnTo>
                  <a:lnTo>
                    <a:pt x="4462" y="4444"/>
                  </a:lnTo>
                  <a:lnTo>
                    <a:pt x="4486" y="4402"/>
                  </a:lnTo>
                  <a:lnTo>
                    <a:pt x="4486" y="4402"/>
                  </a:lnTo>
                  <a:lnTo>
                    <a:pt x="4506" y="4363"/>
                  </a:lnTo>
                  <a:lnTo>
                    <a:pt x="4527" y="4322"/>
                  </a:lnTo>
                  <a:lnTo>
                    <a:pt x="4546" y="4282"/>
                  </a:lnTo>
                  <a:lnTo>
                    <a:pt x="4563" y="4241"/>
                  </a:lnTo>
                  <a:lnTo>
                    <a:pt x="4600" y="4159"/>
                  </a:lnTo>
                  <a:lnTo>
                    <a:pt x="4634" y="4077"/>
                  </a:lnTo>
                  <a:lnTo>
                    <a:pt x="4671" y="3994"/>
                  </a:lnTo>
                  <a:lnTo>
                    <a:pt x="4690" y="3955"/>
                  </a:lnTo>
                  <a:lnTo>
                    <a:pt x="4710" y="3915"/>
                  </a:lnTo>
                  <a:lnTo>
                    <a:pt x="4732" y="3875"/>
                  </a:lnTo>
                  <a:lnTo>
                    <a:pt x="4754" y="3837"/>
                  </a:lnTo>
                  <a:lnTo>
                    <a:pt x="4778" y="3799"/>
                  </a:lnTo>
                  <a:lnTo>
                    <a:pt x="4804" y="3763"/>
                  </a:lnTo>
                  <a:lnTo>
                    <a:pt x="4804" y="3763"/>
                  </a:lnTo>
                  <a:lnTo>
                    <a:pt x="4881" y="3659"/>
                  </a:lnTo>
                  <a:lnTo>
                    <a:pt x="4956" y="3556"/>
                  </a:lnTo>
                  <a:lnTo>
                    <a:pt x="4991" y="3506"/>
                  </a:lnTo>
                  <a:lnTo>
                    <a:pt x="5027" y="3455"/>
                  </a:lnTo>
                  <a:lnTo>
                    <a:pt x="5061" y="3403"/>
                  </a:lnTo>
                  <a:lnTo>
                    <a:pt x="5095" y="3351"/>
                  </a:lnTo>
                  <a:lnTo>
                    <a:pt x="5127" y="3298"/>
                  </a:lnTo>
                  <a:lnTo>
                    <a:pt x="5157" y="3245"/>
                  </a:lnTo>
                  <a:lnTo>
                    <a:pt x="5185" y="3190"/>
                  </a:lnTo>
                  <a:lnTo>
                    <a:pt x="5213" y="3133"/>
                  </a:lnTo>
                  <a:lnTo>
                    <a:pt x="5237" y="3076"/>
                  </a:lnTo>
                  <a:lnTo>
                    <a:pt x="5261" y="3017"/>
                  </a:lnTo>
                  <a:lnTo>
                    <a:pt x="5281" y="2956"/>
                  </a:lnTo>
                  <a:lnTo>
                    <a:pt x="5300" y="2894"/>
                  </a:lnTo>
                  <a:lnTo>
                    <a:pt x="5300" y="2894"/>
                  </a:lnTo>
                  <a:lnTo>
                    <a:pt x="5313" y="2846"/>
                  </a:lnTo>
                  <a:lnTo>
                    <a:pt x="5324" y="2799"/>
                  </a:lnTo>
                  <a:lnTo>
                    <a:pt x="5333" y="2751"/>
                  </a:lnTo>
                  <a:lnTo>
                    <a:pt x="5342" y="2703"/>
                  </a:lnTo>
                  <a:lnTo>
                    <a:pt x="5349" y="2654"/>
                  </a:lnTo>
                  <a:lnTo>
                    <a:pt x="5355" y="2605"/>
                  </a:lnTo>
                  <a:lnTo>
                    <a:pt x="5360" y="2556"/>
                  </a:lnTo>
                  <a:lnTo>
                    <a:pt x="5362" y="2508"/>
                  </a:lnTo>
                  <a:lnTo>
                    <a:pt x="5363" y="2459"/>
                  </a:lnTo>
                  <a:lnTo>
                    <a:pt x="5365" y="2410"/>
                  </a:lnTo>
                  <a:lnTo>
                    <a:pt x="5363" y="2361"/>
                  </a:lnTo>
                  <a:lnTo>
                    <a:pt x="5361" y="2312"/>
                  </a:lnTo>
                  <a:lnTo>
                    <a:pt x="5357" y="2264"/>
                  </a:lnTo>
                  <a:lnTo>
                    <a:pt x="5352" y="2214"/>
                  </a:lnTo>
                  <a:lnTo>
                    <a:pt x="5344" y="2166"/>
                  </a:lnTo>
                  <a:lnTo>
                    <a:pt x="5337" y="2118"/>
                  </a:lnTo>
                  <a:lnTo>
                    <a:pt x="5337" y="2118"/>
                  </a:lnTo>
                  <a:lnTo>
                    <a:pt x="5324" y="2055"/>
                  </a:lnTo>
                  <a:lnTo>
                    <a:pt x="5309" y="1993"/>
                  </a:lnTo>
                  <a:lnTo>
                    <a:pt x="5291" y="1931"/>
                  </a:lnTo>
                  <a:lnTo>
                    <a:pt x="5272" y="1870"/>
                  </a:lnTo>
                  <a:lnTo>
                    <a:pt x="5249" y="1810"/>
                  </a:lnTo>
                  <a:lnTo>
                    <a:pt x="5225" y="1751"/>
                  </a:lnTo>
                  <a:lnTo>
                    <a:pt x="5199" y="1693"/>
                  </a:lnTo>
                  <a:lnTo>
                    <a:pt x="5170" y="1636"/>
                  </a:lnTo>
                  <a:lnTo>
                    <a:pt x="5139" y="1580"/>
                  </a:lnTo>
                  <a:lnTo>
                    <a:pt x="5106" y="1525"/>
                  </a:lnTo>
                  <a:lnTo>
                    <a:pt x="5072" y="1471"/>
                  </a:lnTo>
                  <a:lnTo>
                    <a:pt x="5035" y="1419"/>
                  </a:lnTo>
                  <a:lnTo>
                    <a:pt x="4998" y="1368"/>
                  </a:lnTo>
                  <a:lnTo>
                    <a:pt x="4957" y="1318"/>
                  </a:lnTo>
                  <a:lnTo>
                    <a:pt x="4915" y="1270"/>
                  </a:lnTo>
                  <a:lnTo>
                    <a:pt x="4872" y="1223"/>
                  </a:lnTo>
                  <a:lnTo>
                    <a:pt x="4872" y="1223"/>
                  </a:lnTo>
                  <a:lnTo>
                    <a:pt x="4827" y="1177"/>
                  </a:lnTo>
                  <a:lnTo>
                    <a:pt x="4780" y="1134"/>
                  </a:lnTo>
                  <a:lnTo>
                    <a:pt x="4730" y="1091"/>
                  </a:lnTo>
                  <a:lnTo>
                    <a:pt x="4681" y="1052"/>
                  </a:lnTo>
                  <a:lnTo>
                    <a:pt x="4630" y="1013"/>
                  </a:lnTo>
                  <a:lnTo>
                    <a:pt x="4578" y="976"/>
                  </a:lnTo>
                  <a:lnTo>
                    <a:pt x="4524" y="940"/>
                  </a:lnTo>
                  <a:lnTo>
                    <a:pt x="4470" y="906"/>
                  </a:lnTo>
                  <a:lnTo>
                    <a:pt x="4470" y="906"/>
                  </a:lnTo>
                  <a:lnTo>
                    <a:pt x="4439" y="889"/>
                  </a:lnTo>
                  <a:lnTo>
                    <a:pt x="4408" y="871"/>
                  </a:lnTo>
                  <a:lnTo>
                    <a:pt x="4376" y="854"/>
                  </a:lnTo>
                  <a:lnTo>
                    <a:pt x="4344" y="839"/>
                  </a:lnTo>
                  <a:lnTo>
                    <a:pt x="4280" y="809"/>
                  </a:lnTo>
                  <a:lnTo>
                    <a:pt x="4214" y="781"/>
                  </a:lnTo>
                  <a:lnTo>
                    <a:pt x="4082" y="728"/>
                  </a:lnTo>
                  <a:lnTo>
                    <a:pt x="4016" y="700"/>
                  </a:lnTo>
                  <a:lnTo>
                    <a:pt x="3952" y="672"/>
                  </a:lnTo>
                  <a:lnTo>
                    <a:pt x="3952" y="672"/>
                  </a:lnTo>
                  <a:lnTo>
                    <a:pt x="3919" y="657"/>
                  </a:lnTo>
                  <a:lnTo>
                    <a:pt x="3889" y="640"/>
                  </a:lnTo>
                  <a:lnTo>
                    <a:pt x="3858" y="624"/>
                  </a:lnTo>
                  <a:lnTo>
                    <a:pt x="3829" y="606"/>
                  </a:lnTo>
                  <a:lnTo>
                    <a:pt x="3801" y="588"/>
                  </a:lnTo>
                  <a:lnTo>
                    <a:pt x="3773" y="569"/>
                  </a:lnTo>
                  <a:lnTo>
                    <a:pt x="3719" y="530"/>
                  </a:lnTo>
                  <a:lnTo>
                    <a:pt x="3667" y="488"/>
                  </a:lnTo>
                  <a:lnTo>
                    <a:pt x="3615" y="447"/>
                  </a:lnTo>
                  <a:lnTo>
                    <a:pt x="3507" y="358"/>
                  </a:lnTo>
                  <a:lnTo>
                    <a:pt x="3507" y="358"/>
                  </a:lnTo>
                  <a:lnTo>
                    <a:pt x="3483" y="339"/>
                  </a:lnTo>
                  <a:lnTo>
                    <a:pt x="3461" y="321"/>
                  </a:lnTo>
                  <a:lnTo>
                    <a:pt x="3435" y="305"/>
                  </a:lnTo>
                  <a:lnTo>
                    <a:pt x="3411" y="288"/>
                  </a:lnTo>
                  <a:lnTo>
                    <a:pt x="3361" y="258"/>
                  </a:lnTo>
                  <a:lnTo>
                    <a:pt x="3309" y="229"/>
                  </a:lnTo>
                  <a:lnTo>
                    <a:pt x="3257" y="202"/>
                  </a:lnTo>
                  <a:lnTo>
                    <a:pt x="3204" y="178"/>
                  </a:lnTo>
                  <a:lnTo>
                    <a:pt x="3149" y="154"/>
                  </a:lnTo>
                  <a:lnTo>
                    <a:pt x="3094" y="133"/>
                  </a:lnTo>
                  <a:lnTo>
                    <a:pt x="3094" y="133"/>
                  </a:lnTo>
                  <a:lnTo>
                    <a:pt x="3047" y="114"/>
                  </a:lnTo>
                  <a:lnTo>
                    <a:pt x="3000" y="97"/>
                  </a:lnTo>
                  <a:lnTo>
                    <a:pt x="2952" y="82"/>
                  </a:lnTo>
                  <a:lnTo>
                    <a:pt x="2905" y="68"/>
                  </a:lnTo>
                  <a:lnTo>
                    <a:pt x="2856" y="54"/>
                  </a:lnTo>
                  <a:lnTo>
                    <a:pt x="2807" y="43"/>
                  </a:lnTo>
                  <a:lnTo>
                    <a:pt x="2758" y="33"/>
                  </a:lnTo>
                  <a:lnTo>
                    <a:pt x="2710" y="24"/>
                  </a:lnTo>
                  <a:lnTo>
                    <a:pt x="2659" y="16"/>
                  </a:lnTo>
                  <a:lnTo>
                    <a:pt x="2610" y="10"/>
                  </a:lnTo>
                  <a:lnTo>
                    <a:pt x="2561" y="6"/>
                  </a:lnTo>
                  <a:lnTo>
                    <a:pt x="2511" y="2"/>
                  </a:lnTo>
                  <a:lnTo>
                    <a:pt x="2461" y="1"/>
                  </a:lnTo>
                  <a:lnTo>
                    <a:pt x="2411" y="0"/>
                  </a:lnTo>
                  <a:lnTo>
                    <a:pt x="2361" y="1"/>
                  </a:lnTo>
                  <a:lnTo>
                    <a:pt x="2311" y="4"/>
                  </a:lnTo>
                  <a:lnTo>
                    <a:pt x="2311" y="4"/>
                  </a:lnTo>
                  <a:lnTo>
                    <a:pt x="2243" y="10"/>
                  </a:lnTo>
                  <a:lnTo>
                    <a:pt x="2174" y="19"/>
                  </a:lnTo>
                  <a:lnTo>
                    <a:pt x="2107" y="30"/>
                  </a:lnTo>
                  <a:lnTo>
                    <a:pt x="2040" y="44"/>
                  </a:lnTo>
                  <a:lnTo>
                    <a:pt x="1974" y="60"/>
                  </a:lnTo>
                  <a:lnTo>
                    <a:pt x="1910" y="81"/>
                  </a:lnTo>
                  <a:lnTo>
                    <a:pt x="1845" y="102"/>
                  </a:lnTo>
                  <a:lnTo>
                    <a:pt x="1781" y="126"/>
                  </a:lnTo>
                  <a:lnTo>
                    <a:pt x="1719" y="154"/>
                  </a:lnTo>
                  <a:lnTo>
                    <a:pt x="1658" y="183"/>
                  </a:lnTo>
                  <a:lnTo>
                    <a:pt x="1597" y="215"/>
                  </a:lnTo>
                  <a:lnTo>
                    <a:pt x="1538" y="249"/>
                  </a:lnTo>
                  <a:lnTo>
                    <a:pt x="1481" y="286"/>
                  </a:lnTo>
                  <a:lnTo>
                    <a:pt x="1424" y="324"/>
                  </a:lnTo>
                  <a:lnTo>
                    <a:pt x="1369" y="366"/>
                  </a:lnTo>
                  <a:lnTo>
                    <a:pt x="1316" y="407"/>
                  </a:lnTo>
                  <a:lnTo>
                    <a:pt x="1316" y="407"/>
                  </a:lnTo>
                  <a:lnTo>
                    <a:pt x="1286" y="434"/>
                  </a:lnTo>
                  <a:lnTo>
                    <a:pt x="1257" y="461"/>
                  </a:lnTo>
                  <a:lnTo>
                    <a:pt x="1228" y="488"/>
                  </a:lnTo>
                  <a:lnTo>
                    <a:pt x="1200" y="516"/>
                  </a:lnTo>
                  <a:lnTo>
                    <a:pt x="1173" y="547"/>
                  </a:lnTo>
                  <a:lnTo>
                    <a:pt x="1147" y="576"/>
                  </a:lnTo>
                  <a:lnTo>
                    <a:pt x="1121" y="606"/>
                  </a:lnTo>
                  <a:lnTo>
                    <a:pt x="1096" y="638"/>
                  </a:lnTo>
                  <a:lnTo>
                    <a:pt x="1071" y="670"/>
                  </a:lnTo>
                  <a:lnTo>
                    <a:pt x="1048" y="702"/>
                  </a:lnTo>
                  <a:lnTo>
                    <a:pt x="1001" y="770"/>
                  </a:lnTo>
                  <a:lnTo>
                    <a:pt x="957" y="837"/>
                  </a:lnTo>
                  <a:lnTo>
                    <a:pt x="914" y="906"/>
                  </a:lnTo>
                  <a:lnTo>
                    <a:pt x="872" y="977"/>
                  </a:lnTo>
                  <a:lnTo>
                    <a:pt x="831" y="1049"/>
                  </a:lnTo>
                  <a:lnTo>
                    <a:pt x="753" y="1194"/>
                  </a:lnTo>
                  <a:lnTo>
                    <a:pt x="676" y="1337"/>
                  </a:lnTo>
                  <a:lnTo>
                    <a:pt x="636" y="1408"/>
                  </a:lnTo>
                  <a:lnTo>
                    <a:pt x="597" y="1476"/>
                  </a:lnTo>
                  <a:lnTo>
                    <a:pt x="597" y="1476"/>
                  </a:lnTo>
                  <a:close/>
                </a:path>
              </a:pathLst>
            </a:custGeom>
            <a:noFill/>
            <a:ln w="19050" cap="flat" cmpd="sng" algn="ctr">
              <a:solidFill>
                <a:srgbClr val="0D1F3B"/>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10" name="Freeform 10">
              <a:extLst>
                <a:ext uri="{FF2B5EF4-FFF2-40B4-BE49-F238E27FC236}">
                  <a16:creationId xmlns:a16="http://schemas.microsoft.com/office/drawing/2014/main" id="{2D058BC0-5CFA-D209-B9BE-2964326383D6}"/>
                </a:ext>
              </a:extLst>
            </p:cNvPr>
            <p:cNvSpPr>
              <a:spLocks/>
            </p:cNvSpPr>
            <p:nvPr/>
          </p:nvSpPr>
          <p:spPr bwMode="auto">
            <a:xfrm>
              <a:off x="3364307" y="1655495"/>
              <a:ext cx="4635020" cy="4588751"/>
            </a:xfrm>
            <a:custGeom>
              <a:avLst/>
              <a:gdLst>
                <a:gd name="T0" fmla="*/ 3311 w 5222"/>
                <a:gd name="T1" fmla="*/ 310 h 5232"/>
                <a:gd name="T2" fmla="*/ 2834 w 5222"/>
                <a:gd name="T3" fmla="*/ 125 h 5232"/>
                <a:gd name="T4" fmla="*/ 2530 w 5222"/>
                <a:gd name="T5" fmla="*/ 35 h 5232"/>
                <a:gd name="T6" fmla="*/ 2309 w 5222"/>
                <a:gd name="T7" fmla="*/ 4 h 5232"/>
                <a:gd name="T8" fmla="*/ 2061 w 5222"/>
                <a:gd name="T9" fmla="*/ 4 h 5232"/>
                <a:gd name="T10" fmla="*/ 1817 w 5222"/>
                <a:gd name="T11" fmla="*/ 37 h 5232"/>
                <a:gd name="T12" fmla="*/ 1626 w 5222"/>
                <a:gd name="T13" fmla="*/ 87 h 5232"/>
                <a:gd name="T14" fmla="*/ 1371 w 5222"/>
                <a:gd name="T15" fmla="*/ 201 h 5232"/>
                <a:gd name="T16" fmla="*/ 1149 w 5222"/>
                <a:gd name="T17" fmla="*/ 358 h 5232"/>
                <a:gd name="T18" fmla="*/ 955 w 5222"/>
                <a:gd name="T19" fmla="*/ 548 h 5232"/>
                <a:gd name="T20" fmla="*/ 789 w 5222"/>
                <a:gd name="T21" fmla="*/ 766 h 5232"/>
                <a:gd name="T22" fmla="*/ 647 w 5222"/>
                <a:gd name="T23" fmla="*/ 1003 h 5232"/>
                <a:gd name="T24" fmla="*/ 528 w 5222"/>
                <a:gd name="T25" fmla="*/ 1252 h 5232"/>
                <a:gd name="T26" fmla="*/ 447 w 5222"/>
                <a:gd name="T27" fmla="*/ 1457 h 5232"/>
                <a:gd name="T28" fmla="*/ 240 w 5222"/>
                <a:gd name="T29" fmla="*/ 2088 h 5232"/>
                <a:gd name="T30" fmla="*/ 121 w 5222"/>
                <a:gd name="T31" fmla="*/ 2449 h 5232"/>
                <a:gd name="T32" fmla="*/ 36 w 5222"/>
                <a:gd name="T33" fmla="*/ 2775 h 5232"/>
                <a:gd name="T34" fmla="*/ 0 w 5222"/>
                <a:gd name="T35" fmla="*/ 3110 h 5232"/>
                <a:gd name="T36" fmla="*/ 5 w 5222"/>
                <a:gd name="T37" fmla="*/ 3245 h 5232"/>
                <a:gd name="T38" fmla="*/ 32 w 5222"/>
                <a:gd name="T39" fmla="*/ 3422 h 5232"/>
                <a:gd name="T40" fmla="*/ 140 w 5222"/>
                <a:gd name="T41" fmla="*/ 3750 h 5232"/>
                <a:gd name="T42" fmla="*/ 312 w 5222"/>
                <a:gd name="T43" fmla="*/ 4048 h 5232"/>
                <a:gd name="T44" fmla="*/ 538 w 5222"/>
                <a:gd name="T45" fmla="*/ 4307 h 5232"/>
                <a:gd name="T46" fmla="*/ 703 w 5222"/>
                <a:gd name="T47" fmla="*/ 4443 h 5232"/>
                <a:gd name="T48" fmla="*/ 907 w 5222"/>
                <a:gd name="T49" fmla="*/ 4568 h 5232"/>
                <a:gd name="T50" fmla="*/ 1126 w 5222"/>
                <a:gd name="T51" fmla="*/ 4666 h 5232"/>
                <a:gd name="T52" fmla="*/ 1304 w 5222"/>
                <a:gd name="T53" fmla="*/ 4728 h 5232"/>
                <a:gd name="T54" fmla="*/ 1609 w 5222"/>
                <a:gd name="T55" fmla="*/ 4799 h 5232"/>
                <a:gd name="T56" fmla="*/ 1868 w 5222"/>
                <a:gd name="T57" fmla="*/ 4870 h 5232"/>
                <a:gd name="T58" fmla="*/ 2182 w 5222"/>
                <a:gd name="T59" fmla="*/ 5014 h 5232"/>
                <a:gd name="T60" fmla="*/ 2468 w 5222"/>
                <a:gd name="T61" fmla="*/ 5133 h 5232"/>
                <a:gd name="T62" fmla="*/ 2769 w 5222"/>
                <a:gd name="T63" fmla="*/ 5211 h 5232"/>
                <a:gd name="T64" fmla="*/ 2996 w 5222"/>
                <a:gd name="T65" fmla="*/ 5232 h 5232"/>
                <a:gd name="T66" fmla="*/ 3240 w 5222"/>
                <a:gd name="T67" fmla="*/ 5220 h 5232"/>
                <a:gd name="T68" fmla="*/ 3480 w 5222"/>
                <a:gd name="T69" fmla="*/ 5176 h 5232"/>
                <a:gd name="T70" fmla="*/ 3666 w 5222"/>
                <a:gd name="T71" fmla="*/ 5115 h 5232"/>
                <a:gd name="T72" fmla="*/ 3951 w 5222"/>
                <a:gd name="T73" fmla="*/ 4971 h 5232"/>
                <a:gd name="T74" fmla="*/ 4205 w 5222"/>
                <a:gd name="T75" fmla="*/ 4776 h 5232"/>
                <a:gd name="T76" fmla="*/ 4418 w 5222"/>
                <a:gd name="T77" fmla="*/ 4539 h 5232"/>
                <a:gd name="T78" fmla="*/ 4558 w 5222"/>
                <a:gd name="T79" fmla="*/ 4325 h 5232"/>
                <a:gd name="T80" fmla="*/ 4691 w 5222"/>
                <a:gd name="T81" fmla="*/ 4033 h 5232"/>
                <a:gd name="T82" fmla="*/ 4732 w 5222"/>
                <a:gd name="T83" fmla="*/ 3897 h 5232"/>
                <a:gd name="T84" fmla="*/ 4822 w 5222"/>
                <a:gd name="T85" fmla="*/ 3479 h 5232"/>
                <a:gd name="T86" fmla="*/ 4863 w 5222"/>
                <a:gd name="T87" fmla="*/ 3346 h 5232"/>
                <a:gd name="T88" fmla="*/ 4979 w 5222"/>
                <a:gd name="T89" fmla="*/ 3106 h 5232"/>
                <a:gd name="T90" fmla="*/ 5084 w 5222"/>
                <a:gd name="T91" fmla="*/ 2903 h 5232"/>
                <a:gd name="T92" fmla="*/ 5164 w 5222"/>
                <a:gd name="T93" fmla="*/ 2651 h 5232"/>
                <a:gd name="T94" fmla="*/ 5205 w 5222"/>
                <a:gd name="T95" fmla="*/ 2436 h 5232"/>
                <a:gd name="T96" fmla="*/ 5222 w 5222"/>
                <a:gd name="T97" fmla="*/ 2187 h 5232"/>
                <a:gd name="T98" fmla="*/ 5205 w 5222"/>
                <a:gd name="T99" fmla="*/ 1937 h 5232"/>
                <a:gd name="T100" fmla="*/ 5165 w 5222"/>
                <a:gd name="T101" fmla="*/ 1741 h 5232"/>
                <a:gd name="T102" fmla="*/ 5045 w 5222"/>
                <a:gd name="T103" fmla="*/ 1422 h 5232"/>
                <a:gd name="T104" fmla="*/ 4864 w 5222"/>
                <a:gd name="T105" fmla="*/ 1134 h 5232"/>
                <a:gd name="T106" fmla="*/ 4631 w 5222"/>
                <a:gd name="T107" fmla="*/ 885 h 5232"/>
                <a:gd name="T108" fmla="*/ 4483 w 5222"/>
                <a:gd name="T109" fmla="*/ 770 h 5232"/>
                <a:gd name="T110" fmla="*/ 4311 w 5222"/>
                <a:gd name="T111" fmla="*/ 668 h 5232"/>
                <a:gd name="T112" fmla="*/ 4013 w 5222"/>
                <a:gd name="T113" fmla="*/ 542 h 5232"/>
                <a:gd name="T114" fmla="*/ 3469 w 5222"/>
                <a:gd name="T115" fmla="*/ 365 h 5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22" h="5232">
                  <a:moveTo>
                    <a:pt x="3393" y="339"/>
                  </a:moveTo>
                  <a:lnTo>
                    <a:pt x="3393" y="339"/>
                  </a:lnTo>
                  <a:lnTo>
                    <a:pt x="3369" y="330"/>
                  </a:lnTo>
                  <a:lnTo>
                    <a:pt x="3369" y="330"/>
                  </a:lnTo>
                  <a:lnTo>
                    <a:pt x="3311" y="310"/>
                  </a:lnTo>
                  <a:lnTo>
                    <a:pt x="3251" y="287"/>
                  </a:lnTo>
                  <a:lnTo>
                    <a:pt x="3132" y="242"/>
                  </a:lnTo>
                  <a:lnTo>
                    <a:pt x="3013" y="194"/>
                  </a:lnTo>
                  <a:lnTo>
                    <a:pt x="2894" y="148"/>
                  </a:lnTo>
                  <a:lnTo>
                    <a:pt x="2834" y="125"/>
                  </a:lnTo>
                  <a:lnTo>
                    <a:pt x="2774" y="104"/>
                  </a:lnTo>
                  <a:lnTo>
                    <a:pt x="2713" y="85"/>
                  </a:lnTo>
                  <a:lnTo>
                    <a:pt x="2652" y="66"/>
                  </a:lnTo>
                  <a:lnTo>
                    <a:pt x="2592" y="49"/>
                  </a:lnTo>
                  <a:lnTo>
                    <a:pt x="2530" y="35"/>
                  </a:lnTo>
                  <a:lnTo>
                    <a:pt x="2469" y="24"/>
                  </a:lnTo>
                  <a:lnTo>
                    <a:pt x="2407" y="14"/>
                  </a:lnTo>
                  <a:lnTo>
                    <a:pt x="2407" y="14"/>
                  </a:lnTo>
                  <a:lnTo>
                    <a:pt x="2359" y="9"/>
                  </a:lnTo>
                  <a:lnTo>
                    <a:pt x="2309" y="4"/>
                  </a:lnTo>
                  <a:lnTo>
                    <a:pt x="2260" y="1"/>
                  </a:lnTo>
                  <a:lnTo>
                    <a:pt x="2211" y="0"/>
                  </a:lnTo>
                  <a:lnTo>
                    <a:pt x="2160" y="0"/>
                  </a:lnTo>
                  <a:lnTo>
                    <a:pt x="2111" y="1"/>
                  </a:lnTo>
                  <a:lnTo>
                    <a:pt x="2061" y="4"/>
                  </a:lnTo>
                  <a:lnTo>
                    <a:pt x="2012" y="8"/>
                  </a:lnTo>
                  <a:lnTo>
                    <a:pt x="1964" y="13"/>
                  </a:lnTo>
                  <a:lnTo>
                    <a:pt x="1914" y="19"/>
                  </a:lnTo>
                  <a:lnTo>
                    <a:pt x="1865" y="27"/>
                  </a:lnTo>
                  <a:lnTo>
                    <a:pt x="1817" y="37"/>
                  </a:lnTo>
                  <a:lnTo>
                    <a:pt x="1769" y="47"/>
                  </a:lnTo>
                  <a:lnTo>
                    <a:pt x="1721" y="59"/>
                  </a:lnTo>
                  <a:lnTo>
                    <a:pt x="1673" y="72"/>
                  </a:lnTo>
                  <a:lnTo>
                    <a:pt x="1626" y="87"/>
                  </a:lnTo>
                  <a:lnTo>
                    <a:pt x="1626" y="87"/>
                  </a:lnTo>
                  <a:lnTo>
                    <a:pt x="1573" y="106"/>
                  </a:lnTo>
                  <a:lnTo>
                    <a:pt x="1519" y="128"/>
                  </a:lnTo>
                  <a:lnTo>
                    <a:pt x="1469" y="151"/>
                  </a:lnTo>
                  <a:lnTo>
                    <a:pt x="1419" y="175"/>
                  </a:lnTo>
                  <a:lnTo>
                    <a:pt x="1371" y="201"/>
                  </a:lnTo>
                  <a:lnTo>
                    <a:pt x="1323" y="229"/>
                  </a:lnTo>
                  <a:lnTo>
                    <a:pt x="1278" y="260"/>
                  </a:lnTo>
                  <a:lnTo>
                    <a:pt x="1233" y="291"/>
                  </a:lnTo>
                  <a:lnTo>
                    <a:pt x="1190" y="324"/>
                  </a:lnTo>
                  <a:lnTo>
                    <a:pt x="1149" y="358"/>
                  </a:lnTo>
                  <a:lnTo>
                    <a:pt x="1107" y="394"/>
                  </a:lnTo>
                  <a:lnTo>
                    <a:pt x="1068" y="430"/>
                  </a:lnTo>
                  <a:lnTo>
                    <a:pt x="1028" y="468"/>
                  </a:lnTo>
                  <a:lnTo>
                    <a:pt x="992" y="508"/>
                  </a:lnTo>
                  <a:lnTo>
                    <a:pt x="955" y="548"/>
                  </a:lnTo>
                  <a:lnTo>
                    <a:pt x="919" y="590"/>
                  </a:lnTo>
                  <a:lnTo>
                    <a:pt x="885" y="633"/>
                  </a:lnTo>
                  <a:lnTo>
                    <a:pt x="852" y="676"/>
                  </a:lnTo>
                  <a:lnTo>
                    <a:pt x="821" y="720"/>
                  </a:lnTo>
                  <a:lnTo>
                    <a:pt x="789" y="766"/>
                  </a:lnTo>
                  <a:lnTo>
                    <a:pt x="759" y="812"/>
                  </a:lnTo>
                  <a:lnTo>
                    <a:pt x="730" y="858"/>
                  </a:lnTo>
                  <a:lnTo>
                    <a:pt x="702" y="907"/>
                  </a:lnTo>
                  <a:lnTo>
                    <a:pt x="674" y="955"/>
                  </a:lnTo>
                  <a:lnTo>
                    <a:pt x="647" y="1003"/>
                  </a:lnTo>
                  <a:lnTo>
                    <a:pt x="622" y="1052"/>
                  </a:lnTo>
                  <a:lnTo>
                    <a:pt x="598" y="1102"/>
                  </a:lnTo>
                  <a:lnTo>
                    <a:pt x="574" y="1152"/>
                  </a:lnTo>
                  <a:lnTo>
                    <a:pt x="551" y="1202"/>
                  </a:lnTo>
                  <a:lnTo>
                    <a:pt x="528" y="1252"/>
                  </a:lnTo>
                  <a:lnTo>
                    <a:pt x="507" y="1303"/>
                  </a:lnTo>
                  <a:lnTo>
                    <a:pt x="486" y="1353"/>
                  </a:lnTo>
                  <a:lnTo>
                    <a:pt x="486" y="1353"/>
                  </a:lnTo>
                  <a:lnTo>
                    <a:pt x="466" y="1405"/>
                  </a:lnTo>
                  <a:lnTo>
                    <a:pt x="447" y="1457"/>
                  </a:lnTo>
                  <a:lnTo>
                    <a:pt x="409" y="1561"/>
                  </a:lnTo>
                  <a:lnTo>
                    <a:pt x="375" y="1666"/>
                  </a:lnTo>
                  <a:lnTo>
                    <a:pt x="341" y="1771"/>
                  </a:lnTo>
                  <a:lnTo>
                    <a:pt x="274" y="1981"/>
                  </a:lnTo>
                  <a:lnTo>
                    <a:pt x="240" y="2088"/>
                  </a:lnTo>
                  <a:lnTo>
                    <a:pt x="205" y="2192"/>
                  </a:lnTo>
                  <a:lnTo>
                    <a:pt x="205" y="2192"/>
                  </a:lnTo>
                  <a:lnTo>
                    <a:pt x="161" y="2320"/>
                  </a:lnTo>
                  <a:lnTo>
                    <a:pt x="141" y="2384"/>
                  </a:lnTo>
                  <a:lnTo>
                    <a:pt x="121" y="2449"/>
                  </a:lnTo>
                  <a:lnTo>
                    <a:pt x="100" y="2513"/>
                  </a:lnTo>
                  <a:lnTo>
                    <a:pt x="83" y="2579"/>
                  </a:lnTo>
                  <a:lnTo>
                    <a:pt x="65" y="2644"/>
                  </a:lnTo>
                  <a:lnTo>
                    <a:pt x="50" y="2710"/>
                  </a:lnTo>
                  <a:lnTo>
                    <a:pt x="36" y="2775"/>
                  </a:lnTo>
                  <a:lnTo>
                    <a:pt x="24" y="2842"/>
                  </a:lnTo>
                  <a:lnTo>
                    <a:pt x="14" y="2908"/>
                  </a:lnTo>
                  <a:lnTo>
                    <a:pt x="7" y="2975"/>
                  </a:lnTo>
                  <a:lnTo>
                    <a:pt x="3" y="3043"/>
                  </a:lnTo>
                  <a:lnTo>
                    <a:pt x="0" y="3110"/>
                  </a:lnTo>
                  <a:lnTo>
                    <a:pt x="0" y="3144"/>
                  </a:lnTo>
                  <a:lnTo>
                    <a:pt x="2" y="3178"/>
                  </a:lnTo>
                  <a:lnTo>
                    <a:pt x="3" y="3211"/>
                  </a:lnTo>
                  <a:lnTo>
                    <a:pt x="5" y="3245"/>
                  </a:lnTo>
                  <a:lnTo>
                    <a:pt x="5" y="3245"/>
                  </a:lnTo>
                  <a:lnTo>
                    <a:pt x="10" y="3291"/>
                  </a:lnTo>
                  <a:lnTo>
                    <a:pt x="16" y="3335"/>
                  </a:lnTo>
                  <a:lnTo>
                    <a:pt x="23" y="3379"/>
                  </a:lnTo>
                  <a:lnTo>
                    <a:pt x="32" y="3422"/>
                  </a:lnTo>
                  <a:lnTo>
                    <a:pt x="32" y="3422"/>
                  </a:lnTo>
                  <a:lnTo>
                    <a:pt x="48" y="3489"/>
                  </a:lnTo>
                  <a:lnTo>
                    <a:pt x="67" y="3557"/>
                  </a:lnTo>
                  <a:lnTo>
                    <a:pt x="89" y="3622"/>
                  </a:lnTo>
                  <a:lnTo>
                    <a:pt x="113" y="3687"/>
                  </a:lnTo>
                  <a:lnTo>
                    <a:pt x="140" y="3750"/>
                  </a:lnTo>
                  <a:lnTo>
                    <a:pt x="170" y="3812"/>
                  </a:lnTo>
                  <a:lnTo>
                    <a:pt x="202" y="3873"/>
                  </a:lnTo>
                  <a:lnTo>
                    <a:pt x="236" y="3933"/>
                  </a:lnTo>
                  <a:lnTo>
                    <a:pt x="273" y="3991"/>
                  </a:lnTo>
                  <a:lnTo>
                    <a:pt x="312" y="4048"/>
                  </a:lnTo>
                  <a:lnTo>
                    <a:pt x="352" y="4104"/>
                  </a:lnTo>
                  <a:lnTo>
                    <a:pt x="397" y="4157"/>
                  </a:lnTo>
                  <a:lnTo>
                    <a:pt x="442" y="4209"/>
                  </a:lnTo>
                  <a:lnTo>
                    <a:pt x="489" y="4259"/>
                  </a:lnTo>
                  <a:lnTo>
                    <a:pt x="538" y="4307"/>
                  </a:lnTo>
                  <a:lnTo>
                    <a:pt x="589" y="4354"/>
                  </a:lnTo>
                  <a:lnTo>
                    <a:pt x="589" y="4354"/>
                  </a:lnTo>
                  <a:lnTo>
                    <a:pt x="626" y="4385"/>
                  </a:lnTo>
                  <a:lnTo>
                    <a:pt x="664" y="4415"/>
                  </a:lnTo>
                  <a:lnTo>
                    <a:pt x="703" y="4443"/>
                  </a:lnTo>
                  <a:lnTo>
                    <a:pt x="742" y="4471"/>
                  </a:lnTo>
                  <a:lnTo>
                    <a:pt x="783" y="4496"/>
                  </a:lnTo>
                  <a:lnTo>
                    <a:pt x="823" y="4521"/>
                  </a:lnTo>
                  <a:lnTo>
                    <a:pt x="865" y="4545"/>
                  </a:lnTo>
                  <a:lnTo>
                    <a:pt x="907" y="4568"/>
                  </a:lnTo>
                  <a:lnTo>
                    <a:pt x="950" y="4590"/>
                  </a:lnTo>
                  <a:lnTo>
                    <a:pt x="993" y="4610"/>
                  </a:lnTo>
                  <a:lnTo>
                    <a:pt x="1037" y="4630"/>
                  </a:lnTo>
                  <a:lnTo>
                    <a:pt x="1081" y="4648"/>
                  </a:lnTo>
                  <a:lnTo>
                    <a:pt x="1126" y="4666"/>
                  </a:lnTo>
                  <a:lnTo>
                    <a:pt x="1171" y="4683"/>
                  </a:lnTo>
                  <a:lnTo>
                    <a:pt x="1216" y="4699"/>
                  </a:lnTo>
                  <a:lnTo>
                    <a:pt x="1261" y="4714"/>
                  </a:lnTo>
                  <a:lnTo>
                    <a:pt x="1261" y="4714"/>
                  </a:lnTo>
                  <a:lnTo>
                    <a:pt x="1304" y="4728"/>
                  </a:lnTo>
                  <a:lnTo>
                    <a:pt x="1347" y="4739"/>
                  </a:lnTo>
                  <a:lnTo>
                    <a:pt x="1390" y="4751"/>
                  </a:lnTo>
                  <a:lnTo>
                    <a:pt x="1435" y="4761"/>
                  </a:lnTo>
                  <a:lnTo>
                    <a:pt x="1522" y="4780"/>
                  </a:lnTo>
                  <a:lnTo>
                    <a:pt x="1609" y="4799"/>
                  </a:lnTo>
                  <a:lnTo>
                    <a:pt x="1697" y="4819"/>
                  </a:lnTo>
                  <a:lnTo>
                    <a:pt x="1740" y="4829"/>
                  </a:lnTo>
                  <a:lnTo>
                    <a:pt x="1783" y="4842"/>
                  </a:lnTo>
                  <a:lnTo>
                    <a:pt x="1826" y="4856"/>
                  </a:lnTo>
                  <a:lnTo>
                    <a:pt x="1868" y="4870"/>
                  </a:lnTo>
                  <a:lnTo>
                    <a:pt x="1909" y="4886"/>
                  </a:lnTo>
                  <a:lnTo>
                    <a:pt x="1950" y="4905"/>
                  </a:lnTo>
                  <a:lnTo>
                    <a:pt x="1950" y="4905"/>
                  </a:lnTo>
                  <a:lnTo>
                    <a:pt x="2066" y="4961"/>
                  </a:lnTo>
                  <a:lnTo>
                    <a:pt x="2182" y="5014"/>
                  </a:lnTo>
                  <a:lnTo>
                    <a:pt x="2239" y="5041"/>
                  </a:lnTo>
                  <a:lnTo>
                    <a:pt x="2295" y="5066"/>
                  </a:lnTo>
                  <a:lnTo>
                    <a:pt x="2352" y="5089"/>
                  </a:lnTo>
                  <a:lnTo>
                    <a:pt x="2409" y="5111"/>
                  </a:lnTo>
                  <a:lnTo>
                    <a:pt x="2468" y="5133"/>
                  </a:lnTo>
                  <a:lnTo>
                    <a:pt x="2526" y="5152"/>
                  </a:lnTo>
                  <a:lnTo>
                    <a:pt x="2585" y="5170"/>
                  </a:lnTo>
                  <a:lnTo>
                    <a:pt x="2645" y="5186"/>
                  </a:lnTo>
                  <a:lnTo>
                    <a:pt x="2706" y="5200"/>
                  </a:lnTo>
                  <a:lnTo>
                    <a:pt x="2769" y="5211"/>
                  </a:lnTo>
                  <a:lnTo>
                    <a:pt x="2832" y="5220"/>
                  </a:lnTo>
                  <a:lnTo>
                    <a:pt x="2897" y="5227"/>
                  </a:lnTo>
                  <a:lnTo>
                    <a:pt x="2897" y="5227"/>
                  </a:lnTo>
                  <a:lnTo>
                    <a:pt x="2946" y="5230"/>
                  </a:lnTo>
                  <a:lnTo>
                    <a:pt x="2996" y="5232"/>
                  </a:lnTo>
                  <a:lnTo>
                    <a:pt x="3044" y="5232"/>
                  </a:lnTo>
                  <a:lnTo>
                    <a:pt x="3093" y="5232"/>
                  </a:lnTo>
                  <a:lnTo>
                    <a:pt x="3142" y="5229"/>
                  </a:lnTo>
                  <a:lnTo>
                    <a:pt x="3190" y="5225"/>
                  </a:lnTo>
                  <a:lnTo>
                    <a:pt x="3240" y="5220"/>
                  </a:lnTo>
                  <a:lnTo>
                    <a:pt x="3288" y="5214"/>
                  </a:lnTo>
                  <a:lnTo>
                    <a:pt x="3336" y="5206"/>
                  </a:lnTo>
                  <a:lnTo>
                    <a:pt x="3384" y="5198"/>
                  </a:lnTo>
                  <a:lnTo>
                    <a:pt x="3432" y="5187"/>
                  </a:lnTo>
                  <a:lnTo>
                    <a:pt x="3480" y="5176"/>
                  </a:lnTo>
                  <a:lnTo>
                    <a:pt x="3527" y="5162"/>
                  </a:lnTo>
                  <a:lnTo>
                    <a:pt x="3574" y="5148"/>
                  </a:lnTo>
                  <a:lnTo>
                    <a:pt x="3621" y="5132"/>
                  </a:lnTo>
                  <a:lnTo>
                    <a:pt x="3666" y="5115"/>
                  </a:lnTo>
                  <a:lnTo>
                    <a:pt x="3666" y="5115"/>
                  </a:lnTo>
                  <a:lnTo>
                    <a:pt x="3726" y="5091"/>
                  </a:lnTo>
                  <a:lnTo>
                    <a:pt x="3784" y="5065"/>
                  </a:lnTo>
                  <a:lnTo>
                    <a:pt x="3841" y="5035"/>
                  </a:lnTo>
                  <a:lnTo>
                    <a:pt x="3897" y="5004"/>
                  </a:lnTo>
                  <a:lnTo>
                    <a:pt x="3951" y="4971"/>
                  </a:lnTo>
                  <a:lnTo>
                    <a:pt x="4004" y="4935"/>
                  </a:lnTo>
                  <a:lnTo>
                    <a:pt x="4056" y="4899"/>
                  </a:lnTo>
                  <a:lnTo>
                    <a:pt x="4107" y="4859"/>
                  </a:lnTo>
                  <a:lnTo>
                    <a:pt x="4156" y="4819"/>
                  </a:lnTo>
                  <a:lnTo>
                    <a:pt x="4205" y="4776"/>
                  </a:lnTo>
                  <a:lnTo>
                    <a:pt x="4250" y="4733"/>
                  </a:lnTo>
                  <a:lnTo>
                    <a:pt x="4294" y="4686"/>
                  </a:lnTo>
                  <a:lnTo>
                    <a:pt x="4337" y="4639"/>
                  </a:lnTo>
                  <a:lnTo>
                    <a:pt x="4379" y="4590"/>
                  </a:lnTo>
                  <a:lnTo>
                    <a:pt x="4418" y="4539"/>
                  </a:lnTo>
                  <a:lnTo>
                    <a:pt x="4456" y="4488"/>
                  </a:lnTo>
                  <a:lnTo>
                    <a:pt x="4456" y="4488"/>
                  </a:lnTo>
                  <a:lnTo>
                    <a:pt x="4492" y="4434"/>
                  </a:lnTo>
                  <a:lnTo>
                    <a:pt x="4526" y="4381"/>
                  </a:lnTo>
                  <a:lnTo>
                    <a:pt x="4558" y="4325"/>
                  </a:lnTo>
                  <a:lnTo>
                    <a:pt x="4588" y="4268"/>
                  </a:lnTo>
                  <a:lnTo>
                    <a:pt x="4616" y="4211"/>
                  </a:lnTo>
                  <a:lnTo>
                    <a:pt x="4643" y="4153"/>
                  </a:lnTo>
                  <a:lnTo>
                    <a:pt x="4668" y="4093"/>
                  </a:lnTo>
                  <a:lnTo>
                    <a:pt x="4691" y="4033"/>
                  </a:lnTo>
                  <a:lnTo>
                    <a:pt x="4691" y="4033"/>
                  </a:lnTo>
                  <a:lnTo>
                    <a:pt x="4702" y="4000"/>
                  </a:lnTo>
                  <a:lnTo>
                    <a:pt x="4713" y="3966"/>
                  </a:lnTo>
                  <a:lnTo>
                    <a:pt x="4724" y="3931"/>
                  </a:lnTo>
                  <a:lnTo>
                    <a:pt x="4732" y="3897"/>
                  </a:lnTo>
                  <a:lnTo>
                    <a:pt x="4749" y="3829"/>
                  </a:lnTo>
                  <a:lnTo>
                    <a:pt x="4764" y="3759"/>
                  </a:lnTo>
                  <a:lnTo>
                    <a:pt x="4792" y="3619"/>
                  </a:lnTo>
                  <a:lnTo>
                    <a:pt x="4806" y="3549"/>
                  </a:lnTo>
                  <a:lnTo>
                    <a:pt x="4822" y="3479"/>
                  </a:lnTo>
                  <a:lnTo>
                    <a:pt x="4822" y="3479"/>
                  </a:lnTo>
                  <a:lnTo>
                    <a:pt x="4831" y="3445"/>
                  </a:lnTo>
                  <a:lnTo>
                    <a:pt x="4840" y="3411"/>
                  </a:lnTo>
                  <a:lnTo>
                    <a:pt x="4851" y="3379"/>
                  </a:lnTo>
                  <a:lnTo>
                    <a:pt x="4863" y="3346"/>
                  </a:lnTo>
                  <a:lnTo>
                    <a:pt x="4875" y="3316"/>
                  </a:lnTo>
                  <a:lnTo>
                    <a:pt x="4888" y="3284"/>
                  </a:lnTo>
                  <a:lnTo>
                    <a:pt x="4917" y="3225"/>
                  </a:lnTo>
                  <a:lnTo>
                    <a:pt x="4948" y="3165"/>
                  </a:lnTo>
                  <a:lnTo>
                    <a:pt x="4979" y="3106"/>
                  </a:lnTo>
                  <a:lnTo>
                    <a:pt x="5046" y="2984"/>
                  </a:lnTo>
                  <a:lnTo>
                    <a:pt x="5046" y="2984"/>
                  </a:lnTo>
                  <a:lnTo>
                    <a:pt x="5059" y="2958"/>
                  </a:lnTo>
                  <a:lnTo>
                    <a:pt x="5073" y="2930"/>
                  </a:lnTo>
                  <a:lnTo>
                    <a:pt x="5084" y="2903"/>
                  </a:lnTo>
                  <a:lnTo>
                    <a:pt x="5096" y="2875"/>
                  </a:lnTo>
                  <a:lnTo>
                    <a:pt x="5116" y="2821"/>
                  </a:lnTo>
                  <a:lnTo>
                    <a:pt x="5134" y="2765"/>
                  </a:lnTo>
                  <a:lnTo>
                    <a:pt x="5150" y="2708"/>
                  </a:lnTo>
                  <a:lnTo>
                    <a:pt x="5164" y="2651"/>
                  </a:lnTo>
                  <a:lnTo>
                    <a:pt x="5177" y="2593"/>
                  </a:lnTo>
                  <a:lnTo>
                    <a:pt x="5188" y="2535"/>
                  </a:lnTo>
                  <a:lnTo>
                    <a:pt x="5188" y="2535"/>
                  </a:lnTo>
                  <a:lnTo>
                    <a:pt x="5197" y="2485"/>
                  </a:lnTo>
                  <a:lnTo>
                    <a:pt x="5205" y="2436"/>
                  </a:lnTo>
                  <a:lnTo>
                    <a:pt x="5211" y="2387"/>
                  </a:lnTo>
                  <a:lnTo>
                    <a:pt x="5216" y="2336"/>
                  </a:lnTo>
                  <a:lnTo>
                    <a:pt x="5219" y="2287"/>
                  </a:lnTo>
                  <a:lnTo>
                    <a:pt x="5221" y="2236"/>
                  </a:lnTo>
                  <a:lnTo>
                    <a:pt x="5222" y="2187"/>
                  </a:lnTo>
                  <a:lnTo>
                    <a:pt x="5221" y="2137"/>
                  </a:lnTo>
                  <a:lnTo>
                    <a:pt x="5220" y="2087"/>
                  </a:lnTo>
                  <a:lnTo>
                    <a:pt x="5216" y="2037"/>
                  </a:lnTo>
                  <a:lnTo>
                    <a:pt x="5211" y="1987"/>
                  </a:lnTo>
                  <a:lnTo>
                    <a:pt x="5205" y="1937"/>
                  </a:lnTo>
                  <a:lnTo>
                    <a:pt x="5197" y="1888"/>
                  </a:lnTo>
                  <a:lnTo>
                    <a:pt x="5188" y="1838"/>
                  </a:lnTo>
                  <a:lnTo>
                    <a:pt x="5177" y="1790"/>
                  </a:lnTo>
                  <a:lnTo>
                    <a:pt x="5165" y="1741"/>
                  </a:lnTo>
                  <a:lnTo>
                    <a:pt x="5165" y="1741"/>
                  </a:lnTo>
                  <a:lnTo>
                    <a:pt x="5146" y="1675"/>
                  </a:lnTo>
                  <a:lnTo>
                    <a:pt x="5125" y="1611"/>
                  </a:lnTo>
                  <a:lnTo>
                    <a:pt x="5101" y="1547"/>
                  </a:lnTo>
                  <a:lnTo>
                    <a:pt x="5074" y="1484"/>
                  </a:lnTo>
                  <a:lnTo>
                    <a:pt x="5045" y="1422"/>
                  </a:lnTo>
                  <a:lnTo>
                    <a:pt x="5013" y="1362"/>
                  </a:lnTo>
                  <a:lnTo>
                    <a:pt x="4979" y="1303"/>
                  </a:lnTo>
                  <a:lnTo>
                    <a:pt x="4944" y="1245"/>
                  </a:lnTo>
                  <a:lnTo>
                    <a:pt x="4905" y="1189"/>
                  </a:lnTo>
                  <a:lnTo>
                    <a:pt x="4864" y="1134"/>
                  </a:lnTo>
                  <a:lnTo>
                    <a:pt x="4822" y="1081"/>
                  </a:lnTo>
                  <a:lnTo>
                    <a:pt x="4777" y="1029"/>
                  </a:lnTo>
                  <a:lnTo>
                    <a:pt x="4730" y="980"/>
                  </a:lnTo>
                  <a:lnTo>
                    <a:pt x="4682" y="932"/>
                  </a:lnTo>
                  <a:lnTo>
                    <a:pt x="4631" y="885"/>
                  </a:lnTo>
                  <a:lnTo>
                    <a:pt x="4579" y="842"/>
                  </a:lnTo>
                  <a:lnTo>
                    <a:pt x="4579" y="842"/>
                  </a:lnTo>
                  <a:lnTo>
                    <a:pt x="4548" y="817"/>
                  </a:lnTo>
                  <a:lnTo>
                    <a:pt x="4516" y="793"/>
                  </a:lnTo>
                  <a:lnTo>
                    <a:pt x="4483" y="770"/>
                  </a:lnTo>
                  <a:lnTo>
                    <a:pt x="4450" y="748"/>
                  </a:lnTo>
                  <a:lnTo>
                    <a:pt x="4416" y="728"/>
                  </a:lnTo>
                  <a:lnTo>
                    <a:pt x="4382" y="708"/>
                  </a:lnTo>
                  <a:lnTo>
                    <a:pt x="4346" y="687"/>
                  </a:lnTo>
                  <a:lnTo>
                    <a:pt x="4311" y="668"/>
                  </a:lnTo>
                  <a:lnTo>
                    <a:pt x="4275" y="651"/>
                  </a:lnTo>
                  <a:lnTo>
                    <a:pt x="4239" y="634"/>
                  </a:lnTo>
                  <a:lnTo>
                    <a:pt x="4165" y="601"/>
                  </a:lnTo>
                  <a:lnTo>
                    <a:pt x="4089" y="570"/>
                  </a:lnTo>
                  <a:lnTo>
                    <a:pt x="4013" y="542"/>
                  </a:lnTo>
                  <a:lnTo>
                    <a:pt x="3936" y="514"/>
                  </a:lnTo>
                  <a:lnTo>
                    <a:pt x="3858" y="487"/>
                  </a:lnTo>
                  <a:lnTo>
                    <a:pt x="3701" y="438"/>
                  </a:lnTo>
                  <a:lnTo>
                    <a:pt x="3546" y="389"/>
                  </a:lnTo>
                  <a:lnTo>
                    <a:pt x="3469" y="365"/>
                  </a:lnTo>
                  <a:lnTo>
                    <a:pt x="3393" y="339"/>
                  </a:lnTo>
                  <a:lnTo>
                    <a:pt x="3393" y="339"/>
                  </a:lnTo>
                  <a:close/>
                </a:path>
              </a:pathLst>
            </a:custGeom>
            <a:noFill/>
            <a:ln w="19050" cap="flat" cmpd="sng" algn="ctr">
              <a:solidFill>
                <a:srgbClr val="1E3F7A"/>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11" name="Freeform 9">
              <a:extLst>
                <a:ext uri="{FF2B5EF4-FFF2-40B4-BE49-F238E27FC236}">
                  <a16:creationId xmlns:a16="http://schemas.microsoft.com/office/drawing/2014/main" id="{B1393885-5CEA-AF6F-0524-C1D5807F5023}"/>
                </a:ext>
              </a:extLst>
            </p:cNvPr>
            <p:cNvSpPr>
              <a:spLocks/>
            </p:cNvSpPr>
            <p:nvPr/>
          </p:nvSpPr>
          <p:spPr bwMode="auto">
            <a:xfrm>
              <a:off x="3337680" y="1627430"/>
              <a:ext cx="4693600" cy="4660669"/>
            </a:xfrm>
            <a:custGeom>
              <a:avLst/>
              <a:gdLst>
                <a:gd name="T0" fmla="*/ 1509 w 5288"/>
                <a:gd name="T1" fmla="*/ 523 h 5315"/>
                <a:gd name="T2" fmla="*/ 1041 w 5288"/>
                <a:gd name="T3" fmla="*/ 728 h 5315"/>
                <a:gd name="T4" fmla="*/ 762 w 5288"/>
                <a:gd name="T5" fmla="*/ 877 h 5315"/>
                <a:gd name="T6" fmla="*/ 584 w 5288"/>
                <a:gd name="T7" fmla="*/ 1010 h 5315"/>
                <a:gd name="T8" fmla="*/ 407 w 5288"/>
                <a:gd name="T9" fmla="*/ 1184 h 5315"/>
                <a:gd name="T10" fmla="*/ 256 w 5288"/>
                <a:gd name="T11" fmla="*/ 1380 h 5315"/>
                <a:gd name="T12" fmla="*/ 156 w 5288"/>
                <a:gd name="T13" fmla="*/ 1551 h 5315"/>
                <a:gd name="T14" fmla="*/ 56 w 5288"/>
                <a:gd name="T15" fmla="*/ 1812 h 5315"/>
                <a:gd name="T16" fmla="*/ 7 w 5288"/>
                <a:gd name="T17" fmla="*/ 2079 h 5315"/>
                <a:gd name="T18" fmla="*/ 4 w 5288"/>
                <a:gd name="T19" fmla="*/ 2350 h 5315"/>
                <a:gd name="T20" fmla="*/ 39 w 5288"/>
                <a:gd name="T21" fmla="*/ 2622 h 5315"/>
                <a:gd name="T22" fmla="*/ 105 w 5288"/>
                <a:gd name="T23" fmla="*/ 2889 h 5315"/>
                <a:gd name="T24" fmla="*/ 196 w 5288"/>
                <a:gd name="T25" fmla="*/ 3150 h 5315"/>
                <a:gd name="T26" fmla="*/ 283 w 5288"/>
                <a:gd name="T27" fmla="*/ 3354 h 5315"/>
                <a:gd name="T28" fmla="*/ 577 w 5288"/>
                <a:gd name="T29" fmla="*/ 3947 h 5315"/>
                <a:gd name="T30" fmla="*/ 747 w 5288"/>
                <a:gd name="T31" fmla="*/ 4289 h 5315"/>
                <a:gd name="T32" fmla="*/ 918 w 5288"/>
                <a:gd name="T33" fmla="*/ 4580 h 5315"/>
                <a:gd name="T34" fmla="*/ 1127 w 5288"/>
                <a:gd name="T35" fmla="*/ 4842 h 5315"/>
                <a:gd name="T36" fmla="*/ 1226 w 5288"/>
                <a:gd name="T37" fmla="*/ 4936 h 5315"/>
                <a:gd name="T38" fmla="*/ 1370 w 5288"/>
                <a:gd name="T39" fmla="*/ 5043 h 5315"/>
                <a:gd name="T40" fmla="*/ 1676 w 5288"/>
                <a:gd name="T41" fmla="*/ 5199 h 5315"/>
                <a:gd name="T42" fmla="*/ 2008 w 5288"/>
                <a:gd name="T43" fmla="*/ 5290 h 5315"/>
                <a:gd name="T44" fmla="*/ 2351 w 5288"/>
                <a:gd name="T45" fmla="*/ 5315 h 5315"/>
                <a:gd name="T46" fmla="*/ 2564 w 5288"/>
                <a:gd name="T47" fmla="*/ 5296 h 5315"/>
                <a:gd name="T48" fmla="*/ 2797 w 5288"/>
                <a:gd name="T49" fmla="*/ 5241 h 5315"/>
                <a:gd name="T50" fmla="*/ 3022 w 5288"/>
                <a:gd name="T51" fmla="*/ 5157 h 5315"/>
                <a:gd name="T52" fmla="*/ 3192 w 5288"/>
                <a:gd name="T53" fmla="*/ 5075 h 5315"/>
                <a:gd name="T54" fmla="*/ 3459 w 5288"/>
                <a:gd name="T55" fmla="*/ 4910 h 5315"/>
                <a:gd name="T56" fmla="*/ 3692 w 5288"/>
                <a:gd name="T57" fmla="*/ 4780 h 5315"/>
                <a:gd name="T58" fmla="*/ 4017 w 5288"/>
                <a:gd name="T59" fmla="*/ 4662 h 5315"/>
                <a:gd name="T60" fmla="*/ 4303 w 5288"/>
                <a:gd name="T61" fmla="*/ 4544 h 5315"/>
                <a:gd name="T62" fmla="*/ 4573 w 5288"/>
                <a:gd name="T63" fmla="*/ 4389 h 5315"/>
                <a:gd name="T64" fmla="*/ 4747 w 5288"/>
                <a:gd name="T65" fmla="*/ 4243 h 5315"/>
                <a:gd name="T66" fmla="*/ 4913 w 5288"/>
                <a:gd name="T67" fmla="*/ 4063 h 5315"/>
                <a:gd name="T68" fmla="*/ 5053 w 5288"/>
                <a:gd name="T69" fmla="*/ 3862 h 5315"/>
                <a:gd name="T70" fmla="*/ 5142 w 5288"/>
                <a:gd name="T71" fmla="*/ 3688 h 5315"/>
                <a:gd name="T72" fmla="*/ 5244 w 5288"/>
                <a:gd name="T73" fmla="*/ 3384 h 5315"/>
                <a:gd name="T74" fmla="*/ 5287 w 5288"/>
                <a:gd name="T75" fmla="*/ 3069 h 5315"/>
                <a:gd name="T76" fmla="*/ 5273 w 5288"/>
                <a:gd name="T77" fmla="*/ 2750 h 5315"/>
                <a:gd name="T78" fmla="*/ 5221 w 5288"/>
                <a:gd name="T79" fmla="*/ 2499 h 5315"/>
                <a:gd name="T80" fmla="*/ 5110 w 5288"/>
                <a:gd name="T81" fmla="*/ 2198 h 5315"/>
                <a:gd name="T82" fmla="*/ 5044 w 5288"/>
                <a:gd name="T83" fmla="*/ 2073 h 5315"/>
                <a:gd name="T84" fmla="*/ 4813 w 5288"/>
                <a:gd name="T85" fmla="*/ 1713 h 5315"/>
                <a:gd name="T86" fmla="*/ 4750 w 5288"/>
                <a:gd name="T87" fmla="*/ 1589 h 5315"/>
                <a:gd name="T88" fmla="*/ 4663 w 5288"/>
                <a:gd name="T89" fmla="*/ 1337 h 5315"/>
                <a:gd name="T90" fmla="*/ 4594 w 5288"/>
                <a:gd name="T91" fmla="*/ 1118 h 5315"/>
                <a:gd name="T92" fmla="*/ 4474 w 5288"/>
                <a:gd name="T93" fmla="*/ 883 h 5315"/>
                <a:gd name="T94" fmla="*/ 4351 w 5288"/>
                <a:gd name="T95" fmla="*/ 701 h 5315"/>
                <a:gd name="T96" fmla="*/ 4188 w 5288"/>
                <a:gd name="T97" fmla="*/ 513 h 5315"/>
                <a:gd name="T98" fmla="*/ 4001 w 5288"/>
                <a:gd name="T99" fmla="*/ 347 h 5315"/>
                <a:gd name="T100" fmla="*/ 3835 w 5288"/>
                <a:gd name="T101" fmla="*/ 236 h 5315"/>
                <a:gd name="T102" fmla="*/ 3526 w 5288"/>
                <a:gd name="T103" fmla="*/ 94 h 5315"/>
                <a:gd name="T104" fmla="*/ 3194 w 5288"/>
                <a:gd name="T105" fmla="*/ 15 h 5315"/>
                <a:gd name="T106" fmla="*/ 2854 w 5288"/>
                <a:gd name="T107" fmla="*/ 3 h 5315"/>
                <a:gd name="T108" fmla="*/ 2668 w 5288"/>
                <a:gd name="T109" fmla="*/ 25 h 5315"/>
                <a:gd name="T110" fmla="*/ 2474 w 5288"/>
                <a:gd name="T111" fmla="*/ 75 h 5315"/>
                <a:gd name="T112" fmla="*/ 2173 w 5288"/>
                <a:gd name="T113" fmla="*/ 194 h 5315"/>
                <a:gd name="T114" fmla="*/ 1661 w 5288"/>
                <a:gd name="T115" fmla="*/ 451 h 5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288" h="5315">
                  <a:moveTo>
                    <a:pt x="1589" y="486"/>
                  </a:moveTo>
                  <a:lnTo>
                    <a:pt x="1589" y="486"/>
                  </a:lnTo>
                  <a:lnTo>
                    <a:pt x="1566" y="496"/>
                  </a:lnTo>
                  <a:lnTo>
                    <a:pt x="1566" y="496"/>
                  </a:lnTo>
                  <a:lnTo>
                    <a:pt x="1509" y="523"/>
                  </a:lnTo>
                  <a:lnTo>
                    <a:pt x="1452" y="550"/>
                  </a:lnTo>
                  <a:lnTo>
                    <a:pt x="1336" y="600"/>
                  </a:lnTo>
                  <a:lnTo>
                    <a:pt x="1218" y="650"/>
                  </a:lnTo>
                  <a:lnTo>
                    <a:pt x="1100" y="701"/>
                  </a:lnTo>
                  <a:lnTo>
                    <a:pt x="1041" y="728"/>
                  </a:lnTo>
                  <a:lnTo>
                    <a:pt x="984" y="755"/>
                  </a:lnTo>
                  <a:lnTo>
                    <a:pt x="927" y="784"/>
                  </a:lnTo>
                  <a:lnTo>
                    <a:pt x="871" y="813"/>
                  </a:lnTo>
                  <a:lnTo>
                    <a:pt x="815" y="845"/>
                  </a:lnTo>
                  <a:lnTo>
                    <a:pt x="762" y="877"/>
                  </a:lnTo>
                  <a:lnTo>
                    <a:pt x="710" y="912"/>
                  </a:lnTo>
                  <a:lnTo>
                    <a:pt x="660" y="948"/>
                  </a:lnTo>
                  <a:lnTo>
                    <a:pt x="660" y="948"/>
                  </a:lnTo>
                  <a:lnTo>
                    <a:pt x="622" y="979"/>
                  </a:lnTo>
                  <a:lnTo>
                    <a:pt x="584" y="1010"/>
                  </a:lnTo>
                  <a:lnTo>
                    <a:pt x="546" y="1043"/>
                  </a:lnTo>
                  <a:lnTo>
                    <a:pt x="510" y="1078"/>
                  </a:lnTo>
                  <a:lnTo>
                    <a:pt x="475" y="1112"/>
                  </a:lnTo>
                  <a:lnTo>
                    <a:pt x="441" y="1147"/>
                  </a:lnTo>
                  <a:lnTo>
                    <a:pt x="407" y="1184"/>
                  </a:lnTo>
                  <a:lnTo>
                    <a:pt x="375" y="1222"/>
                  </a:lnTo>
                  <a:lnTo>
                    <a:pt x="343" y="1260"/>
                  </a:lnTo>
                  <a:lnTo>
                    <a:pt x="313" y="1299"/>
                  </a:lnTo>
                  <a:lnTo>
                    <a:pt x="284" y="1340"/>
                  </a:lnTo>
                  <a:lnTo>
                    <a:pt x="256" y="1380"/>
                  </a:lnTo>
                  <a:lnTo>
                    <a:pt x="229" y="1422"/>
                  </a:lnTo>
                  <a:lnTo>
                    <a:pt x="204" y="1464"/>
                  </a:lnTo>
                  <a:lnTo>
                    <a:pt x="180" y="1507"/>
                  </a:lnTo>
                  <a:lnTo>
                    <a:pt x="156" y="1551"/>
                  </a:lnTo>
                  <a:lnTo>
                    <a:pt x="156" y="1551"/>
                  </a:lnTo>
                  <a:lnTo>
                    <a:pt x="132" y="1602"/>
                  </a:lnTo>
                  <a:lnTo>
                    <a:pt x="109" y="1654"/>
                  </a:lnTo>
                  <a:lnTo>
                    <a:pt x="89" y="1706"/>
                  </a:lnTo>
                  <a:lnTo>
                    <a:pt x="71" y="1759"/>
                  </a:lnTo>
                  <a:lnTo>
                    <a:pt x="56" y="1812"/>
                  </a:lnTo>
                  <a:lnTo>
                    <a:pt x="42" y="1864"/>
                  </a:lnTo>
                  <a:lnTo>
                    <a:pt x="31" y="1918"/>
                  </a:lnTo>
                  <a:lnTo>
                    <a:pt x="20" y="1971"/>
                  </a:lnTo>
                  <a:lnTo>
                    <a:pt x="13" y="2025"/>
                  </a:lnTo>
                  <a:lnTo>
                    <a:pt x="7" y="2079"/>
                  </a:lnTo>
                  <a:lnTo>
                    <a:pt x="3" y="2134"/>
                  </a:lnTo>
                  <a:lnTo>
                    <a:pt x="0" y="2187"/>
                  </a:lnTo>
                  <a:lnTo>
                    <a:pt x="0" y="2241"/>
                  </a:lnTo>
                  <a:lnTo>
                    <a:pt x="1" y="2296"/>
                  </a:lnTo>
                  <a:lnTo>
                    <a:pt x="4" y="2350"/>
                  </a:lnTo>
                  <a:lnTo>
                    <a:pt x="8" y="2404"/>
                  </a:lnTo>
                  <a:lnTo>
                    <a:pt x="14" y="2459"/>
                  </a:lnTo>
                  <a:lnTo>
                    <a:pt x="20" y="2513"/>
                  </a:lnTo>
                  <a:lnTo>
                    <a:pt x="29" y="2568"/>
                  </a:lnTo>
                  <a:lnTo>
                    <a:pt x="39" y="2622"/>
                  </a:lnTo>
                  <a:lnTo>
                    <a:pt x="50" y="2675"/>
                  </a:lnTo>
                  <a:lnTo>
                    <a:pt x="62" y="2730"/>
                  </a:lnTo>
                  <a:lnTo>
                    <a:pt x="76" y="2783"/>
                  </a:lnTo>
                  <a:lnTo>
                    <a:pt x="90" y="2836"/>
                  </a:lnTo>
                  <a:lnTo>
                    <a:pt x="105" y="2889"/>
                  </a:lnTo>
                  <a:lnTo>
                    <a:pt x="122" y="2943"/>
                  </a:lnTo>
                  <a:lnTo>
                    <a:pt x="139" y="2996"/>
                  </a:lnTo>
                  <a:lnTo>
                    <a:pt x="157" y="3048"/>
                  </a:lnTo>
                  <a:lnTo>
                    <a:pt x="176" y="3100"/>
                  </a:lnTo>
                  <a:lnTo>
                    <a:pt x="196" y="3150"/>
                  </a:lnTo>
                  <a:lnTo>
                    <a:pt x="217" y="3202"/>
                  </a:lnTo>
                  <a:lnTo>
                    <a:pt x="237" y="3253"/>
                  </a:lnTo>
                  <a:lnTo>
                    <a:pt x="237" y="3253"/>
                  </a:lnTo>
                  <a:lnTo>
                    <a:pt x="260" y="3303"/>
                  </a:lnTo>
                  <a:lnTo>
                    <a:pt x="283" y="3354"/>
                  </a:lnTo>
                  <a:lnTo>
                    <a:pt x="329" y="3454"/>
                  </a:lnTo>
                  <a:lnTo>
                    <a:pt x="377" y="3553"/>
                  </a:lnTo>
                  <a:lnTo>
                    <a:pt x="427" y="3652"/>
                  </a:lnTo>
                  <a:lnTo>
                    <a:pt x="528" y="3848"/>
                  </a:lnTo>
                  <a:lnTo>
                    <a:pt x="577" y="3947"/>
                  </a:lnTo>
                  <a:lnTo>
                    <a:pt x="627" y="4047"/>
                  </a:lnTo>
                  <a:lnTo>
                    <a:pt x="627" y="4047"/>
                  </a:lnTo>
                  <a:lnTo>
                    <a:pt x="686" y="4167"/>
                  </a:lnTo>
                  <a:lnTo>
                    <a:pt x="717" y="4228"/>
                  </a:lnTo>
                  <a:lnTo>
                    <a:pt x="747" y="4289"/>
                  </a:lnTo>
                  <a:lnTo>
                    <a:pt x="779" y="4348"/>
                  </a:lnTo>
                  <a:lnTo>
                    <a:pt x="812" y="4408"/>
                  </a:lnTo>
                  <a:lnTo>
                    <a:pt x="846" y="4466"/>
                  </a:lnTo>
                  <a:lnTo>
                    <a:pt x="881" y="4523"/>
                  </a:lnTo>
                  <a:lnTo>
                    <a:pt x="918" y="4580"/>
                  </a:lnTo>
                  <a:lnTo>
                    <a:pt x="956" y="4635"/>
                  </a:lnTo>
                  <a:lnTo>
                    <a:pt x="995" y="4690"/>
                  </a:lnTo>
                  <a:lnTo>
                    <a:pt x="1037" y="4742"/>
                  </a:lnTo>
                  <a:lnTo>
                    <a:pt x="1081" y="4792"/>
                  </a:lnTo>
                  <a:lnTo>
                    <a:pt x="1127" y="4842"/>
                  </a:lnTo>
                  <a:lnTo>
                    <a:pt x="1151" y="4866"/>
                  </a:lnTo>
                  <a:lnTo>
                    <a:pt x="1175" y="4890"/>
                  </a:lnTo>
                  <a:lnTo>
                    <a:pt x="1200" y="4913"/>
                  </a:lnTo>
                  <a:lnTo>
                    <a:pt x="1226" y="4936"/>
                  </a:lnTo>
                  <a:lnTo>
                    <a:pt x="1226" y="4936"/>
                  </a:lnTo>
                  <a:lnTo>
                    <a:pt x="1261" y="4963"/>
                  </a:lnTo>
                  <a:lnTo>
                    <a:pt x="1297" y="4991"/>
                  </a:lnTo>
                  <a:lnTo>
                    <a:pt x="1332" y="5018"/>
                  </a:lnTo>
                  <a:lnTo>
                    <a:pt x="1370" y="5043"/>
                  </a:lnTo>
                  <a:lnTo>
                    <a:pt x="1370" y="5043"/>
                  </a:lnTo>
                  <a:lnTo>
                    <a:pt x="1428" y="5079"/>
                  </a:lnTo>
                  <a:lnTo>
                    <a:pt x="1489" y="5113"/>
                  </a:lnTo>
                  <a:lnTo>
                    <a:pt x="1550" y="5144"/>
                  </a:lnTo>
                  <a:lnTo>
                    <a:pt x="1613" y="5174"/>
                  </a:lnTo>
                  <a:lnTo>
                    <a:pt x="1676" y="5199"/>
                  </a:lnTo>
                  <a:lnTo>
                    <a:pt x="1741" y="5223"/>
                  </a:lnTo>
                  <a:lnTo>
                    <a:pt x="1807" y="5243"/>
                  </a:lnTo>
                  <a:lnTo>
                    <a:pt x="1874" y="5262"/>
                  </a:lnTo>
                  <a:lnTo>
                    <a:pt x="1941" y="5277"/>
                  </a:lnTo>
                  <a:lnTo>
                    <a:pt x="2008" y="5290"/>
                  </a:lnTo>
                  <a:lnTo>
                    <a:pt x="2076" y="5300"/>
                  </a:lnTo>
                  <a:lnTo>
                    <a:pt x="2145" y="5308"/>
                  </a:lnTo>
                  <a:lnTo>
                    <a:pt x="2213" y="5313"/>
                  </a:lnTo>
                  <a:lnTo>
                    <a:pt x="2283" y="5315"/>
                  </a:lnTo>
                  <a:lnTo>
                    <a:pt x="2351" y="5315"/>
                  </a:lnTo>
                  <a:lnTo>
                    <a:pt x="2421" y="5312"/>
                  </a:lnTo>
                  <a:lnTo>
                    <a:pt x="2421" y="5312"/>
                  </a:lnTo>
                  <a:lnTo>
                    <a:pt x="2469" y="5308"/>
                  </a:lnTo>
                  <a:lnTo>
                    <a:pt x="2516" y="5303"/>
                  </a:lnTo>
                  <a:lnTo>
                    <a:pt x="2564" y="5296"/>
                  </a:lnTo>
                  <a:lnTo>
                    <a:pt x="2611" y="5288"/>
                  </a:lnTo>
                  <a:lnTo>
                    <a:pt x="2657" y="5277"/>
                  </a:lnTo>
                  <a:lnTo>
                    <a:pt x="2704" y="5267"/>
                  </a:lnTo>
                  <a:lnTo>
                    <a:pt x="2751" y="5255"/>
                  </a:lnTo>
                  <a:lnTo>
                    <a:pt x="2797" y="5241"/>
                  </a:lnTo>
                  <a:lnTo>
                    <a:pt x="2842" y="5225"/>
                  </a:lnTo>
                  <a:lnTo>
                    <a:pt x="2888" y="5210"/>
                  </a:lnTo>
                  <a:lnTo>
                    <a:pt x="2932" y="5194"/>
                  </a:lnTo>
                  <a:lnTo>
                    <a:pt x="2978" y="5175"/>
                  </a:lnTo>
                  <a:lnTo>
                    <a:pt x="3022" y="5157"/>
                  </a:lnTo>
                  <a:lnTo>
                    <a:pt x="3065" y="5137"/>
                  </a:lnTo>
                  <a:lnTo>
                    <a:pt x="3108" y="5117"/>
                  </a:lnTo>
                  <a:lnTo>
                    <a:pt x="3151" y="5095"/>
                  </a:lnTo>
                  <a:lnTo>
                    <a:pt x="3151" y="5095"/>
                  </a:lnTo>
                  <a:lnTo>
                    <a:pt x="3192" y="5075"/>
                  </a:lnTo>
                  <a:lnTo>
                    <a:pt x="3231" y="5052"/>
                  </a:lnTo>
                  <a:lnTo>
                    <a:pt x="3269" y="5029"/>
                  </a:lnTo>
                  <a:lnTo>
                    <a:pt x="3307" y="5006"/>
                  </a:lnTo>
                  <a:lnTo>
                    <a:pt x="3383" y="4958"/>
                  </a:lnTo>
                  <a:lnTo>
                    <a:pt x="3459" y="4910"/>
                  </a:lnTo>
                  <a:lnTo>
                    <a:pt x="3535" y="4863"/>
                  </a:lnTo>
                  <a:lnTo>
                    <a:pt x="3573" y="4841"/>
                  </a:lnTo>
                  <a:lnTo>
                    <a:pt x="3612" y="4819"/>
                  </a:lnTo>
                  <a:lnTo>
                    <a:pt x="3651" y="4799"/>
                  </a:lnTo>
                  <a:lnTo>
                    <a:pt x="3692" y="4780"/>
                  </a:lnTo>
                  <a:lnTo>
                    <a:pt x="3733" y="4762"/>
                  </a:lnTo>
                  <a:lnTo>
                    <a:pt x="3775" y="4747"/>
                  </a:lnTo>
                  <a:lnTo>
                    <a:pt x="3775" y="4747"/>
                  </a:lnTo>
                  <a:lnTo>
                    <a:pt x="3897" y="4704"/>
                  </a:lnTo>
                  <a:lnTo>
                    <a:pt x="4017" y="4662"/>
                  </a:lnTo>
                  <a:lnTo>
                    <a:pt x="4075" y="4640"/>
                  </a:lnTo>
                  <a:lnTo>
                    <a:pt x="4134" y="4618"/>
                  </a:lnTo>
                  <a:lnTo>
                    <a:pt x="4190" y="4595"/>
                  </a:lnTo>
                  <a:lnTo>
                    <a:pt x="4247" y="4570"/>
                  </a:lnTo>
                  <a:lnTo>
                    <a:pt x="4303" y="4544"/>
                  </a:lnTo>
                  <a:lnTo>
                    <a:pt x="4359" y="4518"/>
                  </a:lnTo>
                  <a:lnTo>
                    <a:pt x="4413" y="4489"/>
                  </a:lnTo>
                  <a:lnTo>
                    <a:pt x="4466" y="4457"/>
                  </a:lnTo>
                  <a:lnTo>
                    <a:pt x="4520" y="4424"/>
                  </a:lnTo>
                  <a:lnTo>
                    <a:pt x="4573" y="4389"/>
                  </a:lnTo>
                  <a:lnTo>
                    <a:pt x="4625" y="4349"/>
                  </a:lnTo>
                  <a:lnTo>
                    <a:pt x="4675" y="4309"/>
                  </a:lnTo>
                  <a:lnTo>
                    <a:pt x="4675" y="4309"/>
                  </a:lnTo>
                  <a:lnTo>
                    <a:pt x="4712" y="4276"/>
                  </a:lnTo>
                  <a:lnTo>
                    <a:pt x="4747" y="4243"/>
                  </a:lnTo>
                  <a:lnTo>
                    <a:pt x="4783" y="4209"/>
                  </a:lnTo>
                  <a:lnTo>
                    <a:pt x="4817" y="4173"/>
                  </a:lnTo>
                  <a:lnTo>
                    <a:pt x="4850" y="4138"/>
                  </a:lnTo>
                  <a:lnTo>
                    <a:pt x="4883" y="4101"/>
                  </a:lnTo>
                  <a:lnTo>
                    <a:pt x="4913" y="4063"/>
                  </a:lnTo>
                  <a:lnTo>
                    <a:pt x="4944" y="4025"/>
                  </a:lnTo>
                  <a:lnTo>
                    <a:pt x="4973" y="3985"/>
                  </a:lnTo>
                  <a:lnTo>
                    <a:pt x="5001" y="3945"/>
                  </a:lnTo>
                  <a:lnTo>
                    <a:pt x="5027" y="3904"/>
                  </a:lnTo>
                  <a:lnTo>
                    <a:pt x="5053" y="3862"/>
                  </a:lnTo>
                  <a:lnTo>
                    <a:pt x="5078" y="3820"/>
                  </a:lnTo>
                  <a:lnTo>
                    <a:pt x="5101" y="3777"/>
                  </a:lnTo>
                  <a:lnTo>
                    <a:pt x="5122" y="3733"/>
                  </a:lnTo>
                  <a:lnTo>
                    <a:pt x="5142" y="3688"/>
                  </a:lnTo>
                  <a:lnTo>
                    <a:pt x="5142" y="3688"/>
                  </a:lnTo>
                  <a:lnTo>
                    <a:pt x="5168" y="3629"/>
                  </a:lnTo>
                  <a:lnTo>
                    <a:pt x="5191" y="3569"/>
                  </a:lnTo>
                  <a:lnTo>
                    <a:pt x="5211" y="3509"/>
                  </a:lnTo>
                  <a:lnTo>
                    <a:pt x="5229" y="3447"/>
                  </a:lnTo>
                  <a:lnTo>
                    <a:pt x="5244" y="3384"/>
                  </a:lnTo>
                  <a:lnTo>
                    <a:pt x="5258" y="3322"/>
                  </a:lnTo>
                  <a:lnTo>
                    <a:pt x="5268" y="3259"/>
                  </a:lnTo>
                  <a:lnTo>
                    <a:pt x="5277" y="3196"/>
                  </a:lnTo>
                  <a:lnTo>
                    <a:pt x="5283" y="3133"/>
                  </a:lnTo>
                  <a:lnTo>
                    <a:pt x="5287" y="3069"/>
                  </a:lnTo>
                  <a:lnTo>
                    <a:pt x="5288" y="3005"/>
                  </a:lnTo>
                  <a:lnTo>
                    <a:pt x="5288" y="2941"/>
                  </a:lnTo>
                  <a:lnTo>
                    <a:pt x="5286" y="2878"/>
                  </a:lnTo>
                  <a:lnTo>
                    <a:pt x="5280" y="2813"/>
                  </a:lnTo>
                  <a:lnTo>
                    <a:pt x="5273" y="2750"/>
                  </a:lnTo>
                  <a:lnTo>
                    <a:pt x="5263" y="2687"/>
                  </a:lnTo>
                  <a:lnTo>
                    <a:pt x="5263" y="2687"/>
                  </a:lnTo>
                  <a:lnTo>
                    <a:pt x="5251" y="2624"/>
                  </a:lnTo>
                  <a:lnTo>
                    <a:pt x="5237" y="2561"/>
                  </a:lnTo>
                  <a:lnTo>
                    <a:pt x="5221" y="2499"/>
                  </a:lnTo>
                  <a:lnTo>
                    <a:pt x="5202" y="2437"/>
                  </a:lnTo>
                  <a:lnTo>
                    <a:pt x="5182" y="2377"/>
                  </a:lnTo>
                  <a:lnTo>
                    <a:pt x="5160" y="2317"/>
                  </a:lnTo>
                  <a:lnTo>
                    <a:pt x="5136" y="2258"/>
                  </a:lnTo>
                  <a:lnTo>
                    <a:pt x="5110" y="2198"/>
                  </a:lnTo>
                  <a:lnTo>
                    <a:pt x="5110" y="2198"/>
                  </a:lnTo>
                  <a:lnTo>
                    <a:pt x="5094" y="2166"/>
                  </a:lnTo>
                  <a:lnTo>
                    <a:pt x="5078" y="2135"/>
                  </a:lnTo>
                  <a:lnTo>
                    <a:pt x="5061" y="2103"/>
                  </a:lnTo>
                  <a:lnTo>
                    <a:pt x="5044" y="2073"/>
                  </a:lnTo>
                  <a:lnTo>
                    <a:pt x="5007" y="2012"/>
                  </a:lnTo>
                  <a:lnTo>
                    <a:pt x="4969" y="1951"/>
                  </a:lnTo>
                  <a:lnTo>
                    <a:pt x="4891" y="1833"/>
                  </a:lnTo>
                  <a:lnTo>
                    <a:pt x="4851" y="1774"/>
                  </a:lnTo>
                  <a:lnTo>
                    <a:pt x="4813" y="1713"/>
                  </a:lnTo>
                  <a:lnTo>
                    <a:pt x="4813" y="1713"/>
                  </a:lnTo>
                  <a:lnTo>
                    <a:pt x="4796" y="1683"/>
                  </a:lnTo>
                  <a:lnTo>
                    <a:pt x="4779" y="1651"/>
                  </a:lnTo>
                  <a:lnTo>
                    <a:pt x="4764" y="1621"/>
                  </a:lnTo>
                  <a:lnTo>
                    <a:pt x="4750" y="1589"/>
                  </a:lnTo>
                  <a:lnTo>
                    <a:pt x="4736" y="1559"/>
                  </a:lnTo>
                  <a:lnTo>
                    <a:pt x="4723" y="1527"/>
                  </a:lnTo>
                  <a:lnTo>
                    <a:pt x="4702" y="1465"/>
                  </a:lnTo>
                  <a:lnTo>
                    <a:pt x="4682" y="1402"/>
                  </a:lnTo>
                  <a:lnTo>
                    <a:pt x="4663" y="1337"/>
                  </a:lnTo>
                  <a:lnTo>
                    <a:pt x="4625" y="1203"/>
                  </a:lnTo>
                  <a:lnTo>
                    <a:pt x="4625" y="1203"/>
                  </a:lnTo>
                  <a:lnTo>
                    <a:pt x="4615" y="1174"/>
                  </a:lnTo>
                  <a:lnTo>
                    <a:pt x="4606" y="1146"/>
                  </a:lnTo>
                  <a:lnTo>
                    <a:pt x="4594" y="1118"/>
                  </a:lnTo>
                  <a:lnTo>
                    <a:pt x="4584" y="1091"/>
                  </a:lnTo>
                  <a:lnTo>
                    <a:pt x="4559" y="1037"/>
                  </a:lnTo>
                  <a:lnTo>
                    <a:pt x="4532" y="985"/>
                  </a:lnTo>
                  <a:lnTo>
                    <a:pt x="4504" y="933"/>
                  </a:lnTo>
                  <a:lnTo>
                    <a:pt x="4474" y="883"/>
                  </a:lnTo>
                  <a:lnTo>
                    <a:pt x="4442" y="833"/>
                  </a:lnTo>
                  <a:lnTo>
                    <a:pt x="4409" y="784"/>
                  </a:lnTo>
                  <a:lnTo>
                    <a:pt x="4409" y="784"/>
                  </a:lnTo>
                  <a:lnTo>
                    <a:pt x="4382" y="742"/>
                  </a:lnTo>
                  <a:lnTo>
                    <a:pt x="4351" y="701"/>
                  </a:lnTo>
                  <a:lnTo>
                    <a:pt x="4321" y="662"/>
                  </a:lnTo>
                  <a:lnTo>
                    <a:pt x="4289" y="623"/>
                  </a:lnTo>
                  <a:lnTo>
                    <a:pt x="4256" y="585"/>
                  </a:lnTo>
                  <a:lnTo>
                    <a:pt x="4223" y="548"/>
                  </a:lnTo>
                  <a:lnTo>
                    <a:pt x="4188" y="513"/>
                  </a:lnTo>
                  <a:lnTo>
                    <a:pt x="4152" y="477"/>
                  </a:lnTo>
                  <a:lnTo>
                    <a:pt x="4116" y="443"/>
                  </a:lnTo>
                  <a:lnTo>
                    <a:pt x="4079" y="410"/>
                  </a:lnTo>
                  <a:lnTo>
                    <a:pt x="4040" y="379"/>
                  </a:lnTo>
                  <a:lnTo>
                    <a:pt x="4001" y="347"/>
                  </a:lnTo>
                  <a:lnTo>
                    <a:pt x="3961" y="318"/>
                  </a:lnTo>
                  <a:lnTo>
                    <a:pt x="3920" y="289"/>
                  </a:lnTo>
                  <a:lnTo>
                    <a:pt x="3878" y="262"/>
                  </a:lnTo>
                  <a:lnTo>
                    <a:pt x="3835" y="236"/>
                  </a:lnTo>
                  <a:lnTo>
                    <a:pt x="3835" y="236"/>
                  </a:lnTo>
                  <a:lnTo>
                    <a:pt x="3775" y="201"/>
                  </a:lnTo>
                  <a:lnTo>
                    <a:pt x="3714" y="171"/>
                  </a:lnTo>
                  <a:lnTo>
                    <a:pt x="3652" y="143"/>
                  </a:lnTo>
                  <a:lnTo>
                    <a:pt x="3589" y="117"/>
                  </a:lnTo>
                  <a:lnTo>
                    <a:pt x="3526" y="94"/>
                  </a:lnTo>
                  <a:lnTo>
                    <a:pt x="3460" y="72"/>
                  </a:lnTo>
                  <a:lnTo>
                    <a:pt x="3394" y="54"/>
                  </a:lnTo>
                  <a:lnTo>
                    <a:pt x="3328" y="39"/>
                  </a:lnTo>
                  <a:lnTo>
                    <a:pt x="3261" y="27"/>
                  </a:lnTo>
                  <a:lnTo>
                    <a:pt x="3194" y="15"/>
                  </a:lnTo>
                  <a:lnTo>
                    <a:pt x="3127" y="8"/>
                  </a:lnTo>
                  <a:lnTo>
                    <a:pt x="3059" y="3"/>
                  </a:lnTo>
                  <a:lnTo>
                    <a:pt x="2990" y="0"/>
                  </a:lnTo>
                  <a:lnTo>
                    <a:pt x="2922" y="0"/>
                  </a:lnTo>
                  <a:lnTo>
                    <a:pt x="2854" y="3"/>
                  </a:lnTo>
                  <a:lnTo>
                    <a:pt x="2785" y="9"/>
                  </a:lnTo>
                  <a:lnTo>
                    <a:pt x="2785" y="9"/>
                  </a:lnTo>
                  <a:lnTo>
                    <a:pt x="2746" y="13"/>
                  </a:lnTo>
                  <a:lnTo>
                    <a:pt x="2707" y="19"/>
                  </a:lnTo>
                  <a:lnTo>
                    <a:pt x="2668" y="25"/>
                  </a:lnTo>
                  <a:lnTo>
                    <a:pt x="2628" y="33"/>
                  </a:lnTo>
                  <a:lnTo>
                    <a:pt x="2589" y="42"/>
                  </a:lnTo>
                  <a:lnTo>
                    <a:pt x="2551" y="52"/>
                  </a:lnTo>
                  <a:lnTo>
                    <a:pt x="2512" y="63"/>
                  </a:lnTo>
                  <a:lnTo>
                    <a:pt x="2474" y="75"/>
                  </a:lnTo>
                  <a:lnTo>
                    <a:pt x="2436" y="87"/>
                  </a:lnTo>
                  <a:lnTo>
                    <a:pt x="2398" y="100"/>
                  </a:lnTo>
                  <a:lnTo>
                    <a:pt x="2322" y="129"/>
                  </a:lnTo>
                  <a:lnTo>
                    <a:pt x="2247" y="161"/>
                  </a:lnTo>
                  <a:lnTo>
                    <a:pt x="2173" y="194"/>
                  </a:lnTo>
                  <a:lnTo>
                    <a:pt x="2098" y="229"/>
                  </a:lnTo>
                  <a:lnTo>
                    <a:pt x="2024" y="265"/>
                  </a:lnTo>
                  <a:lnTo>
                    <a:pt x="1878" y="339"/>
                  </a:lnTo>
                  <a:lnTo>
                    <a:pt x="1733" y="414"/>
                  </a:lnTo>
                  <a:lnTo>
                    <a:pt x="1661" y="451"/>
                  </a:lnTo>
                  <a:lnTo>
                    <a:pt x="1589" y="486"/>
                  </a:lnTo>
                  <a:lnTo>
                    <a:pt x="1589" y="486"/>
                  </a:lnTo>
                  <a:close/>
                </a:path>
              </a:pathLst>
            </a:custGeom>
            <a:noFill/>
            <a:ln w="19050" cap="flat" cmpd="sng" algn="ctr">
              <a:solidFill>
                <a:srgbClr val="0D1F3B"/>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12" name="Freeform 297">
              <a:extLst>
                <a:ext uri="{FF2B5EF4-FFF2-40B4-BE49-F238E27FC236}">
                  <a16:creationId xmlns:a16="http://schemas.microsoft.com/office/drawing/2014/main" id="{704DE5C3-A42A-68E8-F771-36585B3222F9}"/>
                </a:ext>
              </a:extLst>
            </p:cNvPr>
            <p:cNvSpPr>
              <a:spLocks/>
            </p:cNvSpPr>
            <p:nvPr/>
          </p:nvSpPr>
          <p:spPr bwMode="auto">
            <a:xfrm>
              <a:off x="3305903" y="4040536"/>
              <a:ext cx="17751" cy="17541"/>
            </a:xfrm>
            <a:custGeom>
              <a:avLst/>
              <a:gdLst>
                <a:gd name="T0" fmla="*/ 12 w 20"/>
                <a:gd name="T1" fmla="*/ 1 h 20"/>
                <a:gd name="T2" fmla="*/ 2 w 20"/>
                <a:gd name="T3" fmla="*/ 12 h 20"/>
                <a:gd name="T4" fmla="*/ 2 w 20"/>
                <a:gd name="T5" fmla="*/ 12 h 20"/>
                <a:gd name="T6" fmla="*/ 0 w 20"/>
                <a:gd name="T7" fmla="*/ 15 h 20"/>
                <a:gd name="T8" fmla="*/ 2 w 20"/>
                <a:gd name="T9" fmla="*/ 17 h 20"/>
                <a:gd name="T10" fmla="*/ 2 w 20"/>
                <a:gd name="T11" fmla="*/ 17 h 20"/>
                <a:gd name="T12" fmla="*/ 5 w 20"/>
                <a:gd name="T13" fmla="*/ 20 h 20"/>
                <a:gd name="T14" fmla="*/ 5 w 20"/>
                <a:gd name="T15" fmla="*/ 20 h 20"/>
                <a:gd name="T16" fmla="*/ 8 w 20"/>
                <a:gd name="T17" fmla="*/ 17 h 20"/>
                <a:gd name="T18" fmla="*/ 19 w 20"/>
                <a:gd name="T19" fmla="*/ 8 h 20"/>
                <a:gd name="T20" fmla="*/ 19 w 20"/>
                <a:gd name="T21" fmla="*/ 8 h 20"/>
                <a:gd name="T22" fmla="*/ 20 w 20"/>
                <a:gd name="T23" fmla="*/ 5 h 20"/>
                <a:gd name="T24" fmla="*/ 19 w 20"/>
                <a:gd name="T25" fmla="*/ 1 h 20"/>
                <a:gd name="T26" fmla="*/ 19 w 20"/>
                <a:gd name="T27" fmla="*/ 1 h 20"/>
                <a:gd name="T28" fmla="*/ 15 w 20"/>
                <a:gd name="T29" fmla="*/ 0 h 20"/>
                <a:gd name="T30" fmla="*/ 12 w 20"/>
                <a:gd name="T31" fmla="*/ 1 h 20"/>
                <a:gd name="T32" fmla="*/ 12 w 20"/>
                <a:gd name="T33"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20">
                  <a:moveTo>
                    <a:pt x="12" y="1"/>
                  </a:moveTo>
                  <a:lnTo>
                    <a:pt x="2" y="12"/>
                  </a:lnTo>
                  <a:lnTo>
                    <a:pt x="2" y="12"/>
                  </a:lnTo>
                  <a:lnTo>
                    <a:pt x="0" y="15"/>
                  </a:lnTo>
                  <a:lnTo>
                    <a:pt x="2" y="17"/>
                  </a:lnTo>
                  <a:lnTo>
                    <a:pt x="2" y="17"/>
                  </a:lnTo>
                  <a:lnTo>
                    <a:pt x="5" y="20"/>
                  </a:lnTo>
                  <a:lnTo>
                    <a:pt x="5" y="20"/>
                  </a:lnTo>
                  <a:lnTo>
                    <a:pt x="8" y="17"/>
                  </a:lnTo>
                  <a:lnTo>
                    <a:pt x="19" y="8"/>
                  </a:lnTo>
                  <a:lnTo>
                    <a:pt x="19" y="8"/>
                  </a:lnTo>
                  <a:lnTo>
                    <a:pt x="20" y="5"/>
                  </a:lnTo>
                  <a:lnTo>
                    <a:pt x="19" y="1"/>
                  </a:lnTo>
                  <a:lnTo>
                    <a:pt x="19" y="1"/>
                  </a:lnTo>
                  <a:lnTo>
                    <a:pt x="15" y="0"/>
                  </a:lnTo>
                  <a:lnTo>
                    <a:pt x="12" y="1"/>
                  </a:lnTo>
                  <a:lnTo>
                    <a:pt x="1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Open Sans"/>
              </a:endParaRPr>
            </a:p>
          </p:txBody>
        </p:sp>
        <p:sp>
          <p:nvSpPr>
            <p:cNvPr id="13" name="Freeform 11">
              <a:extLst>
                <a:ext uri="{FF2B5EF4-FFF2-40B4-BE49-F238E27FC236}">
                  <a16:creationId xmlns:a16="http://schemas.microsoft.com/office/drawing/2014/main" id="{466729A2-CB1E-8DC3-9C3C-7379E0EB5408}"/>
                </a:ext>
              </a:extLst>
            </p:cNvPr>
            <p:cNvSpPr>
              <a:spLocks/>
            </p:cNvSpPr>
            <p:nvPr/>
          </p:nvSpPr>
          <p:spPr bwMode="auto">
            <a:xfrm>
              <a:off x="3271997" y="1571298"/>
              <a:ext cx="4810763" cy="4753638"/>
            </a:xfrm>
            <a:custGeom>
              <a:avLst/>
              <a:gdLst>
                <a:gd name="T0" fmla="*/ 4128 w 5418"/>
                <a:gd name="T1" fmla="*/ 761 h 5420"/>
                <a:gd name="T2" fmla="*/ 3738 w 5418"/>
                <a:gd name="T3" fmla="*/ 431 h 5420"/>
                <a:gd name="T4" fmla="*/ 3480 w 5418"/>
                <a:gd name="T5" fmla="*/ 247 h 5420"/>
                <a:gd name="T6" fmla="*/ 3281 w 5418"/>
                <a:gd name="T7" fmla="*/ 145 h 5420"/>
                <a:gd name="T8" fmla="*/ 3048 w 5418"/>
                <a:gd name="T9" fmla="*/ 63 h 5420"/>
                <a:gd name="T10" fmla="*/ 2805 w 5418"/>
                <a:gd name="T11" fmla="*/ 14 h 5420"/>
                <a:gd name="T12" fmla="*/ 2608 w 5418"/>
                <a:gd name="T13" fmla="*/ 0 h 5420"/>
                <a:gd name="T14" fmla="*/ 2330 w 5418"/>
                <a:gd name="T15" fmla="*/ 25 h 5420"/>
                <a:gd name="T16" fmla="*/ 2068 w 5418"/>
                <a:gd name="T17" fmla="*/ 100 h 5420"/>
                <a:gd name="T18" fmla="*/ 1824 w 5418"/>
                <a:gd name="T19" fmla="*/ 216 h 5420"/>
                <a:gd name="T20" fmla="*/ 1596 w 5418"/>
                <a:gd name="T21" fmla="*/ 368 h 5420"/>
                <a:gd name="T22" fmla="*/ 1385 w 5418"/>
                <a:gd name="T23" fmla="*/ 545 h 5420"/>
                <a:gd name="T24" fmla="*/ 1191 w 5418"/>
                <a:gd name="T25" fmla="*/ 743 h 5420"/>
                <a:gd name="T26" fmla="*/ 1047 w 5418"/>
                <a:gd name="T27" fmla="*/ 909 h 5420"/>
                <a:gd name="T28" fmla="*/ 645 w 5418"/>
                <a:gd name="T29" fmla="*/ 1437 h 5420"/>
                <a:gd name="T30" fmla="*/ 414 w 5418"/>
                <a:gd name="T31" fmla="*/ 1739 h 5420"/>
                <a:gd name="T32" fmla="*/ 228 w 5418"/>
                <a:gd name="T33" fmla="*/ 2021 h 5420"/>
                <a:gd name="T34" fmla="*/ 85 w 5418"/>
                <a:gd name="T35" fmla="*/ 2326 h 5420"/>
                <a:gd name="T36" fmla="*/ 45 w 5418"/>
                <a:gd name="T37" fmla="*/ 2455 h 5420"/>
                <a:gd name="T38" fmla="*/ 12 w 5418"/>
                <a:gd name="T39" fmla="*/ 2631 h 5420"/>
                <a:gd name="T40" fmla="*/ 7 w 5418"/>
                <a:gd name="T41" fmla="*/ 2975 h 5420"/>
                <a:gd name="T42" fmla="*/ 72 w 5418"/>
                <a:gd name="T43" fmla="*/ 3313 h 5420"/>
                <a:gd name="T44" fmla="*/ 201 w 5418"/>
                <a:gd name="T45" fmla="*/ 3632 h 5420"/>
                <a:gd name="T46" fmla="*/ 312 w 5418"/>
                <a:gd name="T47" fmla="*/ 3815 h 5420"/>
                <a:gd name="T48" fmla="*/ 464 w 5418"/>
                <a:gd name="T49" fmla="*/ 4000 h 5420"/>
                <a:gd name="T50" fmla="*/ 639 w 5418"/>
                <a:gd name="T51" fmla="*/ 4164 h 5420"/>
                <a:gd name="T52" fmla="*/ 788 w 5418"/>
                <a:gd name="T53" fmla="*/ 4279 h 5420"/>
                <a:gd name="T54" fmla="*/ 1053 w 5418"/>
                <a:gd name="T55" fmla="*/ 4446 h 5420"/>
                <a:gd name="T56" fmla="*/ 1273 w 5418"/>
                <a:gd name="T57" fmla="*/ 4598 h 5420"/>
                <a:gd name="T58" fmla="*/ 1523 w 5418"/>
                <a:gd name="T59" fmla="*/ 4838 h 5420"/>
                <a:gd name="T60" fmla="*/ 1754 w 5418"/>
                <a:gd name="T61" fmla="*/ 5044 h 5420"/>
                <a:gd name="T62" fmla="*/ 2014 w 5418"/>
                <a:gd name="T63" fmla="*/ 5216 h 5420"/>
                <a:gd name="T64" fmla="*/ 2222 w 5418"/>
                <a:gd name="T65" fmla="*/ 5310 h 5420"/>
                <a:gd name="T66" fmla="*/ 2456 w 5418"/>
                <a:gd name="T67" fmla="*/ 5378 h 5420"/>
                <a:gd name="T68" fmla="*/ 2698 w 5418"/>
                <a:gd name="T69" fmla="*/ 5415 h 5420"/>
                <a:gd name="T70" fmla="*/ 2894 w 5418"/>
                <a:gd name="T71" fmla="*/ 5419 h 5420"/>
                <a:gd name="T72" fmla="*/ 3210 w 5418"/>
                <a:gd name="T73" fmla="*/ 5376 h 5420"/>
                <a:gd name="T74" fmla="*/ 3513 w 5418"/>
                <a:gd name="T75" fmla="*/ 5275 h 5420"/>
                <a:gd name="T76" fmla="*/ 3793 w 5418"/>
                <a:gd name="T77" fmla="*/ 5121 h 5420"/>
                <a:gd name="T78" fmla="*/ 3995 w 5418"/>
                <a:gd name="T79" fmla="*/ 4963 h 5420"/>
                <a:gd name="T80" fmla="*/ 4215 w 5418"/>
                <a:gd name="T81" fmla="*/ 4731 h 5420"/>
                <a:gd name="T82" fmla="*/ 4299 w 5418"/>
                <a:gd name="T83" fmla="*/ 4616 h 5420"/>
                <a:gd name="T84" fmla="*/ 4519 w 5418"/>
                <a:gd name="T85" fmla="*/ 4251 h 5420"/>
                <a:gd name="T86" fmla="*/ 4603 w 5418"/>
                <a:gd name="T87" fmla="*/ 4139 h 5420"/>
                <a:gd name="T88" fmla="*/ 4791 w 5418"/>
                <a:gd name="T89" fmla="*/ 3949 h 5420"/>
                <a:gd name="T90" fmla="*/ 4956 w 5418"/>
                <a:gd name="T91" fmla="*/ 3792 h 5420"/>
                <a:gd name="T92" fmla="*/ 5114 w 5418"/>
                <a:gd name="T93" fmla="*/ 3579 h 5420"/>
                <a:gd name="T94" fmla="*/ 5223 w 5418"/>
                <a:gd name="T95" fmla="*/ 3389 h 5420"/>
                <a:gd name="T96" fmla="*/ 5321 w 5418"/>
                <a:gd name="T97" fmla="*/ 3160 h 5420"/>
                <a:gd name="T98" fmla="*/ 5386 w 5418"/>
                <a:gd name="T99" fmla="*/ 2918 h 5420"/>
                <a:gd name="T100" fmla="*/ 5413 w 5418"/>
                <a:gd name="T101" fmla="*/ 2721 h 5420"/>
                <a:gd name="T102" fmla="*/ 5404 w 5418"/>
                <a:gd name="T103" fmla="*/ 2380 h 5420"/>
                <a:gd name="T104" fmla="*/ 5327 w 5418"/>
                <a:gd name="T105" fmla="*/ 2048 h 5420"/>
                <a:gd name="T106" fmla="*/ 5188 w 5418"/>
                <a:gd name="T107" fmla="*/ 1737 h 5420"/>
                <a:gd name="T108" fmla="*/ 5086 w 5418"/>
                <a:gd name="T109" fmla="*/ 1580 h 5420"/>
                <a:gd name="T110" fmla="*/ 4956 w 5418"/>
                <a:gd name="T111" fmla="*/ 1428 h 5420"/>
                <a:gd name="T112" fmla="*/ 4715 w 5418"/>
                <a:gd name="T113" fmla="*/ 1210 h 5420"/>
                <a:gd name="T114" fmla="*/ 4260 w 5418"/>
                <a:gd name="T115" fmla="*/ 865 h 5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18" h="5420">
                  <a:moveTo>
                    <a:pt x="4196" y="816"/>
                  </a:moveTo>
                  <a:lnTo>
                    <a:pt x="4196" y="816"/>
                  </a:lnTo>
                  <a:lnTo>
                    <a:pt x="4176" y="800"/>
                  </a:lnTo>
                  <a:lnTo>
                    <a:pt x="4176" y="800"/>
                  </a:lnTo>
                  <a:lnTo>
                    <a:pt x="4128" y="761"/>
                  </a:lnTo>
                  <a:lnTo>
                    <a:pt x="4079" y="720"/>
                  </a:lnTo>
                  <a:lnTo>
                    <a:pt x="3982" y="638"/>
                  </a:lnTo>
                  <a:lnTo>
                    <a:pt x="3885" y="554"/>
                  </a:lnTo>
                  <a:lnTo>
                    <a:pt x="3787" y="472"/>
                  </a:lnTo>
                  <a:lnTo>
                    <a:pt x="3738" y="431"/>
                  </a:lnTo>
                  <a:lnTo>
                    <a:pt x="3687" y="391"/>
                  </a:lnTo>
                  <a:lnTo>
                    <a:pt x="3637" y="353"/>
                  </a:lnTo>
                  <a:lnTo>
                    <a:pt x="3585" y="315"/>
                  </a:lnTo>
                  <a:lnTo>
                    <a:pt x="3533" y="281"/>
                  </a:lnTo>
                  <a:lnTo>
                    <a:pt x="3480" y="247"/>
                  </a:lnTo>
                  <a:lnTo>
                    <a:pt x="3427" y="215"/>
                  </a:lnTo>
                  <a:lnTo>
                    <a:pt x="3371" y="187"/>
                  </a:lnTo>
                  <a:lnTo>
                    <a:pt x="3371" y="187"/>
                  </a:lnTo>
                  <a:lnTo>
                    <a:pt x="3327" y="166"/>
                  </a:lnTo>
                  <a:lnTo>
                    <a:pt x="3281" y="145"/>
                  </a:lnTo>
                  <a:lnTo>
                    <a:pt x="3236" y="126"/>
                  </a:lnTo>
                  <a:lnTo>
                    <a:pt x="3189" y="109"/>
                  </a:lnTo>
                  <a:lnTo>
                    <a:pt x="3143" y="92"/>
                  </a:lnTo>
                  <a:lnTo>
                    <a:pt x="3095" y="77"/>
                  </a:lnTo>
                  <a:lnTo>
                    <a:pt x="3048" y="63"/>
                  </a:lnTo>
                  <a:lnTo>
                    <a:pt x="3000" y="50"/>
                  </a:lnTo>
                  <a:lnTo>
                    <a:pt x="2952" y="39"/>
                  </a:lnTo>
                  <a:lnTo>
                    <a:pt x="2904" y="30"/>
                  </a:lnTo>
                  <a:lnTo>
                    <a:pt x="2854" y="21"/>
                  </a:lnTo>
                  <a:lnTo>
                    <a:pt x="2805" y="14"/>
                  </a:lnTo>
                  <a:lnTo>
                    <a:pt x="2757" y="9"/>
                  </a:lnTo>
                  <a:lnTo>
                    <a:pt x="2708" y="5"/>
                  </a:lnTo>
                  <a:lnTo>
                    <a:pt x="2658" y="1"/>
                  </a:lnTo>
                  <a:lnTo>
                    <a:pt x="2608" y="0"/>
                  </a:lnTo>
                  <a:lnTo>
                    <a:pt x="2608" y="0"/>
                  </a:lnTo>
                  <a:lnTo>
                    <a:pt x="2551" y="1"/>
                  </a:lnTo>
                  <a:lnTo>
                    <a:pt x="2495" y="4"/>
                  </a:lnTo>
                  <a:lnTo>
                    <a:pt x="2439" y="9"/>
                  </a:lnTo>
                  <a:lnTo>
                    <a:pt x="2385" y="15"/>
                  </a:lnTo>
                  <a:lnTo>
                    <a:pt x="2330" y="25"/>
                  </a:lnTo>
                  <a:lnTo>
                    <a:pt x="2276" y="36"/>
                  </a:lnTo>
                  <a:lnTo>
                    <a:pt x="2223" y="49"/>
                  </a:lnTo>
                  <a:lnTo>
                    <a:pt x="2171" y="64"/>
                  </a:lnTo>
                  <a:lnTo>
                    <a:pt x="2119" y="81"/>
                  </a:lnTo>
                  <a:lnTo>
                    <a:pt x="2068" y="100"/>
                  </a:lnTo>
                  <a:lnTo>
                    <a:pt x="2018" y="120"/>
                  </a:lnTo>
                  <a:lnTo>
                    <a:pt x="1968" y="142"/>
                  </a:lnTo>
                  <a:lnTo>
                    <a:pt x="1919" y="166"/>
                  </a:lnTo>
                  <a:lnTo>
                    <a:pt x="1871" y="190"/>
                  </a:lnTo>
                  <a:lnTo>
                    <a:pt x="1824" y="216"/>
                  </a:lnTo>
                  <a:lnTo>
                    <a:pt x="1777" y="244"/>
                  </a:lnTo>
                  <a:lnTo>
                    <a:pt x="1730" y="273"/>
                  </a:lnTo>
                  <a:lnTo>
                    <a:pt x="1685" y="304"/>
                  </a:lnTo>
                  <a:lnTo>
                    <a:pt x="1640" y="335"/>
                  </a:lnTo>
                  <a:lnTo>
                    <a:pt x="1596" y="368"/>
                  </a:lnTo>
                  <a:lnTo>
                    <a:pt x="1552" y="401"/>
                  </a:lnTo>
                  <a:lnTo>
                    <a:pt x="1509" y="437"/>
                  </a:lnTo>
                  <a:lnTo>
                    <a:pt x="1467" y="472"/>
                  </a:lnTo>
                  <a:lnTo>
                    <a:pt x="1425" y="509"/>
                  </a:lnTo>
                  <a:lnTo>
                    <a:pt x="1385" y="545"/>
                  </a:lnTo>
                  <a:lnTo>
                    <a:pt x="1344" y="583"/>
                  </a:lnTo>
                  <a:lnTo>
                    <a:pt x="1305" y="623"/>
                  </a:lnTo>
                  <a:lnTo>
                    <a:pt x="1266" y="662"/>
                  </a:lnTo>
                  <a:lnTo>
                    <a:pt x="1228" y="702"/>
                  </a:lnTo>
                  <a:lnTo>
                    <a:pt x="1191" y="743"/>
                  </a:lnTo>
                  <a:lnTo>
                    <a:pt x="1154" y="783"/>
                  </a:lnTo>
                  <a:lnTo>
                    <a:pt x="1118" y="824"/>
                  </a:lnTo>
                  <a:lnTo>
                    <a:pt x="1118" y="824"/>
                  </a:lnTo>
                  <a:lnTo>
                    <a:pt x="1082" y="867"/>
                  </a:lnTo>
                  <a:lnTo>
                    <a:pt x="1047" y="909"/>
                  </a:lnTo>
                  <a:lnTo>
                    <a:pt x="977" y="995"/>
                  </a:lnTo>
                  <a:lnTo>
                    <a:pt x="910" y="1084"/>
                  </a:lnTo>
                  <a:lnTo>
                    <a:pt x="843" y="1171"/>
                  </a:lnTo>
                  <a:lnTo>
                    <a:pt x="711" y="1348"/>
                  </a:lnTo>
                  <a:lnTo>
                    <a:pt x="645" y="1437"/>
                  </a:lnTo>
                  <a:lnTo>
                    <a:pt x="577" y="1524"/>
                  </a:lnTo>
                  <a:lnTo>
                    <a:pt x="577" y="1524"/>
                  </a:lnTo>
                  <a:lnTo>
                    <a:pt x="495" y="1632"/>
                  </a:lnTo>
                  <a:lnTo>
                    <a:pt x="454" y="1685"/>
                  </a:lnTo>
                  <a:lnTo>
                    <a:pt x="414" y="1739"/>
                  </a:lnTo>
                  <a:lnTo>
                    <a:pt x="375" y="1794"/>
                  </a:lnTo>
                  <a:lnTo>
                    <a:pt x="335" y="1850"/>
                  </a:lnTo>
                  <a:lnTo>
                    <a:pt x="299" y="1907"/>
                  </a:lnTo>
                  <a:lnTo>
                    <a:pt x="262" y="1964"/>
                  </a:lnTo>
                  <a:lnTo>
                    <a:pt x="228" y="2021"/>
                  </a:lnTo>
                  <a:lnTo>
                    <a:pt x="195" y="2080"/>
                  </a:lnTo>
                  <a:lnTo>
                    <a:pt x="163" y="2140"/>
                  </a:lnTo>
                  <a:lnTo>
                    <a:pt x="135" y="2200"/>
                  </a:lnTo>
                  <a:lnTo>
                    <a:pt x="109" y="2262"/>
                  </a:lnTo>
                  <a:lnTo>
                    <a:pt x="85" y="2326"/>
                  </a:lnTo>
                  <a:lnTo>
                    <a:pt x="73" y="2357"/>
                  </a:lnTo>
                  <a:lnTo>
                    <a:pt x="63" y="2389"/>
                  </a:lnTo>
                  <a:lnTo>
                    <a:pt x="54" y="2422"/>
                  </a:lnTo>
                  <a:lnTo>
                    <a:pt x="45" y="2455"/>
                  </a:lnTo>
                  <a:lnTo>
                    <a:pt x="45" y="2455"/>
                  </a:lnTo>
                  <a:lnTo>
                    <a:pt x="35" y="2499"/>
                  </a:lnTo>
                  <a:lnTo>
                    <a:pt x="25" y="2542"/>
                  </a:lnTo>
                  <a:lnTo>
                    <a:pt x="19" y="2586"/>
                  </a:lnTo>
                  <a:lnTo>
                    <a:pt x="12" y="2631"/>
                  </a:lnTo>
                  <a:lnTo>
                    <a:pt x="12" y="2631"/>
                  </a:lnTo>
                  <a:lnTo>
                    <a:pt x="5" y="2700"/>
                  </a:lnTo>
                  <a:lnTo>
                    <a:pt x="1" y="2769"/>
                  </a:lnTo>
                  <a:lnTo>
                    <a:pt x="0" y="2838"/>
                  </a:lnTo>
                  <a:lnTo>
                    <a:pt x="2" y="2907"/>
                  </a:lnTo>
                  <a:lnTo>
                    <a:pt x="7" y="2975"/>
                  </a:lnTo>
                  <a:lnTo>
                    <a:pt x="15" y="3044"/>
                  </a:lnTo>
                  <a:lnTo>
                    <a:pt x="25" y="3112"/>
                  </a:lnTo>
                  <a:lnTo>
                    <a:pt x="38" y="3180"/>
                  </a:lnTo>
                  <a:lnTo>
                    <a:pt x="53" y="3247"/>
                  </a:lnTo>
                  <a:lnTo>
                    <a:pt x="72" y="3313"/>
                  </a:lnTo>
                  <a:lnTo>
                    <a:pt x="92" y="3379"/>
                  </a:lnTo>
                  <a:lnTo>
                    <a:pt x="116" y="3444"/>
                  </a:lnTo>
                  <a:lnTo>
                    <a:pt x="142" y="3508"/>
                  </a:lnTo>
                  <a:lnTo>
                    <a:pt x="171" y="3572"/>
                  </a:lnTo>
                  <a:lnTo>
                    <a:pt x="201" y="3632"/>
                  </a:lnTo>
                  <a:lnTo>
                    <a:pt x="234" y="3693"/>
                  </a:lnTo>
                  <a:lnTo>
                    <a:pt x="234" y="3693"/>
                  </a:lnTo>
                  <a:lnTo>
                    <a:pt x="259" y="3735"/>
                  </a:lnTo>
                  <a:lnTo>
                    <a:pt x="285" y="3775"/>
                  </a:lnTo>
                  <a:lnTo>
                    <a:pt x="312" y="3815"/>
                  </a:lnTo>
                  <a:lnTo>
                    <a:pt x="340" y="3853"/>
                  </a:lnTo>
                  <a:lnTo>
                    <a:pt x="369" y="3891"/>
                  </a:lnTo>
                  <a:lnTo>
                    <a:pt x="401" y="3927"/>
                  </a:lnTo>
                  <a:lnTo>
                    <a:pt x="431" y="3964"/>
                  </a:lnTo>
                  <a:lnTo>
                    <a:pt x="464" y="4000"/>
                  </a:lnTo>
                  <a:lnTo>
                    <a:pt x="499" y="4034"/>
                  </a:lnTo>
                  <a:lnTo>
                    <a:pt x="533" y="4068"/>
                  </a:lnTo>
                  <a:lnTo>
                    <a:pt x="567" y="4101"/>
                  </a:lnTo>
                  <a:lnTo>
                    <a:pt x="602" y="4132"/>
                  </a:lnTo>
                  <a:lnTo>
                    <a:pt x="639" y="4164"/>
                  </a:lnTo>
                  <a:lnTo>
                    <a:pt x="676" y="4195"/>
                  </a:lnTo>
                  <a:lnTo>
                    <a:pt x="714" y="4225"/>
                  </a:lnTo>
                  <a:lnTo>
                    <a:pt x="752" y="4254"/>
                  </a:lnTo>
                  <a:lnTo>
                    <a:pt x="752" y="4254"/>
                  </a:lnTo>
                  <a:lnTo>
                    <a:pt x="788" y="4279"/>
                  </a:lnTo>
                  <a:lnTo>
                    <a:pt x="825" y="4305"/>
                  </a:lnTo>
                  <a:lnTo>
                    <a:pt x="862" y="4330"/>
                  </a:lnTo>
                  <a:lnTo>
                    <a:pt x="900" y="4354"/>
                  </a:lnTo>
                  <a:lnTo>
                    <a:pt x="977" y="4401"/>
                  </a:lnTo>
                  <a:lnTo>
                    <a:pt x="1053" y="4446"/>
                  </a:lnTo>
                  <a:lnTo>
                    <a:pt x="1129" y="4495"/>
                  </a:lnTo>
                  <a:lnTo>
                    <a:pt x="1167" y="4519"/>
                  </a:lnTo>
                  <a:lnTo>
                    <a:pt x="1202" y="4545"/>
                  </a:lnTo>
                  <a:lnTo>
                    <a:pt x="1239" y="4572"/>
                  </a:lnTo>
                  <a:lnTo>
                    <a:pt x="1273" y="4598"/>
                  </a:lnTo>
                  <a:lnTo>
                    <a:pt x="1308" y="4628"/>
                  </a:lnTo>
                  <a:lnTo>
                    <a:pt x="1340" y="4659"/>
                  </a:lnTo>
                  <a:lnTo>
                    <a:pt x="1340" y="4659"/>
                  </a:lnTo>
                  <a:lnTo>
                    <a:pt x="1432" y="4749"/>
                  </a:lnTo>
                  <a:lnTo>
                    <a:pt x="1523" y="4838"/>
                  </a:lnTo>
                  <a:lnTo>
                    <a:pt x="1568" y="4881"/>
                  </a:lnTo>
                  <a:lnTo>
                    <a:pt x="1614" y="4924"/>
                  </a:lnTo>
                  <a:lnTo>
                    <a:pt x="1659" y="4964"/>
                  </a:lnTo>
                  <a:lnTo>
                    <a:pt x="1706" y="5005"/>
                  </a:lnTo>
                  <a:lnTo>
                    <a:pt x="1754" y="5044"/>
                  </a:lnTo>
                  <a:lnTo>
                    <a:pt x="1804" y="5081"/>
                  </a:lnTo>
                  <a:lnTo>
                    <a:pt x="1853" y="5118"/>
                  </a:lnTo>
                  <a:lnTo>
                    <a:pt x="1905" y="5152"/>
                  </a:lnTo>
                  <a:lnTo>
                    <a:pt x="1958" y="5185"/>
                  </a:lnTo>
                  <a:lnTo>
                    <a:pt x="2014" y="5216"/>
                  </a:lnTo>
                  <a:lnTo>
                    <a:pt x="2071" y="5245"/>
                  </a:lnTo>
                  <a:lnTo>
                    <a:pt x="2130" y="5273"/>
                  </a:lnTo>
                  <a:lnTo>
                    <a:pt x="2130" y="5273"/>
                  </a:lnTo>
                  <a:lnTo>
                    <a:pt x="2176" y="5292"/>
                  </a:lnTo>
                  <a:lnTo>
                    <a:pt x="2222" y="5310"/>
                  </a:lnTo>
                  <a:lnTo>
                    <a:pt x="2267" y="5326"/>
                  </a:lnTo>
                  <a:lnTo>
                    <a:pt x="2314" y="5342"/>
                  </a:lnTo>
                  <a:lnTo>
                    <a:pt x="2361" y="5356"/>
                  </a:lnTo>
                  <a:lnTo>
                    <a:pt x="2408" y="5367"/>
                  </a:lnTo>
                  <a:lnTo>
                    <a:pt x="2456" y="5378"/>
                  </a:lnTo>
                  <a:lnTo>
                    <a:pt x="2504" y="5388"/>
                  </a:lnTo>
                  <a:lnTo>
                    <a:pt x="2552" y="5397"/>
                  </a:lnTo>
                  <a:lnTo>
                    <a:pt x="2600" y="5405"/>
                  </a:lnTo>
                  <a:lnTo>
                    <a:pt x="2649" y="5410"/>
                  </a:lnTo>
                  <a:lnTo>
                    <a:pt x="2698" y="5415"/>
                  </a:lnTo>
                  <a:lnTo>
                    <a:pt x="2747" y="5418"/>
                  </a:lnTo>
                  <a:lnTo>
                    <a:pt x="2795" y="5420"/>
                  </a:lnTo>
                  <a:lnTo>
                    <a:pt x="2844" y="5420"/>
                  </a:lnTo>
                  <a:lnTo>
                    <a:pt x="2894" y="5419"/>
                  </a:lnTo>
                  <a:lnTo>
                    <a:pt x="2894" y="5419"/>
                  </a:lnTo>
                  <a:lnTo>
                    <a:pt x="2957" y="5415"/>
                  </a:lnTo>
                  <a:lnTo>
                    <a:pt x="3022" y="5409"/>
                  </a:lnTo>
                  <a:lnTo>
                    <a:pt x="3085" y="5400"/>
                  </a:lnTo>
                  <a:lnTo>
                    <a:pt x="3148" y="5390"/>
                  </a:lnTo>
                  <a:lnTo>
                    <a:pt x="3210" y="5376"/>
                  </a:lnTo>
                  <a:lnTo>
                    <a:pt x="3272" y="5361"/>
                  </a:lnTo>
                  <a:lnTo>
                    <a:pt x="3333" y="5342"/>
                  </a:lnTo>
                  <a:lnTo>
                    <a:pt x="3394" y="5321"/>
                  </a:lnTo>
                  <a:lnTo>
                    <a:pt x="3453" y="5300"/>
                  </a:lnTo>
                  <a:lnTo>
                    <a:pt x="3513" y="5275"/>
                  </a:lnTo>
                  <a:lnTo>
                    <a:pt x="3571" y="5248"/>
                  </a:lnTo>
                  <a:lnTo>
                    <a:pt x="3628" y="5219"/>
                  </a:lnTo>
                  <a:lnTo>
                    <a:pt x="3684" y="5188"/>
                  </a:lnTo>
                  <a:lnTo>
                    <a:pt x="3738" y="5156"/>
                  </a:lnTo>
                  <a:lnTo>
                    <a:pt x="3793" y="5121"/>
                  </a:lnTo>
                  <a:lnTo>
                    <a:pt x="3844" y="5085"/>
                  </a:lnTo>
                  <a:lnTo>
                    <a:pt x="3844" y="5085"/>
                  </a:lnTo>
                  <a:lnTo>
                    <a:pt x="3896" y="5045"/>
                  </a:lnTo>
                  <a:lnTo>
                    <a:pt x="3946" y="5005"/>
                  </a:lnTo>
                  <a:lnTo>
                    <a:pt x="3995" y="4963"/>
                  </a:lnTo>
                  <a:lnTo>
                    <a:pt x="4042" y="4920"/>
                  </a:lnTo>
                  <a:lnTo>
                    <a:pt x="4088" y="4874"/>
                  </a:lnTo>
                  <a:lnTo>
                    <a:pt x="4131" y="4829"/>
                  </a:lnTo>
                  <a:lnTo>
                    <a:pt x="4174" y="4781"/>
                  </a:lnTo>
                  <a:lnTo>
                    <a:pt x="4215" y="4731"/>
                  </a:lnTo>
                  <a:lnTo>
                    <a:pt x="4215" y="4731"/>
                  </a:lnTo>
                  <a:lnTo>
                    <a:pt x="4237" y="4703"/>
                  </a:lnTo>
                  <a:lnTo>
                    <a:pt x="4258" y="4674"/>
                  </a:lnTo>
                  <a:lnTo>
                    <a:pt x="4279" y="4645"/>
                  </a:lnTo>
                  <a:lnTo>
                    <a:pt x="4299" y="4616"/>
                  </a:lnTo>
                  <a:lnTo>
                    <a:pt x="4338" y="4557"/>
                  </a:lnTo>
                  <a:lnTo>
                    <a:pt x="4375" y="4496"/>
                  </a:lnTo>
                  <a:lnTo>
                    <a:pt x="4446" y="4373"/>
                  </a:lnTo>
                  <a:lnTo>
                    <a:pt x="4482" y="4312"/>
                  </a:lnTo>
                  <a:lnTo>
                    <a:pt x="4519" y="4251"/>
                  </a:lnTo>
                  <a:lnTo>
                    <a:pt x="4519" y="4251"/>
                  </a:lnTo>
                  <a:lnTo>
                    <a:pt x="4539" y="4221"/>
                  </a:lnTo>
                  <a:lnTo>
                    <a:pt x="4560" y="4193"/>
                  </a:lnTo>
                  <a:lnTo>
                    <a:pt x="4581" y="4165"/>
                  </a:lnTo>
                  <a:lnTo>
                    <a:pt x="4603" y="4139"/>
                  </a:lnTo>
                  <a:lnTo>
                    <a:pt x="4624" y="4113"/>
                  </a:lnTo>
                  <a:lnTo>
                    <a:pt x="4647" y="4088"/>
                  </a:lnTo>
                  <a:lnTo>
                    <a:pt x="4693" y="4041"/>
                  </a:lnTo>
                  <a:lnTo>
                    <a:pt x="4741" y="3994"/>
                  </a:lnTo>
                  <a:lnTo>
                    <a:pt x="4791" y="3949"/>
                  </a:lnTo>
                  <a:lnTo>
                    <a:pt x="4894" y="3855"/>
                  </a:lnTo>
                  <a:lnTo>
                    <a:pt x="4894" y="3855"/>
                  </a:lnTo>
                  <a:lnTo>
                    <a:pt x="4915" y="3835"/>
                  </a:lnTo>
                  <a:lnTo>
                    <a:pt x="4936" y="3813"/>
                  </a:lnTo>
                  <a:lnTo>
                    <a:pt x="4956" y="3792"/>
                  </a:lnTo>
                  <a:lnTo>
                    <a:pt x="4976" y="3770"/>
                  </a:lnTo>
                  <a:lnTo>
                    <a:pt x="5013" y="3725"/>
                  </a:lnTo>
                  <a:lnTo>
                    <a:pt x="5048" y="3678"/>
                  </a:lnTo>
                  <a:lnTo>
                    <a:pt x="5083" y="3630"/>
                  </a:lnTo>
                  <a:lnTo>
                    <a:pt x="5114" y="3579"/>
                  </a:lnTo>
                  <a:lnTo>
                    <a:pt x="5145" y="3530"/>
                  </a:lnTo>
                  <a:lnTo>
                    <a:pt x="5175" y="3478"/>
                  </a:lnTo>
                  <a:lnTo>
                    <a:pt x="5175" y="3478"/>
                  </a:lnTo>
                  <a:lnTo>
                    <a:pt x="5200" y="3434"/>
                  </a:lnTo>
                  <a:lnTo>
                    <a:pt x="5223" y="3389"/>
                  </a:lnTo>
                  <a:lnTo>
                    <a:pt x="5245" y="3345"/>
                  </a:lnTo>
                  <a:lnTo>
                    <a:pt x="5266" y="3299"/>
                  </a:lnTo>
                  <a:lnTo>
                    <a:pt x="5285" y="3254"/>
                  </a:lnTo>
                  <a:lnTo>
                    <a:pt x="5304" y="3207"/>
                  </a:lnTo>
                  <a:lnTo>
                    <a:pt x="5321" y="3160"/>
                  </a:lnTo>
                  <a:lnTo>
                    <a:pt x="5337" y="3112"/>
                  </a:lnTo>
                  <a:lnTo>
                    <a:pt x="5351" y="3065"/>
                  </a:lnTo>
                  <a:lnTo>
                    <a:pt x="5364" y="3016"/>
                  </a:lnTo>
                  <a:lnTo>
                    <a:pt x="5376" y="2968"/>
                  </a:lnTo>
                  <a:lnTo>
                    <a:pt x="5386" y="2918"/>
                  </a:lnTo>
                  <a:lnTo>
                    <a:pt x="5395" y="2870"/>
                  </a:lnTo>
                  <a:lnTo>
                    <a:pt x="5403" y="2819"/>
                  </a:lnTo>
                  <a:lnTo>
                    <a:pt x="5408" y="2770"/>
                  </a:lnTo>
                  <a:lnTo>
                    <a:pt x="5413" y="2721"/>
                  </a:lnTo>
                  <a:lnTo>
                    <a:pt x="5413" y="2721"/>
                  </a:lnTo>
                  <a:lnTo>
                    <a:pt x="5417" y="2652"/>
                  </a:lnTo>
                  <a:lnTo>
                    <a:pt x="5418" y="2584"/>
                  </a:lnTo>
                  <a:lnTo>
                    <a:pt x="5415" y="2516"/>
                  </a:lnTo>
                  <a:lnTo>
                    <a:pt x="5412" y="2447"/>
                  </a:lnTo>
                  <a:lnTo>
                    <a:pt x="5404" y="2380"/>
                  </a:lnTo>
                  <a:lnTo>
                    <a:pt x="5394" y="2312"/>
                  </a:lnTo>
                  <a:lnTo>
                    <a:pt x="5381" y="2246"/>
                  </a:lnTo>
                  <a:lnTo>
                    <a:pt x="5365" y="2179"/>
                  </a:lnTo>
                  <a:lnTo>
                    <a:pt x="5347" y="2113"/>
                  </a:lnTo>
                  <a:lnTo>
                    <a:pt x="5327" y="2048"/>
                  </a:lnTo>
                  <a:lnTo>
                    <a:pt x="5304" y="1984"/>
                  </a:lnTo>
                  <a:lnTo>
                    <a:pt x="5279" y="1920"/>
                  </a:lnTo>
                  <a:lnTo>
                    <a:pt x="5251" y="1858"/>
                  </a:lnTo>
                  <a:lnTo>
                    <a:pt x="5221" y="1798"/>
                  </a:lnTo>
                  <a:lnTo>
                    <a:pt x="5188" y="1737"/>
                  </a:lnTo>
                  <a:lnTo>
                    <a:pt x="5153" y="1679"/>
                  </a:lnTo>
                  <a:lnTo>
                    <a:pt x="5153" y="1679"/>
                  </a:lnTo>
                  <a:lnTo>
                    <a:pt x="5132" y="1644"/>
                  </a:lnTo>
                  <a:lnTo>
                    <a:pt x="5109" y="1612"/>
                  </a:lnTo>
                  <a:lnTo>
                    <a:pt x="5086" y="1580"/>
                  </a:lnTo>
                  <a:lnTo>
                    <a:pt x="5061" y="1548"/>
                  </a:lnTo>
                  <a:lnTo>
                    <a:pt x="5036" y="1518"/>
                  </a:lnTo>
                  <a:lnTo>
                    <a:pt x="5010" y="1487"/>
                  </a:lnTo>
                  <a:lnTo>
                    <a:pt x="4984" y="1457"/>
                  </a:lnTo>
                  <a:lnTo>
                    <a:pt x="4956" y="1428"/>
                  </a:lnTo>
                  <a:lnTo>
                    <a:pt x="4928" y="1399"/>
                  </a:lnTo>
                  <a:lnTo>
                    <a:pt x="4899" y="1371"/>
                  </a:lnTo>
                  <a:lnTo>
                    <a:pt x="4839" y="1315"/>
                  </a:lnTo>
                  <a:lnTo>
                    <a:pt x="4779" y="1262"/>
                  </a:lnTo>
                  <a:lnTo>
                    <a:pt x="4715" y="1210"/>
                  </a:lnTo>
                  <a:lnTo>
                    <a:pt x="4652" y="1158"/>
                  </a:lnTo>
                  <a:lnTo>
                    <a:pt x="4586" y="1109"/>
                  </a:lnTo>
                  <a:lnTo>
                    <a:pt x="4455" y="1010"/>
                  </a:lnTo>
                  <a:lnTo>
                    <a:pt x="4324" y="913"/>
                  </a:lnTo>
                  <a:lnTo>
                    <a:pt x="4260" y="865"/>
                  </a:lnTo>
                  <a:lnTo>
                    <a:pt x="4196" y="816"/>
                  </a:lnTo>
                  <a:lnTo>
                    <a:pt x="4196" y="816"/>
                  </a:lnTo>
                  <a:close/>
                </a:path>
              </a:pathLst>
            </a:custGeom>
            <a:noFill/>
            <a:ln w="19050" cap="flat" cmpd="sng" algn="ctr">
              <a:solidFill>
                <a:srgbClr val="0D1F3B"/>
              </a:solidFill>
              <a:prstDash val="solid"/>
            </a:ln>
            <a:effectLst/>
            <a:extLst>
              <a:ext uri="{909E8E84-426E-40DD-AFC4-6F175D3DCCD1}">
                <a14:hiddenFill xmlns:a14="http://schemas.microsoft.com/office/drawing/2010/main">
                  <a:solidFill>
                    <a:srgbClr val="FFFFFF"/>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pic>
          <p:nvPicPr>
            <p:cNvPr id="14" name="Picture 13" descr="A logo of a person&#10;&#10;AI-generated content may be incorrect.">
              <a:extLst>
                <a:ext uri="{FF2B5EF4-FFF2-40B4-BE49-F238E27FC236}">
                  <a16:creationId xmlns:a16="http://schemas.microsoft.com/office/drawing/2014/main" id="{C483BFC9-62E9-0045-6113-49898703A2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9799" y="3642257"/>
              <a:ext cx="557309" cy="400767"/>
            </a:xfrm>
            <a:prstGeom prst="flowChartAlternateProcess">
              <a:avLst/>
            </a:prstGeom>
          </p:spPr>
        </p:pic>
        <p:grpSp>
          <p:nvGrpSpPr>
            <p:cNvPr id="15" name="Group 14">
              <a:extLst>
                <a:ext uri="{FF2B5EF4-FFF2-40B4-BE49-F238E27FC236}">
                  <a16:creationId xmlns:a16="http://schemas.microsoft.com/office/drawing/2014/main" id="{50BB82AD-9C26-5F2C-4D12-9DD5B4117D4D}"/>
                </a:ext>
              </a:extLst>
            </p:cNvPr>
            <p:cNvGrpSpPr/>
            <p:nvPr/>
          </p:nvGrpSpPr>
          <p:grpSpPr>
            <a:xfrm>
              <a:off x="3189818" y="2375297"/>
              <a:ext cx="4199755" cy="3302038"/>
              <a:chOff x="3605393" y="1790792"/>
              <a:chExt cx="4199755" cy="3302038"/>
            </a:xfrm>
          </p:grpSpPr>
          <p:sp>
            <p:nvSpPr>
              <p:cNvPr id="101" name="Oval 16">
                <a:extLst>
                  <a:ext uri="{FF2B5EF4-FFF2-40B4-BE49-F238E27FC236}">
                    <a16:creationId xmlns:a16="http://schemas.microsoft.com/office/drawing/2014/main" id="{37DFEFF1-BCF4-ED55-5D0A-E29B12877512}"/>
                  </a:ext>
                </a:extLst>
              </p:cNvPr>
              <p:cNvSpPr>
                <a:spLocks noChangeArrowheads="1"/>
              </p:cNvSpPr>
              <p:nvPr/>
            </p:nvSpPr>
            <p:spPr bwMode="auto">
              <a:xfrm rot="5400000" flipH="1">
                <a:off x="4555669" y="1689706"/>
                <a:ext cx="3030450" cy="323262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Open Sans"/>
                </a:endParaRPr>
              </a:p>
            </p:txBody>
          </p:sp>
          <p:sp>
            <p:nvSpPr>
              <p:cNvPr id="102" name="Text Placeholder 5">
                <a:extLst>
                  <a:ext uri="{FF2B5EF4-FFF2-40B4-BE49-F238E27FC236}">
                    <a16:creationId xmlns:a16="http://schemas.microsoft.com/office/drawing/2014/main" id="{5562F3F9-B450-6304-44EC-34C29F6441F8}"/>
                  </a:ext>
                </a:extLst>
              </p:cNvPr>
              <p:cNvSpPr txBox="1">
                <a:spLocks/>
              </p:cNvSpPr>
              <p:nvPr/>
            </p:nvSpPr>
            <p:spPr>
              <a:xfrm>
                <a:off x="5747918" y="2062381"/>
                <a:ext cx="1798398" cy="3030449"/>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500"/>
                  </a:spcBef>
                  <a:spcAft>
                    <a:spcPts val="0"/>
                  </a:spcAft>
                  <a:buClr>
                    <a:srgbClr val="787878"/>
                  </a:buClr>
                  <a:buSzPct val="75000"/>
                  <a:buFont typeface="Arial" panose="020B0604020202020204" pitchFamily="34" charset="0"/>
                  <a:buNone/>
                  <a:tabLst/>
                  <a:defRPr/>
                </a:pPr>
                <a:endParaRPr kumimoji="0" lang="en-US" sz="1100" b="0" i="0" u="none" strike="noStrike" kern="120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3" name="Text Placeholder 5">
                <a:extLst>
                  <a:ext uri="{FF2B5EF4-FFF2-40B4-BE49-F238E27FC236}">
                    <a16:creationId xmlns:a16="http://schemas.microsoft.com/office/drawing/2014/main" id="{56F9AE32-B2E0-53B6-A832-D8B8D48B400E}"/>
                  </a:ext>
                </a:extLst>
              </p:cNvPr>
              <p:cNvSpPr txBox="1">
                <a:spLocks/>
              </p:cNvSpPr>
              <p:nvPr/>
            </p:nvSpPr>
            <p:spPr>
              <a:xfrm>
                <a:off x="3605393" y="2062381"/>
                <a:ext cx="1716490" cy="3030449"/>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500"/>
                  </a:spcBef>
                  <a:spcAft>
                    <a:spcPts val="0"/>
                  </a:spcAft>
                  <a:buClr>
                    <a:srgbClr val="787878"/>
                  </a:buClr>
                  <a:buSzPct val="75000"/>
                  <a:buFont typeface="Arial" panose="020B0604020202020204" pitchFamily="34" charset="0"/>
                  <a:buNone/>
                  <a:tabLst/>
                  <a:defRPr/>
                </a:pPr>
                <a:endParaRPr kumimoji="0" lang="en-US" sz="1100" b="0" i="0" u="none" strike="noStrike" kern="1200" cap="none" spc="-3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04" name="Group 103">
                <a:extLst>
                  <a:ext uri="{FF2B5EF4-FFF2-40B4-BE49-F238E27FC236}">
                    <a16:creationId xmlns:a16="http://schemas.microsoft.com/office/drawing/2014/main" id="{157011F0-206D-A2C2-A5F3-93E8AB5E1390}"/>
                  </a:ext>
                </a:extLst>
              </p:cNvPr>
              <p:cNvGrpSpPr/>
              <p:nvPr/>
            </p:nvGrpSpPr>
            <p:grpSpPr>
              <a:xfrm>
                <a:off x="4515946" y="1873364"/>
                <a:ext cx="3289202" cy="2910006"/>
                <a:chOff x="601810" y="1765144"/>
                <a:chExt cx="3289202" cy="2910006"/>
              </a:xfrm>
            </p:grpSpPr>
            <p:grpSp>
              <p:nvGrpSpPr>
                <p:cNvPr id="105" name="Group 104">
                  <a:extLst>
                    <a:ext uri="{FF2B5EF4-FFF2-40B4-BE49-F238E27FC236}">
                      <a16:creationId xmlns:a16="http://schemas.microsoft.com/office/drawing/2014/main" id="{32CA7CF3-DF0B-834E-FFD4-400533F1CAC1}"/>
                    </a:ext>
                  </a:extLst>
                </p:cNvPr>
                <p:cNvGrpSpPr/>
                <p:nvPr/>
              </p:nvGrpSpPr>
              <p:grpSpPr>
                <a:xfrm>
                  <a:off x="601810" y="1765144"/>
                  <a:ext cx="3158278" cy="2910006"/>
                  <a:chOff x="583803" y="1699674"/>
                  <a:chExt cx="3560299" cy="3280425"/>
                </a:xfrm>
              </p:grpSpPr>
              <p:grpSp>
                <p:nvGrpSpPr>
                  <p:cNvPr id="112" name="Group 111">
                    <a:extLst>
                      <a:ext uri="{FF2B5EF4-FFF2-40B4-BE49-F238E27FC236}">
                        <a16:creationId xmlns:a16="http://schemas.microsoft.com/office/drawing/2014/main" id="{26BBF472-1E64-95B9-00E0-58FF1BAA17E9}"/>
                      </a:ext>
                    </a:extLst>
                  </p:cNvPr>
                  <p:cNvGrpSpPr/>
                  <p:nvPr/>
                </p:nvGrpSpPr>
                <p:grpSpPr>
                  <a:xfrm>
                    <a:off x="583803" y="2224280"/>
                    <a:ext cx="3560299" cy="2056288"/>
                    <a:chOff x="583803" y="2224280"/>
                    <a:chExt cx="3560299" cy="2056288"/>
                  </a:xfrm>
                </p:grpSpPr>
                <p:sp>
                  <p:nvSpPr>
                    <p:cNvPr id="116" name="Oval 115">
                      <a:extLst>
                        <a:ext uri="{FF2B5EF4-FFF2-40B4-BE49-F238E27FC236}">
                          <a16:creationId xmlns:a16="http://schemas.microsoft.com/office/drawing/2014/main" id="{CB8D3170-B1B8-1655-50DF-6A16781FD798}"/>
                        </a:ext>
                      </a:extLst>
                    </p:cNvPr>
                    <p:cNvSpPr/>
                    <p:nvPr/>
                  </p:nvSpPr>
                  <p:spPr>
                    <a:xfrm>
                      <a:off x="2130367" y="2224280"/>
                      <a:ext cx="2013735" cy="2056288"/>
                    </a:xfrm>
                    <a:prstGeom prst="ellipse">
                      <a:avLst/>
                    </a:prstGeom>
                    <a:solidFill>
                      <a:srgbClr val="122A52">
                        <a:lumMod val="20000"/>
                        <a:lumOff val="80000"/>
                        <a:alpha val="50000"/>
                      </a:srgbClr>
                    </a:solidFill>
                    <a:ln w="889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7" name="Oval 116">
                      <a:extLst>
                        <a:ext uri="{FF2B5EF4-FFF2-40B4-BE49-F238E27FC236}">
                          <a16:creationId xmlns:a16="http://schemas.microsoft.com/office/drawing/2014/main" id="{5D20AD9E-8D81-F88A-6D28-9EB85A28BFFC}"/>
                        </a:ext>
                      </a:extLst>
                    </p:cNvPr>
                    <p:cNvSpPr/>
                    <p:nvPr/>
                  </p:nvSpPr>
                  <p:spPr>
                    <a:xfrm>
                      <a:off x="583803" y="2224280"/>
                      <a:ext cx="2013735" cy="2056288"/>
                    </a:xfrm>
                    <a:prstGeom prst="ellipse">
                      <a:avLst/>
                    </a:prstGeom>
                    <a:solidFill>
                      <a:sysClr val="window" lastClr="FFFFFF">
                        <a:lumMod val="75000"/>
                        <a:alpha val="50000"/>
                      </a:sysClr>
                    </a:solidFill>
                    <a:ln w="889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3" name="Group 112">
                    <a:extLst>
                      <a:ext uri="{FF2B5EF4-FFF2-40B4-BE49-F238E27FC236}">
                        <a16:creationId xmlns:a16="http://schemas.microsoft.com/office/drawing/2014/main" id="{393BCF2F-4B1B-0A10-6945-F804B814BB90}"/>
                      </a:ext>
                    </a:extLst>
                  </p:cNvPr>
                  <p:cNvGrpSpPr/>
                  <p:nvPr/>
                </p:nvGrpSpPr>
                <p:grpSpPr>
                  <a:xfrm>
                    <a:off x="1357085" y="1699674"/>
                    <a:ext cx="2013735" cy="3280425"/>
                    <a:chOff x="1220955" y="1699674"/>
                    <a:chExt cx="2013735" cy="3280425"/>
                  </a:xfrm>
                </p:grpSpPr>
                <p:sp>
                  <p:nvSpPr>
                    <p:cNvPr id="114" name="Oval 113">
                      <a:extLst>
                        <a:ext uri="{FF2B5EF4-FFF2-40B4-BE49-F238E27FC236}">
                          <a16:creationId xmlns:a16="http://schemas.microsoft.com/office/drawing/2014/main" id="{8B75A182-EB5B-8B12-B5E3-0173580572E4}"/>
                        </a:ext>
                      </a:extLst>
                    </p:cNvPr>
                    <p:cNvSpPr/>
                    <p:nvPr/>
                  </p:nvSpPr>
                  <p:spPr>
                    <a:xfrm>
                      <a:off x="1220955" y="1699674"/>
                      <a:ext cx="2013735" cy="2056288"/>
                    </a:xfrm>
                    <a:prstGeom prst="ellipse">
                      <a:avLst/>
                    </a:prstGeom>
                    <a:solidFill>
                      <a:srgbClr val="0D1F3B">
                        <a:lumMod val="20000"/>
                        <a:lumOff val="80000"/>
                        <a:alpha val="50000"/>
                      </a:srgbClr>
                    </a:solidFill>
                    <a:ln w="889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5" name="Oval 114">
                      <a:extLst>
                        <a:ext uri="{FF2B5EF4-FFF2-40B4-BE49-F238E27FC236}">
                          <a16:creationId xmlns:a16="http://schemas.microsoft.com/office/drawing/2014/main" id="{7F3FC0D2-254E-CB30-6D28-779A1ACE7F69}"/>
                        </a:ext>
                      </a:extLst>
                    </p:cNvPr>
                    <p:cNvSpPr/>
                    <p:nvPr/>
                  </p:nvSpPr>
                  <p:spPr>
                    <a:xfrm>
                      <a:off x="1220955" y="2923811"/>
                      <a:ext cx="2013735" cy="2056288"/>
                    </a:xfrm>
                    <a:prstGeom prst="ellipse">
                      <a:avLst/>
                    </a:prstGeom>
                    <a:solidFill>
                      <a:srgbClr val="2759AD">
                        <a:lumMod val="20000"/>
                        <a:lumOff val="80000"/>
                        <a:alpha val="50000"/>
                      </a:srgbClr>
                    </a:solidFill>
                    <a:ln w="889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106" name="Text Placeholder 5">
                  <a:extLst>
                    <a:ext uri="{FF2B5EF4-FFF2-40B4-BE49-F238E27FC236}">
                      <a16:creationId xmlns:a16="http://schemas.microsoft.com/office/drawing/2014/main" id="{2BA58889-EB78-456E-E8AC-55C3731D3531}"/>
                    </a:ext>
                  </a:extLst>
                </p:cNvPr>
                <p:cNvSpPr txBox="1">
                  <a:spLocks/>
                </p:cNvSpPr>
                <p:nvPr/>
              </p:nvSpPr>
              <p:spPr>
                <a:xfrm>
                  <a:off x="1711090" y="2193577"/>
                  <a:ext cx="1053979" cy="19497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5"/>
                    </a:buClr>
                    <a:buSzPct val="75000"/>
                    <a:buFont typeface="Arial" panose="020B0604020202020204" pitchFamily="34" charset="0"/>
                    <a:buNone/>
                    <a:defRPr sz="1500" kern="1200" spc="-30">
                      <a:solidFill>
                        <a:schemeClr val="tx2"/>
                      </a:solidFill>
                      <a:latin typeface="Open Sans" charset="0"/>
                      <a:ea typeface="Open Sans" charset="0"/>
                      <a:cs typeface="Open Sans" charset="0"/>
                    </a:defRPr>
                  </a:lvl1pPr>
                  <a:lvl2pPr marL="4572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800" kern="1200" spc="-30">
                      <a:solidFill>
                        <a:schemeClr val="tx1"/>
                      </a:solidFill>
                      <a:latin typeface="Open Sans" charset="0"/>
                      <a:ea typeface="Open Sans" charset="0"/>
                      <a:cs typeface="Open Sans" charset="0"/>
                    </a:defRPr>
                  </a:lvl2pPr>
                  <a:lvl3pPr marL="9144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600" kern="1200" spc="-30">
                      <a:solidFill>
                        <a:schemeClr val="tx1"/>
                      </a:solidFill>
                      <a:latin typeface="Open Sans" charset="0"/>
                      <a:ea typeface="Open Sans" charset="0"/>
                      <a:cs typeface="Open Sans" charset="0"/>
                    </a:defRPr>
                  </a:lvl3pPr>
                  <a:lvl4pPr marL="13716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4pPr>
                  <a:lvl5pPr marL="1828800" indent="0" algn="l" defTabSz="914400" rtl="0" eaLnBrk="1" latinLnBrk="0" hangingPunct="1">
                    <a:lnSpc>
                      <a:spcPct val="100000"/>
                    </a:lnSpc>
                    <a:spcBef>
                      <a:spcPts val="500"/>
                    </a:spcBef>
                    <a:buClr>
                      <a:schemeClr val="accent5"/>
                    </a:buClr>
                    <a:buSzPct val="75000"/>
                    <a:buFont typeface="Arial" panose="020B0604020202020204" pitchFamily="34" charset="0"/>
                    <a:buNone/>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787878"/>
                    </a:buClr>
                    <a:buSzPct val="75000"/>
                    <a:buFont typeface="Arial" panose="020B0604020202020204" pitchFamily="34" charset="0"/>
                    <a:buNone/>
                    <a:tabLst/>
                    <a:defRPr/>
                  </a:pPr>
                  <a:r>
                    <a:rPr kumimoji="0" lang="en-US" sz="1100" b="0" i="0" u="none" strike="noStrike" kern="120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Health Data</a:t>
                  </a:r>
                </a:p>
              </p:txBody>
            </p:sp>
            <p:sp>
              <p:nvSpPr>
                <p:cNvPr id="107" name="Text Placeholder 5">
                  <a:extLst>
                    <a:ext uri="{FF2B5EF4-FFF2-40B4-BE49-F238E27FC236}">
                      <a16:creationId xmlns:a16="http://schemas.microsoft.com/office/drawing/2014/main" id="{39934CEB-BB28-75F0-3CD6-F149D6DBFCFB}"/>
                    </a:ext>
                  </a:extLst>
                </p:cNvPr>
                <p:cNvSpPr txBox="1">
                  <a:spLocks/>
                </p:cNvSpPr>
                <p:nvPr/>
              </p:nvSpPr>
              <p:spPr>
                <a:xfrm>
                  <a:off x="2837033" y="3073729"/>
                  <a:ext cx="1053979" cy="396159"/>
                </a:xfrm>
                <a:prstGeom prst="rect">
                  <a:avLst/>
                </a:prstGeom>
              </p:spPr>
              <p:txBody>
                <a:bodyPr vert="horz" lIns="0" tIns="0" rIns="0" bIns="0" rtlCol="0">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100000"/>
                    </a:lnSpc>
                    <a:spcBef>
                      <a:spcPts val="0"/>
                    </a:spcBef>
                    <a:spcAft>
                      <a:spcPts val="0"/>
                    </a:spcAft>
                    <a:buClr>
                      <a:srgbClr val="787878"/>
                    </a:buClr>
                    <a:buSzPct val="75000"/>
                    <a:buFont typeface="Arial" panose="020B0604020202020204" pitchFamily="34" charset="0"/>
                    <a:buNone/>
                    <a:tabLst/>
                    <a:defRPr/>
                  </a:pPr>
                  <a:r>
                    <a:rPr kumimoji="0" lang="en-US" sz="1100" b="0"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OPMED</a:t>
                  </a:r>
                </a:p>
              </p:txBody>
            </p:sp>
            <p:sp>
              <p:nvSpPr>
                <p:cNvPr id="108" name="Text Placeholder 5">
                  <a:extLst>
                    <a:ext uri="{FF2B5EF4-FFF2-40B4-BE49-F238E27FC236}">
                      <a16:creationId xmlns:a16="http://schemas.microsoft.com/office/drawing/2014/main" id="{4F9BE96B-DED6-911B-B8B6-EA4C93AF4E24}"/>
                    </a:ext>
                  </a:extLst>
                </p:cNvPr>
                <p:cNvSpPr txBox="1">
                  <a:spLocks/>
                </p:cNvSpPr>
                <p:nvPr/>
              </p:nvSpPr>
              <p:spPr>
                <a:xfrm>
                  <a:off x="1463798" y="4024367"/>
                  <a:ext cx="1456714" cy="396159"/>
                </a:xfrm>
                <a:prstGeom prst="rect">
                  <a:avLst/>
                </a:prstGeom>
              </p:spPr>
              <p:txBody>
                <a:bodyPr vert="horz" lIns="0" tIns="0" rIns="0" bIns="0" rtlCol="0">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100000"/>
                    </a:lnSpc>
                    <a:spcBef>
                      <a:spcPts val="0"/>
                    </a:spcBef>
                    <a:spcAft>
                      <a:spcPts val="0"/>
                    </a:spcAft>
                    <a:buClr>
                      <a:srgbClr val="787878"/>
                    </a:buClr>
                    <a:buSzPct val="75000"/>
                    <a:buFont typeface="Arial" panose="020B0604020202020204" pitchFamily="34" charset="0"/>
                    <a:buNone/>
                    <a:tabLst/>
                    <a:defRPr/>
                  </a:pPr>
                  <a:r>
                    <a:rPr kumimoji="0" lang="en-US" sz="1100" b="0"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Healthcare Ops Data</a:t>
                  </a:r>
                </a:p>
              </p:txBody>
            </p:sp>
            <p:sp>
              <p:nvSpPr>
                <p:cNvPr id="109" name="Freeform: Shape 108">
                  <a:extLst>
                    <a:ext uri="{FF2B5EF4-FFF2-40B4-BE49-F238E27FC236}">
                      <a16:creationId xmlns:a16="http://schemas.microsoft.com/office/drawing/2014/main" id="{38301188-388A-099F-DE78-26F6B2786F8B}"/>
                    </a:ext>
                  </a:extLst>
                </p:cNvPr>
                <p:cNvSpPr/>
                <p:nvPr/>
              </p:nvSpPr>
              <p:spPr bwMode="gray">
                <a:xfrm>
                  <a:off x="1944926" y="2853415"/>
                  <a:ext cx="439838" cy="856526"/>
                </a:xfrm>
                <a:custGeom>
                  <a:avLst/>
                  <a:gdLst>
                    <a:gd name="connsiteX0" fmla="*/ 37618 w 408007"/>
                    <a:gd name="connsiteY0" fmla="*/ 14468 h 856526"/>
                    <a:gd name="connsiteX1" fmla="*/ 112853 w 408007"/>
                    <a:gd name="connsiteY1" fmla="*/ 0 h 856526"/>
                    <a:gd name="connsiteX2" fmla="*/ 205450 w 408007"/>
                    <a:gd name="connsiteY2" fmla="*/ 2894 h 856526"/>
                    <a:gd name="connsiteX3" fmla="*/ 318304 w 408007"/>
                    <a:gd name="connsiteY3" fmla="*/ 8681 h 856526"/>
                    <a:gd name="connsiteX4" fmla="*/ 367496 w 408007"/>
                    <a:gd name="connsiteY4" fmla="*/ 17362 h 856526"/>
                    <a:gd name="connsiteX5" fmla="*/ 387752 w 408007"/>
                    <a:gd name="connsiteY5" fmla="*/ 89704 h 856526"/>
                    <a:gd name="connsiteX6" fmla="*/ 402220 w 408007"/>
                    <a:gd name="connsiteY6" fmla="*/ 159152 h 856526"/>
                    <a:gd name="connsiteX7" fmla="*/ 402220 w 408007"/>
                    <a:gd name="connsiteY7" fmla="*/ 254643 h 856526"/>
                    <a:gd name="connsiteX8" fmla="*/ 408007 w 408007"/>
                    <a:gd name="connsiteY8" fmla="*/ 324091 h 856526"/>
                    <a:gd name="connsiteX9" fmla="*/ 390645 w 408007"/>
                    <a:gd name="connsiteY9" fmla="*/ 416689 h 856526"/>
                    <a:gd name="connsiteX10" fmla="*/ 387752 w 408007"/>
                    <a:gd name="connsiteY10" fmla="*/ 483243 h 856526"/>
                    <a:gd name="connsiteX11" fmla="*/ 364602 w 408007"/>
                    <a:gd name="connsiteY11" fmla="*/ 601883 h 856526"/>
                    <a:gd name="connsiteX12" fmla="*/ 300942 w 408007"/>
                    <a:gd name="connsiteY12" fmla="*/ 726311 h 856526"/>
                    <a:gd name="connsiteX13" fmla="*/ 266218 w 408007"/>
                    <a:gd name="connsiteY13" fmla="*/ 795759 h 856526"/>
                    <a:gd name="connsiteX14" fmla="*/ 199663 w 408007"/>
                    <a:gd name="connsiteY14" fmla="*/ 856526 h 856526"/>
                    <a:gd name="connsiteX15" fmla="*/ 141790 w 408007"/>
                    <a:gd name="connsiteY15" fmla="*/ 798653 h 856526"/>
                    <a:gd name="connsiteX16" fmla="*/ 98385 w 408007"/>
                    <a:gd name="connsiteY16" fmla="*/ 720524 h 856526"/>
                    <a:gd name="connsiteX17" fmla="*/ 66554 w 408007"/>
                    <a:gd name="connsiteY17" fmla="*/ 613458 h 856526"/>
                    <a:gd name="connsiteX18" fmla="*/ 20255 w 408007"/>
                    <a:gd name="connsiteY18" fmla="*/ 529542 h 856526"/>
                    <a:gd name="connsiteX19" fmla="*/ 0 w 408007"/>
                    <a:gd name="connsiteY19" fmla="*/ 413795 h 856526"/>
                    <a:gd name="connsiteX20" fmla="*/ 0 w 408007"/>
                    <a:gd name="connsiteY20" fmla="*/ 303835 h 856526"/>
                    <a:gd name="connsiteX21" fmla="*/ 5787 w 408007"/>
                    <a:gd name="connsiteY21" fmla="*/ 202557 h 856526"/>
                    <a:gd name="connsiteX22" fmla="*/ 31830 w 408007"/>
                    <a:gd name="connsiteY22" fmla="*/ 112853 h 856526"/>
                    <a:gd name="connsiteX23" fmla="*/ 37618 w 408007"/>
                    <a:gd name="connsiteY23" fmla="*/ 14468 h 856526"/>
                    <a:gd name="connsiteX0" fmla="*/ 46299 w 416688"/>
                    <a:gd name="connsiteY0" fmla="*/ 14468 h 856526"/>
                    <a:gd name="connsiteX1" fmla="*/ 121534 w 416688"/>
                    <a:gd name="connsiteY1" fmla="*/ 0 h 856526"/>
                    <a:gd name="connsiteX2" fmla="*/ 214131 w 416688"/>
                    <a:gd name="connsiteY2" fmla="*/ 2894 h 856526"/>
                    <a:gd name="connsiteX3" fmla="*/ 326985 w 416688"/>
                    <a:gd name="connsiteY3" fmla="*/ 8681 h 856526"/>
                    <a:gd name="connsiteX4" fmla="*/ 376177 w 416688"/>
                    <a:gd name="connsiteY4" fmla="*/ 17362 h 856526"/>
                    <a:gd name="connsiteX5" fmla="*/ 396433 w 416688"/>
                    <a:gd name="connsiteY5" fmla="*/ 89704 h 856526"/>
                    <a:gd name="connsiteX6" fmla="*/ 410901 w 416688"/>
                    <a:gd name="connsiteY6" fmla="*/ 159152 h 856526"/>
                    <a:gd name="connsiteX7" fmla="*/ 410901 w 416688"/>
                    <a:gd name="connsiteY7" fmla="*/ 254643 h 856526"/>
                    <a:gd name="connsiteX8" fmla="*/ 416688 w 416688"/>
                    <a:gd name="connsiteY8" fmla="*/ 324091 h 856526"/>
                    <a:gd name="connsiteX9" fmla="*/ 399326 w 416688"/>
                    <a:gd name="connsiteY9" fmla="*/ 416689 h 856526"/>
                    <a:gd name="connsiteX10" fmla="*/ 396433 w 416688"/>
                    <a:gd name="connsiteY10" fmla="*/ 483243 h 856526"/>
                    <a:gd name="connsiteX11" fmla="*/ 373283 w 416688"/>
                    <a:gd name="connsiteY11" fmla="*/ 601883 h 856526"/>
                    <a:gd name="connsiteX12" fmla="*/ 309623 w 416688"/>
                    <a:gd name="connsiteY12" fmla="*/ 726311 h 856526"/>
                    <a:gd name="connsiteX13" fmla="*/ 274899 w 416688"/>
                    <a:gd name="connsiteY13" fmla="*/ 795759 h 856526"/>
                    <a:gd name="connsiteX14" fmla="*/ 208344 w 416688"/>
                    <a:gd name="connsiteY14" fmla="*/ 856526 h 856526"/>
                    <a:gd name="connsiteX15" fmla="*/ 150471 w 416688"/>
                    <a:gd name="connsiteY15" fmla="*/ 798653 h 856526"/>
                    <a:gd name="connsiteX16" fmla="*/ 107066 w 416688"/>
                    <a:gd name="connsiteY16" fmla="*/ 720524 h 856526"/>
                    <a:gd name="connsiteX17" fmla="*/ 75235 w 416688"/>
                    <a:gd name="connsiteY17" fmla="*/ 613458 h 856526"/>
                    <a:gd name="connsiteX18" fmla="*/ 28936 w 416688"/>
                    <a:gd name="connsiteY18" fmla="*/ 529542 h 856526"/>
                    <a:gd name="connsiteX19" fmla="*/ 8681 w 416688"/>
                    <a:gd name="connsiteY19" fmla="*/ 413795 h 856526"/>
                    <a:gd name="connsiteX20" fmla="*/ 8681 w 416688"/>
                    <a:gd name="connsiteY20" fmla="*/ 303835 h 856526"/>
                    <a:gd name="connsiteX21" fmla="*/ 14468 w 416688"/>
                    <a:gd name="connsiteY21" fmla="*/ 202557 h 856526"/>
                    <a:gd name="connsiteX22" fmla="*/ 0 w 416688"/>
                    <a:gd name="connsiteY22" fmla="*/ 112853 h 856526"/>
                    <a:gd name="connsiteX23" fmla="*/ 46299 w 41668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31831 w 439838"/>
                    <a:gd name="connsiteY19" fmla="*/ 413795 h 856526"/>
                    <a:gd name="connsiteX20" fmla="*/ 31831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31831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14469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72341 w 439838"/>
                    <a:gd name="connsiteY17" fmla="*/ 613458 h 856526"/>
                    <a:gd name="connsiteX18" fmla="*/ 52086 w 439838"/>
                    <a:gd name="connsiteY18" fmla="*/ 529542 h 856526"/>
                    <a:gd name="connsiteX19" fmla="*/ 14469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838" h="856526">
                      <a:moveTo>
                        <a:pt x="69449" y="14468"/>
                      </a:moveTo>
                      <a:lnTo>
                        <a:pt x="144684" y="0"/>
                      </a:lnTo>
                      <a:lnTo>
                        <a:pt x="237281" y="2894"/>
                      </a:lnTo>
                      <a:lnTo>
                        <a:pt x="350135" y="8681"/>
                      </a:lnTo>
                      <a:lnTo>
                        <a:pt x="399327" y="17362"/>
                      </a:lnTo>
                      <a:lnTo>
                        <a:pt x="419583" y="89704"/>
                      </a:lnTo>
                      <a:lnTo>
                        <a:pt x="434051" y="159152"/>
                      </a:lnTo>
                      <a:lnTo>
                        <a:pt x="434051" y="254643"/>
                      </a:lnTo>
                      <a:lnTo>
                        <a:pt x="439838" y="324091"/>
                      </a:lnTo>
                      <a:lnTo>
                        <a:pt x="422476" y="416689"/>
                      </a:lnTo>
                      <a:lnTo>
                        <a:pt x="419583" y="483243"/>
                      </a:lnTo>
                      <a:lnTo>
                        <a:pt x="396433" y="601883"/>
                      </a:lnTo>
                      <a:lnTo>
                        <a:pt x="332773" y="726311"/>
                      </a:lnTo>
                      <a:lnTo>
                        <a:pt x="298049" y="795759"/>
                      </a:lnTo>
                      <a:lnTo>
                        <a:pt x="231494" y="856526"/>
                      </a:lnTo>
                      <a:lnTo>
                        <a:pt x="173621" y="798653"/>
                      </a:lnTo>
                      <a:lnTo>
                        <a:pt x="130216" y="720524"/>
                      </a:lnTo>
                      <a:lnTo>
                        <a:pt x="72341" y="613458"/>
                      </a:lnTo>
                      <a:lnTo>
                        <a:pt x="52086" y="529542"/>
                      </a:lnTo>
                      <a:lnTo>
                        <a:pt x="14469" y="413795"/>
                      </a:lnTo>
                      <a:lnTo>
                        <a:pt x="5788" y="303835"/>
                      </a:lnTo>
                      <a:lnTo>
                        <a:pt x="0" y="202557"/>
                      </a:lnTo>
                      <a:lnTo>
                        <a:pt x="23150" y="112853"/>
                      </a:lnTo>
                      <a:lnTo>
                        <a:pt x="69449" y="14468"/>
                      </a:lnTo>
                      <a:close/>
                    </a:path>
                  </a:pathLst>
                </a:custGeom>
                <a:solidFill>
                  <a:srgbClr val="FEFEFE"/>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0" name="Freeform: Shape 109">
                  <a:extLst>
                    <a:ext uri="{FF2B5EF4-FFF2-40B4-BE49-F238E27FC236}">
                      <a16:creationId xmlns:a16="http://schemas.microsoft.com/office/drawing/2014/main" id="{8AEC5F69-EBBB-C452-0B8D-FCC3AD3B5135}"/>
                    </a:ext>
                  </a:extLst>
                </p:cNvPr>
                <p:cNvSpPr/>
                <p:nvPr/>
              </p:nvSpPr>
              <p:spPr bwMode="gray">
                <a:xfrm rot="10800000">
                  <a:off x="1970179" y="2580697"/>
                  <a:ext cx="439838" cy="856526"/>
                </a:xfrm>
                <a:custGeom>
                  <a:avLst/>
                  <a:gdLst>
                    <a:gd name="connsiteX0" fmla="*/ 37618 w 408007"/>
                    <a:gd name="connsiteY0" fmla="*/ 14468 h 856526"/>
                    <a:gd name="connsiteX1" fmla="*/ 112853 w 408007"/>
                    <a:gd name="connsiteY1" fmla="*/ 0 h 856526"/>
                    <a:gd name="connsiteX2" fmla="*/ 205450 w 408007"/>
                    <a:gd name="connsiteY2" fmla="*/ 2894 h 856526"/>
                    <a:gd name="connsiteX3" fmla="*/ 318304 w 408007"/>
                    <a:gd name="connsiteY3" fmla="*/ 8681 h 856526"/>
                    <a:gd name="connsiteX4" fmla="*/ 367496 w 408007"/>
                    <a:gd name="connsiteY4" fmla="*/ 17362 h 856526"/>
                    <a:gd name="connsiteX5" fmla="*/ 387752 w 408007"/>
                    <a:gd name="connsiteY5" fmla="*/ 89704 h 856526"/>
                    <a:gd name="connsiteX6" fmla="*/ 402220 w 408007"/>
                    <a:gd name="connsiteY6" fmla="*/ 159152 h 856526"/>
                    <a:gd name="connsiteX7" fmla="*/ 402220 w 408007"/>
                    <a:gd name="connsiteY7" fmla="*/ 254643 h 856526"/>
                    <a:gd name="connsiteX8" fmla="*/ 408007 w 408007"/>
                    <a:gd name="connsiteY8" fmla="*/ 324091 h 856526"/>
                    <a:gd name="connsiteX9" fmla="*/ 390645 w 408007"/>
                    <a:gd name="connsiteY9" fmla="*/ 416689 h 856526"/>
                    <a:gd name="connsiteX10" fmla="*/ 387752 w 408007"/>
                    <a:gd name="connsiteY10" fmla="*/ 483243 h 856526"/>
                    <a:gd name="connsiteX11" fmla="*/ 364602 w 408007"/>
                    <a:gd name="connsiteY11" fmla="*/ 601883 h 856526"/>
                    <a:gd name="connsiteX12" fmla="*/ 300942 w 408007"/>
                    <a:gd name="connsiteY12" fmla="*/ 726311 h 856526"/>
                    <a:gd name="connsiteX13" fmla="*/ 266218 w 408007"/>
                    <a:gd name="connsiteY13" fmla="*/ 795759 h 856526"/>
                    <a:gd name="connsiteX14" fmla="*/ 199663 w 408007"/>
                    <a:gd name="connsiteY14" fmla="*/ 856526 h 856526"/>
                    <a:gd name="connsiteX15" fmla="*/ 141790 w 408007"/>
                    <a:gd name="connsiteY15" fmla="*/ 798653 h 856526"/>
                    <a:gd name="connsiteX16" fmla="*/ 98385 w 408007"/>
                    <a:gd name="connsiteY16" fmla="*/ 720524 h 856526"/>
                    <a:gd name="connsiteX17" fmla="*/ 66554 w 408007"/>
                    <a:gd name="connsiteY17" fmla="*/ 613458 h 856526"/>
                    <a:gd name="connsiteX18" fmla="*/ 20255 w 408007"/>
                    <a:gd name="connsiteY18" fmla="*/ 529542 h 856526"/>
                    <a:gd name="connsiteX19" fmla="*/ 0 w 408007"/>
                    <a:gd name="connsiteY19" fmla="*/ 413795 h 856526"/>
                    <a:gd name="connsiteX20" fmla="*/ 0 w 408007"/>
                    <a:gd name="connsiteY20" fmla="*/ 303835 h 856526"/>
                    <a:gd name="connsiteX21" fmla="*/ 5787 w 408007"/>
                    <a:gd name="connsiteY21" fmla="*/ 202557 h 856526"/>
                    <a:gd name="connsiteX22" fmla="*/ 31830 w 408007"/>
                    <a:gd name="connsiteY22" fmla="*/ 112853 h 856526"/>
                    <a:gd name="connsiteX23" fmla="*/ 37618 w 408007"/>
                    <a:gd name="connsiteY23" fmla="*/ 14468 h 856526"/>
                    <a:gd name="connsiteX0" fmla="*/ 46299 w 416688"/>
                    <a:gd name="connsiteY0" fmla="*/ 14468 h 856526"/>
                    <a:gd name="connsiteX1" fmla="*/ 121534 w 416688"/>
                    <a:gd name="connsiteY1" fmla="*/ 0 h 856526"/>
                    <a:gd name="connsiteX2" fmla="*/ 214131 w 416688"/>
                    <a:gd name="connsiteY2" fmla="*/ 2894 h 856526"/>
                    <a:gd name="connsiteX3" fmla="*/ 326985 w 416688"/>
                    <a:gd name="connsiteY3" fmla="*/ 8681 h 856526"/>
                    <a:gd name="connsiteX4" fmla="*/ 376177 w 416688"/>
                    <a:gd name="connsiteY4" fmla="*/ 17362 h 856526"/>
                    <a:gd name="connsiteX5" fmla="*/ 396433 w 416688"/>
                    <a:gd name="connsiteY5" fmla="*/ 89704 h 856526"/>
                    <a:gd name="connsiteX6" fmla="*/ 410901 w 416688"/>
                    <a:gd name="connsiteY6" fmla="*/ 159152 h 856526"/>
                    <a:gd name="connsiteX7" fmla="*/ 410901 w 416688"/>
                    <a:gd name="connsiteY7" fmla="*/ 254643 h 856526"/>
                    <a:gd name="connsiteX8" fmla="*/ 416688 w 416688"/>
                    <a:gd name="connsiteY8" fmla="*/ 324091 h 856526"/>
                    <a:gd name="connsiteX9" fmla="*/ 399326 w 416688"/>
                    <a:gd name="connsiteY9" fmla="*/ 416689 h 856526"/>
                    <a:gd name="connsiteX10" fmla="*/ 396433 w 416688"/>
                    <a:gd name="connsiteY10" fmla="*/ 483243 h 856526"/>
                    <a:gd name="connsiteX11" fmla="*/ 373283 w 416688"/>
                    <a:gd name="connsiteY11" fmla="*/ 601883 h 856526"/>
                    <a:gd name="connsiteX12" fmla="*/ 309623 w 416688"/>
                    <a:gd name="connsiteY12" fmla="*/ 726311 h 856526"/>
                    <a:gd name="connsiteX13" fmla="*/ 274899 w 416688"/>
                    <a:gd name="connsiteY13" fmla="*/ 795759 h 856526"/>
                    <a:gd name="connsiteX14" fmla="*/ 208344 w 416688"/>
                    <a:gd name="connsiteY14" fmla="*/ 856526 h 856526"/>
                    <a:gd name="connsiteX15" fmla="*/ 150471 w 416688"/>
                    <a:gd name="connsiteY15" fmla="*/ 798653 h 856526"/>
                    <a:gd name="connsiteX16" fmla="*/ 107066 w 416688"/>
                    <a:gd name="connsiteY16" fmla="*/ 720524 h 856526"/>
                    <a:gd name="connsiteX17" fmla="*/ 75235 w 416688"/>
                    <a:gd name="connsiteY17" fmla="*/ 613458 h 856526"/>
                    <a:gd name="connsiteX18" fmla="*/ 28936 w 416688"/>
                    <a:gd name="connsiteY18" fmla="*/ 529542 h 856526"/>
                    <a:gd name="connsiteX19" fmla="*/ 8681 w 416688"/>
                    <a:gd name="connsiteY19" fmla="*/ 413795 h 856526"/>
                    <a:gd name="connsiteX20" fmla="*/ 8681 w 416688"/>
                    <a:gd name="connsiteY20" fmla="*/ 303835 h 856526"/>
                    <a:gd name="connsiteX21" fmla="*/ 14468 w 416688"/>
                    <a:gd name="connsiteY21" fmla="*/ 202557 h 856526"/>
                    <a:gd name="connsiteX22" fmla="*/ 0 w 416688"/>
                    <a:gd name="connsiteY22" fmla="*/ 112853 h 856526"/>
                    <a:gd name="connsiteX23" fmla="*/ 46299 w 41668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31831 w 439838"/>
                    <a:gd name="connsiteY19" fmla="*/ 413795 h 856526"/>
                    <a:gd name="connsiteX20" fmla="*/ 31831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31831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98385 w 439838"/>
                    <a:gd name="connsiteY17" fmla="*/ 613458 h 856526"/>
                    <a:gd name="connsiteX18" fmla="*/ 52086 w 439838"/>
                    <a:gd name="connsiteY18" fmla="*/ 529542 h 856526"/>
                    <a:gd name="connsiteX19" fmla="*/ 14469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 name="connsiteX0" fmla="*/ 69449 w 439838"/>
                    <a:gd name="connsiteY0" fmla="*/ 14468 h 856526"/>
                    <a:gd name="connsiteX1" fmla="*/ 144684 w 439838"/>
                    <a:gd name="connsiteY1" fmla="*/ 0 h 856526"/>
                    <a:gd name="connsiteX2" fmla="*/ 237281 w 439838"/>
                    <a:gd name="connsiteY2" fmla="*/ 2894 h 856526"/>
                    <a:gd name="connsiteX3" fmla="*/ 350135 w 439838"/>
                    <a:gd name="connsiteY3" fmla="*/ 8681 h 856526"/>
                    <a:gd name="connsiteX4" fmla="*/ 399327 w 439838"/>
                    <a:gd name="connsiteY4" fmla="*/ 17362 h 856526"/>
                    <a:gd name="connsiteX5" fmla="*/ 419583 w 439838"/>
                    <a:gd name="connsiteY5" fmla="*/ 89704 h 856526"/>
                    <a:gd name="connsiteX6" fmla="*/ 434051 w 439838"/>
                    <a:gd name="connsiteY6" fmla="*/ 159152 h 856526"/>
                    <a:gd name="connsiteX7" fmla="*/ 434051 w 439838"/>
                    <a:gd name="connsiteY7" fmla="*/ 254643 h 856526"/>
                    <a:gd name="connsiteX8" fmla="*/ 439838 w 439838"/>
                    <a:gd name="connsiteY8" fmla="*/ 324091 h 856526"/>
                    <a:gd name="connsiteX9" fmla="*/ 422476 w 439838"/>
                    <a:gd name="connsiteY9" fmla="*/ 416689 h 856526"/>
                    <a:gd name="connsiteX10" fmla="*/ 419583 w 439838"/>
                    <a:gd name="connsiteY10" fmla="*/ 483243 h 856526"/>
                    <a:gd name="connsiteX11" fmla="*/ 396433 w 439838"/>
                    <a:gd name="connsiteY11" fmla="*/ 601883 h 856526"/>
                    <a:gd name="connsiteX12" fmla="*/ 332773 w 439838"/>
                    <a:gd name="connsiteY12" fmla="*/ 726311 h 856526"/>
                    <a:gd name="connsiteX13" fmla="*/ 298049 w 439838"/>
                    <a:gd name="connsiteY13" fmla="*/ 795759 h 856526"/>
                    <a:gd name="connsiteX14" fmla="*/ 231494 w 439838"/>
                    <a:gd name="connsiteY14" fmla="*/ 856526 h 856526"/>
                    <a:gd name="connsiteX15" fmla="*/ 173621 w 439838"/>
                    <a:gd name="connsiteY15" fmla="*/ 798653 h 856526"/>
                    <a:gd name="connsiteX16" fmla="*/ 130216 w 439838"/>
                    <a:gd name="connsiteY16" fmla="*/ 720524 h 856526"/>
                    <a:gd name="connsiteX17" fmla="*/ 72341 w 439838"/>
                    <a:gd name="connsiteY17" fmla="*/ 613458 h 856526"/>
                    <a:gd name="connsiteX18" fmla="*/ 52086 w 439838"/>
                    <a:gd name="connsiteY18" fmla="*/ 529542 h 856526"/>
                    <a:gd name="connsiteX19" fmla="*/ 14469 w 439838"/>
                    <a:gd name="connsiteY19" fmla="*/ 413795 h 856526"/>
                    <a:gd name="connsiteX20" fmla="*/ 5788 w 439838"/>
                    <a:gd name="connsiteY20" fmla="*/ 303835 h 856526"/>
                    <a:gd name="connsiteX21" fmla="*/ 0 w 439838"/>
                    <a:gd name="connsiteY21" fmla="*/ 202557 h 856526"/>
                    <a:gd name="connsiteX22" fmla="*/ 23150 w 439838"/>
                    <a:gd name="connsiteY22" fmla="*/ 112853 h 856526"/>
                    <a:gd name="connsiteX23" fmla="*/ 69449 w 439838"/>
                    <a:gd name="connsiteY23" fmla="*/ 14468 h 85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838" h="856526">
                      <a:moveTo>
                        <a:pt x="69449" y="14468"/>
                      </a:moveTo>
                      <a:lnTo>
                        <a:pt x="144684" y="0"/>
                      </a:lnTo>
                      <a:lnTo>
                        <a:pt x="237281" y="2894"/>
                      </a:lnTo>
                      <a:lnTo>
                        <a:pt x="350135" y="8681"/>
                      </a:lnTo>
                      <a:lnTo>
                        <a:pt x="399327" y="17362"/>
                      </a:lnTo>
                      <a:lnTo>
                        <a:pt x="419583" y="89704"/>
                      </a:lnTo>
                      <a:lnTo>
                        <a:pt x="434051" y="159152"/>
                      </a:lnTo>
                      <a:lnTo>
                        <a:pt x="434051" y="254643"/>
                      </a:lnTo>
                      <a:lnTo>
                        <a:pt x="439838" y="324091"/>
                      </a:lnTo>
                      <a:lnTo>
                        <a:pt x="422476" y="416689"/>
                      </a:lnTo>
                      <a:lnTo>
                        <a:pt x="419583" y="483243"/>
                      </a:lnTo>
                      <a:lnTo>
                        <a:pt x="396433" y="601883"/>
                      </a:lnTo>
                      <a:lnTo>
                        <a:pt x="332773" y="726311"/>
                      </a:lnTo>
                      <a:lnTo>
                        <a:pt x="298049" y="795759"/>
                      </a:lnTo>
                      <a:lnTo>
                        <a:pt x="231494" y="856526"/>
                      </a:lnTo>
                      <a:lnTo>
                        <a:pt x="173621" y="798653"/>
                      </a:lnTo>
                      <a:lnTo>
                        <a:pt x="130216" y="720524"/>
                      </a:lnTo>
                      <a:lnTo>
                        <a:pt x="72341" y="613458"/>
                      </a:lnTo>
                      <a:lnTo>
                        <a:pt x="52086" y="529542"/>
                      </a:lnTo>
                      <a:lnTo>
                        <a:pt x="14469" y="413795"/>
                      </a:lnTo>
                      <a:lnTo>
                        <a:pt x="5788" y="303835"/>
                      </a:lnTo>
                      <a:lnTo>
                        <a:pt x="0" y="202557"/>
                      </a:lnTo>
                      <a:lnTo>
                        <a:pt x="23150" y="112853"/>
                      </a:lnTo>
                      <a:lnTo>
                        <a:pt x="69449" y="14468"/>
                      </a:lnTo>
                      <a:close/>
                    </a:path>
                  </a:pathLst>
                </a:custGeom>
                <a:solidFill>
                  <a:srgbClr val="FEFEFE"/>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1" name="Text Placeholder 5">
                  <a:extLst>
                    <a:ext uri="{FF2B5EF4-FFF2-40B4-BE49-F238E27FC236}">
                      <a16:creationId xmlns:a16="http://schemas.microsoft.com/office/drawing/2014/main" id="{31B4F685-50F6-8601-1ADD-3CF912204C40}"/>
                    </a:ext>
                  </a:extLst>
                </p:cNvPr>
                <p:cNvSpPr txBox="1">
                  <a:spLocks/>
                </p:cNvSpPr>
                <p:nvPr/>
              </p:nvSpPr>
              <p:spPr>
                <a:xfrm>
                  <a:off x="765526" y="3017293"/>
                  <a:ext cx="1053979" cy="396159"/>
                </a:xfrm>
                <a:prstGeom prst="rect">
                  <a:avLst/>
                </a:prstGeom>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100" b="0"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External Partner Data </a:t>
                  </a:r>
                </a:p>
              </p:txBody>
            </p:sp>
          </p:grpSp>
        </p:grpSp>
        <p:grpSp>
          <p:nvGrpSpPr>
            <p:cNvPr id="16" name="Group 15">
              <a:extLst>
                <a:ext uri="{FF2B5EF4-FFF2-40B4-BE49-F238E27FC236}">
                  <a16:creationId xmlns:a16="http://schemas.microsoft.com/office/drawing/2014/main" id="{908AE7E8-36C7-1F96-C626-34B6D6158014}"/>
                </a:ext>
              </a:extLst>
            </p:cNvPr>
            <p:cNvGrpSpPr/>
            <p:nvPr/>
          </p:nvGrpSpPr>
          <p:grpSpPr>
            <a:xfrm>
              <a:off x="781799" y="3929214"/>
              <a:ext cx="2522300" cy="976679"/>
              <a:chOff x="1600820" y="4155011"/>
              <a:chExt cx="2522300" cy="976679"/>
            </a:xfrm>
          </p:grpSpPr>
          <p:grpSp>
            <p:nvGrpSpPr>
              <p:cNvPr id="92" name="Group 91">
                <a:extLst>
                  <a:ext uri="{FF2B5EF4-FFF2-40B4-BE49-F238E27FC236}">
                    <a16:creationId xmlns:a16="http://schemas.microsoft.com/office/drawing/2014/main" id="{85C2BA3E-BFF3-BDBE-601E-6642709A3311}"/>
                  </a:ext>
                </a:extLst>
              </p:cNvPr>
              <p:cNvGrpSpPr/>
              <p:nvPr/>
            </p:nvGrpSpPr>
            <p:grpSpPr>
              <a:xfrm>
                <a:off x="1681198" y="4155011"/>
                <a:ext cx="1810211" cy="660730"/>
                <a:chOff x="1338658" y="1366567"/>
                <a:chExt cx="1810211" cy="660730"/>
              </a:xfrm>
            </p:grpSpPr>
            <p:grpSp>
              <p:nvGrpSpPr>
                <p:cNvPr id="95" name="Group 94">
                  <a:extLst>
                    <a:ext uri="{FF2B5EF4-FFF2-40B4-BE49-F238E27FC236}">
                      <a16:creationId xmlns:a16="http://schemas.microsoft.com/office/drawing/2014/main" id="{8239E6CF-18CA-5A62-3364-4BD4998B2759}"/>
                    </a:ext>
                  </a:extLst>
                </p:cNvPr>
                <p:cNvGrpSpPr/>
                <p:nvPr/>
              </p:nvGrpSpPr>
              <p:grpSpPr>
                <a:xfrm>
                  <a:off x="2115828" y="1366567"/>
                  <a:ext cx="1033041" cy="644503"/>
                  <a:chOff x="2415746" y="1364964"/>
                  <a:chExt cx="1033041" cy="644503"/>
                </a:xfrm>
              </p:grpSpPr>
              <p:pic>
                <p:nvPicPr>
                  <p:cNvPr id="99" name="Graphic 98" descr="Database with solid fill">
                    <a:extLst>
                      <a:ext uri="{FF2B5EF4-FFF2-40B4-BE49-F238E27FC236}">
                        <a16:creationId xmlns:a16="http://schemas.microsoft.com/office/drawing/2014/main" id="{4063ACED-D4B3-1724-B4E4-BB059003C7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15746" y="1368257"/>
                    <a:ext cx="641210" cy="641210"/>
                  </a:xfrm>
                  <a:prstGeom prst="rect">
                    <a:avLst/>
                  </a:prstGeom>
                </p:spPr>
              </p:pic>
              <p:pic>
                <p:nvPicPr>
                  <p:cNvPr id="100" name="Graphic 99" descr="Database with solid fill">
                    <a:extLst>
                      <a:ext uri="{FF2B5EF4-FFF2-40B4-BE49-F238E27FC236}">
                        <a16:creationId xmlns:a16="http://schemas.microsoft.com/office/drawing/2014/main" id="{1456BB2B-C855-43E3-4717-18DE15B06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7577" y="1364964"/>
                    <a:ext cx="641210" cy="641210"/>
                  </a:xfrm>
                  <a:prstGeom prst="rect">
                    <a:avLst/>
                  </a:prstGeom>
                </p:spPr>
              </p:pic>
            </p:grpSp>
            <p:grpSp>
              <p:nvGrpSpPr>
                <p:cNvPr id="96" name="Group 95">
                  <a:extLst>
                    <a:ext uri="{FF2B5EF4-FFF2-40B4-BE49-F238E27FC236}">
                      <a16:creationId xmlns:a16="http://schemas.microsoft.com/office/drawing/2014/main" id="{6341AA46-3F29-471A-C136-989BD4A6A043}"/>
                    </a:ext>
                  </a:extLst>
                </p:cNvPr>
                <p:cNvGrpSpPr/>
                <p:nvPr/>
              </p:nvGrpSpPr>
              <p:grpSpPr>
                <a:xfrm>
                  <a:off x="1338658" y="1381822"/>
                  <a:ext cx="1034134" cy="645475"/>
                  <a:chOff x="2379663" y="1436182"/>
                  <a:chExt cx="1034134" cy="645475"/>
                </a:xfrm>
              </p:grpSpPr>
              <p:pic>
                <p:nvPicPr>
                  <p:cNvPr id="97" name="Graphic 96" descr="Database with solid fill">
                    <a:extLst>
                      <a:ext uri="{FF2B5EF4-FFF2-40B4-BE49-F238E27FC236}">
                        <a16:creationId xmlns:a16="http://schemas.microsoft.com/office/drawing/2014/main" id="{29ED1F1C-DAB9-2BF2-9065-8EEE298E0C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79663" y="1440447"/>
                    <a:ext cx="641210" cy="641210"/>
                  </a:xfrm>
                  <a:prstGeom prst="rect">
                    <a:avLst/>
                  </a:prstGeom>
                </p:spPr>
              </p:pic>
              <p:pic>
                <p:nvPicPr>
                  <p:cNvPr id="98" name="Graphic 97" descr="Database with solid fill">
                    <a:extLst>
                      <a:ext uri="{FF2B5EF4-FFF2-40B4-BE49-F238E27FC236}">
                        <a16:creationId xmlns:a16="http://schemas.microsoft.com/office/drawing/2014/main" id="{5AE21DDE-BAA8-712E-87D1-0AB0763353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2587" y="1436182"/>
                    <a:ext cx="641210" cy="641210"/>
                  </a:xfrm>
                  <a:prstGeom prst="rect">
                    <a:avLst/>
                  </a:prstGeom>
                </p:spPr>
              </p:pic>
            </p:grpSp>
          </p:grpSp>
          <p:sp>
            <p:nvSpPr>
              <p:cNvPr id="93" name="Text Placeholder 5">
                <a:extLst>
                  <a:ext uri="{FF2B5EF4-FFF2-40B4-BE49-F238E27FC236}">
                    <a16:creationId xmlns:a16="http://schemas.microsoft.com/office/drawing/2014/main" id="{5FCC7E63-50E4-C5CB-8CC5-5709B6B366CC}"/>
                  </a:ext>
                </a:extLst>
              </p:cNvPr>
              <p:cNvSpPr txBox="1">
                <a:spLocks/>
              </p:cNvSpPr>
              <p:nvPr/>
            </p:nvSpPr>
            <p:spPr>
              <a:xfrm>
                <a:off x="1600820" y="4681431"/>
                <a:ext cx="1989637" cy="396159"/>
              </a:xfrm>
              <a:prstGeom prst="roundRect">
                <a:avLst>
                  <a:gd name="adj" fmla="val 50000"/>
                </a:avLst>
              </a:prstGeom>
              <a:solidFill>
                <a:sysClr val="window" lastClr="FFFFFF"/>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100" b="1"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Operational Medicine Systems</a:t>
                </a:r>
              </a:p>
            </p:txBody>
          </p:sp>
          <p:pic>
            <p:nvPicPr>
              <p:cNvPr id="94" name="Graphic 93" descr="Line arrow: Slight curve outline">
                <a:extLst>
                  <a:ext uri="{FF2B5EF4-FFF2-40B4-BE49-F238E27FC236}">
                    <a16:creationId xmlns:a16="http://schemas.microsoft.com/office/drawing/2014/main" id="{DDD01058-B1B4-2444-3E1C-16EE16BC07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0297882">
                <a:off x="3629237" y="4637807"/>
                <a:ext cx="493883" cy="493883"/>
              </a:xfrm>
              <a:prstGeom prst="rect">
                <a:avLst/>
              </a:prstGeom>
            </p:spPr>
          </p:pic>
        </p:grpSp>
        <p:grpSp>
          <p:nvGrpSpPr>
            <p:cNvPr id="17" name="Group 16">
              <a:extLst>
                <a:ext uri="{FF2B5EF4-FFF2-40B4-BE49-F238E27FC236}">
                  <a16:creationId xmlns:a16="http://schemas.microsoft.com/office/drawing/2014/main" id="{45A98F56-5B94-B3D3-4EFE-579E5ED82E73}"/>
                </a:ext>
              </a:extLst>
            </p:cNvPr>
            <p:cNvGrpSpPr/>
            <p:nvPr/>
          </p:nvGrpSpPr>
          <p:grpSpPr>
            <a:xfrm>
              <a:off x="1381959" y="1504776"/>
              <a:ext cx="2522300" cy="936425"/>
              <a:chOff x="1744689" y="4571658"/>
              <a:chExt cx="2522300" cy="936425"/>
            </a:xfrm>
          </p:grpSpPr>
          <p:pic>
            <p:nvPicPr>
              <p:cNvPr id="85" name="Graphic 84" descr="Line arrow: Slight curve outline">
                <a:extLst>
                  <a:ext uri="{FF2B5EF4-FFF2-40B4-BE49-F238E27FC236}">
                    <a16:creationId xmlns:a16="http://schemas.microsoft.com/office/drawing/2014/main" id="{A3A47BE6-A48A-70B4-33EF-225BCA2D4C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302118" flipV="1">
                <a:off x="3773106" y="5014200"/>
                <a:ext cx="493883" cy="493883"/>
              </a:xfrm>
              <a:prstGeom prst="rect">
                <a:avLst/>
              </a:prstGeom>
            </p:spPr>
          </p:pic>
          <p:grpSp>
            <p:nvGrpSpPr>
              <p:cNvPr id="86" name="Group 85">
                <a:extLst>
                  <a:ext uri="{FF2B5EF4-FFF2-40B4-BE49-F238E27FC236}">
                    <a16:creationId xmlns:a16="http://schemas.microsoft.com/office/drawing/2014/main" id="{61587F6A-D2B2-9C9A-EF3C-B2E2884D087B}"/>
                  </a:ext>
                </a:extLst>
              </p:cNvPr>
              <p:cNvGrpSpPr/>
              <p:nvPr/>
            </p:nvGrpSpPr>
            <p:grpSpPr>
              <a:xfrm>
                <a:off x="1827574" y="4571658"/>
                <a:ext cx="1781449" cy="650946"/>
                <a:chOff x="1827574" y="4571658"/>
                <a:chExt cx="1781449" cy="650946"/>
              </a:xfrm>
            </p:grpSpPr>
            <p:pic>
              <p:nvPicPr>
                <p:cNvPr id="88" name="Graphic 87" descr="Database outline">
                  <a:extLst>
                    <a:ext uri="{FF2B5EF4-FFF2-40B4-BE49-F238E27FC236}">
                      <a16:creationId xmlns:a16="http://schemas.microsoft.com/office/drawing/2014/main" id="{C840A97C-89EB-A8BE-2FD1-A71D6A01B5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7574" y="4581394"/>
                  <a:ext cx="641210" cy="641210"/>
                </a:xfrm>
                <a:prstGeom prst="rect">
                  <a:avLst/>
                </a:prstGeom>
              </p:spPr>
            </p:pic>
            <p:pic>
              <p:nvPicPr>
                <p:cNvPr id="89" name="Graphic 88" descr="Database outline">
                  <a:extLst>
                    <a:ext uri="{FF2B5EF4-FFF2-40B4-BE49-F238E27FC236}">
                      <a16:creationId xmlns:a16="http://schemas.microsoft.com/office/drawing/2014/main" id="{27E1D2F3-371C-5706-83E0-82525CAAB57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04656" y="4581394"/>
                  <a:ext cx="641210" cy="641210"/>
                </a:xfrm>
                <a:prstGeom prst="rect">
                  <a:avLst/>
                </a:prstGeom>
              </p:spPr>
            </p:pic>
            <p:pic>
              <p:nvPicPr>
                <p:cNvPr id="90" name="Graphic 89" descr="Database outline">
                  <a:extLst>
                    <a:ext uri="{FF2B5EF4-FFF2-40B4-BE49-F238E27FC236}">
                      <a16:creationId xmlns:a16="http://schemas.microsoft.com/office/drawing/2014/main" id="{390ED2B9-8114-CF1F-B864-D08EAEFBC5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87398" y="4571658"/>
                  <a:ext cx="641210" cy="641210"/>
                </a:xfrm>
                <a:prstGeom prst="rect">
                  <a:avLst/>
                </a:prstGeom>
              </p:spPr>
            </p:pic>
            <p:pic>
              <p:nvPicPr>
                <p:cNvPr id="91" name="Graphic 90" descr="Database outline">
                  <a:extLst>
                    <a:ext uri="{FF2B5EF4-FFF2-40B4-BE49-F238E27FC236}">
                      <a16:creationId xmlns:a16="http://schemas.microsoft.com/office/drawing/2014/main" id="{9A5A55CB-4C4A-5F2F-9108-EBC280E769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67813" y="4571658"/>
                  <a:ext cx="641210" cy="641210"/>
                </a:xfrm>
                <a:prstGeom prst="rect">
                  <a:avLst/>
                </a:prstGeom>
              </p:spPr>
            </p:pic>
          </p:grpSp>
          <p:sp>
            <p:nvSpPr>
              <p:cNvPr id="87" name="Text Placeholder 5">
                <a:extLst>
                  <a:ext uri="{FF2B5EF4-FFF2-40B4-BE49-F238E27FC236}">
                    <a16:creationId xmlns:a16="http://schemas.microsoft.com/office/drawing/2014/main" id="{DE755385-B540-6E08-7FE2-D825C34BB7DB}"/>
                  </a:ext>
                </a:extLst>
              </p:cNvPr>
              <p:cNvSpPr txBox="1">
                <a:spLocks/>
              </p:cNvSpPr>
              <p:nvPr/>
            </p:nvSpPr>
            <p:spPr>
              <a:xfrm>
                <a:off x="1744689" y="5057824"/>
                <a:ext cx="1989637" cy="396159"/>
              </a:xfrm>
              <a:prstGeom prst="roundRect">
                <a:avLst>
                  <a:gd name="adj" fmla="val 50000"/>
                </a:avLst>
              </a:prstGeom>
              <a:solidFill>
                <a:sysClr val="window" lastClr="FFFFFF"/>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100" b="1"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Legacy Clinical Systems Data</a:t>
                </a:r>
              </a:p>
            </p:txBody>
          </p:sp>
        </p:grpSp>
        <p:grpSp>
          <p:nvGrpSpPr>
            <p:cNvPr id="18" name="Group 17">
              <a:extLst>
                <a:ext uri="{FF2B5EF4-FFF2-40B4-BE49-F238E27FC236}">
                  <a16:creationId xmlns:a16="http://schemas.microsoft.com/office/drawing/2014/main" id="{BD9A8D13-9A74-504F-680A-E173C05312BC}"/>
                </a:ext>
              </a:extLst>
            </p:cNvPr>
            <p:cNvGrpSpPr/>
            <p:nvPr/>
          </p:nvGrpSpPr>
          <p:grpSpPr>
            <a:xfrm>
              <a:off x="736107" y="2584559"/>
              <a:ext cx="2561822" cy="1125211"/>
              <a:chOff x="407054" y="2735421"/>
              <a:chExt cx="2561822" cy="1125211"/>
            </a:xfrm>
          </p:grpSpPr>
          <p:sp>
            <p:nvSpPr>
              <p:cNvPr id="72" name="文本框 106">
                <a:extLst>
                  <a:ext uri="{FF2B5EF4-FFF2-40B4-BE49-F238E27FC236}">
                    <a16:creationId xmlns:a16="http://schemas.microsoft.com/office/drawing/2014/main" id="{2F0D56B6-A2B8-4ECB-E902-879126EA339B}"/>
                  </a:ext>
                </a:extLst>
              </p:cNvPr>
              <p:cNvSpPr txBox="1"/>
              <p:nvPr/>
            </p:nvSpPr>
            <p:spPr>
              <a:xfrm flipH="1">
                <a:off x="587084" y="2741917"/>
                <a:ext cx="511491" cy="153888"/>
              </a:xfrm>
              <a:prstGeom prst="rect">
                <a:avLst/>
              </a:prstGeom>
              <a:noFill/>
            </p:spPr>
            <p:txBody>
              <a:bodyPr vert="horz" wrap="squar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1000" b="0" i="0" u="none" strike="noStrike" kern="0" cap="none" spc="0" normalizeH="0" baseline="0" noProof="0">
                    <a:ln>
                      <a:noFill/>
                    </a:ln>
                    <a:solidFill>
                      <a:srgbClr val="0D1F3B"/>
                    </a:solidFill>
                    <a:effectLst/>
                    <a:uLnTx/>
                    <a:uFillTx/>
                    <a:latin typeface="Open Sans"/>
                  </a:rPr>
                  <a:t>ASIMS,</a:t>
                </a:r>
              </a:p>
            </p:txBody>
          </p:sp>
          <p:pic>
            <p:nvPicPr>
              <p:cNvPr id="73" name="Graphic 72" descr="Repeat outline">
                <a:extLst>
                  <a:ext uri="{FF2B5EF4-FFF2-40B4-BE49-F238E27FC236}">
                    <a16:creationId xmlns:a16="http://schemas.microsoft.com/office/drawing/2014/main" id="{17E5C005-D557-81E3-3B84-78111D9653E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2845892">
                <a:off x="2389327" y="3281083"/>
                <a:ext cx="579549" cy="579549"/>
              </a:xfrm>
              <a:prstGeom prst="rect">
                <a:avLst/>
              </a:prstGeom>
            </p:spPr>
          </p:pic>
          <p:grpSp>
            <p:nvGrpSpPr>
              <p:cNvPr id="74" name="Group 73">
                <a:extLst>
                  <a:ext uri="{FF2B5EF4-FFF2-40B4-BE49-F238E27FC236}">
                    <a16:creationId xmlns:a16="http://schemas.microsoft.com/office/drawing/2014/main" id="{79C6A29E-6548-B2C2-E520-8E21AE68ABE0}"/>
                  </a:ext>
                </a:extLst>
              </p:cNvPr>
              <p:cNvGrpSpPr/>
              <p:nvPr/>
            </p:nvGrpSpPr>
            <p:grpSpPr>
              <a:xfrm>
                <a:off x="487432" y="2827595"/>
                <a:ext cx="1810211" cy="660730"/>
                <a:chOff x="1338658" y="1366567"/>
                <a:chExt cx="1810211" cy="660730"/>
              </a:xfrm>
            </p:grpSpPr>
            <p:grpSp>
              <p:nvGrpSpPr>
                <p:cNvPr id="79" name="Group 78">
                  <a:extLst>
                    <a:ext uri="{FF2B5EF4-FFF2-40B4-BE49-F238E27FC236}">
                      <a16:creationId xmlns:a16="http://schemas.microsoft.com/office/drawing/2014/main" id="{CCB3C373-68C7-00A3-432D-314E75F81C73}"/>
                    </a:ext>
                  </a:extLst>
                </p:cNvPr>
                <p:cNvGrpSpPr/>
                <p:nvPr/>
              </p:nvGrpSpPr>
              <p:grpSpPr>
                <a:xfrm>
                  <a:off x="2115828" y="1366567"/>
                  <a:ext cx="1033041" cy="644503"/>
                  <a:chOff x="2415746" y="1364964"/>
                  <a:chExt cx="1033041" cy="644503"/>
                </a:xfrm>
              </p:grpSpPr>
              <p:pic>
                <p:nvPicPr>
                  <p:cNvPr id="83" name="Graphic 82" descr="Database with solid fill">
                    <a:extLst>
                      <a:ext uri="{FF2B5EF4-FFF2-40B4-BE49-F238E27FC236}">
                        <a16:creationId xmlns:a16="http://schemas.microsoft.com/office/drawing/2014/main" id="{11729A25-8258-909B-1CF2-E5627E44ED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15746" y="1368257"/>
                    <a:ext cx="641210" cy="641210"/>
                  </a:xfrm>
                  <a:prstGeom prst="rect">
                    <a:avLst/>
                  </a:prstGeom>
                </p:spPr>
              </p:pic>
              <p:pic>
                <p:nvPicPr>
                  <p:cNvPr id="84" name="Graphic 83" descr="Database with solid fill">
                    <a:extLst>
                      <a:ext uri="{FF2B5EF4-FFF2-40B4-BE49-F238E27FC236}">
                        <a16:creationId xmlns:a16="http://schemas.microsoft.com/office/drawing/2014/main" id="{C7538549-25BE-99FE-71FA-F1E120DAE3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7577" y="1364964"/>
                    <a:ext cx="641210" cy="641210"/>
                  </a:xfrm>
                  <a:prstGeom prst="rect">
                    <a:avLst/>
                  </a:prstGeom>
                </p:spPr>
              </p:pic>
            </p:grpSp>
            <p:grpSp>
              <p:nvGrpSpPr>
                <p:cNvPr id="80" name="Group 79">
                  <a:extLst>
                    <a:ext uri="{FF2B5EF4-FFF2-40B4-BE49-F238E27FC236}">
                      <a16:creationId xmlns:a16="http://schemas.microsoft.com/office/drawing/2014/main" id="{B75F12AD-FA8A-6568-E88F-7DC292A9B2CD}"/>
                    </a:ext>
                  </a:extLst>
                </p:cNvPr>
                <p:cNvGrpSpPr/>
                <p:nvPr/>
              </p:nvGrpSpPr>
              <p:grpSpPr>
                <a:xfrm>
                  <a:off x="1338658" y="1381822"/>
                  <a:ext cx="1034134" cy="645475"/>
                  <a:chOff x="2379663" y="1436182"/>
                  <a:chExt cx="1034134" cy="645475"/>
                </a:xfrm>
              </p:grpSpPr>
              <p:pic>
                <p:nvPicPr>
                  <p:cNvPr id="81" name="Graphic 80" descr="Database with solid fill">
                    <a:extLst>
                      <a:ext uri="{FF2B5EF4-FFF2-40B4-BE49-F238E27FC236}">
                        <a16:creationId xmlns:a16="http://schemas.microsoft.com/office/drawing/2014/main" id="{7CE65715-6455-5C93-B943-31C94DB4F5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79663" y="1440447"/>
                    <a:ext cx="641210" cy="641210"/>
                  </a:xfrm>
                  <a:prstGeom prst="rect">
                    <a:avLst/>
                  </a:prstGeom>
                </p:spPr>
              </p:pic>
              <p:pic>
                <p:nvPicPr>
                  <p:cNvPr id="82" name="Graphic 81" descr="Database with solid fill">
                    <a:extLst>
                      <a:ext uri="{FF2B5EF4-FFF2-40B4-BE49-F238E27FC236}">
                        <a16:creationId xmlns:a16="http://schemas.microsoft.com/office/drawing/2014/main" id="{3701C331-D852-C696-647B-10ACDB4B1EB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2587" y="1436182"/>
                    <a:ext cx="641210" cy="641210"/>
                  </a:xfrm>
                  <a:prstGeom prst="rect">
                    <a:avLst/>
                  </a:prstGeom>
                </p:spPr>
              </p:pic>
            </p:grpSp>
          </p:grpSp>
          <p:sp>
            <p:nvSpPr>
              <p:cNvPr id="75" name="Text Placeholder 5">
                <a:extLst>
                  <a:ext uri="{FF2B5EF4-FFF2-40B4-BE49-F238E27FC236}">
                    <a16:creationId xmlns:a16="http://schemas.microsoft.com/office/drawing/2014/main" id="{288EC269-997A-255F-CE39-03E15B6C6405}"/>
                  </a:ext>
                </a:extLst>
              </p:cNvPr>
              <p:cNvSpPr txBox="1">
                <a:spLocks/>
              </p:cNvSpPr>
              <p:nvPr/>
            </p:nvSpPr>
            <p:spPr>
              <a:xfrm>
                <a:off x="407054" y="3354015"/>
                <a:ext cx="1989637" cy="396159"/>
              </a:xfrm>
              <a:prstGeom prst="roundRect">
                <a:avLst>
                  <a:gd name="adj" fmla="val 50000"/>
                </a:avLst>
              </a:prstGeom>
              <a:solidFill>
                <a:sysClr val="window" lastClr="FFFFFF"/>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100" b="1"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Service Medical Readiness Systems</a:t>
                </a:r>
              </a:p>
            </p:txBody>
          </p:sp>
          <p:sp>
            <p:nvSpPr>
              <p:cNvPr id="76" name="文本框 106">
                <a:extLst>
                  <a:ext uri="{FF2B5EF4-FFF2-40B4-BE49-F238E27FC236}">
                    <a16:creationId xmlns:a16="http://schemas.microsoft.com/office/drawing/2014/main" id="{72965CD5-1371-7E11-094A-8EED074808C6}"/>
                  </a:ext>
                </a:extLst>
              </p:cNvPr>
              <p:cNvSpPr txBox="1"/>
              <p:nvPr/>
            </p:nvSpPr>
            <p:spPr>
              <a:xfrm flipH="1">
                <a:off x="1038744" y="2739119"/>
                <a:ext cx="345049" cy="153888"/>
              </a:xfrm>
              <a:prstGeom prst="rect">
                <a:avLst/>
              </a:prstGeom>
              <a:noFill/>
            </p:spPr>
            <p:txBody>
              <a:bodyPr vert="horz" wrap="squar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1000" b="0" i="0" u="none" strike="noStrike" kern="0" cap="none" spc="0" normalizeH="0" baseline="0" noProof="0">
                    <a:ln>
                      <a:noFill/>
                    </a:ln>
                    <a:solidFill>
                      <a:srgbClr val="0D1F3B"/>
                    </a:solidFill>
                    <a:effectLst/>
                    <a:uLnTx/>
                    <a:uFillTx/>
                    <a:latin typeface="Open Sans"/>
                  </a:rPr>
                  <a:t>NMO,</a:t>
                </a:r>
              </a:p>
            </p:txBody>
          </p:sp>
          <p:sp>
            <p:nvSpPr>
              <p:cNvPr id="77" name="文本框 106">
                <a:extLst>
                  <a:ext uri="{FF2B5EF4-FFF2-40B4-BE49-F238E27FC236}">
                    <a16:creationId xmlns:a16="http://schemas.microsoft.com/office/drawing/2014/main" id="{6EAF67FB-F25A-7245-D5CD-89635F26C592}"/>
                  </a:ext>
                </a:extLst>
              </p:cNvPr>
              <p:cNvSpPr txBox="1"/>
              <p:nvPr/>
            </p:nvSpPr>
            <p:spPr>
              <a:xfrm flipH="1">
                <a:off x="1417166" y="2736695"/>
                <a:ext cx="638345" cy="153888"/>
              </a:xfrm>
              <a:prstGeom prst="rect">
                <a:avLst/>
              </a:prstGeom>
              <a:noFill/>
            </p:spPr>
            <p:txBody>
              <a:bodyPr vert="horz" wrap="squar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1000" b="0" i="0" u="none" strike="noStrike" kern="0" cap="none" spc="0" normalizeH="0" baseline="0" noProof="0">
                    <a:ln>
                      <a:noFill/>
                    </a:ln>
                    <a:solidFill>
                      <a:srgbClr val="0D1F3B"/>
                    </a:solidFill>
                    <a:effectLst/>
                    <a:uLnTx/>
                    <a:uFillTx/>
                    <a:latin typeface="Open Sans"/>
                  </a:rPr>
                  <a:t>MEDPROS</a:t>
                </a:r>
              </a:p>
            </p:txBody>
          </p:sp>
          <p:sp>
            <p:nvSpPr>
              <p:cNvPr id="78" name="文本框 106">
                <a:extLst>
                  <a:ext uri="{FF2B5EF4-FFF2-40B4-BE49-F238E27FC236}">
                    <a16:creationId xmlns:a16="http://schemas.microsoft.com/office/drawing/2014/main" id="{CD63B46D-F051-D46F-DDE2-6393204207AE}"/>
                  </a:ext>
                </a:extLst>
              </p:cNvPr>
              <p:cNvSpPr txBox="1"/>
              <p:nvPr/>
            </p:nvSpPr>
            <p:spPr>
              <a:xfrm flipH="1">
                <a:off x="2094587" y="2735421"/>
                <a:ext cx="638345" cy="153888"/>
              </a:xfrm>
              <a:prstGeom prst="rect">
                <a:avLst/>
              </a:prstGeom>
              <a:noFill/>
            </p:spPr>
            <p:txBody>
              <a:bodyPr vert="horz" wrap="squar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1000" b="0" i="0" u="none" strike="noStrike" kern="0" cap="none" spc="0" normalizeH="0" baseline="0" noProof="0">
                    <a:ln>
                      <a:noFill/>
                    </a:ln>
                    <a:solidFill>
                      <a:srgbClr val="0D1F3B"/>
                    </a:solidFill>
                    <a:effectLst/>
                    <a:uLnTx/>
                    <a:uFillTx/>
                    <a:latin typeface="Open Sans"/>
                  </a:rPr>
                  <a:t>+ others</a:t>
                </a:r>
              </a:p>
            </p:txBody>
          </p:sp>
        </p:grpSp>
        <p:pic>
          <p:nvPicPr>
            <p:cNvPr id="19" name="Graphic 18" descr="Direction outline">
              <a:extLst>
                <a:ext uri="{FF2B5EF4-FFF2-40B4-BE49-F238E27FC236}">
                  <a16:creationId xmlns:a16="http://schemas.microsoft.com/office/drawing/2014/main" id="{B69CF885-D4F8-97E0-705F-33EC3B1F09E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rot="571162">
              <a:off x="7307979" y="1966493"/>
              <a:ext cx="914400" cy="914400"/>
            </a:xfrm>
            <a:prstGeom prst="rect">
              <a:avLst/>
            </a:prstGeom>
          </p:spPr>
        </p:pic>
        <p:sp>
          <p:nvSpPr>
            <p:cNvPr id="20" name="Rectangle 19">
              <a:extLst>
                <a:ext uri="{FF2B5EF4-FFF2-40B4-BE49-F238E27FC236}">
                  <a16:creationId xmlns:a16="http://schemas.microsoft.com/office/drawing/2014/main" id="{697F0D2B-1C2C-9390-EBE7-BD70665E93AF}"/>
                </a:ext>
              </a:extLst>
            </p:cNvPr>
            <p:cNvSpPr/>
            <p:nvPr/>
          </p:nvSpPr>
          <p:spPr>
            <a:xfrm>
              <a:off x="8150727" y="1395144"/>
              <a:ext cx="3582228" cy="653579"/>
            </a:xfrm>
            <a:prstGeom prst="rect">
              <a:avLst/>
            </a:prstGeom>
          </p:spPr>
          <p:txBody>
            <a:bodyPr wrap="square" lIns="0" tIns="0" rIns="0" bIns="0" anchor="ctr" anchorCtr="0">
              <a:noAutofit/>
            </a:bodyPr>
            <a:lstStyle/>
            <a:p>
              <a:pPr marL="0" marR="0" lvl="0" indent="0" defTabSz="1219170" eaLnBrk="1" fontAlgn="auto" latinLnBrk="0" hangingPunct="1">
                <a:lnSpc>
                  <a:spcPct val="100000"/>
                </a:lnSpc>
                <a:spcBef>
                  <a:spcPts val="200"/>
                </a:spcBef>
                <a:spcAft>
                  <a:spcPts val="0"/>
                </a:spcAft>
                <a:buClrTx/>
                <a:buSzPct val="100000"/>
                <a:buFontTx/>
                <a:buNone/>
                <a:tabLst/>
                <a:defRPr/>
              </a:pPr>
              <a:r>
                <a:rPr kumimoji="0" lang="en-US" sz="1200" b="1" i="0" u="none" strike="noStrike" kern="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rPr>
                <a:t>Accessible Data for Functional Decision Making</a:t>
              </a:r>
              <a:endParaRPr kumimoji="0" lang="en-US" sz="1200" b="0" i="0" u="none" strike="noStrike" kern="0" cap="none" spc="0" normalizeH="0" baseline="0" noProof="0">
                <a:ln>
                  <a:noFill/>
                </a:ln>
                <a:solidFill>
                  <a:prstClr val="black"/>
                </a:solidFill>
                <a:effectLst/>
                <a:uLnTx/>
                <a:uFillTx/>
                <a:latin typeface="Open Sans"/>
                <a:ea typeface="Open Sans" panose="020B0606030504020204" pitchFamily="34" charset="0"/>
                <a:cs typeface="Open Sans" panose="020B0606030504020204" pitchFamily="34" charset="0"/>
              </a:endParaRPr>
            </a:p>
          </p:txBody>
        </p:sp>
        <p:sp>
          <p:nvSpPr>
            <p:cNvPr id="21" name="Text Placeholder 5">
              <a:extLst>
                <a:ext uri="{FF2B5EF4-FFF2-40B4-BE49-F238E27FC236}">
                  <a16:creationId xmlns:a16="http://schemas.microsoft.com/office/drawing/2014/main" id="{A4B45CD0-DF3F-F6D1-0D87-65300CBBA987}"/>
                </a:ext>
              </a:extLst>
            </p:cNvPr>
            <p:cNvSpPr txBox="1">
              <a:spLocks/>
            </p:cNvSpPr>
            <p:nvPr/>
          </p:nvSpPr>
          <p:spPr>
            <a:xfrm>
              <a:off x="5836696" y="3408074"/>
              <a:ext cx="1321398" cy="490224"/>
            </a:xfrm>
            <a:prstGeom prst="rect">
              <a:avLst/>
            </a:prstGeom>
          </p:spPr>
          <p:txBody>
            <a:bodyPr vert="horz" lIns="0" tIns="0" rIns="0" bIns="0" rtlCol="0">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100000"/>
                </a:lnSpc>
                <a:spcBef>
                  <a:spcPts val="0"/>
                </a:spcBef>
                <a:spcAft>
                  <a:spcPts val="0"/>
                </a:spcAft>
                <a:buClr>
                  <a:srgbClr val="787878"/>
                </a:buClr>
                <a:buSzPct val="75000"/>
                <a:buFont typeface="Arial" panose="020B0604020202020204" pitchFamily="34" charset="0"/>
                <a:buNone/>
                <a:tabLst/>
                <a:defRPr/>
              </a:pPr>
              <a:r>
                <a:rPr kumimoji="0" lang="en-US" sz="1100" b="0"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Health Surveillance  </a:t>
              </a:r>
            </a:p>
          </p:txBody>
        </p:sp>
        <p:sp>
          <p:nvSpPr>
            <p:cNvPr id="22" name="Text Placeholder 5">
              <a:extLst>
                <a:ext uri="{FF2B5EF4-FFF2-40B4-BE49-F238E27FC236}">
                  <a16:creationId xmlns:a16="http://schemas.microsoft.com/office/drawing/2014/main" id="{660956E0-B43F-D038-6FA4-D8A56596A28E}"/>
                </a:ext>
              </a:extLst>
            </p:cNvPr>
            <p:cNvSpPr txBox="1">
              <a:spLocks/>
            </p:cNvSpPr>
            <p:nvPr/>
          </p:nvSpPr>
          <p:spPr>
            <a:xfrm>
              <a:off x="5889293" y="4193932"/>
              <a:ext cx="1321398" cy="275930"/>
            </a:xfrm>
            <a:prstGeom prst="rect">
              <a:avLst/>
            </a:prstGeom>
          </p:spPr>
          <p:txBody>
            <a:bodyPr vert="horz" lIns="0" tIns="0" rIns="0" bIns="0" rtlCol="0">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100000"/>
                </a:lnSpc>
                <a:spcBef>
                  <a:spcPts val="0"/>
                </a:spcBef>
                <a:spcAft>
                  <a:spcPts val="0"/>
                </a:spcAft>
                <a:buClr>
                  <a:srgbClr val="787878"/>
                </a:buClr>
                <a:buSzPct val="75000"/>
                <a:buFont typeface="Arial" panose="020B0604020202020204" pitchFamily="34" charset="0"/>
                <a:buNone/>
                <a:tabLst/>
                <a:defRPr/>
              </a:pPr>
              <a:r>
                <a:rPr kumimoji="0" lang="en-US" sz="1100" b="0" i="0" u="none" strike="noStrike" kern="0" cap="none" spc="-3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Readiness</a:t>
              </a:r>
            </a:p>
          </p:txBody>
        </p:sp>
        <p:pic>
          <p:nvPicPr>
            <p:cNvPr id="23" name="Picture 22" descr="A logo of a person&#10;&#10;AI-generated content may be incorrect.">
              <a:extLst>
                <a:ext uri="{FF2B5EF4-FFF2-40B4-BE49-F238E27FC236}">
                  <a16:creationId xmlns:a16="http://schemas.microsoft.com/office/drawing/2014/main" id="{EA77FC12-1842-4821-A2DF-051FD68EB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023" y="3648348"/>
              <a:ext cx="444523" cy="323867"/>
            </a:xfrm>
            <a:prstGeom prst="flowChartAlternateProcess">
              <a:avLst/>
            </a:prstGeom>
          </p:spPr>
        </p:pic>
        <p:sp>
          <p:nvSpPr>
            <p:cNvPr id="24" name="Text Placeholder 5">
              <a:extLst>
                <a:ext uri="{FF2B5EF4-FFF2-40B4-BE49-F238E27FC236}">
                  <a16:creationId xmlns:a16="http://schemas.microsoft.com/office/drawing/2014/main" id="{FBFFC513-6277-B064-AF68-C2F4FFE8EA12}"/>
                </a:ext>
              </a:extLst>
            </p:cNvPr>
            <p:cNvSpPr txBox="1">
              <a:spLocks/>
            </p:cNvSpPr>
            <p:nvPr/>
          </p:nvSpPr>
          <p:spPr>
            <a:xfrm rot="19452634">
              <a:off x="3737306" y="2412593"/>
              <a:ext cx="1821091" cy="396159"/>
            </a:xfrm>
            <a:prstGeom prst="roundRect">
              <a:avLst>
                <a:gd name="adj" fmla="val 50000"/>
              </a:avLst>
            </a:prstGeom>
            <a:solidFill>
              <a:srgbClr val="2E3558"/>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200" b="1" i="0" u="none" strike="noStrike" kern="0" cap="none" spc="-3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Data as a Service</a:t>
              </a:r>
            </a:p>
          </p:txBody>
        </p:sp>
        <p:grpSp>
          <p:nvGrpSpPr>
            <p:cNvPr id="25" name="Group 24">
              <a:extLst>
                <a:ext uri="{FF2B5EF4-FFF2-40B4-BE49-F238E27FC236}">
                  <a16:creationId xmlns:a16="http://schemas.microsoft.com/office/drawing/2014/main" id="{7DDF8E51-4DFC-9CD2-3E01-B60D628F1596}"/>
                </a:ext>
              </a:extLst>
            </p:cNvPr>
            <p:cNvGrpSpPr/>
            <p:nvPr/>
          </p:nvGrpSpPr>
          <p:grpSpPr>
            <a:xfrm>
              <a:off x="3853628" y="2849759"/>
              <a:ext cx="362309" cy="361971"/>
              <a:chOff x="5182708" y="6877646"/>
              <a:chExt cx="362309" cy="361971"/>
            </a:xfrm>
          </p:grpSpPr>
          <p:sp>
            <p:nvSpPr>
              <p:cNvPr id="68" name="Oval 67">
                <a:extLst>
                  <a:ext uri="{FF2B5EF4-FFF2-40B4-BE49-F238E27FC236}">
                    <a16:creationId xmlns:a16="http://schemas.microsoft.com/office/drawing/2014/main" id="{9C6F8F22-FB38-008D-0328-6E62234A4102}"/>
                  </a:ext>
                </a:extLst>
              </p:cNvPr>
              <p:cNvSpPr/>
              <p:nvPr/>
            </p:nvSpPr>
            <p:spPr>
              <a:xfrm>
                <a:off x="5203917" y="6940038"/>
                <a:ext cx="298382" cy="229415"/>
              </a:xfrm>
              <a:prstGeom prst="ellipse">
                <a:avLst/>
              </a:prstGeom>
              <a:solidFill>
                <a:sysClr val="window" lastClr="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a:ln>
                    <a:noFill/>
                  </a:ln>
                  <a:solidFill>
                    <a:srgbClr val="670F31"/>
                  </a:solidFill>
                  <a:effectLst/>
                  <a:uLnTx/>
                  <a:uFillTx/>
                  <a:latin typeface="Franklin Gothic Book"/>
                  <a:ea typeface="+mn-ea"/>
                  <a:cs typeface="+mn-cs"/>
                </a:endParaRPr>
              </a:p>
            </p:txBody>
          </p:sp>
          <p:grpSp>
            <p:nvGrpSpPr>
              <p:cNvPr id="69" name="Group 68">
                <a:extLst>
                  <a:ext uri="{FF2B5EF4-FFF2-40B4-BE49-F238E27FC236}">
                    <a16:creationId xmlns:a16="http://schemas.microsoft.com/office/drawing/2014/main" id="{D0A3E103-EC19-87EF-FE17-0DF2E2BDEF14}"/>
                  </a:ext>
                </a:extLst>
              </p:cNvPr>
              <p:cNvGrpSpPr/>
              <p:nvPr/>
            </p:nvGrpSpPr>
            <p:grpSpPr>
              <a:xfrm>
                <a:off x="5182708" y="6877646"/>
                <a:ext cx="362309" cy="361971"/>
                <a:chOff x="4955855" y="6878166"/>
                <a:chExt cx="362309" cy="361971"/>
              </a:xfrm>
            </p:grpSpPr>
            <p:sp>
              <p:nvSpPr>
                <p:cNvPr id="70" name="Freeform 1119">
                  <a:extLst>
                    <a:ext uri="{FF2B5EF4-FFF2-40B4-BE49-F238E27FC236}">
                      <a16:creationId xmlns:a16="http://schemas.microsoft.com/office/drawing/2014/main" id="{0D12833C-C942-45F5-EF82-9566BE2CF0A3}"/>
                    </a:ext>
                  </a:extLst>
                </p:cNvPr>
                <p:cNvSpPr/>
                <p:nvPr/>
              </p:nvSpPr>
              <p:spPr>
                <a:xfrm rot="19452634">
                  <a:off x="5029092" y="6987071"/>
                  <a:ext cx="129843" cy="129722"/>
                </a:xfrm>
                <a:custGeom>
                  <a:avLst/>
                  <a:gdLst>
                    <a:gd name="connsiteX0" fmla="*/ 129843 w 129843"/>
                    <a:gd name="connsiteY0" fmla="*/ 64861 h 129722"/>
                    <a:gd name="connsiteX1" fmla="*/ 64922 w 129843"/>
                    <a:gd name="connsiteY1" fmla="*/ 0 h 129722"/>
                    <a:gd name="connsiteX2" fmla="*/ 0 w 129843"/>
                    <a:gd name="connsiteY2" fmla="*/ 64861 h 129722"/>
                    <a:gd name="connsiteX3" fmla="*/ 64922 w 129843"/>
                    <a:gd name="connsiteY3" fmla="*/ 129723 h 129722"/>
                    <a:gd name="connsiteX4" fmla="*/ 129843 w 129843"/>
                    <a:gd name="connsiteY4" fmla="*/ 64861 h 129722"/>
                    <a:gd name="connsiteX5" fmla="*/ 96616 w 129843"/>
                    <a:gd name="connsiteY5" fmla="*/ 71245 h 129722"/>
                    <a:gd name="connsiteX6" fmla="*/ 71312 w 129843"/>
                    <a:gd name="connsiteY6" fmla="*/ 71245 h 129722"/>
                    <a:gd name="connsiteX7" fmla="*/ 71312 w 129843"/>
                    <a:gd name="connsiteY7" fmla="*/ 96526 h 129722"/>
                    <a:gd name="connsiteX8" fmla="*/ 64922 w 129843"/>
                    <a:gd name="connsiteY8" fmla="*/ 102910 h 129722"/>
                    <a:gd name="connsiteX9" fmla="*/ 58532 w 129843"/>
                    <a:gd name="connsiteY9" fmla="*/ 96526 h 129722"/>
                    <a:gd name="connsiteX10" fmla="*/ 58532 w 129843"/>
                    <a:gd name="connsiteY10" fmla="*/ 71245 h 129722"/>
                    <a:gd name="connsiteX11" fmla="*/ 33227 w 129843"/>
                    <a:gd name="connsiteY11" fmla="*/ 71245 h 129722"/>
                    <a:gd name="connsiteX12" fmla="*/ 26837 w 129843"/>
                    <a:gd name="connsiteY12" fmla="*/ 64861 h 129722"/>
                    <a:gd name="connsiteX13" fmla="*/ 33227 w 129843"/>
                    <a:gd name="connsiteY13" fmla="*/ 58477 h 129722"/>
                    <a:gd name="connsiteX14" fmla="*/ 58532 w 129843"/>
                    <a:gd name="connsiteY14" fmla="*/ 58477 h 129722"/>
                    <a:gd name="connsiteX15" fmla="*/ 58532 w 129843"/>
                    <a:gd name="connsiteY15" fmla="*/ 33197 h 129722"/>
                    <a:gd name="connsiteX16" fmla="*/ 64922 w 129843"/>
                    <a:gd name="connsiteY16" fmla="*/ 26813 h 129722"/>
                    <a:gd name="connsiteX17" fmla="*/ 71312 w 129843"/>
                    <a:gd name="connsiteY17" fmla="*/ 33197 h 129722"/>
                    <a:gd name="connsiteX18" fmla="*/ 71312 w 129843"/>
                    <a:gd name="connsiteY18" fmla="*/ 58477 h 129722"/>
                    <a:gd name="connsiteX19" fmla="*/ 96616 w 129843"/>
                    <a:gd name="connsiteY19" fmla="*/ 58477 h 129722"/>
                    <a:gd name="connsiteX20" fmla="*/ 103006 w 129843"/>
                    <a:gd name="connsiteY20" fmla="*/ 64861 h 129722"/>
                    <a:gd name="connsiteX21" fmla="*/ 96616 w 129843"/>
                    <a:gd name="connsiteY21" fmla="*/ 71245 h 129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843" h="129722">
                      <a:moveTo>
                        <a:pt x="129843" y="64861"/>
                      </a:moveTo>
                      <a:cubicBezTo>
                        <a:pt x="129843" y="29111"/>
                        <a:pt x="100705" y="0"/>
                        <a:pt x="64922" y="0"/>
                      </a:cubicBezTo>
                      <a:cubicBezTo>
                        <a:pt x="29138" y="0"/>
                        <a:pt x="0" y="29111"/>
                        <a:pt x="0" y="64861"/>
                      </a:cubicBezTo>
                      <a:cubicBezTo>
                        <a:pt x="0" y="100612"/>
                        <a:pt x="29138" y="129723"/>
                        <a:pt x="64922" y="129723"/>
                      </a:cubicBezTo>
                      <a:cubicBezTo>
                        <a:pt x="100705" y="129723"/>
                        <a:pt x="129843" y="100612"/>
                        <a:pt x="129843" y="64861"/>
                      </a:cubicBezTo>
                      <a:close/>
                      <a:moveTo>
                        <a:pt x="96616" y="71245"/>
                      </a:moveTo>
                      <a:lnTo>
                        <a:pt x="71312" y="71245"/>
                      </a:lnTo>
                      <a:lnTo>
                        <a:pt x="71312" y="96526"/>
                      </a:lnTo>
                      <a:cubicBezTo>
                        <a:pt x="71312" y="100037"/>
                        <a:pt x="68436" y="102910"/>
                        <a:pt x="64922" y="102910"/>
                      </a:cubicBezTo>
                      <a:cubicBezTo>
                        <a:pt x="61407" y="102910"/>
                        <a:pt x="58532" y="100037"/>
                        <a:pt x="58532" y="96526"/>
                      </a:cubicBezTo>
                      <a:lnTo>
                        <a:pt x="58532" y="71245"/>
                      </a:lnTo>
                      <a:lnTo>
                        <a:pt x="33227" y="71245"/>
                      </a:lnTo>
                      <a:cubicBezTo>
                        <a:pt x="29713" y="71245"/>
                        <a:pt x="26837" y="68373"/>
                        <a:pt x="26837" y="64861"/>
                      </a:cubicBezTo>
                      <a:cubicBezTo>
                        <a:pt x="26837" y="61350"/>
                        <a:pt x="29713" y="58477"/>
                        <a:pt x="33227" y="58477"/>
                      </a:cubicBezTo>
                      <a:lnTo>
                        <a:pt x="58532" y="58477"/>
                      </a:lnTo>
                      <a:lnTo>
                        <a:pt x="58532" y="33197"/>
                      </a:lnTo>
                      <a:cubicBezTo>
                        <a:pt x="58532" y="29686"/>
                        <a:pt x="61407" y="26813"/>
                        <a:pt x="64922" y="26813"/>
                      </a:cubicBezTo>
                      <a:cubicBezTo>
                        <a:pt x="68436" y="26813"/>
                        <a:pt x="71312" y="29686"/>
                        <a:pt x="71312" y="33197"/>
                      </a:cubicBezTo>
                      <a:lnTo>
                        <a:pt x="71312" y="58477"/>
                      </a:lnTo>
                      <a:lnTo>
                        <a:pt x="96616" y="58477"/>
                      </a:lnTo>
                      <a:cubicBezTo>
                        <a:pt x="100130" y="58477"/>
                        <a:pt x="103006" y="61350"/>
                        <a:pt x="103006" y="64861"/>
                      </a:cubicBezTo>
                      <a:cubicBezTo>
                        <a:pt x="103006" y="68373"/>
                        <a:pt x="100194" y="71245"/>
                        <a:pt x="96616" y="71245"/>
                      </a:cubicBezTo>
                      <a:close/>
                    </a:path>
                  </a:pathLst>
                </a:custGeom>
                <a:solidFill>
                  <a:srgbClr val="0D1F3B"/>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71" name="Freeform 1118">
                  <a:extLst>
                    <a:ext uri="{FF2B5EF4-FFF2-40B4-BE49-F238E27FC236}">
                      <a16:creationId xmlns:a16="http://schemas.microsoft.com/office/drawing/2014/main" id="{C74A028B-54C7-A36A-EAE9-966CDC9AAD01}"/>
                    </a:ext>
                  </a:extLst>
                </p:cNvPr>
                <p:cNvSpPr/>
                <p:nvPr/>
              </p:nvSpPr>
              <p:spPr>
                <a:xfrm rot="19452634">
                  <a:off x="4955855" y="6878166"/>
                  <a:ext cx="362309" cy="361971"/>
                </a:xfrm>
                <a:custGeom>
                  <a:avLst/>
                  <a:gdLst>
                    <a:gd name="connsiteX0" fmla="*/ 181155 w 362309"/>
                    <a:gd name="connsiteY0" fmla="*/ 0 h 361971"/>
                    <a:gd name="connsiteX1" fmla="*/ 0 w 362309"/>
                    <a:gd name="connsiteY1" fmla="*/ 180986 h 361971"/>
                    <a:gd name="connsiteX2" fmla="*/ 181155 w 362309"/>
                    <a:gd name="connsiteY2" fmla="*/ 361971 h 361971"/>
                    <a:gd name="connsiteX3" fmla="*/ 362309 w 362309"/>
                    <a:gd name="connsiteY3" fmla="*/ 180986 h 361971"/>
                    <a:gd name="connsiteX4" fmla="*/ 181155 w 362309"/>
                    <a:gd name="connsiteY4" fmla="*/ 0 h 361971"/>
                    <a:gd name="connsiteX5" fmla="*/ 284735 w 362309"/>
                    <a:gd name="connsiteY5" fmla="*/ 284406 h 361971"/>
                    <a:gd name="connsiteX6" fmla="*/ 280199 w 362309"/>
                    <a:gd name="connsiteY6" fmla="*/ 286258 h 361971"/>
                    <a:gd name="connsiteX7" fmla="*/ 275661 w 362309"/>
                    <a:gd name="connsiteY7" fmla="*/ 284406 h 361971"/>
                    <a:gd name="connsiteX8" fmla="*/ 203647 w 362309"/>
                    <a:gd name="connsiteY8" fmla="*/ 212395 h 361971"/>
                    <a:gd name="connsiteX9" fmla="*/ 153422 w 362309"/>
                    <a:gd name="connsiteY9" fmla="*/ 230909 h 361971"/>
                    <a:gd name="connsiteX10" fmla="*/ 75721 w 362309"/>
                    <a:gd name="connsiteY10" fmla="*/ 153279 h 361971"/>
                    <a:gd name="connsiteX11" fmla="*/ 153422 w 362309"/>
                    <a:gd name="connsiteY11" fmla="*/ 75650 h 361971"/>
                    <a:gd name="connsiteX12" fmla="*/ 231124 w 362309"/>
                    <a:gd name="connsiteY12" fmla="*/ 153279 h 361971"/>
                    <a:gd name="connsiteX13" fmla="*/ 212657 w 362309"/>
                    <a:gd name="connsiteY13" fmla="*/ 203330 h 361971"/>
                    <a:gd name="connsiteX14" fmla="*/ 284671 w 362309"/>
                    <a:gd name="connsiteY14" fmla="*/ 275341 h 361971"/>
                    <a:gd name="connsiteX15" fmla="*/ 284735 w 362309"/>
                    <a:gd name="connsiteY15" fmla="*/ 28440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2309" h="361971">
                      <a:moveTo>
                        <a:pt x="181155" y="0"/>
                      </a:moveTo>
                      <a:cubicBezTo>
                        <a:pt x="81088" y="0"/>
                        <a:pt x="0" y="81012"/>
                        <a:pt x="0" y="180986"/>
                      </a:cubicBezTo>
                      <a:cubicBezTo>
                        <a:pt x="0" y="280959"/>
                        <a:pt x="81088" y="361971"/>
                        <a:pt x="181155" y="361971"/>
                      </a:cubicBezTo>
                      <a:cubicBezTo>
                        <a:pt x="281221" y="361971"/>
                        <a:pt x="362309" y="280959"/>
                        <a:pt x="362309" y="180986"/>
                      </a:cubicBezTo>
                      <a:cubicBezTo>
                        <a:pt x="362309" y="81012"/>
                        <a:pt x="281221" y="0"/>
                        <a:pt x="181155" y="0"/>
                      </a:cubicBezTo>
                      <a:close/>
                      <a:moveTo>
                        <a:pt x="284735" y="284406"/>
                      </a:moveTo>
                      <a:cubicBezTo>
                        <a:pt x="283458" y="285683"/>
                        <a:pt x="281860" y="286258"/>
                        <a:pt x="280199" y="286258"/>
                      </a:cubicBezTo>
                      <a:cubicBezTo>
                        <a:pt x="278537" y="286258"/>
                        <a:pt x="276940" y="285619"/>
                        <a:pt x="275661" y="284406"/>
                      </a:cubicBezTo>
                      <a:lnTo>
                        <a:pt x="203647" y="212395"/>
                      </a:lnTo>
                      <a:cubicBezTo>
                        <a:pt x="190101" y="223886"/>
                        <a:pt x="172592" y="230909"/>
                        <a:pt x="153422" y="230909"/>
                      </a:cubicBezTo>
                      <a:cubicBezTo>
                        <a:pt x="110609" y="230909"/>
                        <a:pt x="75721" y="196116"/>
                        <a:pt x="75721" y="153279"/>
                      </a:cubicBezTo>
                      <a:cubicBezTo>
                        <a:pt x="75721" y="110443"/>
                        <a:pt x="110545" y="75650"/>
                        <a:pt x="153422" y="75650"/>
                      </a:cubicBezTo>
                      <a:cubicBezTo>
                        <a:pt x="196299" y="75650"/>
                        <a:pt x="231124" y="110443"/>
                        <a:pt x="231124" y="153279"/>
                      </a:cubicBezTo>
                      <a:cubicBezTo>
                        <a:pt x="231124" y="172368"/>
                        <a:pt x="224159" y="189860"/>
                        <a:pt x="212657" y="203330"/>
                      </a:cubicBezTo>
                      <a:lnTo>
                        <a:pt x="284671" y="275341"/>
                      </a:lnTo>
                      <a:cubicBezTo>
                        <a:pt x="287227" y="277895"/>
                        <a:pt x="287227" y="281917"/>
                        <a:pt x="284735" y="284406"/>
                      </a:cubicBezTo>
                      <a:close/>
                    </a:path>
                  </a:pathLst>
                </a:custGeom>
                <a:solidFill>
                  <a:srgbClr val="2E3558"/>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grpSp>
        </p:grpSp>
        <p:sp>
          <p:nvSpPr>
            <p:cNvPr id="26" name="Text Placeholder 5">
              <a:extLst>
                <a:ext uri="{FF2B5EF4-FFF2-40B4-BE49-F238E27FC236}">
                  <a16:creationId xmlns:a16="http://schemas.microsoft.com/office/drawing/2014/main" id="{CBDA9D7A-4DAE-C8E3-D618-21AED5349410}"/>
                </a:ext>
              </a:extLst>
            </p:cNvPr>
            <p:cNvSpPr txBox="1">
              <a:spLocks/>
            </p:cNvSpPr>
            <p:nvPr/>
          </p:nvSpPr>
          <p:spPr>
            <a:xfrm rot="18931001">
              <a:off x="5673535" y="4878461"/>
              <a:ext cx="2240962" cy="396159"/>
            </a:xfrm>
            <a:prstGeom prst="roundRect">
              <a:avLst>
                <a:gd name="adj" fmla="val 50000"/>
              </a:avLst>
            </a:prstGeom>
            <a:solidFill>
              <a:srgbClr val="2E3558"/>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200" b="1" i="0" u="none" strike="noStrike" kern="0" cap="none" spc="-3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Applications as a Service</a:t>
              </a:r>
            </a:p>
          </p:txBody>
        </p:sp>
        <p:grpSp>
          <p:nvGrpSpPr>
            <p:cNvPr id="27" name="Group 26">
              <a:extLst>
                <a:ext uri="{FF2B5EF4-FFF2-40B4-BE49-F238E27FC236}">
                  <a16:creationId xmlns:a16="http://schemas.microsoft.com/office/drawing/2014/main" id="{9D6DBBB0-BA48-2DDD-85DD-A72CDC49AD59}"/>
                </a:ext>
              </a:extLst>
            </p:cNvPr>
            <p:cNvGrpSpPr/>
            <p:nvPr/>
          </p:nvGrpSpPr>
          <p:grpSpPr>
            <a:xfrm>
              <a:off x="5932730" y="5557719"/>
              <a:ext cx="361670" cy="361333"/>
              <a:chOff x="6653876" y="6877997"/>
              <a:chExt cx="361670" cy="361333"/>
            </a:xfrm>
          </p:grpSpPr>
          <p:sp>
            <p:nvSpPr>
              <p:cNvPr id="66" name="Oval 65">
                <a:extLst>
                  <a:ext uri="{FF2B5EF4-FFF2-40B4-BE49-F238E27FC236}">
                    <a16:creationId xmlns:a16="http://schemas.microsoft.com/office/drawing/2014/main" id="{C7198F8E-E13F-1849-F02B-DCFC69F1EE60}"/>
                  </a:ext>
                </a:extLst>
              </p:cNvPr>
              <p:cNvSpPr/>
              <p:nvPr/>
            </p:nvSpPr>
            <p:spPr>
              <a:xfrm>
                <a:off x="6696364" y="6902348"/>
                <a:ext cx="276694" cy="320758"/>
              </a:xfrm>
              <a:prstGeom prst="ellipse">
                <a:avLst/>
              </a:prstGeom>
              <a:solidFill>
                <a:sysClr val="window" lastClr="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a:ln>
                    <a:noFill/>
                  </a:ln>
                  <a:solidFill>
                    <a:srgbClr val="670F31"/>
                  </a:solidFill>
                  <a:effectLst/>
                  <a:uLnTx/>
                  <a:uFillTx/>
                  <a:latin typeface="Franklin Gothic Book"/>
                  <a:ea typeface="+mn-ea"/>
                  <a:cs typeface="+mn-cs"/>
                </a:endParaRPr>
              </a:p>
            </p:txBody>
          </p:sp>
          <p:sp>
            <p:nvSpPr>
              <p:cNvPr id="67" name="Graphic 4">
                <a:extLst>
                  <a:ext uri="{FF2B5EF4-FFF2-40B4-BE49-F238E27FC236}">
                    <a16:creationId xmlns:a16="http://schemas.microsoft.com/office/drawing/2014/main" id="{390B6445-FF96-90EA-BCA6-4EC164D386FC}"/>
                  </a:ext>
                </a:extLst>
              </p:cNvPr>
              <p:cNvSpPr/>
              <p:nvPr/>
            </p:nvSpPr>
            <p:spPr>
              <a:xfrm rot="18931001">
                <a:off x="6653876" y="6877997"/>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1 w 361670"/>
                  <a:gd name="connsiteY3" fmla="*/ 180667 h 361333"/>
                  <a:gd name="connsiteX4" fmla="*/ 180836 w 361670"/>
                  <a:gd name="connsiteY4" fmla="*/ 0 h 361333"/>
                  <a:gd name="connsiteX5" fmla="*/ 120131 w 361670"/>
                  <a:gd name="connsiteY5" fmla="*/ 157046 h 361333"/>
                  <a:gd name="connsiteX6" fmla="*/ 120131 w 361670"/>
                  <a:gd name="connsiteY6" fmla="*/ 284726 h 361333"/>
                  <a:gd name="connsiteX7" fmla="*/ 113741 w 361670"/>
                  <a:gd name="connsiteY7" fmla="*/ 291110 h 361333"/>
                  <a:gd name="connsiteX8" fmla="*/ 107351 w 361670"/>
                  <a:gd name="connsiteY8" fmla="*/ 284726 h 361333"/>
                  <a:gd name="connsiteX9" fmla="*/ 107351 w 361670"/>
                  <a:gd name="connsiteY9" fmla="*/ 157046 h 361333"/>
                  <a:gd name="connsiteX10" fmla="*/ 84347 w 361670"/>
                  <a:gd name="connsiteY10" fmla="*/ 128318 h 361333"/>
                  <a:gd name="connsiteX11" fmla="*/ 107351 w 361670"/>
                  <a:gd name="connsiteY11" fmla="*/ 99590 h 361333"/>
                  <a:gd name="connsiteX12" fmla="*/ 107351 w 361670"/>
                  <a:gd name="connsiteY12" fmla="*/ 76608 h 361333"/>
                  <a:gd name="connsiteX13" fmla="*/ 113741 w 361670"/>
                  <a:gd name="connsiteY13" fmla="*/ 70224 h 361333"/>
                  <a:gd name="connsiteX14" fmla="*/ 120131 w 361670"/>
                  <a:gd name="connsiteY14" fmla="*/ 76608 h 361333"/>
                  <a:gd name="connsiteX15" fmla="*/ 120131 w 361670"/>
                  <a:gd name="connsiteY15" fmla="*/ 99590 h 361333"/>
                  <a:gd name="connsiteX16" fmla="*/ 143135 w 361670"/>
                  <a:gd name="connsiteY16" fmla="*/ 128318 h 361333"/>
                  <a:gd name="connsiteX17" fmla="*/ 120131 w 361670"/>
                  <a:gd name="connsiteY17" fmla="*/ 157046 h 361333"/>
                  <a:gd name="connsiteX18" fmla="*/ 186586 w 361670"/>
                  <a:gd name="connsiteY18" fmla="*/ 261105 h 361333"/>
                  <a:gd name="connsiteX19" fmla="*/ 186586 w 361670"/>
                  <a:gd name="connsiteY19" fmla="*/ 285364 h 361333"/>
                  <a:gd name="connsiteX20" fmla="*/ 180196 w 361670"/>
                  <a:gd name="connsiteY20" fmla="*/ 291748 h 361333"/>
                  <a:gd name="connsiteX21" fmla="*/ 173806 w 361670"/>
                  <a:gd name="connsiteY21" fmla="*/ 285364 h 361333"/>
                  <a:gd name="connsiteX22" fmla="*/ 173806 w 361670"/>
                  <a:gd name="connsiteY22" fmla="*/ 261105 h 361333"/>
                  <a:gd name="connsiteX23" fmla="*/ 150803 w 361670"/>
                  <a:gd name="connsiteY23" fmla="*/ 232377 h 361333"/>
                  <a:gd name="connsiteX24" fmla="*/ 173806 w 361670"/>
                  <a:gd name="connsiteY24" fmla="*/ 203649 h 361333"/>
                  <a:gd name="connsiteX25" fmla="*/ 173806 w 361670"/>
                  <a:gd name="connsiteY25" fmla="*/ 77246 h 361333"/>
                  <a:gd name="connsiteX26" fmla="*/ 180196 w 361670"/>
                  <a:gd name="connsiteY26" fmla="*/ 70862 h 361333"/>
                  <a:gd name="connsiteX27" fmla="*/ 186586 w 361670"/>
                  <a:gd name="connsiteY27" fmla="*/ 77246 h 361333"/>
                  <a:gd name="connsiteX28" fmla="*/ 186586 w 361670"/>
                  <a:gd name="connsiteY28" fmla="*/ 203011 h 361333"/>
                  <a:gd name="connsiteX29" fmla="*/ 209590 w 361670"/>
                  <a:gd name="connsiteY29" fmla="*/ 231739 h 361333"/>
                  <a:gd name="connsiteX30" fmla="*/ 186586 w 361670"/>
                  <a:gd name="connsiteY30" fmla="*/ 261105 h 361333"/>
                  <a:gd name="connsiteX31" fmla="*/ 253681 w 361670"/>
                  <a:gd name="connsiteY31" fmla="*/ 194073 h 361333"/>
                  <a:gd name="connsiteX32" fmla="*/ 253681 w 361670"/>
                  <a:gd name="connsiteY32" fmla="*/ 284726 h 361333"/>
                  <a:gd name="connsiteX33" fmla="*/ 247291 w 361670"/>
                  <a:gd name="connsiteY33" fmla="*/ 291110 h 361333"/>
                  <a:gd name="connsiteX34" fmla="*/ 240901 w 361670"/>
                  <a:gd name="connsiteY34" fmla="*/ 284726 h 361333"/>
                  <a:gd name="connsiteX35" fmla="*/ 240901 w 361670"/>
                  <a:gd name="connsiteY35" fmla="*/ 194073 h 361333"/>
                  <a:gd name="connsiteX36" fmla="*/ 217897 w 361670"/>
                  <a:gd name="connsiteY36" fmla="*/ 165345 h 361333"/>
                  <a:gd name="connsiteX37" fmla="*/ 240901 w 361670"/>
                  <a:gd name="connsiteY37" fmla="*/ 136617 h 361333"/>
                  <a:gd name="connsiteX38" fmla="*/ 240901 w 361670"/>
                  <a:gd name="connsiteY38" fmla="*/ 76608 h 361333"/>
                  <a:gd name="connsiteX39" fmla="*/ 247291 w 361670"/>
                  <a:gd name="connsiteY39" fmla="*/ 70224 h 361333"/>
                  <a:gd name="connsiteX40" fmla="*/ 253681 w 361670"/>
                  <a:gd name="connsiteY40" fmla="*/ 76608 h 361333"/>
                  <a:gd name="connsiteX41" fmla="*/ 253681 w 361670"/>
                  <a:gd name="connsiteY41" fmla="*/ 136617 h 361333"/>
                  <a:gd name="connsiteX42" fmla="*/ 276685 w 361670"/>
                  <a:gd name="connsiteY42" fmla="*/ 165345 h 361333"/>
                  <a:gd name="connsiteX43" fmla="*/ 253681 w 361670"/>
                  <a:gd name="connsiteY43" fmla="*/ 1940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1670" h="361333">
                    <a:moveTo>
                      <a:pt x="180836" y="0"/>
                    </a:moveTo>
                    <a:cubicBezTo>
                      <a:pt x="80513" y="0"/>
                      <a:pt x="0" y="81077"/>
                      <a:pt x="0" y="180667"/>
                    </a:cubicBezTo>
                    <a:cubicBezTo>
                      <a:pt x="0" y="280895"/>
                      <a:pt x="81152" y="361333"/>
                      <a:pt x="180836" y="361333"/>
                    </a:cubicBezTo>
                    <a:cubicBezTo>
                      <a:pt x="280518" y="361333"/>
                      <a:pt x="361671" y="280257"/>
                      <a:pt x="361671" y="180667"/>
                    </a:cubicBezTo>
                    <a:cubicBezTo>
                      <a:pt x="361671" y="81077"/>
                      <a:pt x="280518" y="0"/>
                      <a:pt x="180836" y="0"/>
                    </a:cubicBezTo>
                    <a:close/>
                    <a:moveTo>
                      <a:pt x="120131" y="157046"/>
                    </a:moveTo>
                    <a:lnTo>
                      <a:pt x="120131" y="284726"/>
                    </a:lnTo>
                    <a:cubicBezTo>
                      <a:pt x="120131" y="288556"/>
                      <a:pt x="117575" y="291110"/>
                      <a:pt x="113741" y="291110"/>
                    </a:cubicBezTo>
                    <a:cubicBezTo>
                      <a:pt x="109907" y="291110"/>
                      <a:pt x="107351" y="288556"/>
                      <a:pt x="107351" y="284726"/>
                    </a:cubicBezTo>
                    <a:lnTo>
                      <a:pt x="107351" y="157046"/>
                    </a:lnTo>
                    <a:cubicBezTo>
                      <a:pt x="93932" y="153854"/>
                      <a:pt x="84347" y="142363"/>
                      <a:pt x="84347" y="128318"/>
                    </a:cubicBezTo>
                    <a:cubicBezTo>
                      <a:pt x="84347" y="114273"/>
                      <a:pt x="94571" y="102144"/>
                      <a:pt x="107351" y="99590"/>
                    </a:cubicBezTo>
                    <a:lnTo>
                      <a:pt x="107351" y="76608"/>
                    </a:lnTo>
                    <a:cubicBezTo>
                      <a:pt x="107351" y="72777"/>
                      <a:pt x="109907" y="70224"/>
                      <a:pt x="113741" y="70224"/>
                    </a:cubicBezTo>
                    <a:cubicBezTo>
                      <a:pt x="117575" y="70224"/>
                      <a:pt x="120131" y="72777"/>
                      <a:pt x="120131" y="76608"/>
                    </a:cubicBezTo>
                    <a:lnTo>
                      <a:pt x="120131" y="99590"/>
                    </a:lnTo>
                    <a:cubicBezTo>
                      <a:pt x="133550" y="102782"/>
                      <a:pt x="143135" y="114273"/>
                      <a:pt x="143135" y="128318"/>
                    </a:cubicBezTo>
                    <a:cubicBezTo>
                      <a:pt x="143135" y="142363"/>
                      <a:pt x="133550" y="154492"/>
                      <a:pt x="120131" y="157046"/>
                    </a:cubicBezTo>
                    <a:close/>
                    <a:moveTo>
                      <a:pt x="186586" y="261105"/>
                    </a:moveTo>
                    <a:lnTo>
                      <a:pt x="186586" y="285364"/>
                    </a:lnTo>
                    <a:cubicBezTo>
                      <a:pt x="186586" y="289194"/>
                      <a:pt x="184031" y="291748"/>
                      <a:pt x="180196" y="291748"/>
                    </a:cubicBezTo>
                    <a:cubicBezTo>
                      <a:pt x="176363" y="291748"/>
                      <a:pt x="173806" y="289194"/>
                      <a:pt x="173806" y="285364"/>
                    </a:cubicBezTo>
                    <a:lnTo>
                      <a:pt x="173806" y="261105"/>
                    </a:lnTo>
                    <a:cubicBezTo>
                      <a:pt x="160388" y="257913"/>
                      <a:pt x="150803" y="246422"/>
                      <a:pt x="150803" y="232377"/>
                    </a:cubicBezTo>
                    <a:cubicBezTo>
                      <a:pt x="150803" y="218332"/>
                      <a:pt x="161027" y="206203"/>
                      <a:pt x="173806" y="203649"/>
                    </a:cubicBezTo>
                    <a:lnTo>
                      <a:pt x="173806" y="77246"/>
                    </a:lnTo>
                    <a:cubicBezTo>
                      <a:pt x="173806" y="73416"/>
                      <a:pt x="176363" y="70862"/>
                      <a:pt x="180196" y="70862"/>
                    </a:cubicBezTo>
                    <a:cubicBezTo>
                      <a:pt x="184031" y="70862"/>
                      <a:pt x="186586" y="73416"/>
                      <a:pt x="186586" y="77246"/>
                    </a:cubicBezTo>
                    <a:lnTo>
                      <a:pt x="186586" y="203011"/>
                    </a:lnTo>
                    <a:cubicBezTo>
                      <a:pt x="200005" y="206203"/>
                      <a:pt x="209590" y="217694"/>
                      <a:pt x="209590" y="231739"/>
                    </a:cubicBezTo>
                    <a:cubicBezTo>
                      <a:pt x="209590" y="245783"/>
                      <a:pt x="200005" y="257913"/>
                      <a:pt x="186586" y="261105"/>
                    </a:cubicBezTo>
                    <a:close/>
                    <a:moveTo>
                      <a:pt x="253681" y="194073"/>
                    </a:moveTo>
                    <a:lnTo>
                      <a:pt x="253681" y="284726"/>
                    </a:lnTo>
                    <a:cubicBezTo>
                      <a:pt x="253681" y="288556"/>
                      <a:pt x="251125" y="291110"/>
                      <a:pt x="247291" y="291110"/>
                    </a:cubicBezTo>
                    <a:cubicBezTo>
                      <a:pt x="243457" y="291110"/>
                      <a:pt x="240901" y="288556"/>
                      <a:pt x="240901" y="284726"/>
                    </a:cubicBezTo>
                    <a:lnTo>
                      <a:pt x="240901" y="194073"/>
                    </a:lnTo>
                    <a:cubicBezTo>
                      <a:pt x="227482" y="190881"/>
                      <a:pt x="217897" y="179390"/>
                      <a:pt x="217897" y="165345"/>
                    </a:cubicBezTo>
                    <a:cubicBezTo>
                      <a:pt x="217897" y="151300"/>
                      <a:pt x="228121" y="139171"/>
                      <a:pt x="240901" y="136617"/>
                    </a:cubicBezTo>
                    <a:lnTo>
                      <a:pt x="240901" y="76608"/>
                    </a:lnTo>
                    <a:cubicBezTo>
                      <a:pt x="240901" y="72777"/>
                      <a:pt x="243457" y="70224"/>
                      <a:pt x="247291" y="70224"/>
                    </a:cubicBezTo>
                    <a:cubicBezTo>
                      <a:pt x="251125" y="70224"/>
                      <a:pt x="253681" y="72777"/>
                      <a:pt x="253681" y="76608"/>
                    </a:cubicBezTo>
                    <a:lnTo>
                      <a:pt x="253681" y="136617"/>
                    </a:lnTo>
                    <a:cubicBezTo>
                      <a:pt x="267100" y="139809"/>
                      <a:pt x="276685" y="151300"/>
                      <a:pt x="276685" y="165345"/>
                    </a:cubicBezTo>
                    <a:cubicBezTo>
                      <a:pt x="276685" y="179390"/>
                      <a:pt x="267100" y="191519"/>
                      <a:pt x="253681" y="194073"/>
                    </a:cubicBezTo>
                    <a:close/>
                  </a:path>
                </a:pathLst>
              </a:custGeom>
              <a:solidFill>
                <a:srgbClr val="2E3558"/>
              </a:solid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grpSp>
        <p:sp>
          <p:nvSpPr>
            <p:cNvPr id="28" name="Rectangle 27">
              <a:extLst>
                <a:ext uri="{FF2B5EF4-FFF2-40B4-BE49-F238E27FC236}">
                  <a16:creationId xmlns:a16="http://schemas.microsoft.com/office/drawing/2014/main" id="{2DE1C777-06F0-72D9-79DE-C451E71D7D86}"/>
                </a:ext>
              </a:extLst>
            </p:cNvPr>
            <p:cNvSpPr/>
            <p:nvPr/>
          </p:nvSpPr>
          <p:spPr>
            <a:xfrm rot="2597414">
              <a:off x="5220361" y="2613549"/>
              <a:ext cx="2695236" cy="923330"/>
            </a:xfrm>
            <a:prstGeom prst="rect">
              <a:avLst/>
            </a:prstGeom>
            <a:noFill/>
          </p:spPr>
          <p:txBody>
            <a:bodyPr wrap="none" lIns="91440" tIns="45720" rIns="91440" bIns="45720">
              <a:prstTxWarp prst="textArchUp">
                <a:avLst>
                  <a:gd name="adj" fmla="val 12092514"/>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dirty="0">
                  <a:ln>
                    <a:noFill/>
                  </a:ln>
                  <a:solidFill>
                    <a:srgbClr val="0D1F3B"/>
                  </a:solidFill>
                  <a:effectLst/>
                  <a:uLnTx/>
                  <a:uFillTx/>
                  <a:latin typeface="Open Sans" panose="020B0606030504020204" pitchFamily="34" charset="0"/>
                  <a:ea typeface="Open Sans" panose="020B0606030504020204" pitchFamily="34" charset="0"/>
                  <a:cs typeface="Open Sans" panose="020B0606030504020204" pitchFamily="34" charset="0"/>
                </a:rPr>
                <a:t>High trust, governed data ecosystem</a:t>
              </a:r>
              <a:endParaRPr kumimoji="0" lang="en-US" sz="5400" b="1" i="0" u="none" strike="noStrike" kern="0" cap="none" spc="0" normalizeH="0" baseline="0" noProof="0" dirty="0">
                <a:ln>
                  <a:noFill/>
                </a:ln>
                <a:solidFill>
                  <a:srgbClr val="0D1F3B"/>
                </a:solidFill>
                <a:effectLst/>
                <a:uLnTx/>
                <a:uFillTx/>
              </a:endParaRPr>
            </a:p>
          </p:txBody>
        </p:sp>
        <p:grpSp>
          <p:nvGrpSpPr>
            <p:cNvPr id="29" name="Group 28">
              <a:extLst>
                <a:ext uri="{FF2B5EF4-FFF2-40B4-BE49-F238E27FC236}">
                  <a16:creationId xmlns:a16="http://schemas.microsoft.com/office/drawing/2014/main" id="{64973D13-71B3-750A-1F54-3F2EB62F9442}"/>
                </a:ext>
              </a:extLst>
            </p:cNvPr>
            <p:cNvGrpSpPr/>
            <p:nvPr/>
          </p:nvGrpSpPr>
          <p:grpSpPr>
            <a:xfrm>
              <a:off x="3543446" y="4381314"/>
              <a:ext cx="2014528" cy="935804"/>
              <a:chOff x="3543446" y="4381314"/>
              <a:chExt cx="2014528" cy="935804"/>
            </a:xfrm>
          </p:grpSpPr>
          <p:grpSp>
            <p:nvGrpSpPr>
              <p:cNvPr id="59" name="Group 58">
                <a:extLst>
                  <a:ext uri="{FF2B5EF4-FFF2-40B4-BE49-F238E27FC236}">
                    <a16:creationId xmlns:a16="http://schemas.microsoft.com/office/drawing/2014/main" id="{16AF10BE-519F-A4C3-4F61-64CB9F3F54EE}"/>
                  </a:ext>
                </a:extLst>
              </p:cNvPr>
              <p:cNvGrpSpPr/>
              <p:nvPr/>
            </p:nvGrpSpPr>
            <p:grpSpPr>
              <a:xfrm rot="2467493">
                <a:off x="3543446" y="4920959"/>
                <a:ext cx="2014528" cy="396159"/>
                <a:chOff x="4752860" y="5470193"/>
                <a:chExt cx="2014528" cy="396159"/>
              </a:xfrm>
            </p:grpSpPr>
            <p:sp>
              <p:nvSpPr>
                <p:cNvPr id="61" name="Text Placeholder 5">
                  <a:extLst>
                    <a:ext uri="{FF2B5EF4-FFF2-40B4-BE49-F238E27FC236}">
                      <a16:creationId xmlns:a16="http://schemas.microsoft.com/office/drawing/2014/main" id="{6770E08D-1455-F817-C3A8-35F33D3B82F4}"/>
                    </a:ext>
                  </a:extLst>
                </p:cNvPr>
                <p:cNvSpPr txBox="1">
                  <a:spLocks/>
                </p:cNvSpPr>
                <p:nvPr/>
              </p:nvSpPr>
              <p:spPr>
                <a:xfrm>
                  <a:off x="4752860" y="5470193"/>
                  <a:ext cx="2014528" cy="396159"/>
                </a:xfrm>
                <a:prstGeom prst="roundRect">
                  <a:avLst>
                    <a:gd name="adj" fmla="val 50000"/>
                  </a:avLst>
                </a:prstGeom>
                <a:solidFill>
                  <a:srgbClr val="2E3558"/>
                </a:solidFill>
                <a:ln>
                  <a:solidFill>
                    <a:sysClr val="window" lastClr="FFFFFF">
                      <a:lumMod val="85000"/>
                    </a:sysClr>
                  </a:solidFill>
                </a:ln>
              </p:spPr>
              <p:txBody>
                <a:bodyPr vert="horz" lIns="0" tIns="0" rIns="0" bIns="0" rtlCol="0" anchor="ctr">
                  <a:noAutofit/>
                </a:bodyPr>
                <a:lstStyle>
                  <a:defPPr>
                    <a:defRPr lang="en-US"/>
                  </a:defPPr>
                  <a:lvl1pPr marR="0" lvl="0" indent="0" algn="ctr" fontAlgn="auto">
                    <a:lnSpc>
                      <a:spcPct val="100000"/>
                    </a:lnSpc>
                    <a:spcBef>
                      <a:spcPts val="0"/>
                    </a:spcBef>
                    <a:spcAft>
                      <a:spcPts val="0"/>
                    </a:spcAft>
                    <a:buClr>
                      <a:srgbClr val="787878"/>
                    </a:buClr>
                    <a:buSzPct val="75000"/>
                    <a:buFont typeface="Arial" panose="020B0604020202020204" pitchFamily="34" charset="0"/>
                    <a:buNone/>
                    <a:tabLst/>
                    <a:defRPr kumimoji="0" sz="1400" b="1" i="0" u="none" strike="noStrike" cap="none" spc="-30" normalizeH="0" baseline="0">
                      <a:ln>
                        <a:noFill/>
                      </a:ln>
                      <a:solidFill>
                        <a:srgbClr val="000000"/>
                      </a:solidFill>
                      <a:effectLst/>
                      <a:uLnTx/>
                      <a:uFillTx/>
                      <a:ea typeface="Chronicle Display Black" charset="0"/>
                      <a:cs typeface="Chronicle Display Black" charset="0"/>
                    </a:defRPr>
                  </a:lvl1pPr>
                  <a:lvl2pPr indent="0">
                    <a:lnSpc>
                      <a:spcPct val="100000"/>
                    </a:lnSpc>
                    <a:spcBef>
                      <a:spcPts val="500"/>
                    </a:spcBef>
                    <a:buClr>
                      <a:schemeClr val="accent5"/>
                    </a:buClr>
                    <a:buSzPct val="75000"/>
                    <a:buFont typeface="Arial" panose="020B0604020202020204" pitchFamily="34" charset="0"/>
                    <a:buNone/>
                    <a:defRPr spc="-30">
                      <a:latin typeface="Open Sans" charset="0"/>
                      <a:ea typeface="Open Sans" charset="0"/>
                      <a:cs typeface="Open Sans" charset="0"/>
                    </a:defRPr>
                  </a:lvl2pPr>
                  <a:lvl3pPr indent="0">
                    <a:lnSpc>
                      <a:spcPct val="100000"/>
                    </a:lnSpc>
                    <a:spcBef>
                      <a:spcPts val="500"/>
                    </a:spcBef>
                    <a:buClr>
                      <a:schemeClr val="accent5"/>
                    </a:buClr>
                    <a:buSzPct val="75000"/>
                    <a:buFont typeface="Arial" panose="020B0604020202020204" pitchFamily="34" charset="0"/>
                    <a:buNone/>
                    <a:defRPr sz="1600" spc="-30">
                      <a:latin typeface="Open Sans" charset="0"/>
                      <a:ea typeface="Open Sans" charset="0"/>
                      <a:cs typeface="Open Sans" charset="0"/>
                    </a:defRPr>
                  </a:lvl3pPr>
                  <a:lvl4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4pPr>
                  <a:lvl5pPr indent="0">
                    <a:lnSpc>
                      <a:spcPct val="100000"/>
                    </a:lnSpc>
                    <a:spcBef>
                      <a:spcPts val="500"/>
                    </a:spcBef>
                    <a:buClr>
                      <a:schemeClr val="accent5"/>
                    </a:buClr>
                    <a:buSzPct val="75000"/>
                    <a:buFont typeface="Arial" panose="020B0604020202020204" pitchFamily="34" charset="0"/>
                    <a:buNone/>
                    <a:defRPr sz="1400" spc="-30">
                      <a:latin typeface="Open Sans" charset="0"/>
                      <a:ea typeface="Open Sans" charset="0"/>
                      <a:cs typeface="Open Sans"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eaLnBrk="1" fontAlgn="auto" latinLnBrk="0" hangingPunct="1">
                    <a:lnSpc>
                      <a:spcPct val="85000"/>
                    </a:lnSpc>
                    <a:spcBef>
                      <a:spcPts val="500"/>
                    </a:spcBef>
                    <a:spcAft>
                      <a:spcPts val="0"/>
                    </a:spcAft>
                    <a:buClr>
                      <a:srgbClr val="787878"/>
                    </a:buClr>
                    <a:buSzPct val="75000"/>
                    <a:buFont typeface="Arial" panose="020B0604020202020204" pitchFamily="34" charset="0"/>
                    <a:buNone/>
                    <a:tabLst/>
                    <a:defRPr/>
                  </a:pPr>
                  <a:r>
                    <a:rPr kumimoji="0" lang="en-US" sz="1200" b="1" i="0" u="none" strike="noStrike" kern="0" cap="none" spc="-3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         Analytics as a Service</a:t>
                  </a:r>
                </a:p>
              </p:txBody>
            </p:sp>
            <p:grpSp>
              <p:nvGrpSpPr>
                <p:cNvPr id="62" name="Graphic 4">
                  <a:extLst>
                    <a:ext uri="{FF2B5EF4-FFF2-40B4-BE49-F238E27FC236}">
                      <a16:creationId xmlns:a16="http://schemas.microsoft.com/office/drawing/2014/main" id="{BF14AFBC-813F-BC13-63F0-81AF60FF4790}"/>
                    </a:ext>
                  </a:extLst>
                </p:cNvPr>
                <p:cNvGrpSpPr/>
                <p:nvPr/>
              </p:nvGrpSpPr>
              <p:grpSpPr>
                <a:xfrm>
                  <a:off x="4863365" y="5605637"/>
                  <a:ext cx="166777" cy="136617"/>
                  <a:chOff x="5196935" y="1029898"/>
                  <a:chExt cx="166777" cy="136617"/>
                </a:xfrm>
                <a:solidFill>
                  <a:srgbClr val="0D1F3B"/>
                </a:solidFill>
              </p:grpSpPr>
              <p:sp>
                <p:nvSpPr>
                  <p:cNvPr id="63" name="Graphic 4">
                    <a:extLst>
                      <a:ext uri="{FF2B5EF4-FFF2-40B4-BE49-F238E27FC236}">
                        <a16:creationId xmlns:a16="http://schemas.microsoft.com/office/drawing/2014/main" id="{212401C4-268F-22F3-58DB-5217004FADBD}"/>
                      </a:ext>
                    </a:extLst>
                  </p:cNvPr>
                  <p:cNvSpPr/>
                  <p:nvPr/>
                </p:nvSpPr>
                <p:spPr>
                  <a:xfrm>
                    <a:off x="5196935" y="1029898"/>
                    <a:ext cx="33227" cy="33196"/>
                  </a:xfrm>
                  <a:custGeom>
                    <a:avLst/>
                    <a:gdLst>
                      <a:gd name="connsiteX0" fmla="*/ 16614 w 33227"/>
                      <a:gd name="connsiteY0" fmla="*/ 0 h 33196"/>
                      <a:gd name="connsiteX1" fmla="*/ 0 w 33227"/>
                      <a:gd name="connsiteY1" fmla="*/ 16598 h 33196"/>
                      <a:gd name="connsiteX2" fmla="*/ 16614 w 33227"/>
                      <a:gd name="connsiteY2" fmla="*/ 33197 h 33196"/>
                      <a:gd name="connsiteX3" fmla="*/ 33228 w 33227"/>
                      <a:gd name="connsiteY3" fmla="*/ 16598 h 33196"/>
                      <a:gd name="connsiteX4" fmla="*/ 16614 w 33227"/>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7" h="33196">
                        <a:moveTo>
                          <a:pt x="16614" y="0"/>
                        </a:moveTo>
                        <a:cubicBezTo>
                          <a:pt x="7668" y="0"/>
                          <a:pt x="0" y="7661"/>
                          <a:pt x="0" y="16598"/>
                        </a:cubicBezTo>
                        <a:cubicBezTo>
                          <a:pt x="0" y="25536"/>
                          <a:pt x="7668" y="33197"/>
                          <a:pt x="16614" y="33197"/>
                        </a:cubicBezTo>
                        <a:cubicBezTo>
                          <a:pt x="25560" y="33197"/>
                          <a:pt x="33228" y="25536"/>
                          <a:pt x="33228" y="16598"/>
                        </a:cubicBezTo>
                        <a:cubicBezTo>
                          <a:pt x="33228" y="7661"/>
                          <a:pt x="26199" y="0"/>
                          <a:pt x="16614" y="0"/>
                        </a:cubicBez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64" name="Graphic 4">
                    <a:extLst>
                      <a:ext uri="{FF2B5EF4-FFF2-40B4-BE49-F238E27FC236}">
                        <a16:creationId xmlns:a16="http://schemas.microsoft.com/office/drawing/2014/main" id="{440042FA-DA91-FD52-B2F3-337161A491F0}"/>
                      </a:ext>
                    </a:extLst>
                  </p:cNvPr>
                  <p:cNvSpPr/>
                  <p:nvPr/>
                </p:nvSpPr>
                <p:spPr>
                  <a:xfrm>
                    <a:off x="5330485" y="1066926"/>
                    <a:ext cx="33227" cy="33196"/>
                  </a:xfrm>
                  <a:custGeom>
                    <a:avLst/>
                    <a:gdLst>
                      <a:gd name="connsiteX0" fmla="*/ 16614 w 33227"/>
                      <a:gd name="connsiteY0" fmla="*/ 0 h 33196"/>
                      <a:gd name="connsiteX1" fmla="*/ 0 w 33227"/>
                      <a:gd name="connsiteY1" fmla="*/ 16598 h 33196"/>
                      <a:gd name="connsiteX2" fmla="*/ 16614 w 33227"/>
                      <a:gd name="connsiteY2" fmla="*/ 33197 h 33196"/>
                      <a:gd name="connsiteX3" fmla="*/ 33228 w 33227"/>
                      <a:gd name="connsiteY3" fmla="*/ 16598 h 33196"/>
                      <a:gd name="connsiteX4" fmla="*/ 16614 w 33227"/>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7" h="33196">
                        <a:moveTo>
                          <a:pt x="16614" y="0"/>
                        </a:moveTo>
                        <a:cubicBezTo>
                          <a:pt x="7668" y="0"/>
                          <a:pt x="0" y="7661"/>
                          <a:pt x="0" y="16598"/>
                        </a:cubicBezTo>
                        <a:cubicBezTo>
                          <a:pt x="0" y="25536"/>
                          <a:pt x="7668" y="33197"/>
                          <a:pt x="16614" y="33197"/>
                        </a:cubicBezTo>
                        <a:cubicBezTo>
                          <a:pt x="25560" y="33197"/>
                          <a:pt x="33228" y="25536"/>
                          <a:pt x="33228" y="16598"/>
                        </a:cubicBezTo>
                        <a:cubicBezTo>
                          <a:pt x="33228" y="7661"/>
                          <a:pt x="25560" y="0"/>
                          <a:pt x="16614" y="0"/>
                        </a:cubicBez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65" name="Graphic 4">
                    <a:extLst>
                      <a:ext uri="{FF2B5EF4-FFF2-40B4-BE49-F238E27FC236}">
                        <a16:creationId xmlns:a16="http://schemas.microsoft.com/office/drawing/2014/main" id="{E0003137-839D-164D-9453-A986B61ABF5B}"/>
                      </a:ext>
                    </a:extLst>
                  </p:cNvPr>
                  <p:cNvSpPr/>
                  <p:nvPr/>
                </p:nvSpPr>
                <p:spPr>
                  <a:xfrm>
                    <a:off x="5263391" y="1133319"/>
                    <a:ext cx="33264" cy="33196"/>
                  </a:xfrm>
                  <a:custGeom>
                    <a:avLst/>
                    <a:gdLst>
                      <a:gd name="connsiteX0" fmla="*/ 16614 w 33264"/>
                      <a:gd name="connsiteY0" fmla="*/ 0 h 33196"/>
                      <a:gd name="connsiteX1" fmla="*/ 0 w 33264"/>
                      <a:gd name="connsiteY1" fmla="*/ 16598 h 33196"/>
                      <a:gd name="connsiteX2" fmla="*/ 16614 w 33264"/>
                      <a:gd name="connsiteY2" fmla="*/ 33197 h 33196"/>
                      <a:gd name="connsiteX3" fmla="*/ 33228 w 33264"/>
                      <a:gd name="connsiteY3" fmla="*/ 16598 h 33196"/>
                      <a:gd name="connsiteX4" fmla="*/ 16614 w 33264"/>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 h="33196">
                        <a:moveTo>
                          <a:pt x="16614" y="0"/>
                        </a:moveTo>
                        <a:cubicBezTo>
                          <a:pt x="7668" y="0"/>
                          <a:pt x="0" y="7661"/>
                          <a:pt x="0" y="16598"/>
                        </a:cubicBezTo>
                        <a:cubicBezTo>
                          <a:pt x="0" y="25536"/>
                          <a:pt x="7668" y="33197"/>
                          <a:pt x="16614" y="33197"/>
                        </a:cubicBezTo>
                        <a:cubicBezTo>
                          <a:pt x="25560" y="33197"/>
                          <a:pt x="33228" y="25536"/>
                          <a:pt x="33228" y="16598"/>
                        </a:cubicBezTo>
                        <a:cubicBezTo>
                          <a:pt x="33867" y="7661"/>
                          <a:pt x="26199" y="0"/>
                          <a:pt x="16614" y="0"/>
                        </a:cubicBezTo>
                        <a:close/>
                      </a:path>
                    </a:pathLst>
                  </a:custGeom>
                  <a:grpFill/>
                  <a:ln w="639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670F31"/>
                      </a:solidFill>
                      <a:effectLst/>
                      <a:uLnTx/>
                      <a:uFillTx/>
                      <a:latin typeface="Calibri" panose="020F0502020204030204"/>
                      <a:ea typeface="Open Sans" panose="020B0606030504020204" pitchFamily="34" charset="0"/>
                      <a:cs typeface="Open Sans" panose="020B0606030504020204" pitchFamily="34" charset="0"/>
                    </a:endParaRPr>
                  </a:p>
                </p:txBody>
              </p:sp>
            </p:grpSp>
          </p:grpSp>
          <p:sp>
            <p:nvSpPr>
              <p:cNvPr id="60" name="Oval 59">
                <a:extLst>
                  <a:ext uri="{FF2B5EF4-FFF2-40B4-BE49-F238E27FC236}">
                    <a16:creationId xmlns:a16="http://schemas.microsoft.com/office/drawing/2014/main" id="{C6F6047D-801E-3411-F849-C08DBEFF32D3}"/>
                  </a:ext>
                </a:extLst>
              </p:cNvPr>
              <p:cNvSpPr/>
              <p:nvPr/>
            </p:nvSpPr>
            <p:spPr>
              <a:xfrm>
                <a:off x="3755383" y="4381314"/>
                <a:ext cx="371764" cy="382787"/>
              </a:xfrm>
              <a:prstGeom prst="ellipse">
                <a:avLst/>
              </a:prstGeom>
              <a:solidFill>
                <a:srgbClr val="2E3558"/>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a:ln>
                    <a:noFill/>
                  </a:ln>
                  <a:solidFill>
                    <a:srgbClr val="670F31"/>
                  </a:solidFill>
                  <a:effectLst/>
                  <a:uLnTx/>
                  <a:uFillTx/>
                  <a:latin typeface="Franklin Gothic Book"/>
                  <a:ea typeface="+mn-ea"/>
                  <a:cs typeface="+mn-cs"/>
                </a:endParaRPr>
              </a:p>
            </p:txBody>
          </p:sp>
        </p:grpSp>
        <p:pic>
          <p:nvPicPr>
            <p:cNvPr id="30" name="Graphic 29" descr="Statistics outline">
              <a:extLst>
                <a:ext uri="{FF2B5EF4-FFF2-40B4-BE49-F238E27FC236}">
                  <a16:creationId xmlns:a16="http://schemas.microsoft.com/office/drawing/2014/main" id="{145DA202-A111-BBCA-61BF-37CFEE9947C0}"/>
                </a:ext>
              </a:extLst>
            </p:cNvPr>
            <p:cNvPicPr>
              <a:picLocks noChangeAspect="1"/>
            </p:cNvPicPr>
            <p:nvPr/>
          </p:nvPicPr>
          <p:blipFill>
            <a:blip r:embed="rId14">
              <a:extLst>
                <a:ext uri="{96DAC541-7B7A-43D3-8B79-37D633B846F1}">
                  <asvg:svgBlip xmlns:asvg="http://schemas.microsoft.com/office/drawing/2016/SVG/main" r:embed="rId15"/>
                </a:ext>
              </a:extLst>
            </a:blip>
            <a:srcRect l="22508" r="16302" b="24529"/>
            <a:stretch/>
          </p:blipFill>
          <p:spPr>
            <a:xfrm rot="246070">
              <a:off x="3828755" y="4389492"/>
              <a:ext cx="239241" cy="295077"/>
            </a:xfrm>
            <a:prstGeom prst="rect">
              <a:avLst/>
            </a:prstGeom>
          </p:spPr>
        </p:pic>
        <p:grpSp>
          <p:nvGrpSpPr>
            <p:cNvPr id="31" name="Group 30">
              <a:extLst>
                <a:ext uri="{FF2B5EF4-FFF2-40B4-BE49-F238E27FC236}">
                  <a16:creationId xmlns:a16="http://schemas.microsoft.com/office/drawing/2014/main" id="{28E0ED30-567C-5D7E-74B5-FDD1F6AEAEC7}"/>
                </a:ext>
              </a:extLst>
            </p:cNvPr>
            <p:cNvGrpSpPr/>
            <p:nvPr/>
          </p:nvGrpSpPr>
          <p:grpSpPr>
            <a:xfrm>
              <a:off x="8308367" y="1912987"/>
              <a:ext cx="3340350" cy="1575397"/>
              <a:chOff x="8212302" y="1627756"/>
              <a:chExt cx="3340350" cy="1575397"/>
            </a:xfrm>
            <a:solidFill>
              <a:srgbClr val="85A9E4"/>
            </a:solidFill>
          </p:grpSpPr>
          <p:sp>
            <p:nvSpPr>
              <p:cNvPr id="57" name="Rectangle: Rounded Corners 5">
                <a:extLst>
                  <a:ext uri="{FF2B5EF4-FFF2-40B4-BE49-F238E27FC236}">
                    <a16:creationId xmlns:a16="http://schemas.microsoft.com/office/drawing/2014/main" id="{7DBA00BB-DDBC-AF57-8AFF-2B3E1C3BBD06}"/>
                  </a:ext>
                </a:extLst>
              </p:cNvPr>
              <p:cNvSpPr/>
              <p:nvPr/>
            </p:nvSpPr>
            <p:spPr>
              <a:xfrm>
                <a:off x="8224481" y="1781634"/>
                <a:ext cx="3319200" cy="1421519"/>
              </a:xfrm>
              <a:prstGeom prst="roundRect">
                <a:avLst>
                  <a:gd name="adj" fmla="val 8299"/>
                </a:avLst>
              </a:prstGeom>
              <a:noFill/>
              <a:ln w="19050" cap="flat" cmpd="sng" algn="ctr">
                <a:solidFill>
                  <a:srgbClr val="85A9E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8" name="Rectangle: Rounded Corners 57">
                <a:extLst>
                  <a:ext uri="{FF2B5EF4-FFF2-40B4-BE49-F238E27FC236}">
                    <a16:creationId xmlns:a16="http://schemas.microsoft.com/office/drawing/2014/main" id="{64689CA1-65F5-9023-5914-2C23E4B4AC5E}"/>
                  </a:ext>
                </a:extLst>
              </p:cNvPr>
              <p:cNvSpPr/>
              <p:nvPr/>
            </p:nvSpPr>
            <p:spPr>
              <a:xfrm>
                <a:off x="8212302" y="1627756"/>
                <a:ext cx="3340350" cy="330231"/>
              </a:xfrm>
              <a:prstGeom prst="roundRect">
                <a:avLst/>
              </a:prstGeom>
              <a:solidFill>
                <a:srgbClr val="233444"/>
              </a:solidFill>
              <a:ln w="19050" cap="flat" cmpd="sng" algn="ctr">
                <a:solidFill>
                  <a:srgbClr val="85A9E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Population Health</a:t>
                </a:r>
              </a:p>
            </p:txBody>
          </p:sp>
        </p:grpSp>
        <p:sp>
          <p:nvSpPr>
            <p:cNvPr id="32" name="Rectangle: Rounded Corners 31">
              <a:extLst>
                <a:ext uri="{FF2B5EF4-FFF2-40B4-BE49-F238E27FC236}">
                  <a16:creationId xmlns:a16="http://schemas.microsoft.com/office/drawing/2014/main" id="{F6C0D6F1-7CD6-3E7F-A27D-45FC667C5D78}"/>
                </a:ext>
              </a:extLst>
            </p:cNvPr>
            <p:cNvSpPr/>
            <p:nvPr/>
          </p:nvSpPr>
          <p:spPr>
            <a:xfrm>
              <a:off x="8316166" y="3512409"/>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Corporate Metrics / Measures</a:t>
              </a:r>
            </a:p>
          </p:txBody>
        </p:sp>
        <p:sp>
          <p:nvSpPr>
            <p:cNvPr id="33" name="Rectangle: Rounded Corners 32">
              <a:extLst>
                <a:ext uri="{FF2B5EF4-FFF2-40B4-BE49-F238E27FC236}">
                  <a16:creationId xmlns:a16="http://schemas.microsoft.com/office/drawing/2014/main" id="{5C9EDE86-ACBE-A34C-7011-BC9CA16BD949}"/>
                </a:ext>
              </a:extLst>
            </p:cNvPr>
            <p:cNvSpPr/>
            <p:nvPr/>
          </p:nvSpPr>
          <p:spPr>
            <a:xfrm>
              <a:off x="8316166" y="3869146"/>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Clinical Decision Support Tools</a:t>
              </a:r>
            </a:p>
          </p:txBody>
        </p:sp>
        <p:sp>
          <p:nvSpPr>
            <p:cNvPr id="34" name="Rectangle: Rounded Corners 33">
              <a:extLst>
                <a:ext uri="{FF2B5EF4-FFF2-40B4-BE49-F238E27FC236}">
                  <a16:creationId xmlns:a16="http://schemas.microsoft.com/office/drawing/2014/main" id="{328F0A12-AB5A-60D3-5DE3-83E6734E0443}"/>
                </a:ext>
              </a:extLst>
            </p:cNvPr>
            <p:cNvSpPr/>
            <p:nvPr/>
          </p:nvSpPr>
          <p:spPr>
            <a:xfrm>
              <a:off x="8316166" y="4225883"/>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Big Data Analytics</a:t>
              </a:r>
            </a:p>
          </p:txBody>
        </p:sp>
        <p:sp>
          <p:nvSpPr>
            <p:cNvPr id="35" name="Rectangle: Rounded Corners 34">
              <a:extLst>
                <a:ext uri="{FF2B5EF4-FFF2-40B4-BE49-F238E27FC236}">
                  <a16:creationId xmlns:a16="http://schemas.microsoft.com/office/drawing/2014/main" id="{81FB7AE3-7EE4-5F54-F425-3FD755F513F5}"/>
                </a:ext>
              </a:extLst>
            </p:cNvPr>
            <p:cNvSpPr/>
            <p:nvPr/>
          </p:nvSpPr>
          <p:spPr>
            <a:xfrm>
              <a:off x="8316166" y="4582620"/>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Clinical Research</a:t>
              </a:r>
            </a:p>
          </p:txBody>
        </p:sp>
        <p:sp>
          <p:nvSpPr>
            <p:cNvPr id="36" name="Rectangle: Rounded Corners 35">
              <a:extLst>
                <a:ext uri="{FF2B5EF4-FFF2-40B4-BE49-F238E27FC236}">
                  <a16:creationId xmlns:a16="http://schemas.microsoft.com/office/drawing/2014/main" id="{498310E4-78A2-5FE2-0804-B43AF8A4A931}"/>
                </a:ext>
              </a:extLst>
            </p:cNvPr>
            <p:cNvSpPr/>
            <p:nvPr/>
          </p:nvSpPr>
          <p:spPr>
            <a:xfrm>
              <a:off x="8316166" y="4939357"/>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Operational Analytics</a:t>
              </a:r>
            </a:p>
          </p:txBody>
        </p:sp>
        <p:sp>
          <p:nvSpPr>
            <p:cNvPr id="37" name="Rectangle: Rounded Corners 36">
              <a:extLst>
                <a:ext uri="{FF2B5EF4-FFF2-40B4-BE49-F238E27FC236}">
                  <a16:creationId xmlns:a16="http://schemas.microsoft.com/office/drawing/2014/main" id="{7FEC2249-0812-49AC-69AD-0ABAE97A6100}"/>
                </a:ext>
              </a:extLst>
            </p:cNvPr>
            <p:cNvSpPr/>
            <p:nvPr/>
          </p:nvSpPr>
          <p:spPr>
            <a:xfrm>
              <a:off x="8316166" y="5296094"/>
              <a:ext cx="3340350" cy="330231"/>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Medical Readiness</a:t>
              </a:r>
            </a:p>
          </p:txBody>
        </p:sp>
        <p:sp>
          <p:nvSpPr>
            <p:cNvPr id="38" name="Rectangle: Rounded Corners 37">
              <a:extLst>
                <a:ext uri="{FF2B5EF4-FFF2-40B4-BE49-F238E27FC236}">
                  <a16:creationId xmlns:a16="http://schemas.microsoft.com/office/drawing/2014/main" id="{BC2FB076-4930-7DB7-95AA-37F8C2D9A5CA}"/>
                </a:ext>
              </a:extLst>
            </p:cNvPr>
            <p:cNvSpPr/>
            <p:nvPr/>
          </p:nvSpPr>
          <p:spPr>
            <a:xfrm>
              <a:off x="8316166" y="5652832"/>
              <a:ext cx="3340350" cy="278534"/>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Dental </a:t>
              </a:r>
            </a:p>
          </p:txBody>
        </p:sp>
        <p:sp>
          <p:nvSpPr>
            <p:cNvPr id="39" name="Rectangle: Rounded Corners 38">
              <a:extLst>
                <a:ext uri="{FF2B5EF4-FFF2-40B4-BE49-F238E27FC236}">
                  <a16:creationId xmlns:a16="http://schemas.microsoft.com/office/drawing/2014/main" id="{F4D8B14D-E7B7-AFFF-9486-40C1A157DDAE}"/>
                </a:ext>
              </a:extLst>
            </p:cNvPr>
            <p:cNvSpPr/>
            <p:nvPr/>
          </p:nvSpPr>
          <p:spPr>
            <a:xfrm>
              <a:off x="8316166" y="5965712"/>
              <a:ext cx="3340350" cy="278534"/>
            </a:xfrm>
            <a:prstGeom prst="roundRect">
              <a:avLst/>
            </a:prstGeom>
            <a:solidFill>
              <a:srgbClr val="23344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Machine Learning &amp; AI</a:t>
              </a:r>
            </a:p>
          </p:txBody>
        </p:sp>
        <p:sp>
          <p:nvSpPr>
            <p:cNvPr id="40" name="TextBox 39">
              <a:extLst>
                <a:ext uri="{FF2B5EF4-FFF2-40B4-BE49-F238E27FC236}">
                  <a16:creationId xmlns:a16="http://schemas.microsoft.com/office/drawing/2014/main" id="{5BDDA293-BBC9-3ACD-4BDE-EFBD7A8E835A}"/>
                </a:ext>
              </a:extLst>
            </p:cNvPr>
            <p:cNvSpPr txBox="1"/>
            <p:nvPr/>
          </p:nvSpPr>
          <p:spPr>
            <a:xfrm>
              <a:off x="8392782" y="2283088"/>
              <a:ext cx="2971891" cy="120032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70F31"/>
                  </a:solidFill>
                  <a:effectLst/>
                  <a:uLnTx/>
                  <a:uFillTx/>
                  <a:latin typeface="Franklin Gothic Book"/>
                  <a:ea typeface="+mn-ea"/>
                  <a:cs typeface="+mn-cs"/>
                </a:rPr>
                <a:t>Data as a Service</a:t>
              </a:r>
              <a:r>
                <a:rPr kumimoji="0" lang="en-US" sz="1200" b="1" i="0" u="none" strike="noStrike" kern="0" cap="none" spc="0" normalizeH="0" baseline="0" noProof="0" dirty="0">
                  <a:ln>
                    <a:noFill/>
                  </a:ln>
                  <a:solidFill>
                    <a:srgbClr val="0D1F3B"/>
                  </a:solidFill>
                  <a:effectLst/>
                  <a:uLnTx/>
                  <a:uFillTx/>
                  <a:latin typeface="Franklin Gothic Book"/>
                  <a:ea typeface="+mn-ea"/>
                  <a:cs typeface="+mn-cs"/>
                </a:rPr>
                <a:t>: </a:t>
              </a: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Health surveillance data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70F31"/>
                  </a:solidFill>
                  <a:effectLst/>
                  <a:uLnTx/>
                  <a:uFillTx/>
                  <a:latin typeface="Franklin Gothic Book"/>
                  <a:ea typeface="+mn-ea"/>
                  <a:cs typeface="+mn-cs"/>
                </a:rPr>
                <a:t>Analytics as a Service: </a:t>
              </a: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Data workbench for Population Health Analytics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70F31"/>
                  </a:solidFill>
                  <a:effectLst/>
                  <a:uLnTx/>
                  <a:uFillTx/>
                  <a:latin typeface="Franklin Gothic Book"/>
                  <a:ea typeface="+mn-ea"/>
                  <a:cs typeface="+mn-cs"/>
                </a:rPr>
                <a:t>Applications as a Service</a:t>
              </a: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 DMSS (PROMIS, DMED, DODSR, DMS-MT), ESSENCE, Digital </a:t>
              </a:r>
              <a:r>
                <a:rPr kumimoji="0" lang="en-US" sz="1200" b="0" i="0" u="none" strike="noStrike" kern="0" cap="none" spc="0" normalizeH="0" baseline="0" noProof="0" dirty="0" err="1">
                  <a:ln>
                    <a:noFill/>
                  </a:ln>
                  <a:solidFill>
                    <a:srgbClr val="0D1F3B"/>
                  </a:solidFill>
                  <a:effectLst/>
                  <a:uLnTx/>
                  <a:uFillTx/>
                  <a:latin typeface="Franklin Gothic Book"/>
                  <a:ea typeface="+mn-ea"/>
                  <a:cs typeface="+mn-cs"/>
                </a:rPr>
                <a:t>BioBank</a:t>
              </a:r>
              <a:endParaRPr kumimoji="0" lang="en-US" sz="1200" b="0" i="0" u="none" strike="noStrike" kern="0" cap="none" spc="0" normalizeH="0" baseline="0" noProof="0" dirty="0">
                <a:ln>
                  <a:noFill/>
                </a:ln>
                <a:solidFill>
                  <a:srgbClr val="37373A"/>
                </a:solidFill>
                <a:effectLst/>
                <a:uLnTx/>
                <a:uFillTx/>
                <a:latin typeface="Franklin Gothic Book"/>
                <a:ea typeface="+mn-ea"/>
                <a:cs typeface="+mn-cs"/>
              </a:endParaRPr>
            </a:p>
          </p:txBody>
        </p:sp>
        <p:pic>
          <p:nvPicPr>
            <p:cNvPr id="41" name="Graphic 40" descr="Badge Follow outline">
              <a:extLst>
                <a:ext uri="{FF2B5EF4-FFF2-40B4-BE49-F238E27FC236}">
                  <a16:creationId xmlns:a16="http://schemas.microsoft.com/office/drawing/2014/main" id="{8CB194FB-B462-D024-755E-A6B0ED82D8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3523787"/>
              <a:ext cx="287304" cy="287304"/>
            </a:xfrm>
            <a:prstGeom prst="rect">
              <a:avLst/>
            </a:prstGeom>
          </p:spPr>
        </p:pic>
        <p:pic>
          <p:nvPicPr>
            <p:cNvPr id="42" name="Graphic 41" descr="Badge Follow outline">
              <a:extLst>
                <a:ext uri="{FF2B5EF4-FFF2-40B4-BE49-F238E27FC236}">
                  <a16:creationId xmlns:a16="http://schemas.microsoft.com/office/drawing/2014/main" id="{527FFBB4-645C-1CFC-B204-270B76DF2FF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3883590"/>
              <a:ext cx="287304" cy="287304"/>
            </a:xfrm>
            <a:prstGeom prst="rect">
              <a:avLst/>
            </a:prstGeom>
          </p:spPr>
        </p:pic>
        <p:pic>
          <p:nvPicPr>
            <p:cNvPr id="43" name="Graphic 42" descr="Badge Follow outline">
              <a:extLst>
                <a:ext uri="{FF2B5EF4-FFF2-40B4-BE49-F238E27FC236}">
                  <a16:creationId xmlns:a16="http://schemas.microsoft.com/office/drawing/2014/main" id="{64871E1C-79AB-5BA7-FEE8-2B7352BB4A3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4243393"/>
              <a:ext cx="287304" cy="287304"/>
            </a:xfrm>
            <a:prstGeom prst="rect">
              <a:avLst/>
            </a:prstGeom>
          </p:spPr>
        </p:pic>
        <p:pic>
          <p:nvPicPr>
            <p:cNvPr id="44" name="Graphic 43" descr="Badge Follow outline">
              <a:extLst>
                <a:ext uri="{FF2B5EF4-FFF2-40B4-BE49-F238E27FC236}">
                  <a16:creationId xmlns:a16="http://schemas.microsoft.com/office/drawing/2014/main" id="{E1754344-4E28-27B4-49D9-0B92D9A6FE8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4603196"/>
              <a:ext cx="287304" cy="287304"/>
            </a:xfrm>
            <a:prstGeom prst="rect">
              <a:avLst/>
            </a:prstGeom>
          </p:spPr>
        </p:pic>
        <p:pic>
          <p:nvPicPr>
            <p:cNvPr id="45" name="Graphic 44" descr="Badge Follow outline">
              <a:extLst>
                <a:ext uri="{FF2B5EF4-FFF2-40B4-BE49-F238E27FC236}">
                  <a16:creationId xmlns:a16="http://schemas.microsoft.com/office/drawing/2014/main" id="{63DFDF5C-CD90-3FEE-70BF-5DCAE34EA90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5965786"/>
              <a:ext cx="287304" cy="287304"/>
            </a:xfrm>
            <a:prstGeom prst="rect">
              <a:avLst/>
            </a:prstGeom>
          </p:spPr>
        </p:pic>
        <p:pic>
          <p:nvPicPr>
            <p:cNvPr id="46" name="Graphic 45" descr="Badge Follow outline">
              <a:extLst>
                <a:ext uri="{FF2B5EF4-FFF2-40B4-BE49-F238E27FC236}">
                  <a16:creationId xmlns:a16="http://schemas.microsoft.com/office/drawing/2014/main" id="{C2B46215-AD3B-9D54-BC53-D98B308FD93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4962999"/>
              <a:ext cx="287304" cy="287304"/>
            </a:xfrm>
            <a:prstGeom prst="rect">
              <a:avLst/>
            </a:prstGeom>
          </p:spPr>
        </p:pic>
        <p:pic>
          <p:nvPicPr>
            <p:cNvPr id="47" name="Graphic 46" descr="Badge Follow outline">
              <a:extLst>
                <a:ext uri="{FF2B5EF4-FFF2-40B4-BE49-F238E27FC236}">
                  <a16:creationId xmlns:a16="http://schemas.microsoft.com/office/drawing/2014/main" id="{B234C1A6-6547-554A-0A19-0927C1B23D2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5322802"/>
              <a:ext cx="287304" cy="287304"/>
            </a:xfrm>
            <a:prstGeom prst="rect">
              <a:avLst/>
            </a:prstGeom>
          </p:spPr>
        </p:pic>
        <p:pic>
          <p:nvPicPr>
            <p:cNvPr id="48" name="Graphic 47" descr="Badge Follow outline">
              <a:extLst>
                <a:ext uri="{FF2B5EF4-FFF2-40B4-BE49-F238E27FC236}">
                  <a16:creationId xmlns:a16="http://schemas.microsoft.com/office/drawing/2014/main" id="{786D73CB-8EE7-CB48-4513-B504EB82D57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5577" y="5652831"/>
              <a:ext cx="287304" cy="287304"/>
            </a:xfrm>
            <a:prstGeom prst="rect">
              <a:avLst/>
            </a:prstGeom>
          </p:spPr>
        </p:pic>
        <p:pic>
          <p:nvPicPr>
            <p:cNvPr id="49" name="Graphic 48" descr="Badge Unfollow outline">
              <a:extLst>
                <a:ext uri="{FF2B5EF4-FFF2-40B4-BE49-F238E27FC236}">
                  <a16:creationId xmlns:a16="http://schemas.microsoft.com/office/drawing/2014/main" id="{7096AAE5-5D15-B8B4-00DF-3EF137A36D1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347648" y="1922922"/>
              <a:ext cx="302481" cy="302481"/>
            </a:xfrm>
            <a:prstGeom prst="rect">
              <a:avLst/>
            </a:prstGeom>
          </p:spPr>
        </p:pic>
        <p:pic>
          <p:nvPicPr>
            <p:cNvPr id="50" name="Graphic 49" descr="Monitor with solid fill">
              <a:extLst>
                <a:ext uri="{FF2B5EF4-FFF2-40B4-BE49-F238E27FC236}">
                  <a16:creationId xmlns:a16="http://schemas.microsoft.com/office/drawing/2014/main" id="{A54FADBB-69B8-A118-8CB8-912CE88CF7E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418065" y="4592939"/>
              <a:ext cx="717038" cy="717038"/>
            </a:xfrm>
            <a:prstGeom prst="rect">
              <a:avLst/>
            </a:prstGeom>
          </p:spPr>
        </p:pic>
        <p:pic>
          <p:nvPicPr>
            <p:cNvPr id="51" name="Graphic 50" descr="Monitor with solid fill">
              <a:extLst>
                <a:ext uri="{FF2B5EF4-FFF2-40B4-BE49-F238E27FC236}">
                  <a16:creationId xmlns:a16="http://schemas.microsoft.com/office/drawing/2014/main" id="{90968CCC-B8D6-B19C-E2B8-A2B1CEDBC0C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39283" y="5196188"/>
              <a:ext cx="717038" cy="717038"/>
            </a:xfrm>
            <a:prstGeom prst="rect">
              <a:avLst/>
            </a:prstGeom>
          </p:spPr>
        </p:pic>
        <p:sp>
          <p:nvSpPr>
            <p:cNvPr id="52" name="Rectangle 51">
              <a:extLst>
                <a:ext uri="{FF2B5EF4-FFF2-40B4-BE49-F238E27FC236}">
                  <a16:creationId xmlns:a16="http://schemas.microsoft.com/office/drawing/2014/main" id="{3249E6D7-C198-6423-1DCB-D37C0E98486D}"/>
                </a:ext>
              </a:extLst>
            </p:cNvPr>
            <p:cNvSpPr/>
            <p:nvPr/>
          </p:nvSpPr>
          <p:spPr>
            <a:xfrm>
              <a:off x="6400308" y="5842120"/>
              <a:ext cx="502365" cy="324815"/>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a:ln>
                  <a:noFill/>
                </a:ln>
                <a:solidFill>
                  <a:srgbClr val="575757"/>
                </a:solidFill>
                <a:effectLst/>
                <a:uLnTx/>
                <a:uFillTx/>
                <a:latin typeface="Franklin Gothic Book"/>
                <a:ea typeface="+mn-ea"/>
                <a:cs typeface="+mn-cs"/>
              </a:endParaRPr>
            </a:p>
          </p:txBody>
        </p:sp>
        <p:sp>
          <p:nvSpPr>
            <p:cNvPr id="53" name="Rectangle 52">
              <a:extLst>
                <a:ext uri="{FF2B5EF4-FFF2-40B4-BE49-F238E27FC236}">
                  <a16:creationId xmlns:a16="http://schemas.microsoft.com/office/drawing/2014/main" id="{021E38D0-83FF-DB3E-7CC8-2D1535FA0CEB}"/>
                </a:ext>
              </a:extLst>
            </p:cNvPr>
            <p:cNvSpPr/>
            <p:nvPr/>
          </p:nvSpPr>
          <p:spPr>
            <a:xfrm>
              <a:off x="7043617" y="5345307"/>
              <a:ext cx="502365" cy="337298"/>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000" b="0" i="0" u="none" strike="noStrike" kern="0" cap="none" spc="0" normalizeH="0" baseline="0" noProof="0">
                <a:ln>
                  <a:noFill/>
                </a:ln>
                <a:solidFill>
                  <a:srgbClr val="575757"/>
                </a:solidFill>
                <a:effectLst/>
                <a:uLnTx/>
                <a:uFillTx/>
                <a:latin typeface="Franklin Gothic Book"/>
                <a:ea typeface="+mn-ea"/>
                <a:cs typeface="+mn-cs"/>
              </a:endParaRPr>
            </a:p>
          </p:txBody>
        </p:sp>
        <p:sp>
          <p:nvSpPr>
            <p:cNvPr id="54" name="Rectangle 53">
              <a:extLst>
                <a:ext uri="{FF2B5EF4-FFF2-40B4-BE49-F238E27FC236}">
                  <a16:creationId xmlns:a16="http://schemas.microsoft.com/office/drawing/2014/main" id="{A213035B-A1ED-02E7-D848-8F2A9EEE6D4D}"/>
                </a:ext>
              </a:extLst>
            </p:cNvPr>
            <p:cNvSpPr/>
            <p:nvPr/>
          </p:nvSpPr>
          <p:spPr>
            <a:xfrm>
              <a:off x="7516162" y="4737903"/>
              <a:ext cx="502365" cy="324815"/>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900" b="1" i="0" u="none" strike="noStrike" kern="0" cap="none" spc="0" normalizeH="0" baseline="0" noProof="0">
                  <a:ln>
                    <a:noFill/>
                  </a:ln>
                  <a:solidFill>
                    <a:srgbClr val="670F31"/>
                  </a:solidFill>
                  <a:effectLst/>
                  <a:uLnTx/>
                  <a:uFillTx/>
                  <a:latin typeface="Franklin Gothic Book"/>
                  <a:ea typeface="+mn-ea"/>
                  <a:cs typeface="+mn-cs"/>
                </a:rPr>
                <a:t>DMSS</a:t>
              </a:r>
            </a:p>
          </p:txBody>
        </p:sp>
        <p:sp>
          <p:nvSpPr>
            <p:cNvPr id="55" name="TextBox 54">
              <a:extLst>
                <a:ext uri="{FF2B5EF4-FFF2-40B4-BE49-F238E27FC236}">
                  <a16:creationId xmlns:a16="http://schemas.microsoft.com/office/drawing/2014/main" id="{95A3F412-3FBD-AAC8-FA49-79C9680E3E22}"/>
                </a:ext>
              </a:extLst>
            </p:cNvPr>
            <p:cNvSpPr txBox="1"/>
            <p:nvPr/>
          </p:nvSpPr>
          <p:spPr>
            <a:xfrm>
              <a:off x="6979488" y="5405742"/>
              <a:ext cx="646598" cy="2308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670F31"/>
                  </a:solidFill>
                  <a:effectLst/>
                  <a:uLnTx/>
                  <a:uFillTx/>
                  <a:latin typeface="Franklin Gothic Book"/>
                  <a:ea typeface="+mn-ea"/>
                  <a:cs typeface="+mn-cs"/>
                </a:rPr>
                <a:t>ESSENCE</a:t>
              </a:r>
            </a:p>
          </p:txBody>
        </p:sp>
        <p:sp>
          <p:nvSpPr>
            <p:cNvPr id="56" name="TextBox 55">
              <a:extLst>
                <a:ext uri="{FF2B5EF4-FFF2-40B4-BE49-F238E27FC236}">
                  <a16:creationId xmlns:a16="http://schemas.microsoft.com/office/drawing/2014/main" id="{AE6A280C-83A7-34B8-4654-5A6E4CC4DD81}"/>
                </a:ext>
              </a:extLst>
            </p:cNvPr>
            <p:cNvSpPr txBox="1"/>
            <p:nvPr/>
          </p:nvSpPr>
          <p:spPr>
            <a:xfrm>
              <a:off x="6326460" y="5823358"/>
              <a:ext cx="646598"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670F31"/>
                  </a:solidFill>
                  <a:effectLst/>
                  <a:uLnTx/>
                  <a:uFillTx/>
                  <a:latin typeface="Franklin Gothic Book"/>
                  <a:ea typeface="+mn-ea"/>
                  <a:cs typeface="+mn-cs"/>
                </a:rPr>
                <a:t>Digital BioBank</a:t>
              </a:r>
            </a:p>
          </p:txBody>
        </p:sp>
        <p:pic>
          <p:nvPicPr>
            <p:cNvPr id="119" name="Graphic 118" descr="Monitor with solid fill">
              <a:extLst>
                <a:ext uri="{FF2B5EF4-FFF2-40B4-BE49-F238E27FC236}">
                  <a16:creationId xmlns:a16="http://schemas.microsoft.com/office/drawing/2014/main" id="{D2527C11-D058-28F2-E0E8-93CEF8C586F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94574" y="5701534"/>
              <a:ext cx="717038" cy="717038"/>
            </a:xfrm>
            <a:prstGeom prst="rect">
              <a:avLst/>
            </a:prstGeom>
          </p:spPr>
        </p:pic>
      </p:grpSp>
      <p:sp>
        <p:nvSpPr>
          <p:cNvPr id="118" name="Arrow: Pentagon 117">
            <a:extLst>
              <a:ext uri="{FF2B5EF4-FFF2-40B4-BE49-F238E27FC236}">
                <a16:creationId xmlns:a16="http://schemas.microsoft.com/office/drawing/2014/main" id="{A07003E1-8CD3-02A1-3993-9E9FD2EF695C}"/>
              </a:ext>
            </a:extLst>
          </p:cNvPr>
          <p:cNvSpPr/>
          <p:nvPr/>
        </p:nvSpPr>
        <p:spPr bwMode="gray">
          <a:xfrm>
            <a:off x="344436" y="976614"/>
            <a:ext cx="7864681" cy="493101"/>
          </a:xfrm>
          <a:prstGeom prst="homePlate">
            <a:avLst>
              <a:gd name="adj" fmla="val 67868"/>
            </a:avLst>
          </a:prstGeom>
          <a:solidFill>
            <a:sysClr val="window" lastClr="FFFFFF">
              <a:lumMod val="95000"/>
            </a:sysClr>
          </a:solidFill>
          <a:ln w="57150" algn="ctr">
            <a:solidFill>
              <a:sysClr val="window" lastClr="FFFFFF"/>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D1F3B"/>
                </a:solidFill>
                <a:effectLst/>
                <a:uLnTx/>
                <a:uFillTx/>
                <a:cs typeface="Verdana" panose="020B0604030504040204" pitchFamily="34" charset="0"/>
              </a:rPr>
              <a:t>Today the MIP compiles over 5 PB of data from 130+ sources on a scalable platform</a:t>
            </a:r>
          </a:p>
        </p:txBody>
      </p:sp>
    </p:spTree>
    <p:extLst>
      <p:ext uri="{BB962C8B-B14F-4D97-AF65-F5344CB8AC3E}">
        <p14:creationId xmlns:p14="http://schemas.microsoft.com/office/powerpoint/2010/main" val="181040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82"/>
          <p:cNvSpPr txBox="1">
            <a:spLocks noGrp="1"/>
          </p:cNvSpPr>
          <p:nvPr>
            <p:ph type="sldNum" idx="4294967295"/>
          </p:nvPr>
        </p:nvSpPr>
        <p:spPr>
          <a:xfrm>
            <a:off x="9387309" y="6462680"/>
            <a:ext cx="27432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1000" b="1" i="0" u="none" strike="noStrike" kern="1200" cap="none" spc="0" normalizeH="0" baseline="0" noProof="0" dirty="0">
                <a:ln>
                  <a:noFill/>
                </a:ln>
                <a:solidFill>
                  <a:prstClr val="white"/>
                </a:solidFill>
                <a:effectLst/>
                <a:uLnTx/>
                <a:uFillTx/>
                <a:latin typeface="Arial"/>
                <a:cs typeface="Arial"/>
                <a:sym typeface="Arial"/>
              </a:rPr>
              <a:t>PEO DHMS - </a:t>
            </a:r>
            <a:fld id="{00000000-1234-1234-1234-123412341234}" type="slidenum">
              <a:rPr kumimoji="0" lang="en-US" sz="1000" b="1" i="0" u="none" strike="noStrike" kern="1200" cap="none" spc="0" normalizeH="0" baseline="0" noProof="0">
                <a:ln>
                  <a:noFill/>
                </a:ln>
                <a:solidFill>
                  <a:prstClr val="white"/>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000"/>
                <a:buFont typeface="Arial"/>
                <a:buNone/>
                <a:tabLst/>
                <a:defRPr/>
              </a:pPr>
              <a:t>11</a:t>
            </a:fld>
            <a:r>
              <a:rPr kumimoji="0" lang="en-US" sz="1000" b="1" i="0" u="none" strike="noStrike" kern="1200" cap="none" spc="0" normalizeH="0" baseline="0" noProof="0" dirty="0">
                <a:ln>
                  <a:noFill/>
                </a:ln>
                <a:solidFill>
                  <a:prstClr val="white"/>
                </a:solidFill>
                <a:effectLst/>
                <a:uLnTx/>
                <a:uFillTx/>
                <a:latin typeface="Arial"/>
                <a:cs typeface="Arial"/>
                <a:sym typeface="Arial"/>
              </a:rPr>
              <a:t> </a:t>
            </a:r>
            <a:endParaRPr kumimoji="0" sz="1400" b="0" i="0" u="none" strike="noStrike" kern="1200" cap="none" spc="0" normalizeH="0" baseline="0" noProof="0" dirty="0">
              <a:ln>
                <a:noFill/>
              </a:ln>
              <a:solidFill>
                <a:prstClr val="white"/>
              </a:solidFill>
              <a:effectLst/>
              <a:uLnTx/>
              <a:uFillTx/>
              <a:latin typeface="Arial"/>
              <a:cs typeface="Arial"/>
              <a:sym typeface="Arial"/>
            </a:endParaRPr>
          </a:p>
        </p:txBody>
      </p:sp>
      <p:sp>
        <p:nvSpPr>
          <p:cNvPr id="775" name="Google Shape;775;p82"/>
          <p:cNvSpPr/>
          <p:nvPr/>
        </p:nvSpPr>
        <p:spPr>
          <a:xfrm>
            <a:off x="278969" y="650929"/>
            <a:ext cx="8670071" cy="5884203"/>
          </a:xfrm>
          <a:prstGeom prst="roundRect">
            <a:avLst>
              <a:gd name="adj" fmla="val 6390"/>
            </a:avLst>
          </a:prstGeom>
          <a:noFill/>
          <a:ln w="12700" cap="flat" cmpd="sng">
            <a:solidFill>
              <a:srgbClr val="A5A5A5"/>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sng" strike="noStrike" kern="1200" cap="none" spc="0" normalizeH="0" baseline="0" noProof="0" dirty="0">
                <a:ln>
                  <a:noFill/>
                </a:ln>
                <a:solidFill>
                  <a:prstClr val="white"/>
                </a:solidFill>
                <a:effectLst/>
                <a:uLnTx/>
                <a:uFillTx/>
                <a:latin typeface="Calibri" panose="020F0502020204030204" pitchFamily="34" charset="0"/>
                <a:ea typeface="Open Sans"/>
                <a:cs typeface="Calibri" panose="020F0502020204030204" pitchFamily="34" charset="0"/>
                <a:sym typeface="Open Sans"/>
              </a:rPr>
              <a:t>FY24 Top 5 Key Accomplishments</a:t>
            </a:r>
            <a:endParaRPr kumimoji="0" sz="1800" b="0" i="1" u="sng" strike="noStrike" kern="1200" cap="none" spc="0" normalizeH="0" baseline="0" noProof="0" dirty="0">
              <a:ln>
                <a:noFill/>
              </a:ln>
              <a:solidFill>
                <a:prstClr val="white"/>
              </a:solidFill>
              <a:effectLst/>
              <a:uLnTx/>
              <a:uFillTx/>
              <a:latin typeface="Calibri" panose="020F0502020204030204" pitchFamily="34" charset="0"/>
              <a:ea typeface="Open Sans"/>
              <a:cs typeface="Calibri" panose="020F0502020204030204" pitchFamily="34" charset="0"/>
              <a:sym typeface="Open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prstClr val="white"/>
              </a:solidFill>
              <a:effectLst/>
              <a:uLnTx/>
              <a:uFillTx/>
              <a:latin typeface="Arial"/>
              <a:ea typeface="Arial"/>
              <a:cs typeface="Arial"/>
              <a:sym typeface="Arial"/>
            </a:endParaRPr>
          </a:p>
        </p:txBody>
      </p:sp>
      <p:sp>
        <p:nvSpPr>
          <p:cNvPr id="776" name="Google Shape;776;p82"/>
          <p:cNvSpPr txBox="1"/>
          <p:nvPr/>
        </p:nvSpPr>
        <p:spPr>
          <a:xfrm>
            <a:off x="278969" y="890736"/>
            <a:ext cx="8670071" cy="545093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Pts val="1200"/>
              <a:buFontTx/>
              <a:buNone/>
              <a:tabLst/>
              <a:defRPr/>
            </a:pPr>
            <a:endPar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r>
              <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Key Accomplishment 1: MIP-ITR</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MHS Information Platform Immunization Tracking &amp; Reporting (MIP-ITR) successfully went live on 26 May 2022, taking over immunization data broker functions from DEERSi and becoming the single source of truth for immunization records across DoD. MIP-ITR creates a near real-time flow of immunizations between EHRs and IMRs and integrates PDTS commercial market records, providing a comprehensive view of vaccination status for force health and readiness. </a:t>
            </a:r>
          </a:p>
          <a:p>
            <a:pPr marL="0" marR="0" lvl="0" indent="0" algn="l" defTabSz="914400" rtl="0" eaLnBrk="1" fontAlgn="auto" latinLnBrk="0" hangingPunct="1">
              <a:lnSpc>
                <a:spcPct val="100000"/>
              </a:lnSpc>
              <a:spcBef>
                <a:spcPts val="0"/>
              </a:spcBef>
              <a:spcAft>
                <a:spcPts val="0"/>
              </a:spcAft>
              <a:buClrTx/>
              <a:buSzPts val="1200"/>
              <a:buFontTx/>
              <a:buNone/>
              <a:tabLst/>
              <a:defRPr/>
            </a:pPr>
            <a:endPar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r>
              <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Key Accomplishment 2: FY22 RDT&amp;E Investment</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Virtual Data Environment (VDE) initiative was invested to develop a proof-of-concept for a self-service, low/no code data research environment, housing a research-ready DHA dataset, available to end-user researchers for insight and analytics.</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MDClone's platform was evaluated from a cyber security standpoint as an approach for clinicians to rapidly discover information to improve patients' health leveraging synthetic data. </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De-identification project purpose was to demonstrate proof of concept of a cost efficient, time efficient, automated de-identification process for unique data types data types utilizing a prototype of an "off-the-shelf" pipeline process to readily access de-identified data within the Healthcare API. </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MITRE continues to make strides with Bulk Data Extract 3.0</a:t>
            </a:r>
          </a:p>
          <a:p>
            <a:pPr marL="0" marR="0" lvl="0" indent="0" algn="l" defTabSz="914400" rtl="0" eaLnBrk="1" fontAlgn="auto" latinLnBrk="0" hangingPunct="1">
              <a:lnSpc>
                <a:spcPct val="100000"/>
              </a:lnSpc>
              <a:spcBef>
                <a:spcPts val="0"/>
              </a:spcBef>
              <a:spcAft>
                <a:spcPts val="0"/>
              </a:spcAft>
              <a:buClrTx/>
              <a:buSzPts val="1200"/>
              <a:buFontTx/>
              <a:buNone/>
              <a:tabLst/>
              <a:defRPr/>
            </a:pPr>
            <a:endPar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r>
              <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Key Accomplishment 3: Health Information Archive (HIA)</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Launched Health Information Archive for CHCS at IOC sites (29 July 2022)</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LDCS successfully completed Joint Longitudinal Viewer (JLV) cutover for Mountain Home Air Force Base, which pointed the Data Exchange Service (DES) interface to the MHS Information Platform (MIP) HIA for retrieving MT Home CHCS legacy data</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Decommissioned CHCS at Mountain Home AFB, DES/JLV cutover at LeMoore (September 2022)</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Conducted HIA training to over 300 clinical end users; user traffic will increase as CHCS sites continue to decommission (September 2022)</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MIP Health Information Archive status: CHCS 2/99; Essentris (GDR and nonGDR) 0/59; S3 3/55; ARMD 4/64; EBMS-T 1/1</a:t>
            </a:r>
          </a:p>
          <a:p>
            <a:pPr marL="0" marR="0" lvl="0" indent="0" algn="l" defTabSz="914400" rtl="0" eaLnBrk="1" fontAlgn="auto" latinLnBrk="0" hangingPunct="1">
              <a:lnSpc>
                <a:spcPct val="100000"/>
              </a:lnSpc>
              <a:spcBef>
                <a:spcPts val="0"/>
              </a:spcBef>
              <a:spcAft>
                <a:spcPts val="0"/>
              </a:spcAft>
              <a:buClrTx/>
              <a:buSzPts val="1200"/>
              <a:buFontTx/>
              <a:buNone/>
              <a:tabLst/>
              <a:defRPr/>
            </a:pPr>
            <a:endPar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r>
              <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Key Accomplishment 4: Operation Helios</a:t>
            </a:r>
          </a:p>
          <a:p>
            <a:pPr marL="171450" marR="0" lvl="0" indent="-171450" algn="l" defTabSz="914400" rtl="0" eaLnBrk="1" fontAlgn="auto" latinLnBrk="0" hangingPunct="1">
              <a:lnSpc>
                <a:spcPct val="100000"/>
              </a:lnSpc>
              <a:spcBef>
                <a:spcPts val="0"/>
              </a:spcBef>
              <a:spcAft>
                <a:spcPts val="0"/>
              </a:spcAft>
              <a:buClrTx/>
              <a:buSzPts val="1200"/>
              <a:buFont typeface="Arial" panose="020B0604020202020204"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On 15 September 2022, EIDS completed the transition of the MHS Mart's (M2) 4.5 Terabyte database from IBM DB2 in DISA Capacity Services to the MHS Information Platform (MIP) Amazon GovCloud Redshift database. M2 is an MHS Data Repository (MDR)-derived data mart designed for self-service access to over 600 fiscal year tables for a variety enterprise data types using Business Common Services (BCS) as the front end user interface. It serves as a powerful ad-hoc query tool leveraged by over 2,500 users to manage and oversee operations worldwide. As of 2 November 2022 there have been over 50,300 M2 queries run against the MIP AWS Redshift database. DISA Capacity Services completed the decommission of the IBM DB2 database on 24 October 2022. This transition will save the DHA $2.5M over the next five years. </a:t>
            </a:r>
          </a:p>
          <a:p>
            <a:pPr marL="171450" marR="0" lvl="0" indent="-171450" algn="l" defTabSz="914400" rtl="0" eaLnBrk="1" fontAlgn="auto" latinLnBrk="0" hangingPunct="1">
              <a:lnSpc>
                <a:spcPct val="100000"/>
              </a:lnSpc>
              <a:spcBef>
                <a:spcPts val="0"/>
              </a:spcBef>
              <a:spcAft>
                <a:spcPts val="0"/>
              </a:spcAft>
              <a:buClrTx/>
              <a:buSzPts val="1200"/>
              <a:buFont typeface="Arial" panose="020B0604020202020204"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In October 2020, EIDS kicked off the Operation Helios project to migrate the MHS Data Repository (MDR) from DISA Capacity Services to the MIP. The MDR is an approximately 1 Petabyte data warehouse containing over 46 million data files about healthcare provided to beneficiaries of the MHS, and grows at an average of 5 Terabytes per month. The Operation Helios project team is leveraging Talend Extract, Transform, Load (ETL) features to automate 35 data type processors, implementing technical data governance and establishing over 85 inbound and outbound data connections to interface partners throughout the enterprise. As of 2 November 2022, EIDS has migrated over 800TB of MDR data using AWS Snowball Edge devices and is currently on track to cutover MDR to the MIP on 17 January 2023.</a:t>
            </a:r>
            <a:endPar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endPar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a:p>
            <a:pPr marL="0" marR="0" lvl="0" indent="0" algn="l" defTabSz="914400" rtl="0" eaLnBrk="1" fontAlgn="auto" latinLnBrk="0" hangingPunct="1">
              <a:lnSpc>
                <a:spcPct val="100000"/>
              </a:lnSpc>
              <a:spcBef>
                <a:spcPts val="0"/>
              </a:spcBef>
              <a:spcAft>
                <a:spcPts val="0"/>
              </a:spcAft>
              <a:buClrTx/>
              <a:buSzPts val="1200"/>
              <a:buFontTx/>
              <a:buNone/>
              <a:tabLst/>
              <a:defRPr/>
            </a:pPr>
            <a:r>
              <a:rPr kumimoji="0" lang="en-US" sz="900" b="1"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Key Accomplishment 5: DES/CHDR</a:t>
            </a:r>
          </a:p>
          <a:p>
            <a:pPr marL="171450" marR="0" lvl="0" indent="-1714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rPr>
              <a:t>Deployed CHDR in the GovCloud (21 SEPT) allowing CHDR to decommission at DISA (30 SEPT)</a:t>
            </a:r>
          </a:p>
          <a:p>
            <a:pPr marL="171450" marR="0" lvl="0" indent="-171450" algn="l" defTabSz="914400" rtl="0" eaLnBrk="1" fontAlgn="auto" latinLnBrk="0" hangingPunct="1">
              <a:lnSpc>
                <a:spcPct val="100000"/>
              </a:lnSpc>
              <a:spcBef>
                <a:spcPts val="0"/>
              </a:spcBef>
              <a:spcAft>
                <a:spcPts val="0"/>
              </a:spcAft>
              <a:buClrTx/>
              <a:buSzPts val="1200"/>
              <a:buFont typeface="Arial"/>
              <a:buChar char="•"/>
              <a:tabLst/>
              <a:defRPr/>
            </a:pPr>
            <a:endParaRPr kumimoji="0" lang="en-US" sz="900" b="0" i="0" u="none" strike="noStrike" kern="1200" cap="none" spc="0" normalizeH="0" baseline="0" noProof="0" dirty="0">
              <a:ln>
                <a:noFill/>
              </a:ln>
              <a:solidFill>
                <a:prstClr val="white"/>
              </a:solidFill>
              <a:effectLst/>
              <a:highlight>
                <a:srgbClr val="FFFF00"/>
              </a:highlight>
              <a:uLnTx/>
              <a:uFillTx/>
              <a:latin typeface="Franklin Gothic Book"/>
              <a:ea typeface="+mn-ea"/>
              <a:cs typeface="+mn-cs"/>
            </a:endParaRPr>
          </a:p>
        </p:txBody>
      </p:sp>
      <p:sp>
        <p:nvSpPr>
          <p:cNvPr id="4" name="Rectangle 3"/>
          <p:cNvSpPr/>
          <p:nvPr/>
        </p:nvSpPr>
        <p:spPr>
          <a:xfrm>
            <a:off x="9631455" y="734054"/>
            <a:ext cx="1799403" cy="355482"/>
          </a:xfrm>
          <a:prstGeom prst="rect">
            <a:avLst/>
          </a:prstGeom>
        </p:spPr>
        <p:txBody>
          <a:bodyPr wrap="none">
            <a:spAutoFit/>
          </a:bodyPr>
          <a:lstStyle/>
          <a:p>
            <a:pPr marL="0" marR="0" lvl="0" indent="0" algn="ctr" defTabSz="914400" rtl="0" eaLnBrk="0" fontAlgn="base" latinLnBrk="0" hangingPunct="0">
              <a:lnSpc>
                <a:spcPct val="95000"/>
              </a:lnSpc>
              <a:spcBef>
                <a:spcPts val="600"/>
              </a:spcBef>
              <a:spcAft>
                <a:spcPct val="0"/>
              </a:spcAft>
              <a:buClr>
                <a:srgbClr val="003876"/>
              </a:buClr>
              <a:buSzTx/>
              <a:buFontTx/>
              <a:buNone/>
              <a:tabLst/>
              <a:defRPr/>
            </a:pPr>
            <a:r>
              <a:rPr kumimoji="0" lang="en-US" sz="1800" b="1" i="1" u="sng" strike="noStrike" kern="1200" cap="none" spc="0" normalizeH="0" baseline="0" noProof="0" dirty="0">
                <a:ln>
                  <a:noFill/>
                </a:ln>
                <a:solidFill>
                  <a:prstClr val="white"/>
                </a:solidFill>
                <a:effectLst/>
                <a:uLnTx/>
                <a:uFillTx/>
                <a:latin typeface="Calibri"/>
                <a:ea typeface="MS PGothic" pitchFamily="34" charset="-128"/>
                <a:cs typeface="+mn-cs"/>
              </a:rPr>
              <a:t>FY25 Top 5 Goals</a:t>
            </a:r>
          </a:p>
        </p:txBody>
      </p:sp>
      <p:sp>
        <p:nvSpPr>
          <p:cNvPr id="29" name="Content Placeholder 5"/>
          <p:cNvSpPr txBox="1">
            <a:spLocks/>
          </p:cNvSpPr>
          <p:nvPr/>
        </p:nvSpPr>
        <p:spPr bwMode="auto">
          <a:xfrm>
            <a:off x="9212916" y="1089536"/>
            <a:ext cx="2824448" cy="2080726"/>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anchor="t" anchorCtr="0" compatLnSpc="1">
            <a:prstTxWarp prst="textNoShape">
              <a:avLst/>
            </a:prstTxWarp>
            <a:noAutofit/>
          </a:bodyPr>
          <a:lstStyle>
            <a:lvl1pPr marL="284163" indent="-284163" algn="l" rtl="0" eaLnBrk="0" fontAlgn="base" hangingPunct="0">
              <a:lnSpc>
                <a:spcPct val="95000"/>
              </a:lnSpc>
              <a:spcBef>
                <a:spcPts val="600"/>
              </a:spcBef>
              <a:spcAft>
                <a:spcPct val="0"/>
              </a:spcAft>
              <a:buClr>
                <a:schemeClr val="tx2"/>
              </a:buClr>
              <a:buFont typeface="Arial" pitchFamily="34" charset="0"/>
              <a:buChar char="•"/>
              <a:defRPr sz="2600" b="0" kern="1200">
                <a:solidFill>
                  <a:srgbClr val="003876"/>
                </a:solidFill>
                <a:latin typeface="+mn-lt"/>
                <a:ea typeface="MS PGothic" pitchFamily="34" charset="-128"/>
                <a:cs typeface="+mn-cs"/>
              </a:defRPr>
            </a:lvl1pPr>
            <a:lvl2pPr marL="630238" indent="-284163" algn="l" rtl="0" eaLnBrk="0" fontAlgn="base" hangingPunct="0">
              <a:lnSpc>
                <a:spcPct val="95000"/>
              </a:lnSpc>
              <a:spcBef>
                <a:spcPts val="600"/>
              </a:spcBef>
              <a:spcAft>
                <a:spcPct val="0"/>
              </a:spcAft>
              <a:buClrTx/>
              <a:buSzPct val="100000"/>
              <a:buFont typeface="Arial" pitchFamily="34" charset="0"/>
              <a:buChar char="–"/>
              <a:defRPr sz="2400" kern="1200">
                <a:solidFill>
                  <a:srgbClr val="1E1C11"/>
                </a:solidFill>
                <a:latin typeface="+mn-lt"/>
                <a:ea typeface="MS PGothic" pitchFamily="34" charset="-128"/>
                <a:cs typeface="+mn-cs"/>
              </a:defRPr>
            </a:lvl2pPr>
            <a:lvl3pPr marL="914400" indent="-220663" algn="l" rtl="0" eaLnBrk="0" fontAlgn="base" hangingPunct="0">
              <a:lnSpc>
                <a:spcPct val="95000"/>
              </a:lnSpc>
              <a:spcBef>
                <a:spcPts val="600"/>
              </a:spcBef>
              <a:spcAft>
                <a:spcPct val="0"/>
              </a:spcAft>
              <a:buClrTx/>
              <a:buSzPct val="100000"/>
              <a:buFont typeface="Arial" pitchFamily="34" charset="0"/>
              <a:buChar char="•"/>
              <a:defRPr sz="2200" kern="1200">
                <a:solidFill>
                  <a:srgbClr val="1E1C11"/>
                </a:solidFill>
                <a:latin typeface="+mn-lt"/>
                <a:ea typeface="MS PGothic" pitchFamily="34" charset="-128"/>
                <a:cs typeface="+mn-cs"/>
              </a:defRPr>
            </a:lvl3pPr>
            <a:lvl4pPr marL="1198563" indent="-220663" algn="l" rtl="0" eaLnBrk="0" fontAlgn="base" hangingPunct="0">
              <a:lnSpc>
                <a:spcPct val="95000"/>
              </a:lnSpc>
              <a:spcBef>
                <a:spcPts val="600"/>
              </a:spcBef>
              <a:spcAft>
                <a:spcPct val="0"/>
              </a:spcAft>
              <a:buClrTx/>
              <a:buSzPct val="100000"/>
              <a:buFont typeface="Courier New" panose="02070309020205020404" pitchFamily="49" charset="0"/>
              <a:buChar char="o"/>
              <a:defRPr sz="2000" kern="1200">
                <a:solidFill>
                  <a:srgbClr val="1E1C11"/>
                </a:solidFill>
                <a:latin typeface="+mn-lt"/>
                <a:ea typeface="MS PGothic" pitchFamily="34" charset="-128"/>
                <a:cs typeface="+mn-cs"/>
              </a:defRPr>
            </a:lvl4pPr>
            <a:lvl5pPr marL="1371600" indent="-173038" algn="l" rtl="0" eaLnBrk="0" fontAlgn="base" hangingPunct="0">
              <a:lnSpc>
                <a:spcPct val="95000"/>
              </a:lnSpc>
              <a:spcBef>
                <a:spcPts val="600"/>
              </a:spcBef>
              <a:spcAft>
                <a:spcPct val="0"/>
              </a:spcAft>
              <a:buClrTx/>
              <a:buSzPct val="100000"/>
              <a:buFont typeface="Wingdings" panose="05000000000000000000" pitchFamily="2" charset="2"/>
              <a:buChar char="§"/>
              <a:defRPr kern="1200">
                <a:solidFill>
                  <a:srgbClr val="1E1C1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91440" marR="0" lvl="0" indent="-91440" algn="l" defTabSz="914400" rtl="0" eaLnBrk="0" fontAlgn="base" latinLnBrk="0" hangingPunct="0">
              <a:lnSpc>
                <a:spcPct val="0"/>
              </a:lnSpc>
              <a:spcBef>
                <a:spcPts val="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MIP Modernization</a:t>
            </a:r>
          </a:p>
          <a:p>
            <a:pPr marL="284163" marR="0" lvl="0"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Transform 80% of MIP product delivery to </a:t>
            </a:r>
            <a:r>
              <a:rPr kumimoji="0" lang="en-US" sz="900" b="0" i="0" u="none" strike="noStrike" kern="1200" cap="none" spc="0" normalizeH="0" baseline="0" noProof="0" dirty="0" err="1">
                <a:ln>
                  <a:noFill/>
                </a:ln>
                <a:solidFill>
                  <a:prstClr val="white"/>
                </a:solidFill>
                <a:effectLst/>
                <a:highlight>
                  <a:srgbClr val="FFFF00"/>
                </a:highlight>
                <a:uLnTx/>
                <a:uFillTx/>
                <a:latin typeface="Arial"/>
                <a:ea typeface="MS PGothic" pitchFamily="34" charset="-128"/>
                <a:cs typeface="Arial"/>
              </a:rPr>
              <a:t>DevSecOps</a:t>
            </a: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 model</a:t>
            </a:r>
          </a:p>
          <a:p>
            <a:pPr marL="284163" marR="0" lvl="0"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Deploy enterprise tools required for DSO oversight and planning</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Continue to migrate sites to the Health Information Archive in conjunction with providing PMOs historical data storage service</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Improve data literacy</a:t>
            </a:r>
          </a:p>
          <a:p>
            <a:pPr marL="284163" marR="0" lvl="1"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Deliver normalized data sets based on OMOP standards</a:t>
            </a:r>
          </a:p>
          <a:p>
            <a:pPr marL="284163" marR="0" lvl="1"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Elaborate Data Catalog</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Improve operations</a:t>
            </a:r>
          </a:p>
          <a:p>
            <a:pPr marL="284163" marR="0" lvl="1"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Integrate DES/CHDR</a:t>
            </a:r>
          </a:p>
          <a:p>
            <a:pPr marL="284163" marR="0" lvl="1"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Complete AWS account consolidation </a:t>
            </a:r>
          </a:p>
          <a:p>
            <a:pPr marL="284163" marR="0" lvl="1" indent="-111125" algn="l" defTabSz="914400" rtl="0" eaLnBrk="0" fontAlgn="base" latinLnBrk="0" hangingPunct="0">
              <a:lnSpc>
                <a:spcPct val="95000"/>
              </a:lnSpc>
              <a:spcBef>
                <a:spcPts val="600"/>
              </a:spcBef>
              <a:spcAft>
                <a:spcPct val="0"/>
              </a:spcAft>
              <a:buClr>
                <a:srgbClr val="003876"/>
              </a:buClr>
              <a:buSzTx/>
              <a:buFont typeface="Symbol" panose="05050102010706020507" pitchFamily="18" charset="2"/>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Provide PMO standards for test, release, and configuration mgt</a:t>
            </a:r>
          </a:p>
        </p:txBody>
      </p:sp>
      <p:sp>
        <p:nvSpPr>
          <p:cNvPr id="2" name="Rounded Rectangle 1">
            <a:extLst>
              <a:ext uri="{C183D7F6-B498-43B3-948B-1728B52AA6E4}">
                <adec:decorative xmlns:adec="http://schemas.microsoft.com/office/drawing/2017/decorative" val="1"/>
              </a:ext>
            </a:extLst>
          </p:cNvPr>
          <p:cNvSpPr/>
          <p:nvPr/>
        </p:nvSpPr>
        <p:spPr>
          <a:xfrm>
            <a:off x="9114052" y="766267"/>
            <a:ext cx="2826540" cy="3189771"/>
          </a:xfrm>
          <a:prstGeom prst="round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4" name="Rounded Rectangle 13">
            <a:extLst>
              <a:ext uri="{C183D7F6-B498-43B3-948B-1728B52AA6E4}">
                <adec:decorative xmlns:adec="http://schemas.microsoft.com/office/drawing/2017/decorative" val="1"/>
              </a:ext>
            </a:extLst>
          </p:cNvPr>
          <p:cNvSpPr/>
          <p:nvPr/>
        </p:nvSpPr>
        <p:spPr>
          <a:xfrm>
            <a:off x="9155750" y="4168996"/>
            <a:ext cx="2826540" cy="2339556"/>
          </a:xfrm>
          <a:prstGeom prst="round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 name="Rectangle 14"/>
          <p:cNvSpPr/>
          <p:nvPr/>
        </p:nvSpPr>
        <p:spPr>
          <a:xfrm>
            <a:off x="9983486" y="4149200"/>
            <a:ext cx="1087670" cy="355482"/>
          </a:xfrm>
          <a:prstGeom prst="rect">
            <a:avLst/>
          </a:prstGeom>
        </p:spPr>
        <p:txBody>
          <a:bodyPr wrap="none">
            <a:spAutoFit/>
          </a:bodyPr>
          <a:lstStyle/>
          <a:p>
            <a:pPr marL="0" marR="0" lvl="0" indent="0" algn="ctr" defTabSz="914400" rtl="0" eaLnBrk="0" fontAlgn="base" latinLnBrk="0" hangingPunct="0">
              <a:lnSpc>
                <a:spcPct val="95000"/>
              </a:lnSpc>
              <a:spcBef>
                <a:spcPts val="600"/>
              </a:spcBef>
              <a:spcAft>
                <a:spcPct val="0"/>
              </a:spcAft>
              <a:buClr>
                <a:srgbClr val="003876"/>
              </a:buClr>
              <a:buSzTx/>
              <a:buFontTx/>
              <a:buNone/>
              <a:tabLst/>
              <a:defRPr/>
            </a:pPr>
            <a:r>
              <a:rPr kumimoji="0" lang="en-US" sz="1800" b="1" i="1" u="sng" strike="noStrike" kern="1200" cap="none" spc="0" normalizeH="0" baseline="0" noProof="0" dirty="0">
                <a:ln>
                  <a:noFill/>
                </a:ln>
                <a:solidFill>
                  <a:prstClr val="white"/>
                </a:solidFill>
                <a:effectLst/>
                <a:uLnTx/>
                <a:uFillTx/>
                <a:latin typeface="Calibri"/>
                <a:ea typeface="MS PGothic" pitchFamily="34" charset="-128"/>
                <a:cs typeface="+mn-cs"/>
              </a:rPr>
              <a:t>Big Rocks</a:t>
            </a:r>
          </a:p>
        </p:txBody>
      </p:sp>
      <p:sp>
        <p:nvSpPr>
          <p:cNvPr id="13" name="Content Placeholder 5"/>
          <p:cNvSpPr txBox="1">
            <a:spLocks/>
          </p:cNvSpPr>
          <p:nvPr/>
        </p:nvSpPr>
        <p:spPr bwMode="auto">
          <a:xfrm>
            <a:off x="9281156" y="4550658"/>
            <a:ext cx="2537511" cy="2080726"/>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lIns="68580" tIns="34290" rIns="68580" bIns="34290" numCol="1" anchor="t" anchorCtr="0" compatLnSpc="1">
            <a:prstTxWarp prst="textNoShape">
              <a:avLst/>
            </a:prstTxWarp>
            <a:noAutofit/>
          </a:bodyPr>
          <a:lstStyle>
            <a:lvl1pPr marL="284163" indent="-284163" algn="l" rtl="0" eaLnBrk="0" fontAlgn="base" hangingPunct="0">
              <a:lnSpc>
                <a:spcPct val="95000"/>
              </a:lnSpc>
              <a:spcBef>
                <a:spcPts val="600"/>
              </a:spcBef>
              <a:spcAft>
                <a:spcPct val="0"/>
              </a:spcAft>
              <a:buClr>
                <a:schemeClr val="tx2"/>
              </a:buClr>
              <a:buFont typeface="Arial" pitchFamily="34" charset="0"/>
              <a:buChar char="•"/>
              <a:defRPr sz="2600" b="0" kern="1200">
                <a:solidFill>
                  <a:srgbClr val="003876"/>
                </a:solidFill>
                <a:latin typeface="+mn-lt"/>
                <a:ea typeface="MS PGothic" pitchFamily="34" charset="-128"/>
                <a:cs typeface="+mn-cs"/>
              </a:defRPr>
            </a:lvl1pPr>
            <a:lvl2pPr marL="630238" indent="-284163" algn="l" rtl="0" eaLnBrk="0" fontAlgn="base" hangingPunct="0">
              <a:lnSpc>
                <a:spcPct val="95000"/>
              </a:lnSpc>
              <a:spcBef>
                <a:spcPts val="600"/>
              </a:spcBef>
              <a:spcAft>
                <a:spcPct val="0"/>
              </a:spcAft>
              <a:buClrTx/>
              <a:buSzPct val="100000"/>
              <a:buFont typeface="Arial" pitchFamily="34" charset="0"/>
              <a:buChar char="–"/>
              <a:defRPr sz="2400" kern="1200">
                <a:solidFill>
                  <a:srgbClr val="1E1C11"/>
                </a:solidFill>
                <a:latin typeface="+mn-lt"/>
                <a:ea typeface="MS PGothic" pitchFamily="34" charset="-128"/>
                <a:cs typeface="+mn-cs"/>
              </a:defRPr>
            </a:lvl2pPr>
            <a:lvl3pPr marL="914400" indent="-220663" algn="l" rtl="0" eaLnBrk="0" fontAlgn="base" hangingPunct="0">
              <a:lnSpc>
                <a:spcPct val="95000"/>
              </a:lnSpc>
              <a:spcBef>
                <a:spcPts val="600"/>
              </a:spcBef>
              <a:spcAft>
                <a:spcPct val="0"/>
              </a:spcAft>
              <a:buClrTx/>
              <a:buSzPct val="100000"/>
              <a:buFont typeface="Arial" pitchFamily="34" charset="0"/>
              <a:buChar char="•"/>
              <a:defRPr sz="2200" kern="1200">
                <a:solidFill>
                  <a:srgbClr val="1E1C11"/>
                </a:solidFill>
                <a:latin typeface="+mn-lt"/>
                <a:ea typeface="MS PGothic" pitchFamily="34" charset="-128"/>
                <a:cs typeface="+mn-cs"/>
              </a:defRPr>
            </a:lvl3pPr>
            <a:lvl4pPr marL="1198563" indent="-220663" algn="l" rtl="0" eaLnBrk="0" fontAlgn="base" hangingPunct="0">
              <a:lnSpc>
                <a:spcPct val="95000"/>
              </a:lnSpc>
              <a:spcBef>
                <a:spcPts val="600"/>
              </a:spcBef>
              <a:spcAft>
                <a:spcPct val="0"/>
              </a:spcAft>
              <a:buClrTx/>
              <a:buSzPct val="100000"/>
              <a:buFont typeface="Courier New" panose="02070309020205020404" pitchFamily="49" charset="0"/>
              <a:buChar char="o"/>
              <a:defRPr sz="2000" kern="1200">
                <a:solidFill>
                  <a:srgbClr val="1E1C11"/>
                </a:solidFill>
                <a:latin typeface="+mn-lt"/>
                <a:ea typeface="MS PGothic" pitchFamily="34" charset="-128"/>
                <a:cs typeface="+mn-cs"/>
              </a:defRPr>
            </a:lvl4pPr>
            <a:lvl5pPr marL="1371600" indent="-173038" algn="l" rtl="0" eaLnBrk="0" fontAlgn="base" hangingPunct="0">
              <a:lnSpc>
                <a:spcPct val="95000"/>
              </a:lnSpc>
              <a:spcBef>
                <a:spcPts val="600"/>
              </a:spcBef>
              <a:spcAft>
                <a:spcPct val="0"/>
              </a:spcAft>
              <a:buClrTx/>
              <a:buSzPct val="100000"/>
              <a:buFont typeface="Wingdings" panose="05000000000000000000" pitchFamily="2" charset="2"/>
              <a:buChar char="§"/>
              <a:defRPr kern="1200">
                <a:solidFill>
                  <a:srgbClr val="1E1C1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Finalize FY23 Bio Surveillance Scope &amp; Funding</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Transfer COR duties to EIDS on EIDS efforts</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Contract actions: Essence and OMOP</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Multiple Hiring actions</a:t>
            </a:r>
          </a:p>
          <a:p>
            <a:pPr marL="284163" marR="0" lvl="0" indent="-284163" algn="l" defTabSz="914400" rtl="0" eaLnBrk="0" fontAlgn="base" latinLnBrk="0" hangingPunct="0">
              <a:lnSpc>
                <a:spcPct val="95000"/>
              </a:lnSpc>
              <a:spcBef>
                <a:spcPts val="600"/>
              </a:spcBef>
              <a:spcAft>
                <a:spcPct val="0"/>
              </a:spcAft>
              <a:buClr>
                <a:srgbClr val="003876"/>
              </a:buClr>
              <a:buSzTx/>
              <a:buFont typeface="Arial" pitchFamily="34" charset="0"/>
              <a:buChar char="•"/>
              <a:tabLst/>
              <a:defRPr/>
            </a:pPr>
            <a:r>
              <a:rPr kumimoji="0" lang="en-US" sz="900" b="0" i="0" u="none" strike="noStrike" kern="1200" cap="none" spc="0" normalizeH="0" baseline="0" noProof="0" dirty="0">
                <a:ln>
                  <a:noFill/>
                </a:ln>
                <a:solidFill>
                  <a:prstClr val="white"/>
                </a:solidFill>
                <a:effectLst/>
                <a:highlight>
                  <a:srgbClr val="FFFF00"/>
                </a:highlight>
                <a:uLnTx/>
                <a:uFillTx/>
                <a:latin typeface="Arial"/>
                <a:ea typeface="MS PGothic" pitchFamily="34" charset="-128"/>
                <a:cs typeface="Arial"/>
              </a:rPr>
              <a:t>Complete M2/MDR migration</a:t>
            </a:r>
          </a:p>
        </p:txBody>
      </p:sp>
      <p:sp>
        <p:nvSpPr>
          <p:cNvPr id="3" name="Rectangle 2">
            <a:extLst>
              <a:ext uri="{FF2B5EF4-FFF2-40B4-BE49-F238E27FC236}">
                <a16:creationId xmlns:a16="http://schemas.microsoft.com/office/drawing/2014/main" id="{23373F9C-ED36-AA2F-B455-9B9B668D95E6}"/>
              </a:ext>
              <a:ext uri="{C183D7F6-B498-43B3-948B-1728B52AA6E4}">
                <adec:decorative xmlns:adec="http://schemas.microsoft.com/office/drawing/2017/decorative" val="1"/>
              </a:ext>
            </a:extLst>
          </p:cNvPr>
          <p:cNvSpPr/>
          <p:nvPr/>
        </p:nvSpPr>
        <p:spPr>
          <a:xfrm>
            <a:off x="1851" y="-704"/>
            <a:ext cx="9991274" cy="5993698"/>
          </a:xfrm>
          <a:prstGeom prst="rect">
            <a:avLst/>
          </a:prstGeom>
          <a:solidFill>
            <a:schemeClr val="accent6">
              <a:lumMod val="75000"/>
            </a:schemeClr>
          </a:solidFill>
          <a:ln w="6350" cap="sq">
            <a:solidFill>
              <a:srgbClr val="72989E"/>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5" name="Rectangle 4">
            <a:extLst>
              <a:ext uri="{FF2B5EF4-FFF2-40B4-BE49-F238E27FC236}">
                <a16:creationId xmlns:a16="http://schemas.microsoft.com/office/drawing/2014/main" id="{CCAF97B6-FD93-450D-3084-2758D8D973A7}"/>
              </a:ext>
              <a:ext uri="{C183D7F6-B498-43B3-948B-1728B52AA6E4}">
                <adec:decorative xmlns:adec="http://schemas.microsoft.com/office/drawing/2017/decorative" val="1"/>
              </a:ext>
            </a:extLst>
          </p:cNvPr>
          <p:cNvSpPr>
            <a:spLocks/>
          </p:cNvSpPr>
          <p:nvPr/>
        </p:nvSpPr>
        <p:spPr>
          <a:xfrm>
            <a:off x="-9427" y="5801690"/>
            <a:ext cx="12192001" cy="1056809"/>
          </a:xfrm>
          <a:prstGeom prst="rect">
            <a:avLst/>
          </a:prstGeom>
          <a:solidFill>
            <a:srgbClr val="2759A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6" name="Title 4">
            <a:extLst>
              <a:ext uri="{FF2B5EF4-FFF2-40B4-BE49-F238E27FC236}">
                <a16:creationId xmlns:a16="http://schemas.microsoft.com/office/drawing/2014/main" id="{44F00AC2-88A8-D4C5-2EFA-5CEBFF0A0085}"/>
              </a:ext>
            </a:extLst>
          </p:cNvPr>
          <p:cNvSpPr txBox="1">
            <a:spLocks noGrp="1"/>
          </p:cNvSpPr>
          <p:nvPr>
            <p:ph type="title" idx="4294967295"/>
          </p:nvPr>
        </p:nvSpPr>
        <p:spPr>
          <a:xfrm>
            <a:off x="1327097" y="306861"/>
            <a:ext cx="5889448" cy="461665"/>
          </a:xfrm>
          <a:prstGeom prst="rect">
            <a:avLst/>
          </a:prstGeom>
          <a:noFill/>
          <a:ln>
            <a:noFill/>
            <a:prstDash/>
          </a:ln>
          <a:effectLst/>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100000"/>
              </a:lnSpc>
              <a:spcBef>
                <a:spcPct val="0"/>
              </a:spcBef>
              <a:buNone/>
              <a:defRPr sz="3200" kern="1200">
                <a:solidFill>
                  <a:srgbClr val="2759AD"/>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Franklin Gothic Medium"/>
                <a:ea typeface="+mj-ea"/>
                <a:cs typeface="+mj-cs"/>
                <a:sym typeface="Trebuchet MS" panose="020B0603020202020204" pitchFamily="34" charset="0"/>
              </a:rPr>
              <a:t>MHS Information Platform</a:t>
            </a:r>
          </a:p>
        </p:txBody>
      </p:sp>
      <p:sp>
        <p:nvSpPr>
          <p:cNvPr id="7" name="Rectangle 6">
            <a:extLst>
              <a:ext uri="{FF2B5EF4-FFF2-40B4-BE49-F238E27FC236}">
                <a16:creationId xmlns:a16="http://schemas.microsoft.com/office/drawing/2014/main" id="{2F80FA89-6E9C-B8F6-018A-059499EBD1E4}"/>
              </a:ext>
              <a:ext uri="{C183D7F6-B498-43B3-948B-1728B52AA6E4}">
                <adec:decorative xmlns:adec="http://schemas.microsoft.com/office/drawing/2017/decorative" val="1"/>
              </a:ext>
            </a:extLst>
          </p:cNvPr>
          <p:cNvSpPr/>
          <p:nvPr/>
        </p:nvSpPr>
        <p:spPr>
          <a:xfrm>
            <a:off x="9553477" y="22405"/>
            <a:ext cx="2647950" cy="6829762"/>
          </a:xfrm>
          <a:prstGeom prst="rect">
            <a:avLst/>
          </a:prstGeom>
          <a:solidFill>
            <a:srgbClr val="2759A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8" name="Rectangle 7">
            <a:extLst>
              <a:ext uri="{FF2B5EF4-FFF2-40B4-BE49-F238E27FC236}">
                <a16:creationId xmlns:a16="http://schemas.microsoft.com/office/drawing/2014/main" id="{D7EA7F35-4EC1-9CB0-6C33-1F54F144D224}"/>
              </a:ext>
              <a:ext uri="{C183D7F6-B498-43B3-948B-1728B52AA6E4}">
                <adec:decorative xmlns:adec="http://schemas.microsoft.com/office/drawing/2017/decorative" val="1"/>
              </a:ext>
            </a:extLst>
          </p:cNvPr>
          <p:cNvSpPr/>
          <p:nvPr/>
        </p:nvSpPr>
        <p:spPr>
          <a:xfrm>
            <a:off x="0" y="0"/>
            <a:ext cx="12192000" cy="105103"/>
          </a:xfrm>
          <a:prstGeom prst="rect">
            <a:avLst/>
          </a:prstGeom>
          <a:gradFill flip="none" rotWithShape="1">
            <a:gsLst>
              <a:gs pos="25000">
                <a:srgbClr val="2759AD"/>
              </a:gs>
              <a:gs pos="75000">
                <a:srgbClr val="C02B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Rectangle 8">
            <a:extLst>
              <a:ext uri="{FF2B5EF4-FFF2-40B4-BE49-F238E27FC236}">
                <a16:creationId xmlns:a16="http://schemas.microsoft.com/office/drawing/2014/main" id="{0EF0E47F-38F9-EBB1-34FC-AA377DBC6E3A}"/>
              </a:ext>
              <a:ext uri="{C183D7F6-B498-43B3-948B-1728B52AA6E4}">
                <adec:decorative xmlns:adec="http://schemas.microsoft.com/office/drawing/2017/decorative" val="1"/>
              </a:ext>
            </a:extLst>
          </p:cNvPr>
          <p:cNvSpPr/>
          <p:nvPr/>
        </p:nvSpPr>
        <p:spPr>
          <a:xfrm>
            <a:off x="0" y="6761925"/>
            <a:ext cx="12192000" cy="105103"/>
          </a:xfrm>
          <a:prstGeom prst="rect">
            <a:avLst/>
          </a:prstGeom>
          <a:gradFill flip="none" rotWithShape="1">
            <a:gsLst>
              <a:gs pos="25000">
                <a:srgbClr val="2759AD"/>
              </a:gs>
              <a:gs pos="75000">
                <a:srgbClr val="C02B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pic>
        <p:nvPicPr>
          <p:cNvPr id="10" name="Picture 9">
            <a:extLst>
              <a:ext uri="{FF2B5EF4-FFF2-40B4-BE49-F238E27FC236}">
                <a16:creationId xmlns:a16="http://schemas.microsoft.com/office/drawing/2014/main" id="{F8AD7E6A-CAA5-7191-815D-3FEB76FBDEE1}"/>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22935" y="137067"/>
            <a:ext cx="1038226" cy="1010166"/>
          </a:xfrm>
          <a:prstGeom prst="rect">
            <a:avLst/>
          </a:prstGeom>
        </p:spPr>
      </p:pic>
      <p:cxnSp>
        <p:nvCxnSpPr>
          <p:cNvPr id="11" name="Straight Connector 10">
            <a:extLst>
              <a:ext uri="{FF2B5EF4-FFF2-40B4-BE49-F238E27FC236}">
                <a16:creationId xmlns:a16="http://schemas.microsoft.com/office/drawing/2014/main" id="{DEE84BF2-6C38-0E44-0138-DE2F6850408D}"/>
              </a:ext>
              <a:ext uri="{C183D7F6-B498-43B3-948B-1728B52AA6E4}">
                <adec:decorative xmlns:adec="http://schemas.microsoft.com/office/drawing/2017/decorative" val="1"/>
              </a:ext>
            </a:extLst>
          </p:cNvPr>
          <p:cNvCxnSpPr>
            <a:cxnSpLocks/>
          </p:cNvCxnSpPr>
          <p:nvPr/>
        </p:nvCxnSpPr>
        <p:spPr>
          <a:xfrm>
            <a:off x="9770488" y="5296566"/>
            <a:ext cx="2241549"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1660D88-61C4-E81E-5F11-291745A7B1E3}"/>
              </a:ext>
            </a:extLst>
          </p:cNvPr>
          <p:cNvSpPr txBox="1">
            <a:spLocks/>
          </p:cNvSpPr>
          <p:nvPr>
            <p:custDataLst>
              <p:tags r:id="rId1"/>
            </p:custDataLst>
          </p:nvPr>
        </p:nvSpPr>
        <p:spPr>
          <a:xfrm>
            <a:off x="9799108" y="1693977"/>
            <a:ext cx="2266625" cy="115416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US" sz="1000" b="0" i="0" u="none" strike="noStrike" kern="1200" cap="none" spc="0" normalizeH="0" baseline="0" noProof="0" dirty="0">
                <a:ln>
                  <a:noFill/>
                </a:ln>
                <a:solidFill>
                  <a:prstClr val="white"/>
                </a:solidFill>
                <a:effectLst/>
                <a:uLnTx/>
                <a:uFillTx/>
                <a:latin typeface="Franklin Gothic Book"/>
                <a:ea typeface="+mn-ea"/>
                <a:cs typeface="+mn-cs"/>
              </a:rPr>
              <a:t>Provides a comprehensive analytics solution with flexible tools </a:t>
            </a:r>
          </a:p>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tab pos="114300" algn="l"/>
              </a:tabLst>
              <a:defRPr/>
            </a:pP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Compiles aggregated data from 130+ DOD data sources on a scalable platform</a:t>
            </a:r>
          </a:p>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tab pos="114300" algn="l"/>
              </a:tabLst>
              <a:defRPr/>
            </a:pPr>
            <a:br>
              <a:rPr kumimoji="0" lang="en-NZ" sz="1000" b="0" i="0" u="none" strike="noStrike" kern="1200" cap="none" spc="0" normalizeH="0" baseline="0" noProof="0" dirty="0">
                <a:ln>
                  <a:noFill/>
                </a:ln>
                <a:solidFill>
                  <a:prstClr val="white"/>
                </a:solidFill>
                <a:effectLst/>
                <a:uLnTx/>
                <a:uFillTx/>
                <a:latin typeface="Franklin Gothic Book"/>
                <a:ea typeface="+mn-ea"/>
                <a:cs typeface="+mn-cs"/>
              </a:rPr>
            </a:b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MHS’ Analytics &amp; Data Visualization Platform</a:t>
            </a:r>
          </a:p>
        </p:txBody>
      </p:sp>
      <p:sp>
        <p:nvSpPr>
          <p:cNvPr id="16" name="TextBox 15">
            <a:extLst>
              <a:ext uri="{FF2B5EF4-FFF2-40B4-BE49-F238E27FC236}">
                <a16:creationId xmlns:a16="http://schemas.microsoft.com/office/drawing/2014/main" id="{DF54B9A0-7A1E-EE7B-01F5-27F8DE5DC9CE}"/>
              </a:ext>
            </a:extLst>
          </p:cNvPr>
          <p:cNvSpPr txBox="1">
            <a:spLocks/>
          </p:cNvSpPr>
          <p:nvPr>
            <p:custDataLst>
              <p:tags r:id="rId2"/>
            </p:custDataLst>
          </p:nvPr>
        </p:nvSpPr>
        <p:spPr>
          <a:xfrm>
            <a:off x="9824747" y="3445474"/>
            <a:ext cx="2241549" cy="654025"/>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600"/>
            </a:lvl1pPr>
            <a:lvl2pPr marL="114300" lvl="1" indent="-114300">
              <a:lnSpc>
                <a:spcPct val="100000"/>
              </a:lnSpc>
              <a:spcBef>
                <a:spcPts val="0"/>
              </a:spcBef>
              <a:spcAft>
                <a:spcPts val="300"/>
              </a:spcAft>
              <a:buClr>
                <a:schemeClr val="tx1"/>
              </a:buClr>
              <a:buSzPct val="110000"/>
              <a:buFont typeface="Wingdings" panose="05000000000000000000" pitchFamily="2" charset="2"/>
              <a:buChar char=""/>
              <a:defRPr sz="100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sz="160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sz="160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Pulls information from </a:t>
            </a:r>
            <a:r>
              <a:rPr kumimoji="0" lang="en-US" sz="1000" b="0" i="0" u="none" strike="noStrike" kern="1200" cap="none" spc="0" normalizeH="0" baseline="0" noProof="0" dirty="0">
                <a:ln>
                  <a:noFill/>
                </a:ln>
                <a:solidFill>
                  <a:prstClr val="white"/>
                </a:solidFill>
                <a:effectLst/>
                <a:uLnTx/>
                <a:uFillTx/>
                <a:latin typeface="Franklin Gothic Book"/>
                <a:ea typeface="+mn-ea"/>
                <a:cs typeface="+mn-cs"/>
              </a:rPr>
              <a:t>disparate health-care systems in real time </a:t>
            </a:r>
          </a:p>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Allows </a:t>
            </a:r>
            <a:r>
              <a:rPr kumimoji="0" lang="en-US" sz="1000" b="0" i="0" u="none" strike="noStrike" kern="1200" cap="none" spc="0" normalizeH="0" baseline="0" noProof="0" dirty="0">
                <a:ln>
                  <a:noFill/>
                </a:ln>
                <a:solidFill>
                  <a:prstClr val="white"/>
                </a:solidFill>
                <a:effectLst/>
                <a:uLnTx/>
                <a:uFillTx/>
                <a:latin typeface="Franklin Gothic Book"/>
                <a:ea typeface="+mn-ea"/>
                <a:cs typeface="+mn-cs"/>
              </a:rPr>
              <a:t>authorized users throughout DOD and the VA to view clinical information</a:t>
            </a:r>
            <a:endParaRPr kumimoji="0" lang="en-NZ" sz="10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TextBox 16">
            <a:extLst>
              <a:ext uri="{FF2B5EF4-FFF2-40B4-BE49-F238E27FC236}">
                <a16:creationId xmlns:a16="http://schemas.microsoft.com/office/drawing/2014/main" id="{41D1263A-DB9E-48A3-2326-7F98F95A0B28}"/>
              </a:ext>
            </a:extLst>
          </p:cNvPr>
          <p:cNvSpPr txBox="1">
            <a:spLocks/>
          </p:cNvSpPr>
          <p:nvPr>
            <p:custDataLst>
              <p:tags r:id="rId3"/>
            </p:custDataLst>
          </p:nvPr>
        </p:nvSpPr>
        <p:spPr>
          <a:xfrm>
            <a:off x="9806105" y="4579062"/>
            <a:ext cx="2241549" cy="654025"/>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600"/>
            </a:lvl1pPr>
            <a:lvl2pPr marL="114300" lvl="1" indent="-114300">
              <a:lnSpc>
                <a:spcPct val="100000"/>
              </a:lnSpc>
              <a:spcBef>
                <a:spcPts val="0"/>
              </a:spcBef>
              <a:spcAft>
                <a:spcPts val="300"/>
              </a:spcAft>
              <a:buClr>
                <a:schemeClr val="tx1"/>
              </a:buClr>
              <a:buSzPct val="110000"/>
              <a:buFont typeface="Wingdings" panose="05000000000000000000" pitchFamily="2" charset="2"/>
              <a:buChar char=""/>
              <a:defRPr sz="100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sz="160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sz="160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Enables the archival and decommission of DHA legacy systems</a:t>
            </a:r>
          </a:p>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Provides clinicians with direct access </a:t>
            </a:r>
            <a:br>
              <a:rPr kumimoji="0" lang="en-NZ" sz="1000" b="0" i="0" u="none" strike="noStrike" kern="1200" cap="none" spc="0" normalizeH="0" baseline="0" noProof="0" dirty="0">
                <a:ln>
                  <a:noFill/>
                </a:ln>
                <a:solidFill>
                  <a:prstClr val="white"/>
                </a:solidFill>
                <a:effectLst/>
                <a:uLnTx/>
                <a:uFillTx/>
                <a:latin typeface="Franklin Gothic Book"/>
                <a:ea typeface="+mn-ea"/>
                <a:cs typeface="+mn-cs"/>
              </a:rPr>
            </a:br>
            <a:r>
              <a:rPr kumimoji="0" lang="en-NZ" sz="1000" b="0" i="0" u="none" strike="noStrike" kern="1200" cap="none" spc="0" normalizeH="0" baseline="0" noProof="0" dirty="0">
                <a:ln>
                  <a:noFill/>
                </a:ln>
                <a:solidFill>
                  <a:prstClr val="white"/>
                </a:solidFill>
                <a:effectLst/>
                <a:uLnTx/>
                <a:uFillTx/>
                <a:latin typeface="Franklin Gothic Book"/>
                <a:ea typeface="+mn-ea"/>
                <a:cs typeface="+mn-cs"/>
              </a:rPr>
              <a:t>to a patient’s historical medical record</a:t>
            </a:r>
          </a:p>
        </p:txBody>
      </p:sp>
      <p:sp>
        <p:nvSpPr>
          <p:cNvPr id="18" name="TextBox 17">
            <a:extLst>
              <a:ext uri="{FF2B5EF4-FFF2-40B4-BE49-F238E27FC236}">
                <a16:creationId xmlns:a16="http://schemas.microsoft.com/office/drawing/2014/main" id="{C2D419A3-B803-7580-3F75-803C2D21ED43}"/>
              </a:ext>
            </a:extLst>
          </p:cNvPr>
          <p:cNvSpPr txBox="1">
            <a:spLocks/>
          </p:cNvSpPr>
          <p:nvPr>
            <p:custDataLst>
              <p:tags r:id="rId4"/>
            </p:custDataLst>
          </p:nvPr>
        </p:nvSpPr>
        <p:spPr>
          <a:xfrm>
            <a:off x="9759950" y="5912670"/>
            <a:ext cx="2241549" cy="807913"/>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600"/>
            </a:lvl1pPr>
            <a:lvl2pPr marL="114300" lvl="1" indent="-114300">
              <a:lnSpc>
                <a:spcPct val="100000"/>
              </a:lnSpc>
              <a:spcBef>
                <a:spcPts val="0"/>
              </a:spcBef>
              <a:spcAft>
                <a:spcPts val="300"/>
              </a:spcAft>
              <a:buClr>
                <a:schemeClr val="tx1"/>
              </a:buClr>
              <a:buSzPct val="110000"/>
              <a:buFont typeface="Wingdings" panose="05000000000000000000" pitchFamily="2" charset="2"/>
              <a:buChar char=""/>
              <a:defRPr sz="100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sz="160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sz="160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US" sz="1000" b="0" i="0" u="none" strike="noStrike" kern="1200" cap="none" spc="0" normalizeH="0" baseline="0" noProof="0" dirty="0">
                <a:ln>
                  <a:noFill/>
                </a:ln>
                <a:solidFill>
                  <a:prstClr val="white"/>
                </a:solidFill>
                <a:effectLst/>
                <a:uLnTx/>
                <a:uFillTx/>
                <a:latin typeface="Franklin Gothic Book"/>
                <a:ea typeface="+mn-ea"/>
                <a:cs typeface="+mn-cs"/>
              </a:rPr>
              <a:t>Collects near real-time data from MHS medical facilities to support the early detection and monitoring of health events</a:t>
            </a:r>
            <a:endParaRPr kumimoji="0" lang="en-NZ" sz="1000" b="0" i="0" u="none" strike="noStrike" kern="1200" cap="none" spc="0" normalizeH="0" baseline="0" noProof="0" dirty="0">
              <a:ln>
                <a:noFill/>
              </a:ln>
              <a:solidFill>
                <a:prstClr val="white"/>
              </a:solidFill>
              <a:effectLst/>
              <a:uLnTx/>
              <a:uFillTx/>
              <a:latin typeface="Franklin Gothic Book"/>
              <a:ea typeface="+mn-ea"/>
              <a:cs typeface="+mn-cs"/>
            </a:endParaRPr>
          </a:p>
          <a:p>
            <a:pPr marL="0" marR="0" lvl="1" indent="0" algn="l" defTabSz="914400" rtl="0" eaLnBrk="1" fontAlgn="auto" latinLnBrk="0" hangingPunct="1">
              <a:lnSpc>
                <a:spcPct val="100000"/>
              </a:lnSpc>
              <a:spcBef>
                <a:spcPts val="0"/>
              </a:spcBef>
              <a:spcAft>
                <a:spcPts val="300"/>
              </a:spcAft>
              <a:buClr>
                <a:prstClr val="white"/>
              </a:buClr>
              <a:buSzPct val="110000"/>
              <a:buFont typeface="Wingdings" panose="05000000000000000000" pitchFamily="2" charset="2"/>
              <a:buNone/>
              <a:tabLst/>
              <a:defRPr/>
            </a:pPr>
            <a:r>
              <a:rPr kumimoji="0" lang="en-US" sz="1000" b="0" i="0" u="none" strike="noStrike" kern="1200" cap="none" spc="0" normalizeH="0" baseline="0" noProof="0" dirty="0">
                <a:ln>
                  <a:noFill/>
                </a:ln>
                <a:solidFill>
                  <a:prstClr val="white"/>
                </a:solidFill>
                <a:effectLst/>
                <a:uLnTx/>
                <a:uFillTx/>
                <a:latin typeface="Franklin Gothic Book"/>
                <a:ea typeface="+mn-ea"/>
                <a:cs typeface="+mn-cs"/>
              </a:rPr>
              <a:t>Provides prompt notifications of actionable and emerging health concerns</a:t>
            </a:r>
          </a:p>
        </p:txBody>
      </p:sp>
      <p:sp>
        <p:nvSpPr>
          <p:cNvPr id="19" name="TextBox 18">
            <a:extLst>
              <a:ext uri="{FF2B5EF4-FFF2-40B4-BE49-F238E27FC236}">
                <a16:creationId xmlns:a16="http://schemas.microsoft.com/office/drawing/2014/main" id="{53E6AE20-5B1F-4009-43B2-787F326F2F6E}"/>
              </a:ext>
            </a:extLst>
          </p:cNvPr>
          <p:cNvSpPr txBox="1">
            <a:spLocks/>
          </p:cNvSpPr>
          <p:nvPr/>
        </p:nvSpPr>
        <p:spPr>
          <a:xfrm>
            <a:off x="9759950" y="172432"/>
            <a:ext cx="2241549" cy="7386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NZ" sz="1200" b="1" i="0" u="none" strike="noStrike" kern="1200" cap="none" spc="0" normalizeH="0" baseline="0" noProof="0" dirty="0">
                <a:ln>
                  <a:noFill/>
                </a:ln>
                <a:solidFill>
                  <a:prstClr val="white"/>
                </a:solidFill>
                <a:effectLst/>
                <a:uLnTx/>
                <a:uFillTx/>
                <a:latin typeface="Franklin Gothic Book"/>
                <a:ea typeface="+mn-ea"/>
                <a:cs typeface="+mn-cs"/>
              </a:rPr>
              <a:t>EIDS delivers, connects, integrates, and curates health data to enable informed decisions, research, and innovation</a:t>
            </a:r>
          </a:p>
        </p:txBody>
      </p:sp>
      <p:cxnSp>
        <p:nvCxnSpPr>
          <p:cNvPr id="20" name="Straight Connector 19">
            <a:extLst>
              <a:ext uri="{FF2B5EF4-FFF2-40B4-BE49-F238E27FC236}">
                <a16:creationId xmlns:a16="http://schemas.microsoft.com/office/drawing/2014/main" id="{1CDC409A-BB31-54BD-3B21-327670258FF2}"/>
              </a:ext>
              <a:ext uri="{C183D7F6-B498-43B3-948B-1728B52AA6E4}">
                <adec:decorative xmlns:adec="http://schemas.microsoft.com/office/drawing/2017/decorative" val="1"/>
              </a:ext>
            </a:extLst>
          </p:cNvPr>
          <p:cNvCxnSpPr>
            <a:cxnSpLocks/>
          </p:cNvCxnSpPr>
          <p:nvPr/>
        </p:nvCxnSpPr>
        <p:spPr>
          <a:xfrm>
            <a:off x="9816145" y="4119490"/>
            <a:ext cx="220980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381DBBF-4BD9-76B9-87FB-753FF68906CB}"/>
              </a:ext>
              <a:ext uri="{C183D7F6-B498-43B3-948B-1728B52AA6E4}">
                <adec:decorative xmlns:adec="http://schemas.microsoft.com/office/drawing/2017/decorative" val="1"/>
              </a:ext>
            </a:extLst>
          </p:cNvPr>
          <p:cNvCxnSpPr>
            <a:cxnSpLocks/>
          </p:cNvCxnSpPr>
          <p:nvPr/>
        </p:nvCxnSpPr>
        <p:spPr>
          <a:xfrm>
            <a:off x="9814323" y="2875046"/>
            <a:ext cx="2241549"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E69FC7A-A81D-4ECB-BE0D-D187A426E844}"/>
              </a:ext>
              <a:ext uri="{C183D7F6-B498-43B3-948B-1728B52AA6E4}">
                <adec:decorative xmlns:adec="http://schemas.microsoft.com/office/drawing/2017/decorative" val="1"/>
              </a:ext>
            </a:extLst>
          </p:cNvPr>
          <p:cNvCxnSpPr>
            <a:cxnSpLocks/>
          </p:cNvCxnSpPr>
          <p:nvPr/>
        </p:nvCxnSpPr>
        <p:spPr>
          <a:xfrm>
            <a:off x="9759950" y="1041559"/>
            <a:ext cx="2241549"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785AB7F-5A5A-0949-4A39-B8F7C31D49BF}"/>
              </a:ext>
            </a:extLst>
          </p:cNvPr>
          <p:cNvSpPr txBox="1">
            <a:spLocks/>
          </p:cNvSpPr>
          <p:nvPr/>
        </p:nvSpPr>
        <p:spPr>
          <a:xfrm>
            <a:off x="9799108" y="1141591"/>
            <a:ext cx="2443536" cy="338554"/>
          </a:xfrm>
          <a:prstGeom prst="rect">
            <a:avLst/>
          </a:prstGeom>
        </p:spPr>
        <p:txBody>
          <a:bodyPr vert="horz" wrap="square" lIns="457200" tIns="0" rIns="0" bIns="0" rtlCol="0" anchor="ctr" anchorCtr="0">
            <a:spAutoFit/>
          </a:bodyPr>
          <a:lstStyle>
            <a:defPPr>
              <a:defRPr lang="en-US"/>
            </a:defPPr>
            <a:lvl1pPr lvl="0" indent="0">
              <a:lnSpc>
                <a:spcPct val="100000"/>
              </a:lnSpc>
              <a:spcBef>
                <a:spcPts val="300"/>
              </a:spcBef>
              <a:spcAft>
                <a:spcPts val="300"/>
              </a:spcAft>
              <a:buFont typeface="Segoe UI" panose="020B0502040204020203" pitchFamily="34" charset="0"/>
              <a:buChar char="​"/>
              <a:defRPr sz="1100" b="1">
                <a:solidFill>
                  <a:schemeClr val="bg1"/>
                </a:solidFill>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sz="160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sz="160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sz="160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MHS Information Platform </a:t>
            </a:r>
            <a:br>
              <a:rPr kumimoji="0" lang="en-NZ" sz="1100" b="1" i="0" u="none" strike="noStrike" kern="1200" cap="none" spc="0" normalizeH="0" baseline="0" noProof="0" dirty="0">
                <a:ln>
                  <a:noFill/>
                </a:ln>
                <a:solidFill>
                  <a:prstClr val="white"/>
                </a:solidFill>
                <a:effectLst/>
                <a:uLnTx/>
                <a:uFillTx/>
                <a:latin typeface="Franklin Gothic Book"/>
                <a:ea typeface="+mn-ea"/>
                <a:cs typeface="+mn-cs"/>
              </a:rPr>
            </a:b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(MIP)</a:t>
            </a:r>
          </a:p>
        </p:txBody>
      </p:sp>
      <p:cxnSp>
        <p:nvCxnSpPr>
          <p:cNvPr id="24" name="Straight Connector 23">
            <a:extLst>
              <a:ext uri="{FF2B5EF4-FFF2-40B4-BE49-F238E27FC236}">
                <a16:creationId xmlns:a16="http://schemas.microsoft.com/office/drawing/2014/main" id="{C69DF021-1B67-BE5C-6FA0-2C4963A69336}"/>
              </a:ext>
              <a:ext uri="{C183D7F6-B498-43B3-948B-1728B52AA6E4}">
                <adec:decorative xmlns:adec="http://schemas.microsoft.com/office/drawing/2017/decorative" val="1"/>
              </a:ext>
            </a:extLst>
          </p:cNvPr>
          <p:cNvCxnSpPr>
            <a:cxnSpLocks/>
          </p:cNvCxnSpPr>
          <p:nvPr/>
        </p:nvCxnSpPr>
        <p:spPr>
          <a:xfrm>
            <a:off x="3897051" y="5864235"/>
            <a:ext cx="0" cy="762000"/>
          </a:xfrm>
          <a:prstGeom prst="line">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937099-229F-2AC7-AF36-57EA09E0B6E3}"/>
              </a:ext>
              <a:ext uri="{C183D7F6-B498-43B3-948B-1728B52AA6E4}">
                <adec:decorative xmlns:adec="http://schemas.microsoft.com/office/drawing/2017/decorative" val="1"/>
              </a:ext>
            </a:extLst>
          </p:cNvPr>
          <p:cNvCxnSpPr>
            <a:cxnSpLocks/>
          </p:cNvCxnSpPr>
          <p:nvPr/>
        </p:nvCxnSpPr>
        <p:spPr>
          <a:xfrm>
            <a:off x="9116869" y="5890260"/>
            <a:ext cx="0" cy="762000"/>
          </a:xfrm>
          <a:prstGeom prst="line">
            <a:avLst/>
          </a:prstGeom>
          <a:ln w="6350" cap="flat">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3656" name="Group 3655">
            <a:extLst>
              <a:ext uri="{FF2B5EF4-FFF2-40B4-BE49-F238E27FC236}">
                <a16:creationId xmlns:a16="http://schemas.microsoft.com/office/drawing/2014/main" id="{A5C6E4EB-DAAF-27D3-ADF6-8CF25B0942CB}"/>
              </a:ext>
              <a:ext uri="{C183D7F6-B498-43B3-948B-1728B52AA6E4}">
                <adec:decorative xmlns:adec="http://schemas.microsoft.com/office/drawing/2017/decorative" val="1"/>
              </a:ext>
            </a:extLst>
          </p:cNvPr>
          <p:cNvGrpSpPr/>
          <p:nvPr/>
        </p:nvGrpSpPr>
        <p:grpSpPr>
          <a:xfrm>
            <a:off x="1420444" y="5864235"/>
            <a:ext cx="2924400" cy="710870"/>
            <a:chOff x="1420444" y="5864235"/>
            <a:chExt cx="2924400" cy="710870"/>
          </a:xfrm>
        </p:grpSpPr>
        <p:sp>
          <p:nvSpPr>
            <p:cNvPr id="28" name="TextBox 27">
              <a:extLst>
                <a:ext uri="{FF2B5EF4-FFF2-40B4-BE49-F238E27FC236}">
                  <a16:creationId xmlns:a16="http://schemas.microsoft.com/office/drawing/2014/main" id="{4321FBD2-2F06-D402-22D7-3B539D7E53C9}"/>
                </a:ext>
              </a:extLst>
            </p:cNvPr>
            <p:cNvSpPr txBox="1">
              <a:spLocks/>
            </p:cNvSpPr>
            <p:nvPr/>
          </p:nvSpPr>
          <p:spPr>
            <a:xfrm>
              <a:off x="1420444" y="6451994"/>
              <a:ext cx="1719112"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data warehouses </a:t>
              </a:r>
            </a:p>
          </p:txBody>
        </p:sp>
        <p:grpSp>
          <p:nvGrpSpPr>
            <p:cNvPr id="30" name="Group 29">
              <a:extLst>
                <a:ext uri="{FF2B5EF4-FFF2-40B4-BE49-F238E27FC236}">
                  <a16:creationId xmlns:a16="http://schemas.microsoft.com/office/drawing/2014/main" id="{1339EDC0-9C67-65D1-EC2B-04946A5201C3}"/>
                </a:ext>
              </a:extLst>
            </p:cNvPr>
            <p:cNvGrpSpPr/>
            <p:nvPr/>
          </p:nvGrpSpPr>
          <p:grpSpPr>
            <a:xfrm>
              <a:off x="1563086" y="5864235"/>
              <a:ext cx="2296958" cy="609744"/>
              <a:chOff x="4285156" y="5927267"/>
              <a:chExt cx="2296958" cy="609744"/>
            </a:xfrm>
          </p:grpSpPr>
          <p:sp>
            <p:nvSpPr>
              <p:cNvPr id="32" name="TextBox 31">
                <a:extLst>
                  <a:ext uri="{FF2B5EF4-FFF2-40B4-BE49-F238E27FC236}">
                    <a16:creationId xmlns:a16="http://schemas.microsoft.com/office/drawing/2014/main" id="{4898BEBB-318D-FAB1-EC74-07A9F4C52FCA}"/>
                  </a:ext>
                </a:extLst>
              </p:cNvPr>
              <p:cNvSpPr txBox="1">
                <a:spLocks/>
              </p:cNvSpPr>
              <p:nvPr/>
            </p:nvSpPr>
            <p:spPr>
              <a:xfrm>
                <a:off x="4760305" y="6290790"/>
                <a:ext cx="564141"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mn-cs"/>
                  </a:rPr>
                  <a:t>30+</a:t>
                </a:r>
              </a:p>
            </p:txBody>
          </p:sp>
          <p:sp>
            <p:nvSpPr>
              <p:cNvPr id="33" name="TextBox 32">
                <a:extLst>
                  <a:ext uri="{FF2B5EF4-FFF2-40B4-BE49-F238E27FC236}">
                    <a16:creationId xmlns:a16="http://schemas.microsoft.com/office/drawing/2014/main" id="{794D257E-8271-4ED4-CECC-2B79AF705C69}"/>
                  </a:ext>
                </a:extLst>
              </p:cNvPr>
              <p:cNvSpPr txBox="1">
                <a:spLocks/>
              </p:cNvSpPr>
              <p:nvPr/>
            </p:nvSpPr>
            <p:spPr>
              <a:xfrm>
                <a:off x="4285156" y="5927267"/>
                <a:ext cx="1497456"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Maintains </a:t>
                </a:r>
                <a:r>
                  <a:rPr kumimoji="0" lang="en-US" sz="800" b="1" i="0" u="none" strike="noStrike" kern="1200" cap="none" spc="0" normalizeH="0" baseline="0" noProof="0" dirty="0">
                    <a:ln>
                      <a:noFill/>
                    </a:ln>
                    <a:solidFill>
                      <a:prstClr val="white"/>
                    </a:solidFill>
                    <a:effectLst/>
                    <a:uLnTx/>
                    <a:uFillTx/>
                    <a:latin typeface="Franklin Gothic Book"/>
                    <a:ea typeface="+mn-ea"/>
                    <a:cs typeface="+mn-cs"/>
                  </a:rPr>
                  <a:t>LARGEST</a:t>
                </a: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 repository </a:t>
                </a:r>
                <a:br>
                  <a:rPr kumimoji="0" lang="en-US" sz="800" b="0" i="0" u="none" strike="noStrike" kern="1200" cap="none" spc="0" normalizeH="0" baseline="0" noProof="0" dirty="0">
                    <a:ln>
                      <a:noFill/>
                    </a:ln>
                    <a:solidFill>
                      <a:prstClr val="white"/>
                    </a:solidFill>
                    <a:effectLst/>
                    <a:uLnTx/>
                    <a:uFillTx/>
                    <a:latin typeface="Franklin Gothic Book"/>
                    <a:ea typeface="+mn-ea"/>
                    <a:cs typeface="+mn-cs"/>
                  </a:rPr>
                </a:b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of secondary data in the DOD through rationalization of     </a:t>
                </a:r>
              </a:p>
            </p:txBody>
          </p:sp>
          <p:sp>
            <p:nvSpPr>
              <p:cNvPr id="34" name="TextBox 33">
                <a:extLst>
                  <a:ext uri="{FF2B5EF4-FFF2-40B4-BE49-F238E27FC236}">
                    <a16:creationId xmlns:a16="http://schemas.microsoft.com/office/drawing/2014/main" id="{206BD21B-F181-6DE3-D8AB-EDA3A2F2D36B}"/>
                  </a:ext>
                </a:extLst>
              </p:cNvPr>
              <p:cNvSpPr txBox="1">
                <a:spLocks/>
              </p:cNvSpPr>
              <p:nvPr/>
            </p:nvSpPr>
            <p:spPr>
              <a:xfrm>
                <a:off x="5829926" y="6086871"/>
                <a:ext cx="752188"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mn-cs"/>
                  </a:rPr>
                  <a:t>130+</a:t>
                </a:r>
              </a:p>
            </p:txBody>
          </p:sp>
        </p:grpSp>
        <p:sp>
          <p:nvSpPr>
            <p:cNvPr id="31" name="TextBox 30">
              <a:extLst>
                <a:ext uri="{FF2B5EF4-FFF2-40B4-BE49-F238E27FC236}">
                  <a16:creationId xmlns:a16="http://schemas.microsoft.com/office/drawing/2014/main" id="{55CB7694-0507-2749-99F0-DB81B099069B}"/>
                </a:ext>
              </a:extLst>
            </p:cNvPr>
            <p:cNvSpPr txBox="1">
              <a:spLocks/>
            </p:cNvSpPr>
            <p:nvPr/>
          </p:nvSpPr>
          <p:spPr>
            <a:xfrm>
              <a:off x="2625732" y="6279567"/>
              <a:ext cx="1719112"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data sources</a:t>
              </a:r>
            </a:p>
          </p:txBody>
        </p:sp>
      </p:grpSp>
      <p:grpSp>
        <p:nvGrpSpPr>
          <p:cNvPr id="3655" name="Group 3654">
            <a:extLst>
              <a:ext uri="{FF2B5EF4-FFF2-40B4-BE49-F238E27FC236}">
                <a16:creationId xmlns:a16="http://schemas.microsoft.com/office/drawing/2014/main" id="{3F75EEC6-37A6-E25B-A211-B7D618933AB6}"/>
              </a:ext>
              <a:ext uri="{C183D7F6-B498-43B3-948B-1728B52AA6E4}">
                <adec:decorative xmlns:adec="http://schemas.microsoft.com/office/drawing/2017/decorative" val="1"/>
              </a:ext>
            </a:extLst>
          </p:cNvPr>
          <p:cNvGrpSpPr/>
          <p:nvPr/>
        </p:nvGrpSpPr>
        <p:grpSpPr>
          <a:xfrm>
            <a:off x="7811322" y="5899823"/>
            <a:ext cx="1612685" cy="820690"/>
            <a:chOff x="7811322" y="5899823"/>
            <a:chExt cx="1612685" cy="820690"/>
          </a:xfrm>
        </p:grpSpPr>
        <p:sp>
          <p:nvSpPr>
            <p:cNvPr id="36" name="TextBox 35">
              <a:extLst>
                <a:ext uri="{FF2B5EF4-FFF2-40B4-BE49-F238E27FC236}">
                  <a16:creationId xmlns:a16="http://schemas.microsoft.com/office/drawing/2014/main" id="{324E93E7-1C79-F2D4-F9A7-01F59C410628}"/>
                </a:ext>
              </a:extLst>
            </p:cNvPr>
            <p:cNvSpPr txBox="1">
              <a:spLocks/>
            </p:cNvSpPr>
            <p:nvPr/>
          </p:nvSpPr>
          <p:spPr>
            <a:xfrm>
              <a:off x="7811322" y="6474292"/>
              <a:ext cx="1612685"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Remote component servicemembers </a:t>
              </a:r>
              <a:br>
                <a:rPr kumimoji="0" lang="en-US" sz="800" b="0" i="0" u="none" strike="noStrike" kern="1200" cap="none" spc="0" normalizeH="0" baseline="0" noProof="0" dirty="0">
                  <a:ln>
                    <a:noFill/>
                  </a:ln>
                  <a:solidFill>
                    <a:prstClr val="white"/>
                  </a:solidFill>
                  <a:effectLst/>
                  <a:uLnTx/>
                  <a:uFillTx/>
                  <a:latin typeface="Franklin Gothic Book"/>
                  <a:ea typeface="+mn-ea"/>
                  <a:cs typeface="+mn-cs"/>
                </a:rPr>
              </a:b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and DoD Civilians</a:t>
              </a:r>
            </a:p>
          </p:txBody>
        </p:sp>
        <p:grpSp>
          <p:nvGrpSpPr>
            <p:cNvPr id="37" name="Group 36">
              <a:extLst>
                <a:ext uri="{FF2B5EF4-FFF2-40B4-BE49-F238E27FC236}">
                  <a16:creationId xmlns:a16="http://schemas.microsoft.com/office/drawing/2014/main" id="{2D0C80B5-8C08-66B0-6B15-33A51E30F9E4}"/>
                </a:ext>
              </a:extLst>
            </p:cNvPr>
            <p:cNvGrpSpPr/>
            <p:nvPr/>
          </p:nvGrpSpPr>
          <p:grpSpPr>
            <a:xfrm>
              <a:off x="7881950" y="5899823"/>
              <a:ext cx="1471429" cy="524809"/>
              <a:chOff x="6931732" y="5899893"/>
              <a:chExt cx="1471429" cy="524809"/>
            </a:xfrm>
          </p:grpSpPr>
          <p:sp>
            <p:nvSpPr>
              <p:cNvPr id="38" name="TextBox 37">
                <a:extLst>
                  <a:ext uri="{FF2B5EF4-FFF2-40B4-BE49-F238E27FC236}">
                    <a16:creationId xmlns:a16="http://schemas.microsoft.com/office/drawing/2014/main" id="{E06329CF-2BA5-618F-5325-6607DB7E07A0}"/>
                  </a:ext>
                </a:extLst>
              </p:cNvPr>
              <p:cNvSpPr txBox="1">
                <a:spLocks/>
              </p:cNvSpPr>
              <p:nvPr/>
            </p:nvSpPr>
            <p:spPr>
              <a:xfrm>
                <a:off x="7125862" y="6178481"/>
                <a:ext cx="1083170"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mn-cs"/>
                  </a:rPr>
                  <a:t>800,000+</a:t>
                </a:r>
              </a:p>
            </p:txBody>
          </p:sp>
          <p:sp>
            <p:nvSpPr>
              <p:cNvPr id="39" name="TextBox 38">
                <a:extLst>
                  <a:ext uri="{FF2B5EF4-FFF2-40B4-BE49-F238E27FC236}">
                    <a16:creationId xmlns:a16="http://schemas.microsoft.com/office/drawing/2014/main" id="{BC1369F6-1510-906C-F369-94E365745298}"/>
                  </a:ext>
                </a:extLst>
              </p:cNvPr>
              <p:cNvSpPr txBox="1">
                <a:spLocks/>
              </p:cNvSpPr>
              <p:nvPr/>
            </p:nvSpPr>
            <p:spPr>
              <a:xfrm>
                <a:off x="6931732" y="5899893"/>
                <a:ext cx="1471429" cy="24622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dirty="0">
                    <a:ln>
                      <a:noFill/>
                    </a:ln>
                    <a:solidFill>
                      <a:prstClr val="white"/>
                    </a:solidFill>
                    <a:effectLst/>
                    <a:uLnTx/>
                    <a:uFillTx/>
                    <a:latin typeface="Franklin Gothic Book"/>
                    <a:ea typeface="+mn-ea"/>
                    <a:cs typeface="+mn-cs"/>
                  </a:rPr>
                  <a:t>Modernized the Reserve Health  Readiness Program (RHRP) for</a:t>
                </a:r>
              </a:p>
            </p:txBody>
          </p:sp>
        </p:grpSp>
      </p:grpSp>
      <p:grpSp>
        <p:nvGrpSpPr>
          <p:cNvPr id="3654" name="Group 3653">
            <a:extLst>
              <a:ext uri="{FF2B5EF4-FFF2-40B4-BE49-F238E27FC236}">
                <a16:creationId xmlns:a16="http://schemas.microsoft.com/office/drawing/2014/main" id="{A95A0954-D40D-DC60-02E8-3E630B16506A}"/>
              </a:ext>
              <a:ext uri="{C183D7F6-B498-43B3-948B-1728B52AA6E4}">
                <adec:decorative xmlns:adec="http://schemas.microsoft.com/office/drawing/2017/decorative" val="1"/>
              </a:ext>
            </a:extLst>
          </p:cNvPr>
          <p:cNvGrpSpPr/>
          <p:nvPr/>
        </p:nvGrpSpPr>
        <p:grpSpPr>
          <a:xfrm>
            <a:off x="9759950" y="5357420"/>
            <a:ext cx="2209800" cy="424782"/>
            <a:chOff x="9759950" y="5357420"/>
            <a:chExt cx="2209800" cy="424782"/>
          </a:xfrm>
        </p:grpSpPr>
        <p:sp>
          <p:nvSpPr>
            <p:cNvPr id="41" name="TextBox 40">
              <a:extLst>
                <a:ext uri="{FF2B5EF4-FFF2-40B4-BE49-F238E27FC236}">
                  <a16:creationId xmlns:a16="http://schemas.microsoft.com/office/drawing/2014/main" id="{AAD3AC24-1CB0-FA08-A99F-AC9005E6CC07}"/>
                </a:ext>
              </a:extLst>
            </p:cNvPr>
            <p:cNvSpPr txBox="1">
              <a:spLocks/>
            </p:cNvSpPr>
            <p:nvPr/>
          </p:nvSpPr>
          <p:spPr>
            <a:xfrm>
              <a:off x="9759950" y="5485173"/>
              <a:ext cx="2209800" cy="169277"/>
            </a:xfrm>
            <a:prstGeom prst="rect">
              <a:avLst/>
            </a:prstGeom>
          </p:spPr>
          <p:txBody>
            <a:bodyPr vert="horz" wrap="square" lIns="36576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prstClr val="white"/>
                  </a:solidFill>
                  <a:effectLst/>
                  <a:uLnTx/>
                  <a:uFillTx/>
                  <a:latin typeface="Franklin Gothic Book"/>
                  <a:ea typeface="+mn-ea"/>
                  <a:cs typeface="+mn-cs"/>
                </a:rPr>
                <a:t>Health Surveillance (HS)</a:t>
              </a:r>
              <a:endParaRPr kumimoji="0" lang="en-NZ" sz="1100" b="1" i="0" u="none" strike="noStrike" kern="1200" cap="none" spc="0" normalizeH="0" baseline="0" noProof="0">
                <a:ln>
                  <a:noFill/>
                </a:ln>
                <a:solidFill>
                  <a:prstClr val="white"/>
                </a:solidFill>
                <a:effectLst/>
                <a:uLnTx/>
                <a:uFillTx/>
                <a:latin typeface="Franklin Gothic Book"/>
                <a:ea typeface="+mn-ea"/>
                <a:cs typeface="+mn-cs"/>
              </a:endParaRPr>
            </a:p>
          </p:txBody>
        </p:sp>
        <p:pic>
          <p:nvPicPr>
            <p:cNvPr id="42" name="Graphic 41">
              <a:extLst>
                <a:ext uri="{FF2B5EF4-FFF2-40B4-BE49-F238E27FC236}">
                  <a16:creationId xmlns:a16="http://schemas.microsoft.com/office/drawing/2014/main" id="{16BCAEF9-9818-93D8-7A33-EAEDB38FA4C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59950" y="5357420"/>
              <a:ext cx="199519" cy="424782"/>
            </a:xfrm>
            <a:prstGeom prst="rect">
              <a:avLst/>
            </a:prstGeom>
          </p:spPr>
        </p:pic>
      </p:grpSp>
      <p:grpSp>
        <p:nvGrpSpPr>
          <p:cNvPr id="3653" name="Group 3652">
            <a:extLst>
              <a:ext uri="{FF2B5EF4-FFF2-40B4-BE49-F238E27FC236}">
                <a16:creationId xmlns:a16="http://schemas.microsoft.com/office/drawing/2014/main" id="{6631D4A8-3E39-BAB4-E2D0-28A708B2D127}"/>
              </a:ext>
              <a:ext uri="{C183D7F6-B498-43B3-948B-1728B52AA6E4}">
                <adec:decorative xmlns:adec="http://schemas.microsoft.com/office/drawing/2017/decorative" val="1"/>
              </a:ext>
            </a:extLst>
          </p:cNvPr>
          <p:cNvGrpSpPr/>
          <p:nvPr/>
        </p:nvGrpSpPr>
        <p:grpSpPr>
          <a:xfrm>
            <a:off x="9805607" y="2958534"/>
            <a:ext cx="2209800" cy="420612"/>
            <a:chOff x="9805607" y="2958534"/>
            <a:chExt cx="2209800" cy="420612"/>
          </a:xfrm>
        </p:grpSpPr>
        <p:sp>
          <p:nvSpPr>
            <p:cNvPr id="44" name="TextBox 43">
              <a:extLst>
                <a:ext uri="{FF2B5EF4-FFF2-40B4-BE49-F238E27FC236}">
                  <a16:creationId xmlns:a16="http://schemas.microsoft.com/office/drawing/2014/main" id="{8D9BEB6A-C2BF-5EA5-FEFB-B4F0115B92D9}"/>
                </a:ext>
              </a:extLst>
            </p:cNvPr>
            <p:cNvSpPr txBox="1">
              <a:spLocks/>
            </p:cNvSpPr>
            <p:nvPr/>
          </p:nvSpPr>
          <p:spPr>
            <a:xfrm>
              <a:off x="9805607" y="2961092"/>
              <a:ext cx="2209800" cy="415498"/>
            </a:xfrm>
            <a:prstGeom prst="rect">
              <a:avLst/>
            </a:prstGeom>
          </p:spPr>
          <p:txBody>
            <a:bodyPr vert="horz" wrap="square" lIns="36576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Digital Exchange Service (DES)</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Joint Longitudinal Viewer (JLV)</a:t>
              </a:r>
            </a:p>
          </p:txBody>
        </p:sp>
        <p:pic>
          <p:nvPicPr>
            <p:cNvPr id="45" name="Graphic 44">
              <a:extLst>
                <a:ext uri="{FF2B5EF4-FFF2-40B4-BE49-F238E27FC236}">
                  <a16:creationId xmlns:a16="http://schemas.microsoft.com/office/drawing/2014/main" id="{8E058BA2-3520-82A0-C5B5-924D7D3AEE5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flipH="1">
              <a:off x="9805607" y="2958534"/>
              <a:ext cx="278859" cy="420612"/>
            </a:xfrm>
            <a:prstGeom prst="rect">
              <a:avLst/>
            </a:prstGeom>
          </p:spPr>
        </p:pic>
      </p:grpSp>
      <p:sp>
        <p:nvSpPr>
          <p:cNvPr id="46" name="TextBox 45">
            <a:extLst>
              <a:ext uri="{FF2B5EF4-FFF2-40B4-BE49-F238E27FC236}">
                <a16:creationId xmlns:a16="http://schemas.microsoft.com/office/drawing/2014/main" id="{CF696023-3AA3-03B6-386D-F628B02D5286}"/>
              </a:ext>
            </a:extLst>
          </p:cNvPr>
          <p:cNvSpPr txBox="1">
            <a:spLocks/>
          </p:cNvSpPr>
          <p:nvPr/>
        </p:nvSpPr>
        <p:spPr>
          <a:xfrm>
            <a:off x="9799108" y="4213711"/>
            <a:ext cx="2271981" cy="338554"/>
          </a:xfrm>
          <a:prstGeom prst="rect">
            <a:avLst/>
          </a:prstGeom>
        </p:spPr>
        <p:txBody>
          <a:bodyPr vert="horz" wrap="square" lIns="64008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Health Information Archive </a:t>
            </a:r>
            <a:br>
              <a:rPr kumimoji="0" lang="en-NZ" sz="1100" b="1" i="0" u="none" strike="noStrike" kern="1200" cap="none" spc="0" normalizeH="0" baseline="0" noProof="0" dirty="0">
                <a:ln>
                  <a:noFill/>
                </a:ln>
                <a:solidFill>
                  <a:prstClr val="white"/>
                </a:solidFill>
                <a:effectLst/>
                <a:uLnTx/>
                <a:uFillTx/>
                <a:latin typeface="Franklin Gothic Book"/>
                <a:ea typeface="+mn-ea"/>
                <a:cs typeface="+mn-cs"/>
              </a:rPr>
            </a:br>
            <a:r>
              <a:rPr kumimoji="0" lang="en-NZ" sz="1100" b="1" i="0" u="none" strike="noStrike" kern="1200" cap="none" spc="0" normalizeH="0" baseline="0" noProof="0" dirty="0">
                <a:ln>
                  <a:noFill/>
                </a:ln>
                <a:solidFill>
                  <a:prstClr val="white"/>
                </a:solidFill>
                <a:effectLst/>
                <a:uLnTx/>
                <a:uFillTx/>
                <a:latin typeface="Franklin Gothic Book"/>
                <a:ea typeface="+mn-ea"/>
                <a:cs typeface="+mn-cs"/>
              </a:rPr>
              <a:t>(HIA)</a:t>
            </a:r>
          </a:p>
        </p:txBody>
      </p:sp>
      <p:grpSp>
        <p:nvGrpSpPr>
          <p:cNvPr id="3652" name="Group 3651">
            <a:extLst>
              <a:ext uri="{FF2B5EF4-FFF2-40B4-BE49-F238E27FC236}">
                <a16:creationId xmlns:a16="http://schemas.microsoft.com/office/drawing/2014/main" id="{80CC91B6-8F49-7C68-79A0-ECFB8920AEC9}"/>
              </a:ext>
              <a:ext uri="{C183D7F6-B498-43B3-948B-1728B52AA6E4}">
                <adec:decorative xmlns:adec="http://schemas.microsoft.com/office/drawing/2017/decorative" val="1"/>
              </a:ext>
            </a:extLst>
          </p:cNvPr>
          <p:cNvGrpSpPr/>
          <p:nvPr/>
        </p:nvGrpSpPr>
        <p:grpSpPr>
          <a:xfrm>
            <a:off x="9805607" y="4224146"/>
            <a:ext cx="581043" cy="316078"/>
            <a:chOff x="9805607" y="4224146"/>
            <a:chExt cx="581043" cy="316078"/>
          </a:xfrm>
        </p:grpSpPr>
        <p:sp>
          <p:nvSpPr>
            <p:cNvPr id="48" name="Freeform: Shape 47">
              <a:extLst>
                <a:ext uri="{FF2B5EF4-FFF2-40B4-BE49-F238E27FC236}">
                  <a16:creationId xmlns:a16="http://schemas.microsoft.com/office/drawing/2014/main" id="{1E972752-2D3C-3AC0-8642-BC758C16EAEB}"/>
                </a:ext>
              </a:extLst>
            </p:cNvPr>
            <p:cNvSpPr/>
            <p:nvPr/>
          </p:nvSpPr>
          <p:spPr>
            <a:xfrm>
              <a:off x="9973254" y="4490363"/>
              <a:ext cx="40086" cy="28946"/>
            </a:xfrm>
            <a:custGeom>
              <a:avLst/>
              <a:gdLst>
                <a:gd name="connsiteX0" fmla="*/ 98107 w 101441"/>
                <a:gd name="connsiteY0" fmla="*/ 0 h 60769"/>
                <a:gd name="connsiteX1" fmla="*/ 101441 w 101441"/>
                <a:gd name="connsiteY1" fmla="*/ 2191 h 60769"/>
                <a:gd name="connsiteX2" fmla="*/ 0 w 101441"/>
                <a:gd name="connsiteY2" fmla="*/ 60769 h 60769"/>
                <a:gd name="connsiteX3" fmla="*/ 286 w 101441"/>
                <a:gd name="connsiteY3" fmla="*/ 56483 h 60769"/>
                <a:gd name="connsiteX4" fmla="*/ 98107 w 101441"/>
                <a:gd name="connsiteY4" fmla="*/ 0 h 60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41" h="60769">
                  <a:moveTo>
                    <a:pt x="98107" y="0"/>
                  </a:moveTo>
                  <a:lnTo>
                    <a:pt x="101441" y="2191"/>
                  </a:lnTo>
                  <a:lnTo>
                    <a:pt x="0" y="60769"/>
                  </a:lnTo>
                  <a:lnTo>
                    <a:pt x="286" y="56483"/>
                  </a:lnTo>
                  <a:lnTo>
                    <a:pt x="98107" y="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9" name="Freeform: Shape 48">
              <a:extLst>
                <a:ext uri="{FF2B5EF4-FFF2-40B4-BE49-F238E27FC236}">
                  <a16:creationId xmlns:a16="http://schemas.microsoft.com/office/drawing/2014/main" id="{64D34673-3C0C-9A49-CEFB-ABCFE32DB6A9}"/>
                </a:ext>
              </a:extLst>
            </p:cNvPr>
            <p:cNvSpPr/>
            <p:nvPr/>
          </p:nvSpPr>
          <p:spPr>
            <a:xfrm>
              <a:off x="9973254" y="4491407"/>
              <a:ext cx="41441" cy="29899"/>
            </a:xfrm>
            <a:custGeom>
              <a:avLst/>
              <a:gdLst>
                <a:gd name="connsiteX0" fmla="*/ 104394 w 104870"/>
                <a:gd name="connsiteY0" fmla="*/ 2000 h 62769"/>
                <a:gd name="connsiteX1" fmla="*/ 104870 w 104870"/>
                <a:gd name="connsiteY1" fmla="*/ 2286 h 62769"/>
                <a:gd name="connsiteX2" fmla="*/ 95 w 104870"/>
                <a:gd name="connsiteY2" fmla="*/ 62770 h 62769"/>
                <a:gd name="connsiteX3" fmla="*/ 0 w 104870"/>
                <a:gd name="connsiteY3" fmla="*/ 58579 h 62769"/>
                <a:gd name="connsiteX4" fmla="*/ 101441 w 104870"/>
                <a:gd name="connsiteY4" fmla="*/ 0 h 62769"/>
                <a:gd name="connsiteX5" fmla="*/ 104394 w 104870"/>
                <a:gd name="connsiteY5" fmla="*/ 2000 h 6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870" h="62769">
                  <a:moveTo>
                    <a:pt x="104394" y="2000"/>
                  </a:moveTo>
                  <a:lnTo>
                    <a:pt x="104870" y="2286"/>
                  </a:lnTo>
                  <a:lnTo>
                    <a:pt x="95" y="62770"/>
                  </a:lnTo>
                  <a:lnTo>
                    <a:pt x="0" y="58579"/>
                  </a:lnTo>
                  <a:lnTo>
                    <a:pt x="101441" y="0"/>
                  </a:lnTo>
                  <a:lnTo>
                    <a:pt x="104394" y="200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0" name="Freeform: Shape 49">
              <a:extLst>
                <a:ext uri="{FF2B5EF4-FFF2-40B4-BE49-F238E27FC236}">
                  <a16:creationId xmlns:a16="http://schemas.microsoft.com/office/drawing/2014/main" id="{59217331-A7DF-A09B-77FB-6DB03F6E3FDA}"/>
                </a:ext>
              </a:extLst>
            </p:cNvPr>
            <p:cNvSpPr/>
            <p:nvPr/>
          </p:nvSpPr>
          <p:spPr>
            <a:xfrm>
              <a:off x="9922667" y="4338056"/>
              <a:ext cx="2151" cy="5127"/>
            </a:xfrm>
            <a:custGeom>
              <a:avLst/>
              <a:gdLst>
                <a:gd name="connsiteX0" fmla="*/ 95 w 5442"/>
                <a:gd name="connsiteY0" fmla="*/ 0 h 10763"/>
                <a:gd name="connsiteX1" fmla="*/ 5429 w 5442"/>
                <a:gd name="connsiteY1" fmla="*/ 8668 h 10763"/>
                <a:gd name="connsiteX2" fmla="*/ 5429 w 5442"/>
                <a:gd name="connsiteY2" fmla="*/ 9334 h 10763"/>
                <a:gd name="connsiteX3" fmla="*/ 5048 w 5442"/>
                <a:gd name="connsiteY3" fmla="*/ 10763 h 10763"/>
                <a:gd name="connsiteX4" fmla="*/ 0 w 5442"/>
                <a:gd name="connsiteY4" fmla="*/ 4286 h 10763"/>
                <a:gd name="connsiteX5" fmla="*/ 286 w 5442"/>
                <a:gd name="connsiteY5" fmla="*/ 0 h 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42" h="10763">
                  <a:moveTo>
                    <a:pt x="95" y="0"/>
                  </a:moveTo>
                  <a:cubicBezTo>
                    <a:pt x="3810" y="2477"/>
                    <a:pt x="5620" y="5620"/>
                    <a:pt x="5429" y="8668"/>
                  </a:cubicBezTo>
                  <a:cubicBezTo>
                    <a:pt x="5429" y="8858"/>
                    <a:pt x="5429" y="9049"/>
                    <a:pt x="5429" y="9334"/>
                  </a:cubicBezTo>
                  <a:cubicBezTo>
                    <a:pt x="5429" y="9811"/>
                    <a:pt x="5239" y="10287"/>
                    <a:pt x="5048" y="10763"/>
                  </a:cubicBezTo>
                  <a:cubicBezTo>
                    <a:pt x="4572" y="8382"/>
                    <a:pt x="2857" y="6096"/>
                    <a:pt x="0" y="4286"/>
                  </a:cubicBezTo>
                  <a:lnTo>
                    <a:pt x="286"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1" name="Freeform: Shape 50">
              <a:extLst>
                <a:ext uri="{FF2B5EF4-FFF2-40B4-BE49-F238E27FC236}">
                  <a16:creationId xmlns:a16="http://schemas.microsoft.com/office/drawing/2014/main" id="{FBE77A14-67CF-3C1C-7F64-30EC022B3A2D}"/>
                </a:ext>
              </a:extLst>
            </p:cNvPr>
            <p:cNvSpPr/>
            <p:nvPr/>
          </p:nvSpPr>
          <p:spPr>
            <a:xfrm>
              <a:off x="9920521" y="4334108"/>
              <a:ext cx="226" cy="1271"/>
            </a:xfrm>
            <a:custGeom>
              <a:avLst/>
              <a:gdLst>
                <a:gd name="connsiteX0" fmla="*/ 571 w 571"/>
                <a:gd name="connsiteY0" fmla="*/ 2381 h 2667"/>
                <a:gd name="connsiteX1" fmla="*/ 0 w 571"/>
                <a:gd name="connsiteY1" fmla="*/ 2667 h 2667"/>
                <a:gd name="connsiteX2" fmla="*/ 190 w 571"/>
                <a:gd name="connsiteY2" fmla="*/ 0 h 2667"/>
                <a:gd name="connsiteX3" fmla="*/ 381 w 571"/>
                <a:gd name="connsiteY3" fmla="*/ 1524 h 2667"/>
                <a:gd name="connsiteX4" fmla="*/ 571 w 571"/>
                <a:gd name="connsiteY4" fmla="*/ 2381 h 2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2667">
                  <a:moveTo>
                    <a:pt x="571" y="2381"/>
                  </a:moveTo>
                  <a:lnTo>
                    <a:pt x="0" y="2667"/>
                  </a:lnTo>
                  <a:cubicBezTo>
                    <a:pt x="95" y="1810"/>
                    <a:pt x="190" y="857"/>
                    <a:pt x="190" y="0"/>
                  </a:cubicBezTo>
                  <a:cubicBezTo>
                    <a:pt x="190" y="476"/>
                    <a:pt x="190" y="953"/>
                    <a:pt x="381" y="1524"/>
                  </a:cubicBezTo>
                  <a:cubicBezTo>
                    <a:pt x="381" y="1810"/>
                    <a:pt x="571" y="2095"/>
                    <a:pt x="571" y="2381"/>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2" name="Freeform: Shape 51">
              <a:extLst>
                <a:ext uri="{FF2B5EF4-FFF2-40B4-BE49-F238E27FC236}">
                  <a16:creationId xmlns:a16="http://schemas.microsoft.com/office/drawing/2014/main" id="{9AD683DA-60F1-3B72-72E5-BA9A16F03872}"/>
                </a:ext>
              </a:extLst>
            </p:cNvPr>
            <p:cNvSpPr/>
            <p:nvPr/>
          </p:nvSpPr>
          <p:spPr>
            <a:xfrm>
              <a:off x="9920478" y="4335289"/>
              <a:ext cx="2226" cy="4809"/>
            </a:xfrm>
            <a:custGeom>
              <a:avLst/>
              <a:gdLst>
                <a:gd name="connsiteX0" fmla="*/ 5633 w 5633"/>
                <a:gd name="connsiteY0" fmla="*/ 5810 h 10096"/>
                <a:gd name="connsiteX1" fmla="*/ 5348 w 5633"/>
                <a:gd name="connsiteY1" fmla="*/ 10096 h 10096"/>
                <a:gd name="connsiteX2" fmla="*/ 14 w 5633"/>
                <a:gd name="connsiteY2" fmla="*/ 1429 h 10096"/>
                <a:gd name="connsiteX3" fmla="*/ 14 w 5633"/>
                <a:gd name="connsiteY3" fmla="*/ 571 h 10096"/>
                <a:gd name="connsiteX4" fmla="*/ 14 w 5633"/>
                <a:gd name="connsiteY4" fmla="*/ 286 h 10096"/>
                <a:gd name="connsiteX5" fmla="*/ 585 w 5633"/>
                <a:gd name="connsiteY5" fmla="*/ 0 h 10096"/>
                <a:gd name="connsiteX6" fmla="*/ 5538 w 5633"/>
                <a:gd name="connsiteY6" fmla="*/ 5906 h 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3" h="10096">
                  <a:moveTo>
                    <a:pt x="5633" y="5810"/>
                  </a:moveTo>
                  <a:lnTo>
                    <a:pt x="5348" y="10096"/>
                  </a:lnTo>
                  <a:cubicBezTo>
                    <a:pt x="1633" y="7620"/>
                    <a:pt x="-177" y="4477"/>
                    <a:pt x="14" y="1429"/>
                  </a:cubicBezTo>
                  <a:cubicBezTo>
                    <a:pt x="14" y="1143"/>
                    <a:pt x="14" y="762"/>
                    <a:pt x="14" y="571"/>
                  </a:cubicBezTo>
                  <a:cubicBezTo>
                    <a:pt x="14" y="476"/>
                    <a:pt x="14" y="381"/>
                    <a:pt x="14" y="286"/>
                  </a:cubicBezTo>
                  <a:lnTo>
                    <a:pt x="585" y="0"/>
                  </a:lnTo>
                  <a:cubicBezTo>
                    <a:pt x="1347" y="2095"/>
                    <a:pt x="2966" y="4191"/>
                    <a:pt x="5538" y="5906"/>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3" name="Freeform: Shape 52">
              <a:extLst>
                <a:ext uri="{FF2B5EF4-FFF2-40B4-BE49-F238E27FC236}">
                  <a16:creationId xmlns:a16="http://schemas.microsoft.com/office/drawing/2014/main" id="{84DE9D05-0D85-C043-E2F8-E99B29A80E3A}"/>
                </a:ext>
              </a:extLst>
            </p:cNvPr>
            <p:cNvSpPr/>
            <p:nvPr/>
          </p:nvSpPr>
          <p:spPr>
            <a:xfrm>
              <a:off x="9824841" y="4406791"/>
              <a:ext cx="97411" cy="71775"/>
            </a:xfrm>
            <a:custGeom>
              <a:avLst/>
              <a:gdLst>
                <a:gd name="connsiteX0" fmla="*/ 246507 w 246506"/>
                <a:gd name="connsiteY0" fmla="*/ 150686 h 150685"/>
                <a:gd name="connsiteX1" fmla="*/ 6477 w 246506"/>
                <a:gd name="connsiteY1" fmla="*/ 7334 h 150685"/>
                <a:gd name="connsiteX2" fmla="*/ 0 w 246506"/>
                <a:gd name="connsiteY2" fmla="*/ 3524 h 150685"/>
                <a:gd name="connsiteX3" fmla="*/ 6096 w 246506"/>
                <a:gd name="connsiteY3" fmla="*/ 0 h 150685"/>
                <a:gd name="connsiteX4" fmla="*/ 190214 w 246506"/>
                <a:gd name="connsiteY4" fmla="*/ 113538 h 150685"/>
                <a:gd name="connsiteX5" fmla="*/ 246317 w 246506"/>
                <a:gd name="connsiteY5" fmla="*/ 150686 h 15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06" h="150685">
                  <a:moveTo>
                    <a:pt x="246507" y="150686"/>
                  </a:moveTo>
                  <a:lnTo>
                    <a:pt x="6477" y="7334"/>
                  </a:lnTo>
                  <a:lnTo>
                    <a:pt x="0" y="3524"/>
                  </a:lnTo>
                  <a:lnTo>
                    <a:pt x="6096" y="0"/>
                  </a:lnTo>
                  <a:lnTo>
                    <a:pt x="190214" y="113538"/>
                  </a:lnTo>
                  <a:cubicBezTo>
                    <a:pt x="208883" y="125921"/>
                    <a:pt x="227648" y="138303"/>
                    <a:pt x="246317" y="150686"/>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4" name="Freeform: Shape 53">
              <a:extLst>
                <a:ext uri="{FF2B5EF4-FFF2-40B4-BE49-F238E27FC236}">
                  <a16:creationId xmlns:a16="http://schemas.microsoft.com/office/drawing/2014/main" id="{8963264E-BACF-D1A2-95BE-A6AAF4925325}"/>
                </a:ext>
              </a:extLst>
            </p:cNvPr>
            <p:cNvSpPr/>
            <p:nvPr/>
          </p:nvSpPr>
          <p:spPr>
            <a:xfrm>
              <a:off x="9826723" y="4406791"/>
              <a:ext cx="95492" cy="71775"/>
            </a:xfrm>
            <a:custGeom>
              <a:avLst/>
              <a:gdLst>
                <a:gd name="connsiteX0" fmla="*/ 183547 w 241649"/>
                <a:gd name="connsiteY0" fmla="*/ 114014 h 150685"/>
                <a:gd name="connsiteX1" fmla="*/ 213455 w 241649"/>
                <a:gd name="connsiteY1" fmla="*/ 133826 h 150685"/>
                <a:gd name="connsiteX2" fmla="*/ 241649 w 241649"/>
                <a:gd name="connsiteY2" fmla="*/ 150686 h 150685"/>
                <a:gd name="connsiteX3" fmla="*/ 185547 w 241649"/>
                <a:gd name="connsiteY3" fmla="*/ 113538 h 150685"/>
                <a:gd name="connsiteX4" fmla="*/ 1429 w 241649"/>
                <a:gd name="connsiteY4" fmla="*/ 0 h 150685"/>
                <a:gd name="connsiteX5" fmla="*/ 0 w 241649"/>
                <a:gd name="connsiteY5" fmla="*/ 857 h 150685"/>
                <a:gd name="connsiteX6" fmla="*/ 183547 w 241649"/>
                <a:gd name="connsiteY6" fmla="*/ 114014 h 15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649" h="150685">
                  <a:moveTo>
                    <a:pt x="183547" y="114014"/>
                  </a:moveTo>
                  <a:cubicBezTo>
                    <a:pt x="193548" y="120587"/>
                    <a:pt x="203454" y="127254"/>
                    <a:pt x="213455" y="133826"/>
                  </a:cubicBezTo>
                  <a:lnTo>
                    <a:pt x="241649" y="150686"/>
                  </a:lnTo>
                  <a:cubicBezTo>
                    <a:pt x="222980" y="138303"/>
                    <a:pt x="204216" y="125921"/>
                    <a:pt x="185547" y="113538"/>
                  </a:cubicBezTo>
                  <a:lnTo>
                    <a:pt x="1429" y="0"/>
                  </a:lnTo>
                  <a:lnTo>
                    <a:pt x="0" y="857"/>
                  </a:lnTo>
                  <a:lnTo>
                    <a:pt x="183547" y="11401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5" name="Freeform: Shape 54">
              <a:extLst>
                <a:ext uri="{FF2B5EF4-FFF2-40B4-BE49-F238E27FC236}">
                  <a16:creationId xmlns:a16="http://schemas.microsoft.com/office/drawing/2014/main" id="{4C42632C-5FCF-344E-57DA-998E86AAB232}"/>
                </a:ext>
              </a:extLst>
            </p:cNvPr>
            <p:cNvSpPr/>
            <p:nvPr/>
          </p:nvSpPr>
          <p:spPr>
            <a:xfrm>
              <a:off x="9824878" y="4413506"/>
              <a:ext cx="116533" cy="80350"/>
            </a:xfrm>
            <a:custGeom>
              <a:avLst/>
              <a:gdLst>
                <a:gd name="connsiteX0" fmla="*/ 294894 w 294894"/>
                <a:gd name="connsiteY0" fmla="*/ 168688 h 168687"/>
                <a:gd name="connsiteX1" fmla="*/ 0 w 294894"/>
                <a:gd name="connsiteY1" fmla="*/ 3048 h 168687"/>
                <a:gd name="connsiteX2" fmla="*/ 5143 w 294894"/>
                <a:gd name="connsiteY2" fmla="*/ 0 h 168687"/>
                <a:gd name="connsiteX3" fmla="*/ 278606 w 294894"/>
                <a:gd name="connsiteY3" fmla="*/ 157829 h 168687"/>
                <a:gd name="connsiteX4" fmla="*/ 294894 w 294894"/>
                <a:gd name="connsiteY4" fmla="*/ 168592 h 168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94" h="168687">
                  <a:moveTo>
                    <a:pt x="294894" y="168688"/>
                  </a:moveTo>
                  <a:lnTo>
                    <a:pt x="0" y="3048"/>
                  </a:lnTo>
                  <a:lnTo>
                    <a:pt x="5143" y="0"/>
                  </a:lnTo>
                  <a:lnTo>
                    <a:pt x="278606" y="157829"/>
                  </a:lnTo>
                  <a:cubicBezTo>
                    <a:pt x="284036" y="161449"/>
                    <a:pt x="289465" y="165068"/>
                    <a:pt x="294894" y="168592"/>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6" name="Freeform: Shape 55">
              <a:extLst>
                <a:ext uri="{FF2B5EF4-FFF2-40B4-BE49-F238E27FC236}">
                  <a16:creationId xmlns:a16="http://schemas.microsoft.com/office/drawing/2014/main" id="{B7E1DF67-9331-58F5-8A1F-8EAC9EE6ADAA}"/>
                </a:ext>
              </a:extLst>
            </p:cNvPr>
            <p:cNvSpPr/>
            <p:nvPr/>
          </p:nvSpPr>
          <p:spPr>
            <a:xfrm>
              <a:off x="9826535" y="4413506"/>
              <a:ext cx="114877" cy="80350"/>
            </a:xfrm>
            <a:custGeom>
              <a:avLst/>
              <a:gdLst>
                <a:gd name="connsiteX0" fmla="*/ 272987 w 290703"/>
                <a:gd name="connsiteY0" fmla="*/ 158210 h 168687"/>
                <a:gd name="connsiteX1" fmla="*/ 278225 w 290703"/>
                <a:gd name="connsiteY1" fmla="*/ 161639 h 168687"/>
                <a:gd name="connsiteX2" fmla="*/ 290703 w 290703"/>
                <a:gd name="connsiteY2" fmla="*/ 168688 h 168687"/>
                <a:gd name="connsiteX3" fmla="*/ 274415 w 290703"/>
                <a:gd name="connsiteY3" fmla="*/ 157924 h 168687"/>
                <a:gd name="connsiteX4" fmla="*/ 952 w 290703"/>
                <a:gd name="connsiteY4" fmla="*/ 0 h 168687"/>
                <a:gd name="connsiteX5" fmla="*/ 0 w 290703"/>
                <a:gd name="connsiteY5" fmla="*/ 571 h 168687"/>
                <a:gd name="connsiteX6" fmla="*/ 272987 w 290703"/>
                <a:gd name="connsiteY6" fmla="*/ 158210 h 16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703" h="168687">
                  <a:moveTo>
                    <a:pt x="272987" y="158210"/>
                  </a:moveTo>
                  <a:cubicBezTo>
                    <a:pt x="274701" y="159353"/>
                    <a:pt x="276511" y="160496"/>
                    <a:pt x="278225" y="161639"/>
                  </a:cubicBezTo>
                  <a:lnTo>
                    <a:pt x="290703" y="168688"/>
                  </a:lnTo>
                  <a:cubicBezTo>
                    <a:pt x="285274" y="165068"/>
                    <a:pt x="279845" y="161449"/>
                    <a:pt x="274415" y="157924"/>
                  </a:cubicBezTo>
                  <a:lnTo>
                    <a:pt x="952" y="0"/>
                  </a:lnTo>
                  <a:lnTo>
                    <a:pt x="0" y="571"/>
                  </a:lnTo>
                  <a:lnTo>
                    <a:pt x="272987" y="158210"/>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7" name="Freeform: Shape 56">
              <a:extLst>
                <a:ext uri="{FF2B5EF4-FFF2-40B4-BE49-F238E27FC236}">
                  <a16:creationId xmlns:a16="http://schemas.microsoft.com/office/drawing/2014/main" id="{768413FD-BEA2-4C2D-0F11-691DECA702C6}"/>
                </a:ext>
              </a:extLst>
            </p:cNvPr>
            <p:cNvSpPr/>
            <p:nvPr/>
          </p:nvSpPr>
          <p:spPr>
            <a:xfrm>
              <a:off x="9826948" y="4410285"/>
              <a:ext cx="107988" cy="78399"/>
            </a:xfrm>
            <a:custGeom>
              <a:avLst/>
              <a:gdLst>
                <a:gd name="connsiteX0" fmla="*/ 239554 w 273272"/>
                <a:gd name="connsiteY0" fmla="*/ 143732 h 164592"/>
                <a:gd name="connsiteX1" fmla="*/ 256413 w 273272"/>
                <a:gd name="connsiteY1" fmla="*/ 154877 h 164592"/>
                <a:gd name="connsiteX2" fmla="*/ 273272 w 273272"/>
                <a:gd name="connsiteY2" fmla="*/ 164592 h 164592"/>
                <a:gd name="connsiteX3" fmla="*/ 241078 w 273272"/>
                <a:gd name="connsiteY3" fmla="*/ 143256 h 164592"/>
                <a:gd name="connsiteX4" fmla="*/ 1143 w 273272"/>
                <a:gd name="connsiteY4" fmla="*/ 0 h 164592"/>
                <a:gd name="connsiteX5" fmla="*/ 0 w 273272"/>
                <a:gd name="connsiteY5" fmla="*/ 667 h 164592"/>
                <a:gd name="connsiteX6" fmla="*/ 239554 w 273272"/>
                <a:gd name="connsiteY6" fmla="*/ 143732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72" h="164592">
                  <a:moveTo>
                    <a:pt x="239554" y="143732"/>
                  </a:moveTo>
                  <a:cubicBezTo>
                    <a:pt x="245174" y="147447"/>
                    <a:pt x="250793" y="151162"/>
                    <a:pt x="256413" y="154877"/>
                  </a:cubicBezTo>
                  <a:lnTo>
                    <a:pt x="273272" y="164592"/>
                  </a:lnTo>
                  <a:cubicBezTo>
                    <a:pt x="262604" y="157448"/>
                    <a:pt x="251841" y="150400"/>
                    <a:pt x="241078" y="143256"/>
                  </a:cubicBezTo>
                  <a:lnTo>
                    <a:pt x="1143" y="0"/>
                  </a:lnTo>
                  <a:lnTo>
                    <a:pt x="0" y="667"/>
                  </a:lnTo>
                  <a:lnTo>
                    <a:pt x="239554" y="143732"/>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8" name="Freeform: Shape 57">
              <a:extLst>
                <a:ext uri="{FF2B5EF4-FFF2-40B4-BE49-F238E27FC236}">
                  <a16:creationId xmlns:a16="http://schemas.microsoft.com/office/drawing/2014/main" id="{B3133B12-F86F-A291-DAAC-6038F12D8EF9}"/>
                </a:ext>
              </a:extLst>
            </p:cNvPr>
            <p:cNvSpPr/>
            <p:nvPr/>
          </p:nvSpPr>
          <p:spPr>
            <a:xfrm>
              <a:off x="9824916" y="4403480"/>
              <a:ext cx="75129" cy="57393"/>
            </a:xfrm>
            <a:custGeom>
              <a:avLst/>
              <a:gdLst>
                <a:gd name="connsiteX0" fmla="*/ 69437 w 190119"/>
                <a:gd name="connsiteY0" fmla="*/ 40481 h 120491"/>
                <a:gd name="connsiteX1" fmla="*/ 190119 w 190119"/>
                <a:gd name="connsiteY1" fmla="*/ 120491 h 120491"/>
                <a:gd name="connsiteX2" fmla="*/ 6001 w 190119"/>
                <a:gd name="connsiteY2" fmla="*/ 6953 h 120491"/>
                <a:gd name="connsiteX3" fmla="*/ 0 w 190119"/>
                <a:gd name="connsiteY3" fmla="*/ 3239 h 120491"/>
                <a:gd name="connsiteX4" fmla="*/ 2762 w 190119"/>
                <a:gd name="connsiteY4" fmla="*/ 1619 h 120491"/>
                <a:gd name="connsiteX5" fmla="*/ 5524 w 190119"/>
                <a:gd name="connsiteY5" fmla="*/ 0 h 120491"/>
                <a:gd name="connsiteX6" fmla="*/ 69342 w 190119"/>
                <a:gd name="connsiteY6" fmla="*/ 40481 h 12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19" h="120491">
                  <a:moveTo>
                    <a:pt x="69437" y="40481"/>
                  </a:moveTo>
                  <a:cubicBezTo>
                    <a:pt x="109633" y="67151"/>
                    <a:pt x="149924" y="93821"/>
                    <a:pt x="190119" y="120491"/>
                  </a:cubicBezTo>
                  <a:lnTo>
                    <a:pt x="6001" y="6953"/>
                  </a:lnTo>
                  <a:lnTo>
                    <a:pt x="0" y="3239"/>
                  </a:lnTo>
                  <a:lnTo>
                    <a:pt x="2762" y="1619"/>
                  </a:lnTo>
                  <a:lnTo>
                    <a:pt x="5524" y="0"/>
                  </a:lnTo>
                  <a:lnTo>
                    <a:pt x="69342" y="40481"/>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59" name="Freeform: Shape 58">
              <a:extLst>
                <a:ext uri="{FF2B5EF4-FFF2-40B4-BE49-F238E27FC236}">
                  <a16:creationId xmlns:a16="http://schemas.microsoft.com/office/drawing/2014/main" id="{786DDC03-7E53-E5F2-7A0B-C632AC31C40B}"/>
                </a:ext>
              </a:extLst>
            </p:cNvPr>
            <p:cNvSpPr/>
            <p:nvPr/>
          </p:nvSpPr>
          <p:spPr>
            <a:xfrm>
              <a:off x="9825970" y="4403480"/>
              <a:ext cx="74112" cy="57393"/>
            </a:xfrm>
            <a:custGeom>
              <a:avLst/>
              <a:gdLst>
                <a:gd name="connsiteX0" fmla="*/ 63437 w 187547"/>
                <a:gd name="connsiteY0" fmla="*/ 42101 h 120491"/>
                <a:gd name="connsiteX1" fmla="*/ 103823 w 187547"/>
                <a:gd name="connsiteY1" fmla="*/ 68866 h 120491"/>
                <a:gd name="connsiteX2" fmla="*/ 187547 w 187547"/>
                <a:gd name="connsiteY2" fmla="*/ 120491 h 120491"/>
                <a:gd name="connsiteX3" fmla="*/ 66866 w 187547"/>
                <a:gd name="connsiteY3" fmla="*/ 40481 h 120491"/>
                <a:gd name="connsiteX4" fmla="*/ 3048 w 187547"/>
                <a:gd name="connsiteY4" fmla="*/ 0 h 120491"/>
                <a:gd name="connsiteX5" fmla="*/ 286 w 187547"/>
                <a:gd name="connsiteY5" fmla="*/ 1619 h 120491"/>
                <a:gd name="connsiteX6" fmla="*/ 0 w 187547"/>
                <a:gd name="connsiteY6" fmla="*/ 1810 h 120491"/>
                <a:gd name="connsiteX7" fmla="*/ 63532 w 187547"/>
                <a:gd name="connsiteY7" fmla="*/ 42101 h 12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47" h="120491">
                  <a:moveTo>
                    <a:pt x="63437" y="42101"/>
                  </a:moveTo>
                  <a:cubicBezTo>
                    <a:pt x="76867" y="51054"/>
                    <a:pt x="90392" y="59912"/>
                    <a:pt x="103823" y="68866"/>
                  </a:cubicBezTo>
                  <a:lnTo>
                    <a:pt x="187547" y="120491"/>
                  </a:lnTo>
                  <a:cubicBezTo>
                    <a:pt x="147352" y="93821"/>
                    <a:pt x="107061" y="67151"/>
                    <a:pt x="66866" y="40481"/>
                  </a:cubicBezTo>
                  <a:lnTo>
                    <a:pt x="3048" y="0"/>
                  </a:lnTo>
                  <a:lnTo>
                    <a:pt x="286" y="1619"/>
                  </a:lnTo>
                  <a:lnTo>
                    <a:pt x="0" y="1810"/>
                  </a:lnTo>
                  <a:lnTo>
                    <a:pt x="63532" y="42101"/>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60" name="Freeform: Shape 59">
              <a:extLst>
                <a:ext uri="{FF2B5EF4-FFF2-40B4-BE49-F238E27FC236}">
                  <a16:creationId xmlns:a16="http://schemas.microsoft.com/office/drawing/2014/main" id="{7BBA0188-814B-193A-D1BF-444C2DD90C9B}"/>
                </a:ext>
              </a:extLst>
            </p:cNvPr>
            <p:cNvSpPr/>
            <p:nvPr/>
          </p:nvSpPr>
          <p:spPr>
            <a:xfrm>
              <a:off x="9837815" y="4240454"/>
              <a:ext cx="248095" cy="276814"/>
            </a:xfrm>
            <a:custGeom>
              <a:avLst/>
              <a:gdLst>
                <a:gd name="connsiteX0" fmla="*/ 220057 w 627822"/>
                <a:gd name="connsiteY0" fmla="*/ 214147 h 581145"/>
                <a:gd name="connsiteX1" fmla="*/ 220057 w 627822"/>
                <a:gd name="connsiteY1" fmla="*/ 213480 h 581145"/>
                <a:gd name="connsiteX2" fmla="*/ 214723 w 627822"/>
                <a:gd name="connsiteY2" fmla="*/ 204812 h 581145"/>
                <a:gd name="connsiteX3" fmla="*/ 209770 w 627822"/>
                <a:gd name="connsiteY3" fmla="*/ 198907 h 581145"/>
                <a:gd name="connsiteX4" fmla="*/ 209579 w 627822"/>
                <a:gd name="connsiteY4" fmla="*/ 198050 h 581145"/>
                <a:gd name="connsiteX5" fmla="*/ 209389 w 627822"/>
                <a:gd name="connsiteY5" fmla="*/ 196526 h 581145"/>
                <a:gd name="connsiteX6" fmla="*/ 209579 w 627822"/>
                <a:gd name="connsiteY6" fmla="*/ 195192 h 581145"/>
                <a:gd name="connsiteX7" fmla="*/ 209770 w 627822"/>
                <a:gd name="connsiteY7" fmla="*/ 194335 h 581145"/>
                <a:gd name="connsiteX8" fmla="*/ 210722 w 627822"/>
                <a:gd name="connsiteY8" fmla="*/ 192335 h 581145"/>
                <a:gd name="connsiteX9" fmla="*/ 211484 w 627822"/>
                <a:gd name="connsiteY9" fmla="*/ 191382 h 581145"/>
                <a:gd name="connsiteX10" fmla="*/ 214723 w 627822"/>
                <a:gd name="connsiteY10" fmla="*/ 188810 h 581145"/>
                <a:gd name="connsiteX11" fmla="*/ 536954 w 627822"/>
                <a:gd name="connsiteY11" fmla="*/ 2787 h 581145"/>
                <a:gd name="connsiteX12" fmla="*/ 562671 w 627822"/>
                <a:gd name="connsiteY12" fmla="*/ 3835 h 581145"/>
                <a:gd name="connsiteX13" fmla="*/ 627822 w 627822"/>
                <a:gd name="connsiteY13" fmla="*/ 46983 h 581145"/>
                <a:gd name="connsiteX14" fmla="*/ 627346 w 627822"/>
                <a:gd name="connsiteY14" fmla="*/ 47269 h 581145"/>
                <a:gd name="connsiteX15" fmla="*/ 431417 w 627822"/>
                <a:gd name="connsiteY15" fmla="*/ 160426 h 581145"/>
                <a:gd name="connsiteX16" fmla="*/ 426083 w 627822"/>
                <a:gd name="connsiteY16" fmla="*/ 167379 h 581145"/>
                <a:gd name="connsiteX17" fmla="*/ 426083 w 627822"/>
                <a:gd name="connsiteY17" fmla="*/ 167379 h 581145"/>
                <a:gd name="connsiteX18" fmla="*/ 425892 w 627822"/>
                <a:gd name="connsiteY18" fmla="*/ 168713 h 581145"/>
                <a:gd name="connsiteX19" fmla="*/ 383030 w 627822"/>
                <a:gd name="connsiteY19" fmla="*/ 193478 h 581145"/>
                <a:gd name="connsiteX20" fmla="*/ 370171 w 627822"/>
                <a:gd name="connsiteY20" fmla="*/ 184905 h 581145"/>
                <a:gd name="connsiteX21" fmla="*/ 344453 w 627822"/>
                <a:gd name="connsiteY21" fmla="*/ 183857 h 581145"/>
                <a:gd name="connsiteX22" fmla="*/ 135951 w 627822"/>
                <a:gd name="connsiteY22" fmla="*/ 304253 h 581145"/>
                <a:gd name="connsiteX23" fmla="*/ 131284 w 627822"/>
                <a:gd name="connsiteY23" fmla="*/ 310635 h 581145"/>
                <a:gd name="connsiteX24" fmla="*/ 130998 w 627822"/>
                <a:gd name="connsiteY24" fmla="*/ 314255 h 581145"/>
                <a:gd name="connsiteX25" fmla="*/ 130998 w 627822"/>
                <a:gd name="connsiteY25" fmla="*/ 314255 h 581145"/>
                <a:gd name="connsiteX26" fmla="*/ 135570 w 627822"/>
                <a:gd name="connsiteY26" fmla="*/ 322160 h 581145"/>
                <a:gd name="connsiteX27" fmla="*/ 157668 w 627822"/>
                <a:gd name="connsiteY27" fmla="*/ 336829 h 581145"/>
                <a:gd name="connsiteX28" fmla="*/ 440561 w 627822"/>
                <a:gd name="connsiteY28" fmla="*/ 524662 h 581145"/>
                <a:gd name="connsiteX29" fmla="*/ 342739 w 627822"/>
                <a:gd name="connsiteY29" fmla="*/ 581145 h 581145"/>
                <a:gd name="connsiteX30" fmla="*/ 5268 w 627822"/>
                <a:gd name="connsiteY30" fmla="*/ 357593 h 581145"/>
                <a:gd name="connsiteX31" fmla="*/ 29 w 627822"/>
                <a:gd name="connsiteY31" fmla="*/ 348926 h 581145"/>
                <a:gd name="connsiteX32" fmla="*/ 5363 w 627822"/>
                <a:gd name="connsiteY32" fmla="*/ 341687 h 581145"/>
                <a:gd name="connsiteX33" fmla="*/ 214532 w 627822"/>
                <a:gd name="connsiteY33" fmla="*/ 220910 h 581145"/>
                <a:gd name="connsiteX34" fmla="*/ 219390 w 627822"/>
                <a:gd name="connsiteY34" fmla="*/ 215671 h 581145"/>
                <a:gd name="connsiteX35" fmla="*/ 219771 w 627822"/>
                <a:gd name="connsiteY35" fmla="*/ 214242 h 5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27822" h="581145">
                  <a:moveTo>
                    <a:pt x="220057" y="214147"/>
                  </a:moveTo>
                  <a:cubicBezTo>
                    <a:pt x="220057" y="214147"/>
                    <a:pt x="220057" y="213766"/>
                    <a:pt x="220057" y="213480"/>
                  </a:cubicBezTo>
                  <a:cubicBezTo>
                    <a:pt x="220247" y="210432"/>
                    <a:pt x="218533" y="207289"/>
                    <a:pt x="214723" y="204812"/>
                  </a:cubicBezTo>
                  <a:cubicBezTo>
                    <a:pt x="212151" y="203098"/>
                    <a:pt x="210532" y="201098"/>
                    <a:pt x="209770" y="198907"/>
                  </a:cubicBezTo>
                  <a:cubicBezTo>
                    <a:pt x="209770" y="198621"/>
                    <a:pt x="209579" y="198335"/>
                    <a:pt x="209579" y="198050"/>
                  </a:cubicBezTo>
                  <a:cubicBezTo>
                    <a:pt x="209484" y="197573"/>
                    <a:pt x="209389" y="197002"/>
                    <a:pt x="209389" y="196526"/>
                  </a:cubicBezTo>
                  <a:cubicBezTo>
                    <a:pt x="209389" y="196049"/>
                    <a:pt x="209389" y="195668"/>
                    <a:pt x="209579" y="195192"/>
                  </a:cubicBezTo>
                  <a:cubicBezTo>
                    <a:pt x="209579" y="194906"/>
                    <a:pt x="209675" y="194716"/>
                    <a:pt x="209770" y="194335"/>
                  </a:cubicBezTo>
                  <a:cubicBezTo>
                    <a:pt x="209960" y="193668"/>
                    <a:pt x="210246" y="193001"/>
                    <a:pt x="210722" y="192335"/>
                  </a:cubicBezTo>
                  <a:cubicBezTo>
                    <a:pt x="210913" y="192049"/>
                    <a:pt x="211199" y="191668"/>
                    <a:pt x="211484" y="191382"/>
                  </a:cubicBezTo>
                  <a:cubicBezTo>
                    <a:pt x="212342" y="190430"/>
                    <a:pt x="213389" y="189572"/>
                    <a:pt x="214723" y="188810"/>
                  </a:cubicBezTo>
                  <a:cubicBezTo>
                    <a:pt x="322165" y="126803"/>
                    <a:pt x="429512" y="64795"/>
                    <a:pt x="536954" y="2787"/>
                  </a:cubicBezTo>
                  <a:cubicBezTo>
                    <a:pt x="544097" y="-1309"/>
                    <a:pt x="555623" y="-832"/>
                    <a:pt x="562671" y="3835"/>
                  </a:cubicBezTo>
                  <a:cubicBezTo>
                    <a:pt x="584388" y="18218"/>
                    <a:pt x="606105" y="32600"/>
                    <a:pt x="627822" y="46983"/>
                  </a:cubicBezTo>
                  <a:cubicBezTo>
                    <a:pt x="627632" y="47078"/>
                    <a:pt x="627536" y="47174"/>
                    <a:pt x="627346" y="47269"/>
                  </a:cubicBezTo>
                  <a:cubicBezTo>
                    <a:pt x="562004" y="84988"/>
                    <a:pt x="496758" y="122707"/>
                    <a:pt x="431417" y="160426"/>
                  </a:cubicBezTo>
                  <a:cubicBezTo>
                    <a:pt x="428273" y="162236"/>
                    <a:pt x="426559" y="164712"/>
                    <a:pt x="426083" y="167379"/>
                  </a:cubicBezTo>
                  <a:lnTo>
                    <a:pt x="426083" y="167379"/>
                  </a:lnTo>
                  <a:cubicBezTo>
                    <a:pt x="425987" y="167855"/>
                    <a:pt x="425892" y="168236"/>
                    <a:pt x="425892" y="168713"/>
                  </a:cubicBezTo>
                  <a:lnTo>
                    <a:pt x="383030" y="193478"/>
                  </a:lnTo>
                  <a:cubicBezTo>
                    <a:pt x="378743" y="190620"/>
                    <a:pt x="374457" y="187763"/>
                    <a:pt x="370171" y="184905"/>
                  </a:cubicBezTo>
                  <a:cubicBezTo>
                    <a:pt x="363122" y="180238"/>
                    <a:pt x="351597" y="179666"/>
                    <a:pt x="344453" y="183857"/>
                  </a:cubicBezTo>
                  <a:cubicBezTo>
                    <a:pt x="275016" y="223958"/>
                    <a:pt x="205484" y="264058"/>
                    <a:pt x="135951" y="304253"/>
                  </a:cubicBezTo>
                  <a:cubicBezTo>
                    <a:pt x="132998" y="305968"/>
                    <a:pt x="131474" y="308159"/>
                    <a:pt x="131284" y="310635"/>
                  </a:cubicBezTo>
                  <a:cubicBezTo>
                    <a:pt x="131284" y="311873"/>
                    <a:pt x="131093" y="313112"/>
                    <a:pt x="130998" y="314255"/>
                  </a:cubicBezTo>
                  <a:lnTo>
                    <a:pt x="130998" y="314255"/>
                  </a:lnTo>
                  <a:cubicBezTo>
                    <a:pt x="130617" y="317017"/>
                    <a:pt x="132141" y="319874"/>
                    <a:pt x="135570" y="322160"/>
                  </a:cubicBezTo>
                  <a:cubicBezTo>
                    <a:pt x="142904" y="327018"/>
                    <a:pt x="150334" y="331971"/>
                    <a:pt x="157668" y="336829"/>
                  </a:cubicBezTo>
                  <a:lnTo>
                    <a:pt x="440561" y="524662"/>
                  </a:lnTo>
                  <a:lnTo>
                    <a:pt x="342739" y="581145"/>
                  </a:lnTo>
                  <a:cubicBezTo>
                    <a:pt x="230249" y="506660"/>
                    <a:pt x="117758" y="432079"/>
                    <a:pt x="5268" y="357593"/>
                  </a:cubicBezTo>
                  <a:cubicBezTo>
                    <a:pt x="1553" y="355117"/>
                    <a:pt x="-256" y="351974"/>
                    <a:pt x="29" y="348926"/>
                  </a:cubicBezTo>
                  <a:cubicBezTo>
                    <a:pt x="220" y="346259"/>
                    <a:pt x="1934" y="343592"/>
                    <a:pt x="5363" y="341687"/>
                  </a:cubicBezTo>
                  <a:cubicBezTo>
                    <a:pt x="75086" y="301396"/>
                    <a:pt x="144809" y="261105"/>
                    <a:pt x="214532" y="220910"/>
                  </a:cubicBezTo>
                  <a:cubicBezTo>
                    <a:pt x="217009" y="219481"/>
                    <a:pt x="218628" y="217671"/>
                    <a:pt x="219390" y="215671"/>
                  </a:cubicBezTo>
                  <a:cubicBezTo>
                    <a:pt x="219581" y="215195"/>
                    <a:pt x="219771" y="214718"/>
                    <a:pt x="219771" y="214242"/>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61" name="Freeform: Shape 60">
              <a:extLst>
                <a:ext uri="{FF2B5EF4-FFF2-40B4-BE49-F238E27FC236}">
                  <a16:creationId xmlns:a16="http://schemas.microsoft.com/office/drawing/2014/main" id="{18071835-BE42-06EA-A090-E677DDB24A8C}"/>
                </a:ext>
              </a:extLst>
            </p:cNvPr>
            <p:cNvSpPr/>
            <p:nvPr/>
          </p:nvSpPr>
          <p:spPr>
            <a:xfrm>
              <a:off x="9837825" y="4406655"/>
              <a:ext cx="135541" cy="112653"/>
            </a:xfrm>
            <a:custGeom>
              <a:avLst/>
              <a:gdLst>
                <a:gd name="connsiteX0" fmla="*/ 213650 w 342998"/>
                <a:gd name="connsiteY0" fmla="*/ 150971 h 236505"/>
                <a:gd name="connsiteX1" fmla="*/ 157547 w 342998"/>
                <a:gd name="connsiteY1" fmla="*/ 113824 h 236505"/>
                <a:gd name="connsiteX2" fmla="*/ 36866 w 342998"/>
                <a:gd name="connsiteY2" fmla="*/ 33814 h 236505"/>
                <a:gd name="connsiteX3" fmla="*/ 5338 w 342998"/>
                <a:gd name="connsiteY3" fmla="*/ 12954 h 236505"/>
                <a:gd name="connsiteX4" fmla="*/ 4 w 342998"/>
                <a:gd name="connsiteY4" fmla="*/ 4286 h 236505"/>
                <a:gd name="connsiteX5" fmla="*/ 290 w 342998"/>
                <a:gd name="connsiteY5" fmla="*/ 0 h 236505"/>
                <a:gd name="connsiteX6" fmla="*/ 290 w 342998"/>
                <a:gd name="connsiteY6" fmla="*/ 0 h 236505"/>
                <a:gd name="connsiteX7" fmla="*/ 5528 w 342998"/>
                <a:gd name="connsiteY7" fmla="*/ 8668 h 236505"/>
                <a:gd name="connsiteX8" fmla="*/ 342999 w 342998"/>
                <a:gd name="connsiteY8" fmla="*/ 232220 h 236505"/>
                <a:gd name="connsiteX9" fmla="*/ 342713 w 342998"/>
                <a:gd name="connsiteY9" fmla="*/ 236506 h 236505"/>
                <a:gd name="connsiteX10" fmla="*/ 262037 w 342998"/>
                <a:gd name="connsiteY10" fmla="*/ 183071 h 236505"/>
                <a:gd name="connsiteX11" fmla="*/ 245749 w 342998"/>
                <a:gd name="connsiteY11" fmla="*/ 172307 h 236505"/>
                <a:gd name="connsiteX12" fmla="*/ 213554 w 342998"/>
                <a:gd name="connsiteY12" fmla="*/ 150971 h 23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98" h="236505">
                  <a:moveTo>
                    <a:pt x="213650" y="150971"/>
                  </a:moveTo>
                  <a:cubicBezTo>
                    <a:pt x="194981" y="138589"/>
                    <a:pt x="176216" y="126206"/>
                    <a:pt x="157547" y="113824"/>
                  </a:cubicBezTo>
                  <a:cubicBezTo>
                    <a:pt x="117352" y="87154"/>
                    <a:pt x="77061" y="60484"/>
                    <a:pt x="36866" y="33814"/>
                  </a:cubicBezTo>
                  <a:cubicBezTo>
                    <a:pt x="26388" y="26860"/>
                    <a:pt x="15815" y="19907"/>
                    <a:pt x="5338" y="12954"/>
                  </a:cubicBezTo>
                  <a:cubicBezTo>
                    <a:pt x="1623" y="10478"/>
                    <a:pt x="-91" y="7334"/>
                    <a:pt x="4" y="4286"/>
                  </a:cubicBezTo>
                  <a:cubicBezTo>
                    <a:pt x="99" y="2857"/>
                    <a:pt x="194" y="1524"/>
                    <a:pt x="290" y="0"/>
                  </a:cubicBezTo>
                  <a:lnTo>
                    <a:pt x="290" y="0"/>
                  </a:lnTo>
                  <a:cubicBezTo>
                    <a:pt x="4" y="3048"/>
                    <a:pt x="1814" y="6191"/>
                    <a:pt x="5528" y="8668"/>
                  </a:cubicBezTo>
                  <a:cubicBezTo>
                    <a:pt x="118019" y="83153"/>
                    <a:pt x="230509" y="157734"/>
                    <a:pt x="342999" y="232220"/>
                  </a:cubicBezTo>
                  <a:lnTo>
                    <a:pt x="342713" y="236506"/>
                  </a:lnTo>
                  <a:cubicBezTo>
                    <a:pt x="315853" y="218694"/>
                    <a:pt x="288897" y="200882"/>
                    <a:pt x="262037" y="183071"/>
                  </a:cubicBezTo>
                  <a:cubicBezTo>
                    <a:pt x="256607" y="179451"/>
                    <a:pt x="251178" y="175831"/>
                    <a:pt x="245749" y="172307"/>
                  </a:cubicBezTo>
                  <a:cubicBezTo>
                    <a:pt x="235081" y="165164"/>
                    <a:pt x="224318" y="158115"/>
                    <a:pt x="213554" y="150971"/>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62" name="Freeform: Shape 61">
              <a:extLst>
                <a:ext uri="{FF2B5EF4-FFF2-40B4-BE49-F238E27FC236}">
                  <a16:creationId xmlns:a16="http://schemas.microsoft.com/office/drawing/2014/main" id="{74669E71-1324-F469-2333-34FE835DFDB1}"/>
                </a:ext>
              </a:extLst>
            </p:cNvPr>
            <p:cNvSpPr/>
            <p:nvPr/>
          </p:nvSpPr>
          <p:spPr>
            <a:xfrm>
              <a:off x="9816184" y="4414867"/>
              <a:ext cx="157108" cy="106438"/>
            </a:xfrm>
            <a:custGeom>
              <a:avLst/>
              <a:gdLst>
                <a:gd name="connsiteX0" fmla="*/ 397478 w 397573"/>
                <a:gd name="connsiteY0" fmla="*/ 219265 h 223456"/>
                <a:gd name="connsiteX1" fmla="*/ 397574 w 397573"/>
                <a:gd name="connsiteY1" fmla="*/ 223456 h 223456"/>
                <a:gd name="connsiteX2" fmla="*/ 95 w 397573"/>
                <a:gd name="connsiteY2" fmla="*/ 4191 h 223456"/>
                <a:gd name="connsiteX3" fmla="*/ 0 w 397573"/>
                <a:gd name="connsiteY3" fmla="*/ 0 h 223456"/>
                <a:gd name="connsiteX4" fmla="*/ 397478 w 397573"/>
                <a:gd name="connsiteY4" fmla="*/ 219265 h 223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73" h="223456">
                  <a:moveTo>
                    <a:pt x="397478" y="219265"/>
                  </a:moveTo>
                  <a:lnTo>
                    <a:pt x="397574" y="223456"/>
                  </a:lnTo>
                  <a:lnTo>
                    <a:pt x="95" y="4191"/>
                  </a:lnTo>
                  <a:lnTo>
                    <a:pt x="0" y="0"/>
                  </a:lnTo>
                  <a:lnTo>
                    <a:pt x="397478" y="219265"/>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63" name="Freeform: Shape 62">
              <a:extLst>
                <a:ext uri="{FF2B5EF4-FFF2-40B4-BE49-F238E27FC236}">
                  <a16:creationId xmlns:a16="http://schemas.microsoft.com/office/drawing/2014/main" id="{7BD26974-52EE-16E4-7256-FCDD82B06F14}"/>
                </a:ext>
              </a:extLst>
            </p:cNvPr>
            <p:cNvSpPr/>
            <p:nvPr/>
          </p:nvSpPr>
          <p:spPr>
            <a:xfrm>
              <a:off x="9805645" y="4344157"/>
              <a:ext cx="167684" cy="175152"/>
            </a:xfrm>
            <a:custGeom>
              <a:avLst/>
              <a:gdLst>
                <a:gd name="connsiteX0" fmla="*/ 424148 w 424338"/>
                <a:gd name="connsiteY0" fmla="*/ 367716 h 367716"/>
                <a:gd name="connsiteX1" fmla="*/ 26670 w 424338"/>
                <a:gd name="connsiteY1" fmla="*/ 148451 h 367716"/>
                <a:gd name="connsiteX2" fmla="*/ 4572 w 424338"/>
                <a:gd name="connsiteY2" fmla="*/ 136259 h 367716"/>
                <a:gd name="connsiteX3" fmla="*/ 95 w 424338"/>
                <a:gd name="connsiteY3" fmla="*/ 130925 h 367716"/>
                <a:gd name="connsiteX4" fmla="*/ 0 w 424338"/>
                <a:gd name="connsiteY4" fmla="*/ 129972 h 367716"/>
                <a:gd name="connsiteX5" fmla="*/ 0 w 424338"/>
                <a:gd name="connsiteY5" fmla="*/ 129020 h 367716"/>
                <a:gd name="connsiteX6" fmla="*/ 1810 w 424338"/>
                <a:gd name="connsiteY6" fmla="*/ 125686 h 367716"/>
                <a:gd name="connsiteX7" fmla="*/ 2667 w 424338"/>
                <a:gd name="connsiteY7" fmla="*/ 124924 h 367716"/>
                <a:gd name="connsiteX8" fmla="*/ 4667 w 424338"/>
                <a:gd name="connsiteY8" fmla="*/ 123495 h 367716"/>
                <a:gd name="connsiteX9" fmla="*/ 213074 w 424338"/>
                <a:gd name="connsiteY9" fmla="*/ 3195 h 367716"/>
                <a:gd name="connsiteX10" fmla="*/ 238887 w 424338"/>
                <a:gd name="connsiteY10" fmla="*/ 2814 h 367716"/>
                <a:gd name="connsiteX11" fmla="*/ 246698 w 424338"/>
                <a:gd name="connsiteY11" fmla="*/ 7195 h 367716"/>
                <a:gd name="connsiteX12" fmla="*/ 246507 w 424338"/>
                <a:gd name="connsiteY12" fmla="*/ 7195 h 367716"/>
                <a:gd name="connsiteX13" fmla="*/ 230029 w 424338"/>
                <a:gd name="connsiteY13" fmla="*/ 16815 h 367716"/>
                <a:gd name="connsiteX14" fmla="*/ 221647 w 424338"/>
                <a:gd name="connsiteY14" fmla="*/ 12148 h 367716"/>
                <a:gd name="connsiteX15" fmla="*/ 37433 w 424338"/>
                <a:gd name="connsiteY15" fmla="*/ 118352 h 367716"/>
                <a:gd name="connsiteX16" fmla="*/ 51530 w 424338"/>
                <a:gd name="connsiteY16" fmla="*/ 126162 h 367716"/>
                <a:gd name="connsiteX17" fmla="*/ 48768 w 424338"/>
                <a:gd name="connsiteY17" fmla="*/ 127782 h 367716"/>
                <a:gd name="connsiteX18" fmla="*/ 54769 w 424338"/>
                <a:gd name="connsiteY18" fmla="*/ 131496 h 367716"/>
                <a:gd name="connsiteX19" fmla="*/ 48673 w 424338"/>
                <a:gd name="connsiteY19" fmla="*/ 135021 h 367716"/>
                <a:gd name="connsiteX20" fmla="*/ 55150 w 424338"/>
                <a:gd name="connsiteY20" fmla="*/ 138831 h 367716"/>
                <a:gd name="connsiteX21" fmla="*/ 48673 w 424338"/>
                <a:gd name="connsiteY21" fmla="*/ 142545 h 367716"/>
                <a:gd name="connsiteX22" fmla="*/ 53912 w 424338"/>
                <a:gd name="connsiteY22" fmla="*/ 145593 h 367716"/>
                <a:gd name="connsiteX23" fmla="*/ 48768 w 424338"/>
                <a:gd name="connsiteY23" fmla="*/ 148641 h 367716"/>
                <a:gd name="connsiteX24" fmla="*/ 343662 w 424338"/>
                <a:gd name="connsiteY24" fmla="*/ 314281 h 367716"/>
                <a:gd name="connsiteX25" fmla="*/ 424339 w 424338"/>
                <a:gd name="connsiteY25" fmla="*/ 367716 h 36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4338" h="367716">
                  <a:moveTo>
                    <a:pt x="424148" y="367716"/>
                  </a:moveTo>
                  <a:lnTo>
                    <a:pt x="26670" y="148451"/>
                  </a:lnTo>
                  <a:cubicBezTo>
                    <a:pt x="19336" y="144355"/>
                    <a:pt x="11906" y="140259"/>
                    <a:pt x="4572" y="136259"/>
                  </a:cubicBezTo>
                  <a:cubicBezTo>
                    <a:pt x="2000" y="134830"/>
                    <a:pt x="381" y="132925"/>
                    <a:pt x="95" y="130925"/>
                  </a:cubicBezTo>
                  <a:cubicBezTo>
                    <a:pt x="95" y="130639"/>
                    <a:pt x="0" y="130258"/>
                    <a:pt x="0" y="129972"/>
                  </a:cubicBezTo>
                  <a:cubicBezTo>
                    <a:pt x="0" y="129687"/>
                    <a:pt x="0" y="129306"/>
                    <a:pt x="0" y="129020"/>
                  </a:cubicBezTo>
                  <a:cubicBezTo>
                    <a:pt x="191" y="127877"/>
                    <a:pt x="762" y="126734"/>
                    <a:pt x="1810" y="125686"/>
                  </a:cubicBezTo>
                  <a:cubicBezTo>
                    <a:pt x="2096" y="125400"/>
                    <a:pt x="2286" y="125210"/>
                    <a:pt x="2667" y="124924"/>
                  </a:cubicBezTo>
                  <a:cubicBezTo>
                    <a:pt x="3239" y="124448"/>
                    <a:pt x="3905" y="123972"/>
                    <a:pt x="4667" y="123495"/>
                  </a:cubicBezTo>
                  <a:cubicBezTo>
                    <a:pt x="74105" y="83395"/>
                    <a:pt x="143637" y="43295"/>
                    <a:pt x="213074" y="3195"/>
                  </a:cubicBezTo>
                  <a:cubicBezTo>
                    <a:pt x="220218" y="-901"/>
                    <a:pt x="231743" y="-1092"/>
                    <a:pt x="238887" y="2814"/>
                  </a:cubicBezTo>
                  <a:cubicBezTo>
                    <a:pt x="241554" y="4242"/>
                    <a:pt x="244126" y="5766"/>
                    <a:pt x="246698" y="7195"/>
                  </a:cubicBezTo>
                  <a:lnTo>
                    <a:pt x="246507" y="7195"/>
                  </a:lnTo>
                  <a:cubicBezTo>
                    <a:pt x="246507" y="7195"/>
                    <a:pt x="230029" y="16815"/>
                    <a:pt x="230029" y="16815"/>
                  </a:cubicBezTo>
                  <a:lnTo>
                    <a:pt x="221647" y="12148"/>
                  </a:lnTo>
                  <a:lnTo>
                    <a:pt x="37433" y="118352"/>
                  </a:lnTo>
                  <a:lnTo>
                    <a:pt x="51530" y="126162"/>
                  </a:lnTo>
                  <a:lnTo>
                    <a:pt x="48768" y="127782"/>
                  </a:lnTo>
                  <a:lnTo>
                    <a:pt x="54769" y="131496"/>
                  </a:lnTo>
                  <a:lnTo>
                    <a:pt x="48673" y="135021"/>
                  </a:lnTo>
                  <a:lnTo>
                    <a:pt x="55150" y="138831"/>
                  </a:lnTo>
                  <a:lnTo>
                    <a:pt x="48673" y="142545"/>
                  </a:lnTo>
                  <a:lnTo>
                    <a:pt x="53912" y="145593"/>
                  </a:lnTo>
                  <a:lnTo>
                    <a:pt x="48768" y="148641"/>
                  </a:lnTo>
                  <a:lnTo>
                    <a:pt x="343662" y="314281"/>
                  </a:lnTo>
                  <a:cubicBezTo>
                    <a:pt x="370523" y="332093"/>
                    <a:pt x="397478" y="349905"/>
                    <a:pt x="424339" y="367716"/>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4" name="Freeform: Shape 703">
              <a:extLst>
                <a:ext uri="{FF2B5EF4-FFF2-40B4-BE49-F238E27FC236}">
                  <a16:creationId xmlns:a16="http://schemas.microsoft.com/office/drawing/2014/main" id="{0DAE4C60-EBC4-D007-7C61-B42037806171}"/>
                </a:ext>
              </a:extLst>
            </p:cNvPr>
            <p:cNvSpPr/>
            <p:nvPr/>
          </p:nvSpPr>
          <p:spPr>
            <a:xfrm>
              <a:off x="9825067" y="4335380"/>
              <a:ext cx="99594" cy="87382"/>
            </a:xfrm>
            <a:custGeom>
              <a:avLst/>
              <a:gdLst>
                <a:gd name="connsiteX0" fmla="*/ 251936 w 252031"/>
                <a:gd name="connsiteY0" fmla="*/ 16383 h 183451"/>
                <a:gd name="connsiteX1" fmla="*/ 247079 w 252031"/>
                <a:gd name="connsiteY1" fmla="*/ 21622 h 183451"/>
                <a:gd name="connsiteX2" fmla="*/ 37909 w 252031"/>
                <a:gd name="connsiteY2" fmla="*/ 142399 h 183451"/>
                <a:gd name="connsiteX3" fmla="*/ 32576 w 252031"/>
                <a:gd name="connsiteY3" fmla="*/ 149638 h 183451"/>
                <a:gd name="connsiteX4" fmla="*/ 32576 w 252031"/>
                <a:gd name="connsiteY4" fmla="*/ 149638 h 183451"/>
                <a:gd name="connsiteX5" fmla="*/ 32290 w 252031"/>
                <a:gd name="connsiteY5" fmla="*/ 153924 h 183451"/>
                <a:gd name="connsiteX6" fmla="*/ 37624 w 252031"/>
                <a:gd name="connsiteY6" fmla="*/ 162592 h 183451"/>
                <a:gd name="connsiteX7" fmla="*/ 69152 w 252031"/>
                <a:gd name="connsiteY7" fmla="*/ 183451 h 183451"/>
                <a:gd name="connsiteX8" fmla="*/ 5334 w 252031"/>
                <a:gd name="connsiteY8" fmla="*/ 142970 h 183451"/>
                <a:gd name="connsiteX9" fmla="*/ 0 w 252031"/>
                <a:gd name="connsiteY9" fmla="*/ 139637 h 183451"/>
                <a:gd name="connsiteX10" fmla="*/ 180880 w 252031"/>
                <a:gd name="connsiteY10" fmla="*/ 35147 h 183451"/>
                <a:gd name="connsiteX11" fmla="*/ 197358 w 252031"/>
                <a:gd name="connsiteY11" fmla="*/ 25622 h 183451"/>
                <a:gd name="connsiteX12" fmla="*/ 197549 w 252031"/>
                <a:gd name="connsiteY12" fmla="*/ 25622 h 183451"/>
                <a:gd name="connsiteX13" fmla="*/ 241649 w 252031"/>
                <a:gd name="connsiteY13" fmla="*/ 0 h 183451"/>
                <a:gd name="connsiteX14" fmla="*/ 241649 w 252031"/>
                <a:gd name="connsiteY14" fmla="*/ 286 h 183451"/>
                <a:gd name="connsiteX15" fmla="*/ 241649 w 252031"/>
                <a:gd name="connsiteY15" fmla="*/ 1143 h 183451"/>
                <a:gd name="connsiteX16" fmla="*/ 246983 w 252031"/>
                <a:gd name="connsiteY16" fmla="*/ 9811 h 183451"/>
                <a:gd name="connsiteX17" fmla="*/ 252031 w 252031"/>
                <a:gd name="connsiteY17" fmla="*/ 16288 h 18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031" h="183451">
                  <a:moveTo>
                    <a:pt x="251936" y="16383"/>
                  </a:moveTo>
                  <a:cubicBezTo>
                    <a:pt x="251174" y="18383"/>
                    <a:pt x="249555" y="20193"/>
                    <a:pt x="247079" y="21622"/>
                  </a:cubicBezTo>
                  <a:cubicBezTo>
                    <a:pt x="177356" y="61913"/>
                    <a:pt x="107632" y="102203"/>
                    <a:pt x="37909" y="142399"/>
                  </a:cubicBezTo>
                  <a:cubicBezTo>
                    <a:pt x="34576" y="144399"/>
                    <a:pt x="32766" y="146971"/>
                    <a:pt x="32576" y="149638"/>
                  </a:cubicBezTo>
                  <a:lnTo>
                    <a:pt x="32576" y="149638"/>
                  </a:lnTo>
                  <a:cubicBezTo>
                    <a:pt x="32480" y="151067"/>
                    <a:pt x="32385" y="152495"/>
                    <a:pt x="32290" y="153924"/>
                  </a:cubicBezTo>
                  <a:cubicBezTo>
                    <a:pt x="32099" y="156972"/>
                    <a:pt x="33909" y="160115"/>
                    <a:pt x="37624" y="162592"/>
                  </a:cubicBezTo>
                  <a:cubicBezTo>
                    <a:pt x="48101" y="169545"/>
                    <a:pt x="58674" y="176498"/>
                    <a:pt x="69152" y="183451"/>
                  </a:cubicBezTo>
                  <a:lnTo>
                    <a:pt x="5334" y="142970"/>
                  </a:lnTo>
                  <a:lnTo>
                    <a:pt x="0" y="139637"/>
                  </a:lnTo>
                  <a:lnTo>
                    <a:pt x="180880" y="35147"/>
                  </a:lnTo>
                  <a:lnTo>
                    <a:pt x="197358" y="25622"/>
                  </a:lnTo>
                  <a:lnTo>
                    <a:pt x="197549" y="25622"/>
                  </a:lnTo>
                  <a:cubicBezTo>
                    <a:pt x="197549" y="25622"/>
                    <a:pt x="241649" y="0"/>
                    <a:pt x="241649" y="0"/>
                  </a:cubicBezTo>
                  <a:cubicBezTo>
                    <a:pt x="241649" y="95"/>
                    <a:pt x="241649" y="191"/>
                    <a:pt x="241649" y="286"/>
                  </a:cubicBezTo>
                  <a:cubicBezTo>
                    <a:pt x="241649" y="571"/>
                    <a:pt x="241649" y="857"/>
                    <a:pt x="241649" y="1143"/>
                  </a:cubicBezTo>
                  <a:cubicBezTo>
                    <a:pt x="241459" y="4191"/>
                    <a:pt x="243173" y="7239"/>
                    <a:pt x="246983" y="9811"/>
                  </a:cubicBezTo>
                  <a:cubicBezTo>
                    <a:pt x="249841" y="11716"/>
                    <a:pt x="251555" y="14002"/>
                    <a:pt x="252031" y="16288"/>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5" name="Freeform: Shape 704">
              <a:extLst>
                <a:ext uri="{FF2B5EF4-FFF2-40B4-BE49-F238E27FC236}">
                  <a16:creationId xmlns:a16="http://schemas.microsoft.com/office/drawing/2014/main" id="{194CD43B-36A9-A32B-D873-46DCEAF912E2}"/>
                </a:ext>
              </a:extLst>
            </p:cNvPr>
            <p:cNvSpPr/>
            <p:nvPr/>
          </p:nvSpPr>
          <p:spPr>
            <a:xfrm>
              <a:off x="9820437" y="4349943"/>
              <a:ext cx="76070" cy="54308"/>
            </a:xfrm>
            <a:custGeom>
              <a:avLst/>
              <a:gdLst>
                <a:gd name="connsiteX0" fmla="*/ 192500 w 192500"/>
                <a:gd name="connsiteY0" fmla="*/ 4572 h 114014"/>
                <a:gd name="connsiteX1" fmla="*/ 11620 w 192500"/>
                <a:gd name="connsiteY1" fmla="*/ 109061 h 114014"/>
                <a:gd name="connsiteX2" fmla="*/ 16954 w 192500"/>
                <a:gd name="connsiteY2" fmla="*/ 112395 h 114014"/>
                <a:gd name="connsiteX3" fmla="*/ 14192 w 192500"/>
                <a:gd name="connsiteY3" fmla="*/ 114014 h 114014"/>
                <a:gd name="connsiteX4" fmla="*/ 0 w 192500"/>
                <a:gd name="connsiteY4" fmla="*/ 106204 h 114014"/>
                <a:gd name="connsiteX5" fmla="*/ 184118 w 192500"/>
                <a:gd name="connsiteY5" fmla="*/ 0 h 114014"/>
                <a:gd name="connsiteX6" fmla="*/ 192500 w 192500"/>
                <a:gd name="connsiteY6" fmla="*/ 4572 h 11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500" h="114014">
                  <a:moveTo>
                    <a:pt x="192500" y="4572"/>
                  </a:moveTo>
                  <a:lnTo>
                    <a:pt x="11620" y="109061"/>
                  </a:lnTo>
                  <a:lnTo>
                    <a:pt x="16954" y="112395"/>
                  </a:lnTo>
                  <a:lnTo>
                    <a:pt x="14192" y="114014"/>
                  </a:lnTo>
                  <a:lnTo>
                    <a:pt x="0" y="106204"/>
                  </a:lnTo>
                  <a:lnTo>
                    <a:pt x="184118" y="0"/>
                  </a:lnTo>
                  <a:lnTo>
                    <a:pt x="192500" y="4572"/>
                  </a:lnTo>
                  <a:close/>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6" name="Freeform: Shape 705">
              <a:extLst>
                <a:ext uri="{FF2B5EF4-FFF2-40B4-BE49-F238E27FC236}">
                  <a16:creationId xmlns:a16="http://schemas.microsoft.com/office/drawing/2014/main" id="{20CFB00C-216B-0063-AEEB-166D9F2844F4}"/>
                </a:ext>
              </a:extLst>
            </p:cNvPr>
            <p:cNvSpPr/>
            <p:nvPr/>
          </p:nvSpPr>
          <p:spPr>
            <a:xfrm>
              <a:off x="9805607" y="4406066"/>
              <a:ext cx="10538" cy="10798"/>
            </a:xfrm>
            <a:custGeom>
              <a:avLst/>
              <a:gdLst>
                <a:gd name="connsiteX0" fmla="*/ 95 w 26669"/>
                <a:gd name="connsiteY0" fmla="*/ 953 h 22669"/>
                <a:gd name="connsiteX1" fmla="*/ 4572 w 26669"/>
                <a:gd name="connsiteY1" fmla="*/ 6286 h 22669"/>
                <a:gd name="connsiteX2" fmla="*/ 26670 w 26669"/>
                <a:gd name="connsiteY2" fmla="*/ 18479 h 22669"/>
                <a:gd name="connsiteX3" fmla="*/ 26670 w 26669"/>
                <a:gd name="connsiteY3" fmla="*/ 22670 h 22669"/>
                <a:gd name="connsiteX4" fmla="*/ 4667 w 26669"/>
                <a:gd name="connsiteY4" fmla="*/ 10478 h 22669"/>
                <a:gd name="connsiteX5" fmla="*/ 0 w 26669"/>
                <a:gd name="connsiteY5" fmla="*/ 4286 h 22669"/>
                <a:gd name="connsiteX6" fmla="*/ 0 w 26669"/>
                <a:gd name="connsiteY6" fmla="*/ 0 h 22669"/>
                <a:gd name="connsiteX7" fmla="*/ 95 w 26669"/>
                <a:gd name="connsiteY7" fmla="*/ 953 h 22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69" h="22669">
                  <a:moveTo>
                    <a:pt x="95" y="953"/>
                  </a:moveTo>
                  <a:cubicBezTo>
                    <a:pt x="476" y="2953"/>
                    <a:pt x="2000" y="4763"/>
                    <a:pt x="4572" y="6286"/>
                  </a:cubicBezTo>
                  <a:cubicBezTo>
                    <a:pt x="11906" y="10382"/>
                    <a:pt x="19336" y="14383"/>
                    <a:pt x="26670" y="18479"/>
                  </a:cubicBezTo>
                  <a:lnTo>
                    <a:pt x="26670" y="22670"/>
                  </a:lnTo>
                  <a:cubicBezTo>
                    <a:pt x="19431" y="18574"/>
                    <a:pt x="12002" y="14478"/>
                    <a:pt x="4667" y="10478"/>
                  </a:cubicBezTo>
                  <a:cubicBezTo>
                    <a:pt x="1619" y="8763"/>
                    <a:pt x="0" y="6572"/>
                    <a:pt x="0" y="4286"/>
                  </a:cubicBezTo>
                  <a:cubicBezTo>
                    <a:pt x="0" y="2858"/>
                    <a:pt x="0" y="1429"/>
                    <a:pt x="0" y="0"/>
                  </a:cubicBezTo>
                  <a:cubicBezTo>
                    <a:pt x="0" y="286"/>
                    <a:pt x="0" y="667"/>
                    <a:pt x="95" y="953"/>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7" name="Freeform: Shape 706">
              <a:extLst>
                <a:ext uri="{FF2B5EF4-FFF2-40B4-BE49-F238E27FC236}">
                  <a16:creationId xmlns:a16="http://schemas.microsoft.com/office/drawing/2014/main" id="{B287F4EA-38BC-809E-CFE8-02576707A28E}"/>
                </a:ext>
              </a:extLst>
            </p:cNvPr>
            <p:cNvSpPr/>
            <p:nvPr/>
          </p:nvSpPr>
          <p:spPr>
            <a:xfrm>
              <a:off x="10008033" y="4325171"/>
              <a:ext cx="2340" cy="5853"/>
            </a:xfrm>
            <a:custGeom>
              <a:avLst/>
              <a:gdLst>
                <a:gd name="connsiteX0" fmla="*/ 762 w 5921"/>
                <a:gd name="connsiteY0" fmla="*/ 0 h 12287"/>
                <a:gd name="connsiteX1" fmla="*/ 5239 w 5921"/>
                <a:gd name="connsiteY1" fmla="*/ 12287 h 12287"/>
                <a:gd name="connsiteX2" fmla="*/ 0 w 5921"/>
                <a:gd name="connsiteY2" fmla="*/ 4001 h 12287"/>
                <a:gd name="connsiteX3" fmla="*/ 667 w 5921"/>
                <a:gd name="connsiteY3" fmla="*/ 0 h 12287"/>
              </a:gdLst>
              <a:ahLst/>
              <a:cxnLst>
                <a:cxn ang="0">
                  <a:pos x="connsiteX0" y="connsiteY0"/>
                </a:cxn>
                <a:cxn ang="0">
                  <a:pos x="connsiteX1" y="connsiteY1"/>
                </a:cxn>
                <a:cxn ang="0">
                  <a:pos x="connsiteX2" y="connsiteY2"/>
                </a:cxn>
                <a:cxn ang="0">
                  <a:pos x="connsiteX3" y="connsiteY3"/>
                </a:cxn>
              </a:cxnLst>
              <a:rect l="l" t="t" r="r" b="b"/>
              <a:pathLst>
                <a:path w="5921" h="12287">
                  <a:moveTo>
                    <a:pt x="762" y="0"/>
                  </a:moveTo>
                  <a:cubicBezTo>
                    <a:pt x="5429" y="3619"/>
                    <a:pt x="6953" y="8287"/>
                    <a:pt x="5239" y="12287"/>
                  </a:cubicBezTo>
                  <a:cubicBezTo>
                    <a:pt x="4953" y="9430"/>
                    <a:pt x="3239" y="6477"/>
                    <a:pt x="0" y="4001"/>
                  </a:cubicBezTo>
                  <a:lnTo>
                    <a:pt x="667"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8" name="Freeform: Shape 707">
              <a:extLst>
                <a:ext uri="{FF2B5EF4-FFF2-40B4-BE49-F238E27FC236}">
                  <a16:creationId xmlns:a16="http://schemas.microsoft.com/office/drawing/2014/main" id="{9E579EC4-E60F-54AC-9D13-DEEB3679756C}"/>
                </a:ext>
              </a:extLst>
            </p:cNvPr>
            <p:cNvSpPr/>
            <p:nvPr/>
          </p:nvSpPr>
          <p:spPr>
            <a:xfrm>
              <a:off x="10005995" y="4320816"/>
              <a:ext cx="2300" cy="6216"/>
            </a:xfrm>
            <a:custGeom>
              <a:avLst/>
              <a:gdLst>
                <a:gd name="connsiteX0" fmla="*/ 107 w 5822"/>
                <a:gd name="connsiteY0" fmla="*/ 2667 h 13049"/>
                <a:gd name="connsiteX1" fmla="*/ 488 w 5822"/>
                <a:gd name="connsiteY1" fmla="*/ 0 h 13049"/>
                <a:gd name="connsiteX2" fmla="*/ 584 w 5822"/>
                <a:gd name="connsiteY2" fmla="*/ 0 h 13049"/>
                <a:gd name="connsiteX3" fmla="*/ 5822 w 5822"/>
                <a:gd name="connsiteY3" fmla="*/ 9049 h 13049"/>
                <a:gd name="connsiteX4" fmla="*/ 5156 w 5822"/>
                <a:gd name="connsiteY4" fmla="*/ 13049 h 13049"/>
                <a:gd name="connsiteX5" fmla="*/ 107 w 5822"/>
                <a:gd name="connsiteY5" fmla="*/ 2667 h 1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22" h="13049">
                  <a:moveTo>
                    <a:pt x="107" y="2667"/>
                  </a:moveTo>
                  <a:cubicBezTo>
                    <a:pt x="298" y="1715"/>
                    <a:pt x="393" y="857"/>
                    <a:pt x="488" y="0"/>
                  </a:cubicBezTo>
                  <a:lnTo>
                    <a:pt x="584" y="0"/>
                  </a:lnTo>
                  <a:cubicBezTo>
                    <a:pt x="584" y="3048"/>
                    <a:pt x="2393" y="6382"/>
                    <a:pt x="5822" y="9049"/>
                  </a:cubicBezTo>
                  <a:lnTo>
                    <a:pt x="5156" y="13049"/>
                  </a:lnTo>
                  <a:cubicBezTo>
                    <a:pt x="1250" y="9906"/>
                    <a:pt x="-464" y="6096"/>
                    <a:pt x="107" y="266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09" name="Freeform: Shape 708">
              <a:extLst>
                <a:ext uri="{FF2B5EF4-FFF2-40B4-BE49-F238E27FC236}">
                  <a16:creationId xmlns:a16="http://schemas.microsoft.com/office/drawing/2014/main" id="{B7907223-4C2E-9768-06C4-21F9F4862B46}"/>
                </a:ext>
              </a:extLst>
            </p:cNvPr>
            <p:cNvSpPr/>
            <p:nvPr/>
          </p:nvSpPr>
          <p:spPr>
            <a:xfrm>
              <a:off x="9909304" y="4395631"/>
              <a:ext cx="106557" cy="90241"/>
            </a:xfrm>
            <a:custGeom>
              <a:avLst/>
              <a:gdLst>
                <a:gd name="connsiteX0" fmla="*/ 269653 w 269652"/>
                <a:gd name="connsiteY0" fmla="*/ 189452 h 189452"/>
                <a:gd name="connsiteX1" fmla="*/ 4286 w 269652"/>
                <a:gd name="connsiteY1" fmla="*/ 6382 h 189452"/>
                <a:gd name="connsiteX2" fmla="*/ 0 w 269652"/>
                <a:gd name="connsiteY2" fmla="*/ 3429 h 189452"/>
                <a:gd name="connsiteX3" fmla="*/ 6001 w 269652"/>
                <a:gd name="connsiteY3" fmla="*/ 0 h 189452"/>
                <a:gd name="connsiteX4" fmla="*/ 235458 w 269652"/>
                <a:gd name="connsiteY4" fmla="*/ 162878 h 189452"/>
                <a:gd name="connsiteX5" fmla="*/ 269653 w 269652"/>
                <a:gd name="connsiteY5" fmla="*/ 189452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652" h="189452">
                  <a:moveTo>
                    <a:pt x="269653" y="189452"/>
                  </a:moveTo>
                  <a:lnTo>
                    <a:pt x="4286" y="6382"/>
                  </a:lnTo>
                  <a:lnTo>
                    <a:pt x="0" y="3429"/>
                  </a:lnTo>
                  <a:lnTo>
                    <a:pt x="6001" y="0"/>
                  </a:lnTo>
                  <a:lnTo>
                    <a:pt x="235458" y="162878"/>
                  </a:lnTo>
                  <a:cubicBezTo>
                    <a:pt x="246793" y="171736"/>
                    <a:pt x="258223" y="180499"/>
                    <a:pt x="269653" y="189452"/>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0" name="Freeform: Shape 709">
              <a:extLst>
                <a:ext uri="{FF2B5EF4-FFF2-40B4-BE49-F238E27FC236}">
                  <a16:creationId xmlns:a16="http://schemas.microsoft.com/office/drawing/2014/main" id="{E0137D31-7CCA-FAED-A79D-8C79C2121F75}"/>
                </a:ext>
              </a:extLst>
            </p:cNvPr>
            <p:cNvSpPr/>
            <p:nvPr/>
          </p:nvSpPr>
          <p:spPr>
            <a:xfrm>
              <a:off x="9909869" y="4389189"/>
              <a:ext cx="68805" cy="61884"/>
            </a:xfrm>
            <a:custGeom>
              <a:avLst/>
              <a:gdLst>
                <a:gd name="connsiteX0" fmla="*/ 4763 w 174116"/>
                <a:gd name="connsiteY0" fmla="*/ 191 h 129920"/>
                <a:gd name="connsiteX1" fmla="*/ 5143 w 174116"/>
                <a:gd name="connsiteY1" fmla="*/ 0 h 129920"/>
                <a:gd name="connsiteX2" fmla="*/ 5143 w 174116"/>
                <a:gd name="connsiteY2" fmla="*/ 0 h 129920"/>
                <a:gd name="connsiteX3" fmla="*/ 46006 w 174116"/>
                <a:gd name="connsiteY3" fmla="*/ 30480 h 129920"/>
                <a:gd name="connsiteX4" fmla="*/ 174117 w 174116"/>
                <a:gd name="connsiteY4" fmla="*/ 129921 h 129920"/>
                <a:gd name="connsiteX5" fmla="*/ 4858 w 174116"/>
                <a:gd name="connsiteY5" fmla="*/ 6477 h 129920"/>
                <a:gd name="connsiteX6" fmla="*/ 0 w 174116"/>
                <a:gd name="connsiteY6" fmla="*/ 2953 h 129920"/>
                <a:gd name="connsiteX7" fmla="*/ 4763 w 174116"/>
                <a:gd name="connsiteY7" fmla="*/ 191 h 1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116" h="129920">
                  <a:moveTo>
                    <a:pt x="4763" y="191"/>
                  </a:moveTo>
                  <a:lnTo>
                    <a:pt x="5143" y="0"/>
                  </a:lnTo>
                  <a:lnTo>
                    <a:pt x="5143" y="0"/>
                  </a:lnTo>
                  <a:cubicBezTo>
                    <a:pt x="5143" y="0"/>
                    <a:pt x="46006" y="30480"/>
                    <a:pt x="46006" y="30480"/>
                  </a:cubicBezTo>
                  <a:cubicBezTo>
                    <a:pt x="88678" y="63627"/>
                    <a:pt x="131445" y="96774"/>
                    <a:pt x="174117" y="129921"/>
                  </a:cubicBezTo>
                  <a:lnTo>
                    <a:pt x="4858" y="6477"/>
                  </a:lnTo>
                  <a:lnTo>
                    <a:pt x="0" y="2953"/>
                  </a:lnTo>
                  <a:lnTo>
                    <a:pt x="4763" y="191"/>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1" name="Freeform: Shape 710">
              <a:extLst>
                <a:ext uri="{FF2B5EF4-FFF2-40B4-BE49-F238E27FC236}">
                  <a16:creationId xmlns:a16="http://schemas.microsoft.com/office/drawing/2014/main" id="{C9F209C8-2141-4A30-7C79-F717F2923249}"/>
                </a:ext>
              </a:extLst>
            </p:cNvPr>
            <p:cNvSpPr/>
            <p:nvPr/>
          </p:nvSpPr>
          <p:spPr>
            <a:xfrm>
              <a:off x="9909568" y="4392318"/>
              <a:ext cx="92782" cy="80940"/>
            </a:xfrm>
            <a:custGeom>
              <a:avLst/>
              <a:gdLst>
                <a:gd name="connsiteX0" fmla="*/ 234791 w 234791"/>
                <a:gd name="connsiteY0" fmla="*/ 169831 h 169926"/>
                <a:gd name="connsiteX1" fmla="*/ 5334 w 234791"/>
                <a:gd name="connsiteY1" fmla="*/ 6953 h 169926"/>
                <a:gd name="connsiteX2" fmla="*/ 0 w 234791"/>
                <a:gd name="connsiteY2" fmla="*/ 3239 h 169926"/>
                <a:gd name="connsiteX3" fmla="*/ 5620 w 234791"/>
                <a:gd name="connsiteY3" fmla="*/ 0 h 169926"/>
                <a:gd name="connsiteX4" fmla="*/ 174879 w 234791"/>
                <a:gd name="connsiteY4" fmla="*/ 123444 h 169926"/>
                <a:gd name="connsiteX5" fmla="*/ 234696 w 234791"/>
                <a:gd name="connsiteY5" fmla="*/ 169926 h 169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791" h="169926">
                  <a:moveTo>
                    <a:pt x="234791" y="169831"/>
                  </a:moveTo>
                  <a:lnTo>
                    <a:pt x="5334" y="6953"/>
                  </a:lnTo>
                  <a:lnTo>
                    <a:pt x="0" y="3239"/>
                  </a:lnTo>
                  <a:lnTo>
                    <a:pt x="5620" y="0"/>
                  </a:lnTo>
                  <a:lnTo>
                    <a:pt x="174879" y="123444"/>
                  </a:lnTo>
                  <a:cubicBezTo>
                    <a:pt x="194786" y="138970"/>
                    <a:pt x="214789" y="154496"/>
                    <a:pt x="234696" y="169926"/>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2" name="Freeform: Shape 711">
              <a:extLst>
                <a:ext uri="{FF2B5EF4-FFF2-40B4-BE49-F238E27FC236}">
                  <a16:creationId xmlns:a16="http://schemas.microsoft.com/office/drawing/2014/main" id="{93318B01-7F02-3B7E-DF81-773D0750D1BB}"/>
                </a:ext>
              </a:extLst>
            </p:cNvPr>
            <p:cNvSpPr/>
            <p:nvPr/>
          </p:nvSpPr>
          <p:spPr>
            <a:xfrm>
              <a:off x="9909117" y="4398670"/>
              <a:ext cx="113446" cy="93462"/>
            </a:xfrm>
            <a:custGeom>
              <a:avLst/>
              <a:gdLst>
                <a:gd name="connsiteX0" fmla="*/ 270129 w 287083"/>
                <a:gd name="connsiteY0" fmla="*/ 183070 h 196214"/>
                <a:gd name="connsiteX1" fmla="*/ 287084 w 287083"/>
                <a:gd name="connsiteY1" fmla="*/ 196215 h 196214"/>
                <a:gd name="connsiteX2" fmla="*/ 0 w 287083"/>
                <a:gd name="connsiteY2" fmla="*/ 2762 h 196214"/>
                <a:gd name="connsiteX3" fmla="*/ 4763 w 287083"/>
                <a:gd name="connsiteY3" fmla="*/ 0 h 196214"/>
                <a:gd name="connsiteX4" fmla="*/ 270129 w 287083"/>
                <a:gd name="connsiteY4" fmla="*/ 183070 h 19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83" h="196214">
                  <a:moveTo>
                    <a:pt x="270129" y="183070"/>
                  </a:moveTo>
                  <a:cubicBezTo>
                    <a:pt x="275749" y="187452"/>
                    <a:pt x="281369" y="191834"/>
                    <a:pt x="287084" y="196215"/>
                  </a:cubicBezTo>
                  <a:lnTo>
                    <a:pt x="0" y="2762"/>
                  </a:lnTo>
                  <a:lnTo>
                    <a:pt x="4763" y="0"/>
                  </a:lnTo>
                  <a:lnTo>
                    <a:pt x="270129" y="183070"/>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3" name="Freeform: Shape 712">
              <a:extLst>
                <a:ext uri="{FF2B5EF4-FFF2-40B4-BE49-F238E27FC236}">
                  <a16:creationId xmlns:a16="http://schemas.microsoft.com/office/drawing/2014/main" id="{640C98B9-988D-2D0B-60AB-9082D63DED9B}"/>
                </a:ext>
              </a:extLst>
            </p:cNvPr>
            <p:cNvSpPr/>
            <p:nvPr/>
          </p:nvSpPr>
          <p:spPr>
            <a:xfrm>
              <a:off x="9909117" y="4398670"/>
              <a:ext cx="113446" cy="93462"/>
            </a:xfrm>
            <a:custGeom>
              <a:avLst/>
              <a:gdLst>
                <a:gd name="connsiteX0" fmla="*/ 270129 w 287083"/>
                <a:gd name="connsiteY0" fmla="*/ 183070 h 196214"/>
                <a:gd name="connsiteX1" fmla="*/ 287084 w 287083"/>
                <a:gd name="connsiteY1" fmla="*/ 196215 h 196214"/>
                <a:gd name="connsiteX2" fmla="*/ 0 w 287083"/>
                <a:gd name="connsiteY2" fmla="*/ 2762 h 196214"/>
                <a:gd name="connsiteX3" fmla="*/ 4763 w 287083"/>
                <a:gd name="connsiteY3" fmla="*/ 0 h 196214"/>
                <a:gd name="connsiteX4" fmla="*/ 270129 w 287083"/>
                <a:gd name="connsiteY4" fmla="*/ 183070 h 19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83" h="196214">
                  <a:moveTo>
                    <a:pt x="270129" y="183070"/>
                  </a:moveTo>
                  <a:cubicBezTo>
                    <a:pt x="275749" y="187452"/>
                    <a:pt x="281369" y="191834"/>
                    <a:pt x="287084" y="196215"/>
                  </a:cubicBezTo>
                  <a:lnTo>
                    <a:pt x="0" y="2762"/>
                  </a:lnTo>
                  <a:lnTo>
                    <a:pt x="4763" y="0"/>
                  </a:lnTo>
                  <a:lnTo>
                    <a:pt x="270129" y="183070"/>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4" name="Freeform: Shape 713">
              <a:extLst>
                <a:ext uri="{FF2B5EF4-FFF2-40B4-BE49-F238E27FC236}">
                  <a16:creationId xmlns:a16="http://schemas.microsoft.com/office/drawing/2014/main" id="{57E85803-C3DF-18D4-475E-23608083273E}"/>
                </a:ext>
              </a:extLst>
            </p:cNvPr>
            <p:cNvSpPr/>
            <p:nvPr/>
          </p:nvSpPr>
          <p:spPr>
            <a:xfrm>
              <a:off x="9910773" y="4395585"/>
              <a:ext cx="105090" cy="90241"/>
            </a:xfrm>
            <a:custGeom>
              <a:avLst/>
              <a:gdLst>
                <a:gd name="connsiteX0" fmla="*/ 228886 w 265938"/>
                <a:gd name="connsiteY0" fmla="*/ 163830 h 189452"/>
                <a:gd name="connsiteX1" fmla="*/ 230124 w 265938"/>
                <a:gd name="connsiteY1" fmla="*/ 164783 h 189452"/>
                <a:gd name="connsiteX2" fmla="*/ 265938 w 265938"/>
                <a:gd name="connsiteY2" fmla="*/ 189452 h 189452"/>
                <a:gd name="connsiteX3" fmla="*/ 231743 w 265938"/>
                <a:gd name="connsiteY3" fmla="*/ 162877 h 189452"/>
                <a:gd name="connsiteX4" fmla="*/ 2286 w 265938"/>
                <a:gd name="connsiteY4" fmla="*/ 0 h 189452"/>
                <a:gd name="connsiteX5" fmla="*/ 0 w 265938"/>
                <a:gd name="connsiteY5" fmla="*/ 1333 h 189452"/>
                <a:gd name="connsiteX6" fmla="*/ 228886 w 265938"/>
                <a:gd name="connsiteY6" fmla="*/ 163830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938" h="189452">
                  <a:moveTo>
                    <a:pt x="228886" y="163830"/>
                  </a:moveTo>
                  <a:cubicBezTo>
                    <a:pt x="228886" y="163830"/>
                    <a:pt x="229743" y="164497"/>
                    <a:pt x="230124" y="164783"/>
                  </a:cubicBezTo>
                  <a:lnTo>
                    <a:pt x="265938" y="189452"/>
                  </a:lnTo>
                  <a:cubicBezTo>
                    <a:pt x="254603" y="180594"/>
                    <a:pt x="243173" y="171736"/>
                    <a:pt x="231743" y="162877"/>
                  </a:cubicBezTo>
                  <a:lnTo>
                    <a:pt x="2286" y="0"/>
                  </a:lnTo>
                  <a:lnTo>
                    <a:pt x="0" y="1333"/>
                  </a:lnTo>
                  <a:lnTo>
                    <a:pt x="228886" y="163830"/>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5" name="Freeform: Shape 714">
              <a:extLst>
                <a:ext uri="{FF2B5EF4-FFF2-40B4-BE49-F238E27FC236}">
                  <a16:creationId xmlns:a16="http://schemas.microsoft.com/office/drawing/2014/main" id="{2A1536DC-B129-F18C-B4C5-FD78D71D6861}"/>
                </a:ext>
              </a:extLst>
            </p:cNvPr>
            <p:cNvSpPr/>
            <p:nvPr/>
          </p:nvSpPr>
          <p:spPr>
            <a:xfrm>
              <a:off x="9911450" y="4389143"/>
              <a:ext cx="67262" cy="61929"/>
            </a:xfrm>
            <a:custGeom>
              <a:avLst/>
              <a:gdLst>
                <a:gd name="connsiteX0" fmla="*/ 40100 w 170211"/>
                <a:gd name="connsiteY0" fmla="*/ 30861 h 130016"/>
                <a:gd name="connsiteX1" fmla="*/ 132588 w 170211"/>
                <a:gd name="connsiteY1" fmla="*/ 102584 h 130016"/>
                <a:gd name="connsiteX2" fmla="*/ 170212 w 170211"/>
                <a:gd name="connsiteY2" fmla="*/ 130016 h 130016"/>
                <a:gd name="connsiteX3" fmla="*/ 42101 w 170211"/>
                <a:gd name="connsiteY3" fmla="*/ 30575 h 130016"/>
                <a:gd name="connsiteX4" fmla="*/ 1238 w 170211"/>
                <a:gd name="connsiteY4" fmla="*/ 0 h 130016"/>
                <a:gd name="connsiteX5" fmla="*/ 1238 w 170211"/>
                <a:gd name="connsiteY5" fmla="*/ 0 h 130016"/>
                <a:gd name="connsiteX6" fmla="*/ 857 w 170211"/>
                <a:gd name="connsiteY6" fmla="*/ 286 h 130016"/>
                <a:gd name="connsiteX7" fmla="*/ 0 w 170211"/>
                <a:gd name="connsiteY7" fmla="*/ 762 h 130016"/>
                <a:gd name="connsiteX8" fmla="*/ 40195 w 170211"/>
                <a:gd name="connsiteY8" fmla="*/ 30861 h 13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211" h="130016">
                  <a:moveTo>
                    <a:pt x="40100" y="30861"/>
                  </a:moveTo>
                  <a:cubicBezTo>
                    <a:pt x="70961" y="54769"/>
                    <a:pt x="101727" y="78677"/>
                    <a:pt x="132588" y="102584"/>
                  </a:cubicBezTo>
                  <a:lnTo>
                    <a:pt x="170212" y="130016"/>
                  </a:lnTo>
                  <a:cubicBezTo>
                    <a:pt x="127540" y="96869"/>
                    <a:pt x="84773" y="63722"/>
                    <a:pt x="42101" y="30575"/>
                  </a:cubicBezTo>
                  <a:lnTo>
                    <a:pt x="1238" y="0"/>
                  </a:lnTo>
                  <a:lnTo>
                    <a:pt x="1238" y="0"/>
                  </a:lnTo>
                  <a:cubicBezTo>
                    <a:pt x="1238" y="0"/>
                    <a:pt x="857" y="286"/>
                    <a:pt x="857" y="286"/>
                  </a:cubicBezTo>
                  <a:lnTo>
                    <a:pt x="0" y="762"/>
                  </a:lnTo>
                  <a:lnTo>
                    <a:pt x="40195" y="30861"/>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6" name="Freeform: Shape 715">
              <a:extLst>
                <a:ext uri="{FF2B5EF4-FFF2-40B4-BE49-F238E27FC236}">
                  <a16:creationId xmlns:a16="http://schemas.microsoft.com/office/drawing/2014/main" id="{53B936CC-B6D8-7AE2-A300-05B71AB97CF4}"/>
                </a:ext>
              </a:extLst>
            </p:cNvPr>
            <p:cNvSpPr/>
            <p:nvPr/>
          </p:nvSpPr>
          <p:spPr>
            <a:xfrm>
              <a:off x="9911375" y="4392318"/>
              <a:ext cx="90975" cy="80940"/>
            </a:xfrm>
            <a:custGeom>
              <a:avLst/>
              <a:gdLst>
                <a:gd name="connsiteX0" fmla="*/ 168307 w 230219"/>
                <a:gd name="connsiteY0" fmla="*/ 123349 h 169926"/>
                <a:gd name="connsiteX1" fmla="*/ 206788 w 230219"/>
                <a:gd name="connsiteY1" fmla="*/ 153257 h 169926"/>
                <a:gd name="connsiteX2" fmla="*/ 230219 w 230219"/>
                <a:gd name="connsiteY2" fmla="*/ 169926 h 169926"/>
                <a:gd name="connsiteX3" fmla="*/ 170402 w 230219"/>
                <a:gd name="connsiteY3" fmla="*/ 123444 h 169926"/>
                <a:gd name="connsiteX4" fmla="*/ 1143 w 230219"/>
                <a:gd name="connsiteY4" fmla="*/ 0 h 169926"/>
                <a:gd name="connsiteX5" fmla="*/ 0 w 230219"/>
                <a:gd name="connsiteY5" fmla="*/ 667 h 169926"/>
                <a:gd name="connsiteX6" fmla="*/ 168307 w 230219"/>
                <a:gd name="connsiteY6" fmla="*/ 123444 h 169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219" h="169926">
                  <a:moveTo>
                    <a:pt x="168307" y="123349"/>
                  </a:moveTo>
                  <a:cubicBezTo>
                    <a:pt x="181165" y="133350"/>
                    <a:pt x="193929" y="143256"/>
                    <a:pt x="206788" y="153257"/>
                  </a:cubicBezTo>
                  <a:lnTo>
                    <a:pt x="230219" y="169926"/>
                  </a:lnTo>
                  <a:cubicBezTo>
                    <a:pt x="210312" y="154400"/>
                    <a:pt x="190310" y="138970"/>
                    <a:pt x="170402" y="123444"/>
                  </a:cubicBezTo>
                  <a:lnTo>
                    <a:pt x="1143" y="0"/>
                  </a:lnTo>
                  <a:lnTo>
                    <a:pt x="0" y="667"/>
                  </a:lnTo>
                  <a:lnTo>
                    <a:pt x="168307" y="12344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7" name="Freeform: Shape 716">
              <a:extLst>
                <a:ext uri="{FF2B5EF4-FFF2-40B4-BE49-F238E27FC236}">
                  <a16:creationId xmlns:a16="http://schemas.microsoft.com/office/drawing/2014/main" id="{AE05EE13-43A7-379B-52C0-8C2129A7D86D}"/>
                </a:ext>
              </a:extLst>
            </p:cNvPr>
            <p:cNvSpPr/>
            <p:nvPr/>
          </p:nvSpPr>
          <p:spPr>
            <a:xfrm>
              <a:off x="9910396" y="4398670"/>
              <a:ext cx="112128" cy="93462"/>
            </a:xfrm>
            <a:custGeom>
              <a:avLst/>
              <a:gdLst>
                <a:gd name="connsiteX0" fmla="*/ 258223 w 283749"/>
                <a:gd name="connsiteY0" fmla="*/ 178975 h 196214"/>
                <a:gd name="connsiteX1" fmla="*/ 283750 w 283749"/>
                <a:gd name="connsiteY1" fmla="*/ 196215 h 196214"/>
                <a:gd name="connsiteX2" fmla="*/ 266795 w 283749"/>
                <a:gd name="connsiteY2" fmla="*/ 183070 h 196214"/>
                <a:gd name="connsiteX3" fmla="*/ 1429 w 283749"/>
                <a:gd name="connsiteY3" fmla="*/ 0 h 196214"/>
                <a:gd name="connsiteX4" fmla="*/ 0 w 283749"/>
                <a:gd name="connsiteY4" fmla="*/ 857 h 196214"/>
                <a:gd name="connsiteX5" fmla="*/ 258223 w 283749"/>
                <a:gd name="connsiteY5" fmla="*/ 178975 h 19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749" h="196214">
                  <a:moveTo>
                    <a:pt x="258223" y="178975"/>
                  </a:moveTo>
                  <a:lnTo>
                    <a:pt x="283750" y="196215"/>
                  </a:lnTo>
                  <a:cubicBezTo>
                    <a:pt x="278130" y="191834"/>
                    <a:pt x="272510" y="187452"/>
                    <a:pt x="266795" y="183070"/>
                  </a:cubicBezTo>
                  <a:lnTo>
                    <a:pt x="1429" y="0"/>
                  </a:lnTo>
                  <a:lnTo>
                    <a:pt x="0" y="857"/>
                  </a:lnTo>
                  <a:lnTo>
                    <a:pt x="258223" y="178975"/>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8" name="Freeform: Shape 717">
              <a:extLst>
                <a:ext uri="{FF2B5EF4-FFF2-40B4-BE49-F238E27FC236}">
                  <a16:creationId xmlns:a16="http://schemas.microsoft.com/office/drawing/2014/main" id="{12816F57-D2CA-F1F4-415C-B84EBD5172C1}"/>
                </a:ext>
              </a:extLst>
            </p:cNvPr>
            <p:cNvSpPr/>
            <p:nvPr/>
          </p:nvSpPr>
          <p:spPr>
            <a:xfrm>
              <a:off x="9923528" y="4227027"/>
              <a:ext cx="259078" cy="295367"/>
            </a:xfrm>
            <a:custGeom>
              <a:avLst/>
              <a:gdLst>
                <a:gd name="connsiteX0" fmla="*/ 655237 w 655617"/>
                <a:gd name="connsiteY0" fmla="*/ 77077 h 620097"/>
                <a:gd name="connsiteX1" fmla="*/ 654856 w 655617"/>
                <a:gd name="connsiteY1" fmla="*/ 77268 h 620097"/>
                <a:gd name="connsiteX2" fmla="*/ 473119 w 655617"/>
                <a:gd name="connsiteY2" fmla="*/ 182138 h 620097"/>
                <a:gd name="connsiteX3" fmla="*/ 468261 w 655617"/>
                <a:gd name="connsiteY3" fmla="*/ 187758 h 620097"/>
                <a:gd name="connsiteX4" fmla="*/ 468261 w 655617"/>
                <a:gd name="connsiteY4" fmla="*/ 187758 h 620097"/>
                <a:gd name="connsiteX5" fmla="*/ 425589 w 655617"/>
                <a:gd name="connsiteY5" fmla="*/ 212427 h 620097"/>
                <a:gd name="connsiteX6" fmla="*/ 408730 w 655617"/>
                <a:gd name="connsiteY6" fmla="*/ 199378 h 620097"/>
                <a:gd name="connsiteX7" fmla="*/ 383203 w 655617"/>
                <a:gd name="connsiteY7" fmla="*/ 196902 h 620097"/>
                <a:gd name="connsiteX8" fmla="*/ 174701 w 655617"/>
                <a:gd name="connsiteY8" fmla="*/ 317298 h 620097"/>
                <a:gd name="connsiteX9" fmla="*/ 170033 w 655617"/>
                <a:gd name="connsiteY9" fmla="*/ 323298 h 620097"/>
                <a:gd name="connsiteX10" fmla="*/ 170033 w 655617"/>
                <a:gd name="connsiteY10" fmla="*/ 323679 h 620097"/>
                <a:gd name="connsiteX11" fmla="*/ 169462 w 655617"/>
                <a:gd name="connsiteY11" fmla="*/ 327013 h 620097"/>
                <a:gd name="connsiteX12" fmla="*/ 173939 w 655617"/>
                <a:gd name="connsiteY12" fmla="*/ 336062 h 620097"/>
                <a:gd name="connsiteX13" fmla="*/ 195751 w 655617"/>
                <a:gd name="connsiteY13" fmla="*/ 353016 h 620097"/>
                <a:gd name="connsiteX14" fmla="*/ 453783 w 655617"/>
                <a:gd name="connsiteY14" fmla="*/ 553518 h 620097"/>
                <a:gd name="connsiteX15" fmla="*/ 338626 w 655617"/>
                <a:gd name="connsiteY15" fmla="*/ 620097 h 620097"/>
                <a:gd name="connsiteX16" fmla="*/ 5156 w 655617"/>
                <a:gd name="connsiteY16" fmla="*/ 361208 h 620097"/>
                <a:gd name="connsiteX17" fmla="*/ 107 w 655617"/>
                <a:gd name="connsiteY17" fmla="*/ 351016 h 620097"/>
                <a:gd name="connsiteX18" fmla="*/ 5441 w 655617"/>
                <a:gd name="connsiteY18" fmla="*/ 343968 h 620097"/>
                <a:gd name="connsiteX19" fmla="*/ 214610 w 655617"/>
                <a:gd name="connsiteY19" fmla="*/ 223191 h 620097"/>
                <a:gd name="connsiteX20" fmla="*/ 219373 w 655617"/>
                <a:gd name="connsiteY20" fmla="*/ 218238 h 620097"/>
                <a:gd name="connsiteX21" fmla="*/ 219373 w 655617"/>
                <a:gd name="connsiteY21" fmla="*/ 218238 h 620097"/>
                <a:gd name="connsiteX22" fmla="*/ 214896 w 655617"/>
                <a:gd name="connsiteY22" fmla="*/ 205950 h 620097"/>
                <a:gd name="connsiteX23" fmla="*/ 209657 w 655617"/>
                <a:gd name="connsiteY23" fmla="*/ 196806 h 620097"/>
                <a:gd name="connsiteX24" fmla="*/ 209753 w 655617"/>
                <a:gd name="connsiteY24" fmla="*/ 195663 h 620097"/>
                <a:gd name="connsiteX25" fmla="*/ 209753 w 655617"/>
                <a:gd name="connsiteY25" fmla="*/ 195663 h 620097"/>
                <a:gd name="connsiteX26" fmla="*/ 215087 w 655617"/>
                <a:gd name="connsiteY26" fmla="*/ 188615 h 620097"/>
                <a:gd name="connsiteX27" fmla="*/ 411016 w 655617"/>
                <a:gd name="connsiteY27" fmla="*/ 75458 h 620097"/>
                <a:gd name="connsiteX28" fmla="*/ 411492 w 655617"/>
                <a:gd name="connsiteY28" fmla="*/ 75172 h 620097"/>
                <a:gd name="connsiteX29" fmla="*/ 537317 w 655617"/>
                <a:gd name="connsiteY29" fmla="*/ 2496 h 620097"/>
                <a:gd name="connsiteX30" fmla="*/ 562844 w 655617"/>
                <a:gd name="connsiteY30" fmla="*/ 4878 h 620097"/>
                <a:gd name="connsiteX31" fmla="*/ 655618 w 655617"/>
                <a:gd name="connsiteY31" fmla="*/ 76887 h 62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5617" h="620097">
                  <a:moveTo>
                    <a:pt x="655237" y="77077"/>
                  </a:moveTo>
                  <a:cubicBezTo>
                    <a:pt x="655237" y="77077"/>
                    <a:pt x="654951" y="77172"/>
                    <a:pt x="654856" y="77268"/>
                  </a:cubicBezTo>
                  <a:cubicBezTo>
                    <a:pt x="594277" y="112224"/>
                    <a:pt x="533698" y="147181"/>
                    <a:pt x="473119" y="182138"/>
                  </a:cubicBezTo>
                  <a:cubicBezTo>
                    <a:pt x="470642" y="183567"/>
                    <a:pt x="468928" y="185567"/>
                    <a:pt x="468261" y="187758"/>
                  </a:cubicBezTo>
                  <a:lnTo>
                    <a:pt x="468261" y="187758"/>
                  </a:lnTo>
                  <a:lnTo>
                    <a:pt x="425589" y="212427"/>
                  </a:lnTo>
                  <a:cubicBezTo>
                    <a:pt x="419969" y="208046"/>
                    <a:pt x="414350" y="203664"/>
                    <a:pt x="408730" y="199378"/>
                  </a:cubicBezTo>
                  <a:cubicBezTo>
                    <a:pt x="401681" y="193949"/>
                    <a:pt x="390251" y="192806"/>
                    <a:pt x="383203" y="196902"/>
                  </a:cubicBezTo>
                  <a:cubicBezTo>
                    <a:pt x="313670" y="237002"/>
                    <a:pt x="244233" y="277102"/>
                    <a:pt x="174701" y="317298"/>
                  </a:cubicBezTo>
                  <a:cubicBezTo>
                    <a:pt x="171938" y="318822"/>
                    <a:pt x="170414" y="321012"/>
                    <a:pt x="170033" y="323298"/>
                  </a:cubicBezTo>
                  <a:cubicBezTo>
                    <a:pt x="170033" y="323489"/>
                    <a:pt x="170033" y="323584"/>
                    <a:pt x="170033" y="323679"/>
                  </a:cubicBezTo>
                  <a:cubicBezTo>
                    <a:pt x="169843" y="324727"/>
                    <a:pt x="169652" y="325870"/>
                    <a:pt x="169462" y="327013"/>
                  </a:cubicBezTo>
                  <a:cubicBezTo>
                    <a:pt x="168986" y="330061"/>
                    <a:pt x="170414" y="333395"/>
                    <a:pt x="173939" y="336062"/>
                  </a:cubicBezTo>
                  <a:cubicBezTo>
                    <a:pt x="181178" y="341682"/>
                    <a:pt x="188512" y="347301"/>
                    <a:pt x="195751" y="353016"/>
                  </a:cubicBezTo>
                  <a:lnTo>
                    <a:pt x="453783" y="553518"/>
                  </a:lnTo>
                  <a:lnTo>
                    <a:pt x="338626" y="620097"/>
                  </a:lnTo>
                  <a:cubicBezTo>
                    <a:pt x="227469" y="533801"/>
                    <a:pt x="116312" y="447504"/>
                    <a:pt x="5156" y="361208"/>
                  </a:cubicBezTo>
                  <a:cubicBezTo>
                    <a:pt x="1250" y="358160"/>
                    <a:pt x="-464" y="354445"/>
                    <a:pt x="107" y="351016"/>
                  </a:cubicBezTo>
                  <a:cubicBezTo>
                    <a:pt x="488" y="348349"/>
                    <a:pt x="2298" y="345777"/>
                    <a:pt x="5441" y="343968"/>
                  </a:cubicBezTo>
                  <a:cubicBezTo>
                    <a:pt x="75164" y="303772"/>
                    <a:pt x="144887" y="263481"/>
                    <a:pt x="214610" y="223191"/>
                  </a:cubicBezTo>
                  <a:cubicBezTo>
                    <a:pt x="216992" y="221857"/>
                    <a:pt x="218516" y="220143"/>
                    <a:pt x="219373" y="218238"/>
                  </a:cubicBezTo>
                  <a:lnTo>
                    <a:pt x="219373" y="218238"/>
                  </a:lnTo>
                  <a:cubicBezTo>
                    <a:pt x="220992" y="214237"/>
                    <a:pt x="219563" y="209570"/>
                    <a:pt x="214896" y="205950"/>
                  </a:cubicBezTo>
                  <a:cubicBezTo>
                    <a:pt x="211372" y="203283"/>
                    <a:pt x="209657" y="199950"/>
                    <a:pt x="209657" y="196806"/>
                  </a:cubicBezTo>
                  <a:cubicBezTo>
                    <a:pt x="209657" y="196425"/>
                    <a:pt x="209657" y="196044"/>
                    <a:pt x="209753" y="195663"/>
                  </a:cubicBezTo>
                  <a:lnTo>
                    <a:pt x="209753" y="195663"/>
                  </a:lnTo>
                  <a:cubicBezTo>
                    <a:pt x="210134" y="192901"/>
                    <a:pt x="211943" y="190425"/>
                    <a:pt x="215087" y="188615"/>
                  </a:cubicBezTo>
                  <a:cubicBezTo>
                    <a:pt x="280428" y="150896"/>
                    <a:pt x="345674" y="113177"/>
                    <a:pt x="411016" y="75458"/>
                  </a:cubicBezTo>
                  <a:cubicBezTo>
                    <a:pt x="411206" y="75458"/>
                    <a:pt x="411302" y="75267"/>
                    <a:pt x="411492" y="75172"/>
                  </a:cubicBezTo>
                  <a:cubicBezTo>
                    <a:pt x="453402" y="50979"/>
                    <a:pt x="495407" y="26785"/>
                    <a:pt x="537317" y="2496"/>
                  </a:cubicBezTo>
                  <a:cubicBezTo>
                    <a:pt x="544461" y="-1599"/>
                    <a:pt x="555891" y="-552"/>
                    <a:pt x="562844" y="4878"/>
                  </a:cubicBezTo>
                  <a:cubicBezTo>
                    <a:pt x="593801" y="28881"/>
                    <a:pt x="624662" y="52884"/>
                    <a:pt x="655618" y="76887"/>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19" name="Freeform: Shape 718">
              <a:extLst>
                <a:ext uri="{FF2B5EF4-FFF2-40B4-BE49-F238E27FC236}">
                  <a16:creationId xmlns:a16="http://schemas.microsoft.com/office/drawing/2014/main" id="{CB2574D3-E34F-000C-2C84-97DA3936EE83}"/>
                </a:ext>
              </a:extLst>
            </p:cNvPr>
            <p:cNvSpPr/>
            <p:nvPr/>
          </p:nvSpPr>
          <p:spPr>
            <a:xfrm>
              <a:off x="10056890" y="4491770"/>
              <a:ext cx="48103" cy="34481"/>
            </a:xfrm>
            <a:custGeom>
              <a:avLst/>
              <a:gdLst>
                <a:gd name="connsiteX0" fmla="*/ 121729 w 121729"/>
                <a:gd name="connsiteY0" fmla="*/ 2191 h 72389"/>
                <a:gd name="connsiteX1" fmla="*/ 0 w 121729"/>
                <a:gd name="connsiteY1" fmla="*/ 72390 h 72389"/>
                <a:gd name="connsiteX2" fmla="*/ 286 w 121729"/>
                <a:gd name="connsiteY2" fmla="*/ 68389 h 72389"/>
                <a:gd name="connsiteX3" fmla="*/ 118872 w 121729"/>
                <a:gd name="connsiteY3" fmla="*/ 0 h 72389"/>
                <a:gd name="connsiteX4" fmla="*/ 121348 w 121729"/>
                <a:gd name="connsiteY4" fmla="*/ 1810 h 72389"/>
                <a:gd name="connsiteX5" fmla="*/ 121729 w 121729"/>
                <a:gd name="connsiteY5" fmla="*/ 2191 h 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729" h="72389">
                  <a:moveTo>
                    <a:pt x="121729" y="2191"/>
                  </a:moveTo>
                  <a:lnTo>
                    <a:pt x="0" y="72390"/>
                  </a:lnTo>
                  <a:lnTo>
                    <a:pt x="286" y="68389"/>
                  </a:lnTo>
                  <a:lnTo>
                    <a:pt x="118872" y="0"/>
                  </a:lnTo>
                  <a:lnTo>
                    <a:pt x="121348" y="1810"/>
                  </a:lnTo>
                  <a:lnTo>
                    <a:pt x="121729" y="2191"/>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0" name="Freeform: Shape 719">
              <a:extLst>
                <a:ext uri="{FF2B5EF4-FFF2-40B4-BE49-F238E27FC236}">
                  <a16:creationId xmlns:a16="http://schemas.microsoft.com/office/drawing/2014/main" id="{583BED34-79F0-F4D1-7E30-5BCE8AEF95D7}"/>
                </a:ext>
              </a:extLst>
            </p:cNvPr>
            <p:cNvSpPr/>
            <p:nvPr/>
          </p:nvSpPr>
          <p:spPr>
            <a:xfrm>
              <a:off x="10057002" y="4490771"/>
              <a:ext cx="46861" cy="33573"/>
            </a:xfrm>
            <a:custGeom>
              <a:avLst/>
              <a:gdLst>
                <a:gd name="connsiteX0" fmla="*/ 115919 w 118586"/>
                <a:gd name="connsiteY0" fmla="*/ 0 h 70484"/>
                <a:gd name="connsiteX1" fmla="*/ 118586 w 118586"/>
                <a:gd name="connsiteY1" fmla="*/ 2096 h 70484"/>
                <a:gd name="connsiteX2" fmla="*/ 0 w 118586"/>
                <a:gd name="connsiteY2" fmla="*/ 70485 h 70484"/>
                <a:gd name="connsiteX3" fmla="*/ 667 w 118586"/>
                <a:gd name="connsiteY3" fmla="*/ 66580 h 70484"/>
                <a:gd name="connsiteX4" fmla="*/ 115919 w 118586"/>
                <a:gd name="connsiteY4" fmla="*/ 0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586" h="70484">
                  <a:moveTo>
                    <a:pt x="115919" y="0"/>
                  </a:moveTo>
                  <a:lnTo>
                    <a:pt x="118586" y="2096"/>
                  </a:lnTo>
                  <a:lnTo>
                    <a:pt x="0" y="70485"/>
                  </a:lnTo>
                  <a:lnTo>
                    <a:pt x="667" y="66580"/>
                  </a:lnTo>
                  <a:lnTo>
                    <a:pt x="115919" y="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1" name="Freeform: Shape 720">
              <a:extLst>
                <a:ext uri="{FF2B5EF4-FFF2-40B4-BE49-F238E27FC236}">
                  <a16:creationId xmlns:a16="http://schemas.microsoft.com/office/drawing/2014/main" id="{7848527C-EC57-0E84-D396-E1DF051EC816}"/>
                </a:ext>
              </a:extLst>
            </p:cNvPr>
            <p:cNvSpPr/>
            <p:nvPr/>
          </p:nvSpPr>
          <p:spPr>
            <a:xfrm>
              <a:off x="9923186" y="4394315"/>
              <a:ext cx="134078" cy="130030"/>
            </a:xfrm>
            <a:custGeom>
              <a:avLst/>
              <a:gdLst>
                <a:gd name="connsiteX0" fmla="*/ 12303 w 339296"/>
                <a:gd name="connsiteY0" fmla="*/ 19717 h 272986"/>
                <a:gd name="connsiteX1" fmla="*/ 5160 w 339296"/>
                <a:gd name="connsiteY1" fmla="*/ 14192 h 272986"/>
                <a:gd name="connsiteX2" fmla="*/ 111 w 339296"/>
                <a:gd name="connsiteY2" fmla="*/ 3810 h 272986"/>
                <a:gd name="connsiteX3" fmla="*/ 778 w 339296"/>
                <a:gd name="connsiteY3" fmla="*/ 0 h 272986"/>
                <a:gd name="connsiteX4" fmla="*/ 5826 w 339296"/>
                <a:gd name="connsiteY4" fmla="*/ 10192 h 272986"/>
                <a:gd name="connsiteX5" fmla="*/ 339297 w 339296"/>
                <a:gd name="connsiteY5" fmla="*/ 269081 h 272986"/>
                <a:gd name="connsiteX6" fmla="*/ 338630 w 339296"/>
                <a:gd name="connsiteY6" fmla="*/ 272987 h 272986"/>
                <a:gd name="connsiteX7" fmla="*/ 251476 w 339296"/>
                <a:gd name="connsiteY7" fmla="*/ 205359 h 272986"/>
                <a:gd name="connsiteX8" fmla="*/ 234522 w 339296"/>
                <a:gd name="connsiteY8" fmla="*/ 192215 h 272986"/>
                <a:gd name="connsiteX9" fmla="*/ 200327 w 339296"/>
                <a:gd name="connsiteY9" fmla="*/ 165640 h 272986"/>
                <a:gd name="connsiteX10" fmla="*/ 140510 w 339296"/>
                <a:gd name="connsiteY10" fmla="*/ 119158 h 272986"/>
                <a:gd name="connsiteX11" fmla="*/ 12399 w 339296"/>
                <a:gd name="connsiteY11" fmla="*/ 19717 h 27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9296" h="272986">
                  <a:moveTo>
                    <a:pt x="12303" y="19717"/>
                  </a:moveTo>
                  <a:cubicBezTo>
                    <a:pt x="9922" y="17812"/>
                    <a:pt x="7541" y="16002"/>
                    <a:pt x="5160" y="14192"/>
                  </a:cubicBezTo>
                  <a:cubicBezTo>
                    <a:pt x="1159" y="11144"/>
                    <a:pt x="-460" y="7239"/>
                    <a:pt x="111" y="3810"/>
                  </a:cubicBezTo>
                  <a:cubicBezTo>
                    <a:pt x="302" y="2572"/>
                    <a:pt x="492" y="1238"/>
                    <a:pt x="778" y="0"/>
                  </a:cubicBezTo>
                  <a:cubicBezTo>
                    <a:pt x="302" y="3524"/>
                    <a:pt x="2016" y="7239"/>
                    <a:pt x="5826" y="10192"/>
                  </a:cubicBezTo>
                  <a:cubicBezTo>
                    <a:pt x="116983" y="96488"/>
                    <a:pt x="228140" y="182785"/>
                    <a:pt x="339297" y="269081"/>
                  </a:cubicBezTo>
                  <a:lnTo>
                    <a:pt x="338630" y="272987"/>
                  </a:lnTo>
                  <a:cubicBezTo>
                    <a:pt x="309579" y="250412"/>
                    <a:pt x="280527" y="227838"/>
                    <a:pt x="251476" y="205359"/>
                  </a:cubicBezTo>
                  <a:cubicBezTo>
                    <a:pt x="245856" y="200978"/>
                    <a:pt x="240237" y="196596"/>
                    <a:pt x="234522" y="192215"/>
                  </a:cubicBezTo>
                  <a:cubicBezTo>
                    <a:pt x="223187" y="183356"/>
                    <a:pt x="211757" y="174498"/>
                    <a:pt x="200327" y="165640"/>
                  </a:cubicBezTo>
                  <a:cubicBezTo>
                    <a:pt x="180420" y="150114"/>
                    <a:pt x="160417" y="134684"/>
                    <a:pt x="140510" y="119158"/>
                  </a:cubicBezTo>
                  <a:cubicBezTo>
                    <a:pt x="97838" y="86011"/>
                    <a:pt x="55071" y="52864"/>
                    <a:pt x="12399" y="1971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2" name="Freeform: Shape 721">
              <a:extLst>
                <a:ext uri="{FF2B5EF4-FFF2-40B4-BE49-F238E27FC236}">
                  <a16:creationId xmlns:a16="http://schemas.microsoft.com/office/drawing/2014/main" id="{ED813FE9-347B-9F6D-DC4B-510C71ACAB85}"/>
                </a:ext>
              </a:extLst>
            </p:cNvPr>
            <p:cNvSpPr/>
            <p:nvPr/>
          </p:nvSpPr>
          <p:spPr>
            <a:xfrm>
              <a:off x="9900233" y="4398988"/>
              <a:ext cx="156769" cy="127263"/>
            </a:xfrm>
            <a:custGeom>
              <a:avLst/>
              <a:gdLst>
                <a:gd name="connsiteX0" fmla="*/ 282893 w 396716"/>
                <a:gd name="connsiteY0" fmla="*/ 191834 h 267176"/>
                <a:gd name="connsiteX1" fmla="*/ 0 w 396716"/>
                <a:gd name="connsiteY1" fmla="*/ 4000 h 267176"/>
                <a:gd name="connsiteX2" fmla="*/ 286 w 396716"/>
                <a:gd name="connsiteY2" fmla="*/ 0 h 267176"/>
                <a:gd name="connsiteX3" fmla="*/ 396716 w 396716"/>
                <a:gd name="connsiteY3" fmla="*/ 263176 h 267176"/>
                <a:gd name="connsiteX4" fmla="*/ 396431 w 396716"/>
                <a:gd name="connsiteY4" fmla="*/ 267176 h 267176"/>
                <a:gd name="connsiteX5" fmla="*/ 289655 w 396716"/>
                <a:gd name="connsiteY5" fmla="*/ 196310 h 267176"/>
                <a:gd name="connsiteX6" fmla="*/ 289179 w 396716"/>
                <a:gd name="connsiteY6" fmla="*/ 196024 h 267176"/>
                <a:gd name="connsiteX7" fmla="*/ 286226 w 396716"/>
                <a:gd name="connsiteY7" fmla="*/ 194024 h 267176"/>
                <a:gd name="connsiteX8" fmla="*/ 282893 w 396716"/>
                <a:gd name="connsiteY8" fmla="*/ 191834 h 26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6716" h="267176">
                  <a:moveTo>
                    <a:pt x="282893" y="191834"/>
                  </a:moveTo>
                  <a:lnTo>
                    <a:pt x="0" y="4000"/>
                  </a:lnTo>
                  <a:lnTo>
                    <a:pt x="286" y="0"/>
                  </a:lnTo>
                  <a:lnTo>
                    <a:pt x="396716" y="263176"/>
                  </a:lnTo>
                  <a:lnTo>
                    <a:pt x="396431" y="267176"/>
                  </a:lnTo>
                  <a:lnTo>
                    <a:pt x="289655" y="196310"/>
                  </a:lnTo>
                  <a:lnTo>
                    <a:pt x="289179" y="196024"/>
                  </a:lnTo>
                  <a:lnTo>
                    <a:pt x="286226" y="194024"/>
                  </a:lnTo>
                  <a:lnTo>
                    <a:pt x="282893" y="191834"/>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3" name="Freeform: Shape 722">
              <a:extLst>
                <a:ext uri="{FF2B5EF4-FFF2-40B4-BE49-F238E27FC236}">
                  <a16:creationId xmlns:a16="http://schemas.microsoft.com/office/drawing/2014/main" id="{8A99286F-E71D-384E-753F-F2461DAA470E}"/>
                </a:ext>
              </a:extLst>
            </p:cNvPr>
            <p:cNvSpPr/>
            <p:nvPr/>
          </p:nvSpPr>
          <p:spPr>
            <a:xfrm>
              <a:off x="9889763" y="4326657"/>
              <a:ext cx="167239" cy="197688"/>
            </a:xfrm>
            <a:custGeom>
              <a:avLst/>
              <a:gdLst>
                <a:gd name="connsiteX0" fmla="*/ 423211 w 423210"/>
                <a:gd name="connsiteY0" fmla="*/ 415029 h 415029"/>
                <a:gd name="connsiteX1" fmla="*/ 26780 w 423210"/>
                <a:gd name="connsiteY1" fmla="*/ 151853 h 415029"/>
                <a:gd name="connsiteX2" fmla="*/ 4682 w 423210"/>
                <a:gd name="connsiteY2" fmla="*/ 137185 h 415029"/>
                <a:gd name="connsiteX3" fmla="*/ 15 w 423210"/>
                <a:gd name="connsiteY3" fmla="*/ 129565 h 415029"/>
                <a:gd name="connsiteX4" fmla="*/ 4682 w 423210"/>
                <a:gd name="connsiteY4" fmla="*/ 123183 h 415029"/>
                <a:gd name="connsiteX5" fmla="*/ 213185 w 423210"/>
                <a:gd name="connsiteY5" fmla="*/ 2787 h 415029"/>
                <a:gd name="connsiteX6" fmla="*/ 238902 w 423210"/>
                <a:gd name="connsiteY6" fmla="*/ 3835 h 415029"/>
                <a:gd name="connsiteX7" fmla="*/ 251761 w 423210"/>
                <a:gd name="connsiteY7" fmla="*/ 12407 h 415029"/>
                <a:gd name="connsiteX8" fmla="*/ 234997 w 423210"/>
                <a:gd name="connsiteY8" fmla="*/ 22028 h 415029"/>
                <a:gd name="connsiteX9" fmla="*/ 221567 w 423210"/>
                <a:gd name="connsiteY9" fmla="*/ 13169 h 415029"/>
                <a:gd name="connsiteX10" fmla="*/ 37544 w 423210"/>
                <a:gd name="connsiteY10" fmla="*/ 119468 h 415029"/>
                <a:gd name="connsiteX11" fmla="*/ 55546 w 423210"/>
                <a:gd name="connsiteY11" fmla="*/ 131375 h 415029"/>
                <a:gd name="connsiteX12" fmla="*/ 50783 w 423210"/>
                <a:gd name="connsiteY12" fmla="*/ 134137 h 415029"/>
                <a:gd name="connsiteX13" fmla="*/ 55641 w 423210"/>
                <a:gd name="connsiteY13" fmla="*/ 137661 h 415029"/>
                <a:gd name="connsiteX14" fmla="*/ 50021 w 423210"/>
                <a:gd name="connsiteY14" fmla="*/ 140900 h 415029"/>
                <a:gd name="connsiteX15" fmla="*/ 55355 w 423210"/>
                <a:gd name="connsiteY15" fmla="*/ 144614 h 415029"/>
                <a:gd name="connsiteX16" fmla="*/ 49355 w 423210"/>
                <a:gd name="connsiteY16" fmla="*/ 148043 h 415029"/>
                <a:gd name="connsiteX17" fmla="*/ 53641 w 423210"/>
                <a:gd name="connsiteY17" fmla="*/ 150996 h 415029"/>
                <a:gd name="connsiteX18" fmla="*/ 48878 w 423210"/>
                <a:gd name="connsiteY18" fmla="*/ 153758 h 415029"/>
                <a:gd name="connsiteX19" fmla="*/ 335962 w 423210"/>
                <a:gd name="connsiteY19" fmla="*/ 347211 h 415029"/>
                <a:gd name="connsiteX20" fmla="*/ 423116 w 423210"/>
                <a:gd name="connsiteY20" fmla="*/ 414839 h 41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210" h="415029">
                  <a:moveTo>
                    <a:pt x="423211" y="415029"/>
                  </a:moveTo>
                  <a:lnTo>
                    <a:pt x="26780" y="151853"/>
                  </a:lnTo>
                  <a:cubicBezTo>
                    <a:pt x="19446" y="146996"/>
                    <a:pt x="12112" y="142043"/>
                    <a:pt x="4682" y="137185"/>
                  </a:cubicBezTo>
                  <a:cubicBezTo>
                    <a:pt x="1444" y="134994"/>
                    <a:pt x="-175" y="132232"/>
                    <a:pt x="15" y="129565"/>
                  </a:cubicBezTo>
                  <a:cubicBezTo>
                    <a:pt x="206" y="127184"/>
                    <a:pt x="1825" y="124898"/>
                    <a:pt x="4682" y="123183"/>
                  </a:cubicBezTo>
                  <a:cubicBezTo>
                    <a:pt x="74120" y="82988"/>
                    <a:pt x="143652" y="42887"/>
                    <a:pt x="213185" y="2787"/>
                  </a:cubicBezTo>
                  <a:cubicBezTo>
                    <a:pt x="220328" y="-1309"/>
                    <a:pt x="231854" y="-832"/>
                    <a:pt x="238902" y="3835"/>
                  </a:cubicBezTo>
                  <a:cubicBezTo>
                    <a:pt x="243188" y="6692"/>
                    <a:pt x="247475" y="9550"/>
                    <a:pt x="251761" y="12407"/>
                  </a:cubicBezTo>
                  <a:lnTo>
                    <a:pt x="234997" y="22028"/>
                  </a:lnTo>
                  <a:lnTo>
                    <a:pt x="221567" y="13169"/>
                  </a:lnTo>
                  <a:lnTo>
                    <a:pt x="37544" y="119468"/>
                  </a:lnTo>
                  <a:lnTo>
                    <a:pt x="55546" y="131375"/>
                  </a:lnTo>
                  <a:lnTo>
                    <a:pt x="50783" y="134137"/>
                  </a:lnTo>
                  <a:lnTo>
                    <a:pt x="55641" y="137661"/>
                  </a:lnTo>
                  <a:lnTo>
                    <a:pt x="50021" y="140900"/>
                  </a:lnTo>
                  <a:lnTo>
                    <a:pt x="55355" y="144614"/>
                  </a:lnTo>
                  <a:lnTo>
                    <a:pt x="49355" y="148043"/>
                  </a:lnTo>
                  <a:lnTo>
                    <a:pt x="53641" y="150996"/>
                  </a:lnTo>
                  <a:lnTo>
                    <a:pt x="48878" y="153758"/>
                  </a:lnTo>
                  <a:lnTo>
                    <a:pt x="335962" y="347211"/>
                  </a:lnTo>
                  <a:cubicBezTo>
                    <a:pt x="365013" y="369785"/>
                    <a:pt x="394064" y="392360"/>
                    <a:pt x="423116" y="414839"/>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4" name="Freeform: Shape 723">
              <a:extLst>
                <a:ext uri="{FF2B5EF4-FFF2-40B4-BE49-F238E27FC236}">
                  <a16:creationId xmlns:a16="http://schemas.microsoft.com/office/drawing/2014/main" id="{872DC659-4994-BE8F-B98A-45C473029F8D}"/>
                </a:ext>
              </a:extLst>
            </p:cNvPr>
            <p:cNvSpPr/>
            <p:nvPr/>
          </p:nvSpPr>
          <p:spPr>
            <a:xfrm>
              <a:off x="9910170" y="4320770"/>
              <a:ext cx="99933" cy="82890"/>
            </a:xfrm>
            <a:custGeom>
              <a:avLst/>
              <a:gdLst>
                <a:gd name="connsiteX0" fmla="*/ 33623 w 252888"/>
                <a:gd name="connsiteY0" fmla="*/ 154305 h 174021"/>
                <a:gd name="connsiteX1" fmla="*/ 32956 w 252888"/>
                <a:gd name="connsiteY1" fmla="*/ 158115 h 174021"/>
                <a:gd name="connsiteX2" fmla="*/ 38005 w 252888"/>
                <a:gd name="connsiteY2" fmla="*/ 168497 h 174021"/>
                <a:gd name="connsiteX3" fmla="*/ 45148 w 252888"/>
                <a:gd name="connsiteY3" fmla="*/ 174022 h 174021"/>
                <a:gd name="connsiteX4" fmla="*/ 4286 w 252888"/>
                <a:gd name="connsiteY4" fmla="*/ 143447 h 174021"/>
                <a:gd name="connsiteX5" fmla="*/ 0 w 252888"/>
                <a:gd name="connsiteY5" fmla="*/ 140208 h 174021"/>
                <a:gd name="connsiteX6" fmla="*/ 183356 w 252888"/>
                <a:gd name="connsiteY6" fmla="*/ 34385 h 174021"/>
                <a:gd name="connsiteX7" fmla="*/ 200120 w 252888"/>
                <a:gd name="connsiteY7" fmla="*/ 24765 h 174021"/>
                <a:gd name="connsiteX8" fmla="*/ 242983 w 252888"/>
                <a:gd name="connsiteY8" fmla="*/ 0 h 174021"/>
                <a:gd name="connsiteX9" fmla="*/ 242602 w 252888"/>
                <a:gd name="connsiteY9" fmla="*/ 2667 h 174021"/>
                <a:gd name="connsiteX10" fmla="*/ 247650 w 252888"/>
                <a:gd name="connsiteY10" fmla="*/ 13049 h 174021"/>
                <a:gd name="connsiteX11" fmla="*/ 252889 w 252888"/>
                <a:gd name="connsiteY11" fmla="*/ 21336 h 174021"/>
                <a:gd name="connsiteX12" fmla="*/ 252889 w 252888"/>
                <a:gd name="connsiteY12" fmla="*/ 21336 h 174021"/>
                <a:gd name="connsiteX13" fmla="*/ 248126 w 252888"/>
                <a:gd name="connsiteY13" fmla="*/ 26384 h 174021"/>
                <a:gd name="connsiteX14" fmla="*/ 38957 w 252888"/>
                <a:gd name="connsiteY14" fmla="*/ 147161 h 174021"/>
                <a:gd name="connsiteX15" fmla="*/ 33623 w 252888"/>
                <a:gd name="connsiteY15" fmla="*/ 154210 h 17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2888" h="174021">
                  <a:moveTo>
                    <a:pt x="33623" y="154305"/>
                  </a:moveTo>
                  <a:cubicBezTo>
                    <a:pt x="33433" y="155639"/>
                    <a:pt x="33242" y="156877"/>
                    <a:pt x="32956" y="158115"/>
                  </a:cubicBezTo>
                  <a:cubicBezTo>
                    <a:pt x="32385" y="161639"/>
                    <a:pt x="34004" y="165449"/>
                    <a:pt x="38005" y="168497"/>
                  </a:cubicBezTo>
                  <a:cubicBezTo>
                    <a:pt x="40386" y="170307"/>
                    <a:pt x="42767" y="172212"/>
                    <a:pt x="45148" y="174022"/>
                  </a:cubicBezTo>
                  <a:lnTo>
                    <a:pt x="4286" y="143447"/>
                  </a:lnTo>
                  <a:lnTo>
                    <a:pt x="0" y="140208"/>
                  </a:lnTo>
                  <a:lnTo>
                    <a:pt x="183356" y="34385"/>
                  </a:lnTo>
                  <a:lnTo>
                    <a:pt x="200120" y="24765"/>
                  </a:lnTo>
                  <a:lnTo>
                    <a:pt x="242983" y="0"/>
                  </a:lnTo>
                  <a:cubicBezTo>
                    <a:pt x="242792" y="857"/>
                    <a:pt x="242697" y="1810"/>
                    <a:pt x="242602" y="2667"/>
                  </a:cubicBezTo>
                  <a:cubicBezTo>
                    <a:pt x="242030" y="6191"/>
                    <a:pt x="243745" y="9906"/>
                    <a:pt x="247650" y="13049"/>
                  </a:cubicBezTo>
                  <a:cubicBezTo>
                    <a:pt x="250888" y="15526"/>
                    <a:pt x="252603" y="18479"/>
                    <a:pt x="252889" y="21336"/>
                  </a:cubicBezTo>
                  <a:lnTo>
                    <a:pt x="252889" y="21336"/>
                  </a:lnTo>
                  <a:cubicBezTo>
                    <a:pt x="252032" y="23336"/>
                    <a:pt x="250508" y="25051"/>
                    <a:pt x="248126" y="26384"/>
                  </a:cubicBezTo>
                  <a:cubicBezTo>
                    <a:pt x="178403" y="66675"/>
                    <a:pt x="108680" y="106966"/>
                    <a:pt x="38957" y="147161"/>
                  </a:cubicBezTo>
                  <a:cubicBezTo>
                    <a:pt x="35814" y="148971"/>
                    <a:pt x="34004" y="151543"/>
                    <a:pt x="33623" y="154210"/>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5" name="Freeform: Shape 724">
              <a:extLst>
                <a:ext uri="{FF2B5EF4-FFF2-40B4-BE49-F238E27FC236}">
                  <a16:creationId xmlns:a16="http://schemas.microsoft.com/office/drawing/2014/main" id="{5038E6E1-195C-4F59-48D7-E2F101F347E5}"/>
                </a:ext>
              </a:extLst>
            </p:cNvPr>
            <p:cNvSpPr/>
            <p:nvPr/>
          </p:nvSpPr>
          <p:spPr>
            <a:xfrm>
              <a:off x="9904637" y="4332975"/>
              <a:ext cx="78027" cy="56304"/>
            </a:xfrm>
            <a:custGeom>
              <a:avLst/>
              <a:gdLst>
                <a:gd name="connsiteX0" fmla="*/ 197453 w 197453"/>
                <a:gd name="connsiteY0" fmla="*/ 8858 h 118205"/>
                <a:gd name="connsiteX1" fmla="*/ 14097 w 197453"/>
                <a:gd name="connsiteY1" fmla="*/ 114776 h 118205"/>
                <a:gd name="connsiteX2" fmla="*/ 18383 w 197453"/>
                <a:gd name="connsiteY2" fmla="*/ 117919 h 118205"/>
                <a:gd name="connsiteX3" fmla="*/ 18383 w 197453"/>
                <a:gd name="connsiteY3" fmla="*/ 118015 h 118205"/>
                <a:gd name="connsiteX4" fmla="*/ 18002 w 197453"/>
                <a:gd name="connsiteY4" fmla="*/ 118205 h 118205"/>
                <a:gd name="connsiteX5" fmla="*/ 0 w 197453"/>
                <a:gd name="connsiteY5" fmla="*/ 106299 h 118205"/>
                <a:gd name="connsiteX6" fmla="*/ 184023 w 197453"/>
                <a:gd name="connsiteY6" fmla="*/ 0 h 118205"/>
                <a:gd name="connsiteX7" fmla="*/ 197453 w 197453"/>
                <a:gd name="connsiteY7" fmla="*/ 8858 h 11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453" h="118205">
                  <a:moveTo>
                    <a:pt x="197453" y="8858"/>
                  </a:moveTo>
                  <a:lnTo>
                    <a:pt x="14097" y="114776"/>
                  </a:lnTo>
                  <a:lnTo>
                    <a:pt x="18383" y="117919"/>
                  </a:lnTo>
                  <a:lnTo>
                    <a:pt x="18383" y="118015"/>
                  </a:lnTo>
                  <a:lnTo>
                    <a:pt x="18002" y="118205"/>
                  </a:lnTo>
                  <a:lnTo>
                    <a:pt x="0" y="106299"/>
                  </a:lnTo>
                  <a:lnTo>
                    <a:pt x="184023" y="0"/>
                  </a:lnTo>
                  <a:lnTo>
                    <a:pt x="197453" y="8858"/>
                  </a:lnTo>
                  <a:close/>
                </a:path>
              </a:pathLst>
            </a:custGeom>
            <a:solidFill>
              <a:srgbClr val="5A94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6" name="Freeform: Shape 725">
              <a:extLst>
                <a:ext uri="{FF2B5EF4-FFF2-40B4-BE49-F238E27FC236}">
                  <a16:creationId xmlns:a16="http://schemas.microsoft.com/office/drawing/2014/main" id="{9477DD90-2A08-5919-8054-4749E0B02A0C}"/>
                </a:ext>
              </a:extLst>
            </p:cNvPr>
            <p:cNvSpPr/>
            <p:nvPr/>
          </p:nvSpPr>
          <p:spPr>
            <a:xfrm>
              <a:off x="9889694" y="4388417"/>
              <a:ext cx="10689" cy="12522"/>
            </a:xfrm>
            <a:custGeom>
              <a:avLst/>
              <a:gdLst>
                <a:gd name="connsiteX0" fmla="*/ 0 w 27051"/>
                <a:gd name="connsiteY0" fmla="*/ 3620 h 26289"/>
                <a:gd name="connsiteX1" fmla="*/ 0 w 27051"/>
                <a:gd name="connsiteY1" fmla="*/ 3620 h 26289"/>
                <a:gd name="connsiteX2" fmla="*/ 286 w 27051"/>
                <a:gd name="connsiteY2" fmla="*/ 0 h 26289"/>
                <a:gd name="connsiteX3" fmla="*/ 4953 w 27051"/>
                <a:gd name="connsiteY3" fmla="*/ 7620 h 26289"/>
                <a:gd name="connsiteX4" fmla="*/ 27051 w 27051"/>
                <a:gd name="connsiteY4" fmla="*/ 22289 h 26289"/>
                <a:gd name="connsiteX5" fmla="*/ 26765 w 27051"/>
                <a:gd name="connsiteY5" fmla="*/ 26289 h 26289"/>
                <a:gd name="connsiteX6" fmla="*/ 4667 w 27051"/>
                <a:gd name="connsiteY6" fmla="*/ 11621 h 26289"/>
                <a:gd name="connsiteX7" fmla="*/ 95 w 27051"/>
                <a:gd name="connsiteY7" fmla="*/ 3715 h 2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51" h="26289">
                  <a:moveTo>
                    <a:pt x="0" y="3620"/>
                  </a:moveTo>
                  <a:lnTo>
                    <a:pt x="0" y="3620"/>
                  </a:lnTo>
                  <a:cubicBezTo>
                    <a:pt x="95" y="2381"/>
                    <a:pt x="191" y="1238"/>
                    <a:pt x="286" y="0"/>
                  </a:cubicBezTo>
                  <a:cubicBezTo>
                    <a:pt x="95" y="2667"/>
                    <a:pt x="1619" y="5429"/>
                    <a:pt x="4953" y="7620"/>
                  </a:cubicBezTo>
                  <a:cubicBezTo>
                    <a:pt x="12287" y="12478"/>
                    <a:pt x="19717" y="17431"/>
                    <a:pt x="27051" y="22289"/>
                  </a:cubicBezTo>
                  <a:lnTo>
                    <a:pt x="26765" y="26289"/>
                  </a:lnTo>
                  <a:cubicBezTo>
                    <a:pt x="19431" y="21431"/>
                    <a:pt x="12097" y="16478"/>
                    <a:pt x="4667" y="11621"/>
                  </a:cubicBezTo>
                  <a:cubicBezTo>
                    <a:pt x="1238" y="9334"/>
                    <a:pt x="-286" y="6477"/>
                    <a:pt x="95" y="3715"/>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7" name="Freeform: Shape 726">
              <a:extLst>
                <a:ext uri="{FF2B5EF4-FFF2-40B4-BE49-F238E27FC236}">
                  <a16:creationId xmlns:a16="http://schemas.microsoft.com/office/drawing/2014/main" id="{CDA9C08D-0BE5-A9AA-1EFE-F60EA6C898EA}"/>
                </a:ext>
              </a:extLst>
            </p:cNvPr>
            <p:cNvSpPr/>
            <p:nvPr/>
          </p:nvSpPr>
          <p:spPr>
            <a:xfrm>
              <a:off x="9990682" y="4319766"/>
              <a:ext cx="165200" cy="218825"/>
            </a:xfrm>
            <a:custGeom>
              <a:avLst/>
              <a:gdLst>
                <a:gd name="connsiteX0" fmla="*/ 418052 w 418052"/>
                <a:gd name="connsiteY0" fmla="*/ 459118 h 459404"/>
                <a:gd name="connsiteX1" fmla="*/ 26289 w 418052"/>
                <a:gd name="connsiteY1" fmla="*/ 154795 h 459404"/>
                <a:gd name="connsiteX2" fmla="*/ 4477 w 418052"/>
                <a:gd name="connsiteY2" fmla="*/ 137840 h 459404"/>
                <a:gd name="connsiteX3" fmla="*/ 0 w 418052"/>
                <a:gd name="connsiteY3" fmla="*/ 130792 h 459404"/>
                <a:gd name="connsiteX4" fmla="*/ 0 w 418052"/>
                <a:gd name="connsiteY4" fmla="*/ 130792 h 459404"/>
                <a:gd name="connsiteX5" fmla="*/ 0 w 418052"/>
                <a:gd name="connsiteY5" fmla="*/ 129268 h 459404"/>
                <a:gd name="connsiteX6" fmla="*/ 0 w 418052"/>
                <a:gd name="connsiteY6" fmla="*/ 128887 h 459404"/>
                <a:gd name="connsiteX7" fmla="*/ 4667 w 418052"/>
                <a:gd name="connsiteY7" fmla="*/ 122886 h 459404"/>
                <a:gd name="connsiteX8" fmla="*/ 213170 w 418052"/>
                <a:gd name="connsiteY8" fmla="*/ 2490 h 459404"/>
                <a:gd name="connsiteX9" fmla="*/ 238697 w 418052"/>
                <a:gd name="connsiteY9" fmla="*/ 4966 h 459404"/>
                <a:gd name="connsiteX10" fmla="*/ 255556 w 418052"/>
                <a:gd name="connsiteY10" fmla="*/ 18016 h 459404"/>
                <a:gd name="connsiteX11" fmla="*/ 238792 w 418052"/>
                <a:gd name="connsiteY11" fmla="*/ 27636 h 459404"/>
                <a:gd name="connsiteX12" fmla="*/ 221361 w 418052"/>
                <a:gd name="connsiteY12" fmla="*/ 14110 h 459404"/>
                <a:gd name="connsiteX13" fmla="*/ 37338 w 418052"/>
                <a:gd name="connsiteY13" fmla="*/ 120409 h 459404"/>
                <a:gd name="connsiteX14" fmla="*/ 54674 w 418052"/>
                <a:gd name="connsiteY14" fmla="*/ 133935 h 459404"/>
                <a:gd name="connsiteX15" fmla="*/ 53626 w 418052"/>
                <a:gd name="connsiteY15" fmla="*/ 134602 h 459404"/>
                <a:gd name="connsiteX16" fmla="*/ 57150 w 418052"/>
                <a:gd name="connsiteY16" fmla="*/ 137650 h 459404"/>
                <a:gd name="connsiteX17" fmla="*/ 52292 w 418052"/>
                <a:gd name="connsiteY17" fmla="*/ 140412 h 459404"/>
                <a:gd name="connsiteX18" fmla="*/ 56198 w 418052"/>
                <a:gd name="connsiteY18" fmla="*/ 143746 h 459404"/>
                <a:gd name="connsiteX19" fmla="*/ 50959 w 418052"/>
                <a:gd name="connsiteY19" fmla="*/ 146794 h 459404"/>
                <a:gd name="connsiteX20" fmla="*/ 55245 w 418052"/>
                <a:gd name="connsiteY20" fmla="*/ 150318 h 459404"/>
                <a:gd name="connsiteX21" fmla="*/ 49625 w 418052"/>
                <a:gd name="connsiteY21" fmla="*/ 153556 h 459404"/>
                <a:gd name="connsiteX22" fmla="*/ 53054 w 418052"/>
                <a:gd name="connsiteY22" fmla="*/ 156319 h 459404"/>
                <a:gd name="connsiteX23" fmla="*/ 48673 w 418052"/>
                <a:gd name="connsiteY23" fmla="*/ 158890 h 459404"/>
                <a:gd name="connsiteX24" fmla="*/ 326136 w 418052"/>
                <a:gd name="connsiteY24" fmla="*/ 377299 h 459404"/>
                <a:gd name="connsiteX25" fmla="*/ 418052 w 418052"/>
                <a:gd name="connsiteY25" fmla="*/ 459404 h 45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8052" h="459404">
                  <a:moveTo>
                    <a:pt x="418052" y="459118"/>
                  </a:moveTo>
                  <a:lnTo>
                    <a:pt x="26289" y="154795"/>
                  </a:lnTo>
                  <a:cubicBezTo>
                    <a:pt x="19050" y="149175"/>
                    <a:pt x="11716" y="143555"/>
                    <a:pt x="4477" y="137840"/>
                  </a:cubicBezTo>
                  <a:cubicBezTo>
                    <a:pt x="1715" y="135745"/>
                    <a:pt x="191" y="133173"/>
                    <a:pt x="0" y="130792"/>
                  </a:cubicBezTo>
                  <a:lnTo>
                    <a:pt x="0" y="130792"/>
                  </a:lnTo>
                  <a:cubicBezTo>
                    <a:pt x="0" y="130220"/>
                    <a:pt x="0" y="129744"/>
                    <a:pt x="0" y="129268"/>
                  </a:cubicBezTo>
                  <a:cubicBezTo>
                    <a:pt x="0" y="129077"/>
                    <a:pt x="0" y="128982"/>
                    <a:pt x="0" y="128887"/>
                  </a:cubicBezTo>
                  <a:cubicBezTo>
                    <a:pt x="381" y="126505"/>
                    <a:pt x="1905" y="124410"/>
                    <a:pt x="4667" y="122886"/>
                  </a:cubicBezTo>
                  <a:cubicBezTo>
                    <a:pt x="74105" y="82690"/>
                    <a:pt x="143637" y="42590"/>
                    <a:pt x="213170" y="2490"/>
                  </a:cubicBezTo>
                  <a:cubicBezTo>
                    <a:pt x="220313" y="-1606"/>
                    <a:pt x="231743" y="-558"/>
                    <a:pt x="238697" y="4966"/>
                  </a:cubicBezTo>
                  <a:cubicBezTo>
                    <a:pt x="244316" y="9348"/>
                    <a:pt x="249936" y="13729"/>
                    <a:pt x="255556" y="18016"/>
                  </a:cubicBezTo>
                  <a:lnTo>
                    <a:pt x="238792" y="27636"/>
                  </a:lnTo>
                  <a:lnTo>
                    <a:pt x="221361" y="14110"/>
                  </a:lnTo>
                  <a:lnTo>
                    <a:pt x="37338" y="120409"/>
                  </a:lnTo>
                  <a:lnTo>
                    <a:pt x="54674" y="133935"/>
                  </a:lnTo>
                  <a:lnTo>
                    <a:pt x="53626" y="134602"/>
                  </a:lnTo>
                  <a:lnTo>
                    <a:pt x="57150" y="137650"/>
                  </a:lnTo>
                  <a:lnTo>
                    <a:pt x="52292" y="140412"/>
                  </a:lnTo>
                  <a:lnTo>
                    <a:pt x="56198" y="143746"/>
                  </a:lnTo>
                  <a:lnTo>
                    <a:pt x="50959" y="146794"/>
                  </a:lnTo>
                  <a:lnTo>
                    <a:pt x="55245" y="150318"/>
                  </a:lnTo>
                  <a:lnTo>
                    <a:pt x="49625" y="153556"/>
                  </a:lnTo>
                  <a:lnTo>
                    <a:pt x="53054" y="156319"/>
                  </a:lnTo>
                  <a:lnTo>
                    <a:pt x="48673" y="158890"/>
                  </a:lnTo>
                  <a:lnTo>
                    <a:pt x="326136" y="377299"/>
                  </a:lnTo>
                  <a:cubicBezTo>
                    <a:pt x="356711" y="404731"/>
                    <a:pt x="387382" y="431972"/>
                    <a:pt x="418052" y="459404"/>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8" name="Freeform: Shape 727">
              <a:extLst>
                <a:ext uri="{FF2B5EF4-FFF2-40B4-BE49-F238E27FC236}">
                  <a16:creationId xmlns:a16="http://schemas.microsoft.com/office/drawing/2014/main" id="{2C26BD43-26C5-FB83-1F4B-5B2A1B265223}"/>
                </a:ext>
              </a:extLst>
            </p:cNvPr>
            <p:cNvSpPr/>
            <p:nvPr/>
          </p:nvSpPr>
          <p:spPr>
            <a:xfrm>
              <a:off x="10109924" y="4322630"/>
              <a:ext cx="2386" cy="6714"/>
            </a:xfrm>
            <a:custGeom>
              <a:avLst/>
              <a:gdLst>
                <a:gd name="connsiteX0" fmla="*/ 1048 w 6038"/>
                <a:gd name="connsiteY0" fmla="*/ 0 h 14097"/>
                <a:gd name="connsiteX1" fmla="*/ 4953 w 6038"/>
                <a:gd name="connsiteY1" fmla="*/ 14097 h 14097"/>
                <a:gd name="connsiteX2" fmla="*/ 0 w 6038"/>
                <a:gd name="connsiteY2" fmla="*/ 3715 h 14097"/>
                <a:gd name="connsiteX3" fmla="*/ 1048 w 6038"/>
                <a:gd name="connsiteY3" fmla="*/ 0 h 14097"/>
              </a:gdLst>
              <a:ahLst/>
              <a:cxnLst>
                <a:cxn ang="0">
                  <a:pos x="connsiteX0" y="connsiteY0"/>
                </a:cxn>
                <a:cxn ang="0">
                  <a:pos x="connsiteX1" y="connsiteY1"/>
                </a:cxn>
                <a:cxn ang="0">
                  <a:pos x="connsiteX2" y="connsiteY2"/>
                </a:cxn>
                <a:cxn ang="0">
                  <a:pos x="connsiteX3" y="connsiteY3"/>
                </a:cxn>
              </a:cxnLst>
              <a:rect l="l" t="t" r="r" b="b"/>
              <a:pathLst>
                <a:path w="6038" h="14097">
                  <a:moveTo>
                    <a:pt x="1048" y="0"/>
                  </a:moveTo>
                  <a:cubicBezTo>
                    <a:pt x="5906" y="4382"/>
                    <a:pt x="7239" y="9811"/>
                    <a:pt x="4953" y="14097"/>
                  </a:cubicBezTo>
                  <a:cubicBezTo>
                    <a:pt x="5239" y="10668"/>
                    <a:pt x="3524" y="6858"/>
                    <a:pt x="0" y="3715"/>
                  </a:cubicBezTo>
                  <a:lnTo>
                    <a:pt x="1048"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29" name="Freeform: Shape 728">
              <a:extLst>
                <a:ext uri="{FF2B5EF4-FFF2-40B4-BE49-F238E27FC236}">
                  <a16:creationId xmlns:a16="http://schemas.microsoft.com/office/drawing/2014/main" id="{F5E000EB-B31C-C4EB-7AA3-5F6498C07E74}"/>
                </a:ext>
              </a:extLst>
            </p:cNvPr>
            <p:cNvSpPr/>
            <p:nvPr/>
          </p:nvSpPr>
          <p:spPr>
            <a:xfrm>
              <a:off x="10107938" y="4316778"/>
              <a:ext cx="2399" cy="7623"/>
            </a:xfrm>
            <a:custGeom>
              <a:avLst/>
              <a:gdLst>
                <a:gd name="connsiteX0" fmla="*/ 6071 w 6071"/>
                <a:gd name="connsiteY0" fmla="*/ 12287 h 16002"/>
                <a:gd name="connsiteX1" fmla="*/ 5024 w 6071"/>
                <a:gd name="connsiteY1" fmla="*/ 16002 h 16002"/>
                <a:gd name="connsiteX2" fmla="*/ 356 w 6071"/>
                <a:gd name="connsiteY2" fmla="*/ 3715 h 16002"/>
                <a:gd name="connsiteX3" fmla="*/ 1309 w 6071"/>
                <a:gd name="connsiteY3" fmla="*/ 0 h 16002"/>
                <a:gd name="connsiteX4" fmla="*/ 1309 w 6071"/>
                <a:gd name="connsiteY4" fmla="*/ 0 h 16002"/>
                <a:gd name="connsiteX5" fmla="*/ 5976 w 6071"/>
                <a:gd name="connsiteY5" fmla="*/ 12287 h 1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1" h="16002">
                  <a:moveTo>
                    <a:pt x="6071" y="12287"/>
                  </a:moveTo>
                  <a:lnTo>
                    <a:pt x="5024" y="16002"/>
                  </a:lnTo>
                  <a:cubicBezTo>
                    <a:pt x="833" y="12192"/>
                    <a:pt x="-787" y="7620"/>
                    <a:pt x="356" y="3715"/>
                  </a:cubicBezTo>
                  <a:cubicBezTo>
                    <a:pt x="737" y="2477"/>
                    <a:pt x="1023" y="1238"/>
                    <a:pt x="1309" y="0"/>
                  </a:cubicBezTo>
                  <a:lnTo>
                    <a:pt x="1309" y="0"/>
                  </a:lnTo>
                  <a:cubicBezTo>
                    <a:pt x="261" y="3905"/>
                    <a:pt x="1785" y="8477"/>
                    <a:pt x="5976" y="1228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0" name="Freeform: Shape 729">
              <a:extLst>
                <a:ext uri="{FF2B5EF4-FFF2-40B4-BE49-F238E27FC236}">
                  <a16:creationId xmlns:a16="http://schemas.microsoft.com/office/drawing/2014/main" id="{912A5124-D6BA-1D7D-36B6-ACB15113EAAA}"/>
                </a:ext>
              </a:extLst>
            </p:cNvPr>
            <p:cNvSpPr/>
            <p:nvPr/>
          </p:nvSpPr>
          <p:spPr>
            <a:xfrm>
              <a:off x="9990345" y="4381294"/>
              <a:ext cx="10687" cy="13973"/>
            </a:xfrm>
            <a:custGeom>
              <a:avLst/>
              <a:gdLst>
                <a:gd name="connsiteX0" fmla="*/ 756 w 27044"/>
                <a:gd name="connsiteY0" fmla="*/ 1524 h 29337"/>
                <a:gd name="connsiteX1" fmla="*/ 5232 w 27044"/>
                <a:gd name="connsiteY1" fmla="*/ 8573 h 29337"/>
                <a:gd name="connsiteX2" fmla="*/ 27045 w 27044"/>
                <a:gd name="connsiteY2" fmla="*/ 25527 h 29337"/>
                <a:gd name="connsiteX3" fmla="*/ 26378 w 27044"/>
                <a:gd name="connsiteY3" fmla="*/ 29337 h 29337"/>
                <a:gd name="connsiteX4" fmla="*/ 4566 w 27044"/>
                <a:gd name="connsiteY4" fmla="*/ 12382 h 29337"/>
                <a:gd name="connsiteX5" fmla="*/ 89 w 27044"/>
                <a:gd name="connsiteY5" fmla="*/ 3334 h 29337"/>
                <a:gd name="connsiteX6" fmla="*/ 660 w 27044"/>
                <a:gd name="connsiteY6" fmla="*/ 0 h 29337"/>
                <a:gd name="connsiteX7" fmla="*/ 660 w 27044"/>
                <a:gd name="connsiteY7" fmla="*/ 1524 h 29337"/>
                <a:gd name="connsiteX8" fmla="*/ 660 w 27044"/>
                <a:gd name="connsiteY8" fmla="*/ 1524 h 29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 h="29337">
                  <a:moveTo>
                    <a:pt x="756" y="1524"/>
                  </a:moveTo>
                  <a:cubicBezTo>
                    <a:pt x="1041" y="4001"/>
                    <a:pt x="2565" y="6477"/>
                    <a:pt x="5232" y="8573"/>
                  </a:cubicBezTo>
                  <a:cubicBezTo>
                    <a:pt x="12471" y="14192"/>
                    <a:pt x="19806" y="19907"/>
                    <a:pt x="27045" y="25527"/>
                  </a:cubicBezTo>
                  <a:lnTo>
                    <a:pt x="26378" y="29337"/>
                  </a:lnTo>
                  <a:cubicBezTo>
                    <a:pt x="19139" y="23717"/>
                    <a:pt x="11805" y="18002"/>
                    <a:pt x="4566" y="12382"/>
                  </a:cubicBezTo>
                  <a:cubicBezTo>
                    <a:pt x="1041" y="9716"/>
                    <a:pt x="-387" y="6382"/>
                    <a:pt x="89" y="3334"/>
                  </a:cubicBezTo>
                  <a:cubicBezTo>
                    <a:pt x="279" y="2286"/>
                    <a:pt x="470" y="1143"/>
                    <a:pt x="660" y="0"/>
                  </a:cubicBezTo>
                  <a:cubicBezTo>
                    <a:pt x="660" y="476"/>
                    <a:pt x="660" y="953"/>
                    <a:pt x="660" y="1524"/>
                  </a:cubicBezTo>
                  <a:lnTo>
                    <a:pt x="660" y="1524"/>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1" name="Freeform: Shape 730">
              <a:extLst>
                <a:ext uri="{FF2B5EF4-FFF2-40B4-BE49-F238E27FC236}">
                  <a16:creationId xmlns:a16="http://schemas.microsoft.com/office/drawing/2014/main" id="{22B13CF4-69B6-9A1D-D24F-0822FD8611CC}"/>
                </a:ext>
              </a:extLst>
            </p:cNvPr>
            <p:cNvSpPr/>
            <p:nvPr/>
          </p:nvSpPr>
          <p:spPr>
            <a:xfrm>
              <a:off x="10009915" y="4394088"/>
              <a:ext cx="109644" cy="105259"/>
            </a:xfrm>
            <a:custGeom>
              <a:avLst/>
              <a:gdLst>
                <a:gd name="connsiteX0" fmla="*/ 277463 w 277463"/>
                <a:gd name="connsiteY0" fmla="*/ 220980 h 220980"/>
                <a:gd name="connsiteX1" fmla="*/ 0 w 277463"/>
                <a:gd name="connsiteY1" fmla="*/ 2572 h 220980"/>
                <a:gd name="connsiteX2" fmla="*/ 4382 w 277463"/>
                <a:gd name="connsiteY2" fmla="*/ 0 h 220980"/>
                <a:gd name="connsiteX3" fmla="*/ 4382 w 277463"/>
                <a:gd name="connsiteY3" fmla="*/ 0 h 220980"/>
                <a:gd name="connsiteX4" fmla="*/ 259747 w 277463"/>
                <a:gd name="connsiteY4" fmla="*/ 205169 h 220980"/>
                <a:gd name="connsiteX5" fmla="*/ 277463 w 277463"/>
                <a:gd name="connsiteY5" fmla="*/ 220980 h 22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63" h="220980">
                  <a:moveTo>
                    <a:pt x="277463" y="220980"/>
                  </a:moveTo>
                  <a:lnTo>
                    <a:pt x="0" y="2572"/>
                  </a:lnTo>
                  <a:lnTo>
                    <a:pt x="4382" y="0"/>
                  </a:lnTo>
                  <a:lnTo>
                    <a:pt x="4382" y="0"/>
                  </a:lnTo>
                  <a:lnTo>
                    <a:pt x="259747" y="205169"/>
                  </a:lnTo>
                  <a:cubicBezTo>
                    <a:pt x="265652" y="210407"/>
                    <a:pt x="271558" y="215741"/>
                    <a:pt x="277463" y="220980"/>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2" name="Freeform: Shape 731">
              <a:extLst>
                <a:ext uri="{FF2B5EF4-FFF2-40B4-BE49-F238E27FC236}">
                  <a16:creationId xmlns:a16="http://schemas.microsoft.com/office/drawing/2014/main" id="{BF67E1E5-0C18-F165-BCEC-AD82C31732F8}"/>
                </a:ext>
              </a:extLst>
            </p:cNvPr>
            <p:cNvSpPr/>
            <p:nvPr/>
          </p:nvSpPr>
          <p:spPr>
            <a:xfrm>
              <a:off x="10011195" y="4394088"/>
              <a:ext cx="108364" cy="105259"/>
            </a:xfrm>
            <a:custGeom>
              <a:avLst/>
              <a:gdLst>
                <a:gd name="connsiteX0" fmla="*/ 254413 w 274224"/>
                <a:gd name="connsiteY0" fmla="*/ 205169 h 220980"/>
                <a:gd name="connsiteX1" fmla="*/ 256318 w 274224"/>
                <a:gd name="connsiteY1" fmla="*/ 206883 h 220980"/>
                <a:gd name="connsiteX2" fmla="*/ 274225 w 274224"/>
                <a:gd name="connsiteY2" fmla="*/ 220980 h 220980"/>
                <a:gd name="connsiteX3" fmla="*/ 256508 w 274224"/>
                <a:gd name="connsiteY3" fmla="*/ 205169 h 220980"/>
                <a:gd name="connsiteX4" fmla="*/ 1143 w 274224"/>
                <a:gd name="connsiteY4" fmla="*/ 0 h 220980"/>
                <a:gd name="connsiteX5" fmla="*/ 1143 w 274224"/>
                <a:gd name="connsiteY5" fmla="*/ 0 h 220980"/>
                <a:gd name="connsiteX6" fmla="*/ 0 w 274224"/>
                <a:gd name="connsiteY6" fmla="*/ 667 h 220980"/>
                <a:gd name="connsiteX7" fmla="*/ 254508 w 274224"/>
                <a:gd name="connsiteY7" fmla="*/ 205169 h 22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224" h="220980">
                  <a:moveTo>
                    <a:pt x="254413" y="205169"/>
                  </a:moveTo>
                  <a:cubicBezTo>
                    <a:pt x="255080" y="205740"/>
                    <a:pt x="255746" y="206312"/>
                    <a:pt x="256318" y="206883"/>
                  </a:cubicBezTo>
                  <a:lnTo>
                    <a:pt x="274225" y="220980"/>
                  </a:lnTo>
                  <a:cubicBezTo>
                    <a:pt x="268319" y="215741"/>
                    <a:pt x="262414" y="210407"/>
                    <a:pt x="256508" y="205169"/>
                  </a:cubicBezTo>
                  <a:lnTo>
                    <a:pt x="1143" y="0"/>
                  </a:lnTo>
                  <a:lnTo>
                    <a:pt x="1143" y="0"/>
                  </a:lnTo>
                  <a:lnTo>
                    <a:pt x="0" y="667"/>
                  </a:lnTo>
                  <a:lnTo>
                    <a:pt x="254508" y="205169"/>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3" name="Freeform: Shape 732">
              <a:extLst>
                <a:ext uri="{FF2B5EF4-FFF2-40B4-BE49-F238E27FC236}">
                  <a16:creationId xmlns:a16="http://schemas.microsoft.com/office/drawing/2014/main" id="{A5160AB1-168A-8576-7D81-5A75F16785C2}"/>
                </a:ext>
              </a:extLst>
            </p:cNvPr>
            <p:cNvSpPr/>
            <p:nvPr/>
          </p:nvSpPr>
          <p:spPr>
            <a:xfrm>
              <a:off x="10010780" y="4388100"/>
              <a:ext cx="87700" cy="88562"/>
            </a:xfrm>
            <a:custGeom>
              <a:avLst/>
              <a:gdLst>
                <a:gd name="connsiteX0" fmla="*/ 221933 w 221932"/>
                <a:gd name="connsiteY0" fmla="*/ 185928 h 185928"/>
                <a:gd name="connsiteX1" fmla="*/ 4286 w 221932"/>
                <a:gd name="connsiteY1" fmla="*/ 6572 h 185928"/>
                <a:gd name="connsiteX2" fmla="*/ 0 w 221932"/>
                <a:gd name="connsiteY2" fmla="*/ 3048 h 185928"/>
                <a:gd name="connsiteX3" fmla="*/ 5239 w 221932"/>
                <a:gd name="connsiteY3" fmla="*/ 0 h 185928"/>
                <a:gd name="connsiteX4" fmla="*/ 160211 w 221932"/>
                <a:gd name="connsiteY4" fmla="*/ 130874 h 185928"/>
                <a:gd name="connsiteX5" fmla="*/ 221837 w 221932"/>
                <a:gd name="connsiteY5" fmla="*/ 185928 h 18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932" h="185928">
                  <a:moveTo>
                    <a:pt x="221933" y="185928"/>
                  </a:moveTo>
                  <a:lnTo>
                    <a:pt x="4286" y="6572"/>
                  </a:lnTo>
                  <a:lnTo>
                    <a:pt x="0" y="3048"/>
                  </a:lnTo>
                  <a:lnTo>
                    <a:pt x="5239" y="0"/>
                  </a:lnTo>
                  <a:lnTo>
                    <a:pt x="160211" y="130874"/>
                  </a:lnTo>
                  <a:cubicBezTo>
                    <a:pt x="180689" y="149257"/>
                    <a:pt x="201263" y="167545"/>
                    <a:pt x="221837" y="185928"/>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4" name="Freeform: Shape 733">
              <a:extLst>
                <a:ext uri="{FF2B5EF4-FFF2-40B4-BE49-F238E27FC236}">
                  <a16:creationId xmlns:a16="http://schemas.microsoft.com/office/drawing/2014/main" id="{89DE34EE-5F73-F112-7096-6E3F8CC73FA9}"/>
                </a:ext>
              </a:extLst>
            </p:cNvPr>
            <p:cNvSpPr/>
            <p:nvPr/>
          </p:nvSpPr>
          <p:spPr>
            <a:xfrm>
              <a:off x="10012249" y="4388100"/>
              <a:ext cx="86232" cy="88562"/>
            </a:xfrm>
            <a:custGeom>
              <a:avLst/>
              <a:gdLst>
                <a:gd name="connsiteX0" fmla="*/ 154305 w 218217"/>
                <a:gd name="connsiteY0" fmla="*/ 131254 h 185928"/>
                <a:gd name="connsiteX1" fmla="*/ 183642 w 218217"/>
                <a:gd name="connsiteY1" fmla="*/ 157448 h 185928"/>
                <a:gd name="connsiteX2" fmla="*/ 218218 w 218217"/>
                <a:gd name="connsiteY2" fmla="*/ 185928 h 185928"/>
                <a:gd name="connsiteX3" fmla="*/ 156591 w 218217"/>
                <a:gd name="connsiteY3" fmla="*/ 130874 h 185928"/>
                <a:gd name="connsiteX4" fmla="*/ 1619 w 218217"/>
                <a:gd name="connsiteY4" fmla="*/ 0 h 185928"/>
                <a:gd name="connsiteX5" fmla="*/ 0 w 218217"/>
                <a:gd name="connsiteY5" fmla="*/ 953 h 185928"/>
                <a:gd name="connsiteX6" fmla="*/ 154305 w 218217"/>
                <a:gd name="connsiteY6" fmla="*/ 131254 h 18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217" h="185928">
                  <a:moveTo>
                    <a:pt x="154305" y="131254"/>
                  </a:moveTo>
                  <a:cubicBezTo>
                    <a:pt x="164116" y="140018"/>
                    <a:pt x="173927" y="148780"/>
                    <a:pt x="183642" y="157448"/>
                  </a:cubicBezTo>
                  <a:lnTo>
                    <a:pt x="218218" y="185928"/>
                  </a:lnTo>
                  <a:cubicBezTo>
                    <a:pt x="197644" y="167545"/>
                    <a:pt x="177070" y="149257"/>
                    <a:pt x="156591" y="130874"/>
                  </a:cubicBezTo>
                  <a:lnTo>
                    <a:pt x="1619" y="0"/>
                  </a:lnTo>
                  <a:lnTo>
                    <a:pt x="0" y="953"/>
                  </a:lnTo>
                  <a:lnTo>
                    <a:pt x="154305" y="13125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5" name="Freeform: Shape 734">
              <a:extLst>
                <a:ext uri="{FF2B5EF4-FFF2-40B4-BE49-F238E27FC236}">
                  <a16:creationId xmlns:a16="http://schemas.microsoft.com/office/drawing/2014/main" id="{3AF32530-B1FA-C4EA-0C88-DD30D44D6566}"/>
                </a:ext>
              </a:extLst>
            </p:cNvPr>
            <p:cNvSpPr/>
            <p:nvPr/>
          </p:nvSpPr>
          <p:spPr>
            <a:xfrm>
              <a:off x="10010291" y="4391229"/>
              <a:ext cx="102305" cy="100585"/>
            </a:xfrm>
            <a:custGeom>
              <a:avLst/>
              <a:gdLst>
                <a:gd name="connsiteX0" fmla="*/ 258794 w 258889"/>
                <a:gd name="connsiteY0" fmla="*/ 211169 h 211169"/>
                <a:gd name="connsiteX1" fmla="*/ 3429 w 258889"/>
                <a:gd name="connsiteY1" fmla="*/ 6001 h 211169"/>
                <a:gd name="connsiteX2" fmla="*/ 3429 w 258889"/>
                <a:gd name="connsiteY2" fmla="*/ 6001 h 211169"/>
                <a:gd name="connsiteX3" fmla="*/ 0 w 258889"/>
                <a:gd name="connsiteY3" fmla="*/ 3238 h 211169"/>
                <a:gd name="connsiteX4" fmla="*/ 5620 w 258889"/>
                <a:gd name="connsiteY4" fmla="*/ 0 h 211169"/>
                <a:gd name="connsiteX5" fmla="*/ 223266 w 258889"/>
                <a:gd name="connsiteY5" fmla="*/ 179356 h 211169"/>
                <a:gd name="connsiteX6" fmla="*/ 258889 w 258889"/>
                <a:gd name="connsiteY6" fmla="*/ 211169 h 2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89" h="211169">
                  <a:moveTo>
                    <a:pt x="258794" y="211169"/>
                  </a:moveTo>
                  <a:lnTo>
                    <a:pt x="3429" y="6001"/>
                  </a:lnTo>
                  <a:lnTo>
                    <a:pt x="3429" y="6001"/>
                  </a:lnTo>
                  <a:lnTo>
                    <a:pt x="0" y="3238"/>
                  </a:lnTo>
                  <a:lnTo>
                    <a:pt x="5620" y="0"/>
                  </a:lnTo>
                  <a:lnTo>
                    <a:pt x="223266" y="179356"/>
                  </a:lnTo>
                  <a:cubicBezTo>
                    <a:pt x="235077" y="189928"/>
                    <a:pt x="246983" y="200596"/>
                    <a:pt x="258889" y="211169"/>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6" name="Freeform: Shape 735">
              <a:extLst>
                <a:ext uri="{FF2B5EF4-FFF2-40B4-BE49-F238E27FC236}">
                  <a16:creationId xmlns:a16="http://schemas.microsoft.com/office/drawing/2014/main" id="{2BD4F7FE-CBC2-3878-D640-7E4BBFD207FC}"/>
                </a:ext>
              </a:extLst>
            </p:cNvPr>
            <p:cNvSpPr/>
            <p:nvPr/>
          </p:nvSpPr>
          <p:spPr>
            <a:xfrm>
              <a:off x="10011910" y="4391185"/>
              <a:ext cx="100649" cy="100585"/>
            </a:xfrm>
            <a:custGeom>
              <a:avLst/>
              <a:gdLst>
                <a:gd name="connsiteX0" fmla="*/ 216599 w 254698"/>
                <a:gd name="connsiteY0" fmla="*/ 179451 h 211169"/>
                <a:gd name="connsiteX1" fmla="*/ 230314 w 254698"/>
                <a:gd name="connsiteY1" fmla="*/ 191643 h 211169"/>
                <a:gd name="connsiteX2" fmla="*/ 254699 w 254698"/>
                <a:gd name="connsiteY2" fmla="*/ 211169 h 211169"/>
                <a:gd name="connsiteX3" fmla="*/ 219075 w 254698"/>
                <a:gd name="connsiteY3" fmla="*/ 179356 h 211169"/>
                <a:gd name="connsiteX4" fmla="*/ 1429 w 254698"/>
                <a:gd name="connsiteY4" fmla="*/ 0 h 211169"/>
                <a:gd name="connsiteX5" fmla="*/ 0 w 254698"/>
                <a:gd name="connsiteY5" fmla="*/ 857 h 211169"/>
                <a:gd name="connsiteX6" fmla="*/ 216599 w 254698"/>
                <a:gd name="connsiteY6" fmla="*/ 179356 h 2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698" h="211169">
                  <a:moveTo>
                    <a:pt x="216599" y="179451"/>
                  </a:moveTo>
                  <a:cubicBezTo>
                    <a:pt x="221170" y="183547"/>
                    <a:pt x="225743" y="187643"/>
                    <a:pt x="230314" y="191643"/>
                  </a:cubicBezTo>
                  <a:lnTo>
                    <a:pt x="254699" y="211169"/>
                  </a:lnTo>
                  <a:cubicBezTo>
                    <a:pt x="242792" y="200597"/>
                    <a:pt x="230981" y="189928"/>
                    <a:pt x="219075" y="179356"/>
                  </a:cubicBezTo>
                  <a:lnTo>
                    <a:pt x="1429" y="0"/>
                  </a:lnTo>
                  <a:lnTo>
                    <a:pt x="0" y="857"/>
                  </a:lnTo>
                  <a:lnTo>
                    <a:pt x="216599" y="179356"/>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7" name="Freeform: Shape 736">
              <a:extLst>
                <a:ext uri="{FF2B5EF4-FFF2-40B4-BE49-F238E27FC236}">
                  <a16:creationId xmlns:a16="http://schemas.microsoft.com/office/drawing/2014/main" id="{606BDDF2-BA01-D45B-BD01-F96C58EDEEBD}"/>
                </a:ext>
              </a:extLst>
            </p:cNvPr>
            <p:cNvSpPr/>
            <p:nvPr/>
          </p:nvSpPr>
          <p:spPr>
            <a:xfrm>
              <a:off x="10011345" y="4385241"/>
              <a:ext cx="62782" cy="65242"/>
            </a:xfrm>
            <a:custGeom>
              <a:avLst/>
              <a:gdLst>
                <a:gd name="connsiteX0" fmla="*/ 39338 w 158876"/>
                <a:gd name="connsiteY0" fmla="*/ 30194 h 136969"/>
                <a:gd name="connsiteX1" fmla="*/ 158877 w 158876"/>
                <a:gd name="connsiteY1" fmla="*/ 136970 h 136969"/>
                <a:gd name="connsiteX2" fmla="*/ 3905 w 158876"/>
                <a:gd name="connsiteY2" fmla="*/ 6096 h 136969"/>
                <a:gd name="connsiteX3" fmla="*/ 0 w 158876"/>
                <a:gd name="connsiteY3" fmla="*/ 2762 h 136969"/>
                <a:gd name="connsiteX4" fmla="*/ 4858 w 158876"/>
                <a:gd name="connsiteY4" fmla="*/ 0 h 136969"/>
                <a:gd name="connsiteX5" fmla="*/ 37148 w 158876"/>
                <a:gd name="connsiteY5" fmla="*/ 27813 h 136969"/>
                <a:gd name="connsiteX6" fmla="*/ 39338 w 158876"/>
                <a:gd name="connsiteY6" fmla="*/ 30194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876" h="136969">
                  <a:moveTo>
                    <a:pt x="39338" y="30194"/>
                  </a:moveTo>
                  <a:cubicBezTo>
                    <a:pt x="79153" y="65818"/>
                    <a:pt x="118967" y="101346"/>
                    <a:pt x="158877" y="136970"/>
                  </a:cubicBezTo>
                  <a:lnTo>
                    <a:pt x="3905" y="6096"/>
                  </a:lnTo>
                  <a:lnTo>
                    <a:pt x="0" y="2762"/>
                  </a:lnTo>
                  <a:lnTo>
                    <a:pt x="4858" y="0"/>
                  </a:lnTo>
                  <a:lnTo>
                    <a:pt x="37148" y="27813"/>
                  </a:lnTo>
                  <a:cubicBezTo>
                    <a:pt x="37814" y="28670"/>
                    <a:pt x="38576" y="29432"/>
                    <a:pt x="39338" y="30194"/>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8" name="Freeform: Shape 737">
              <a:extLst>
                <a:ext uri="{FF2B5EF4-FFF2-40B4-BE49-F238E27FC236}">
                  <a16:creationId xmlns:a16="http://schemas.microsoft.com/office/drawing/2014/main" id="{9BF55AC8-D2C2-559F-4F6D-8478B2B646D6}"/>
                </a:ext>
              </a:extLst>
            </p:cNvPr>
            <p:cNvSpPr/>
            <p:nvPr/>
          </p:nvSpPr>
          <p:spPr>
            <a:xfrm>
              <a:off x="10012776" y="4385241"/>
              <a:ext cx="61353" cy="65242"/>
            </a:xfrm>
            <a:custGeom>
              <a:avLst/>
              <a:gdLst>
                <a:gd name="connsiteX0" fmla="*/ 31528 w 155257"/>
                <a:gd name="connsiteY0" fmla="*/ 27813 h 136969"/>
                <a:gd name="connsiteX1" fmla="*/ 33719 w 155257"/>
                <a:gd name="connsiteY1" fmla="*/ 30194 h 136969"/>
                <a:gd name="connsiteX2" fmla="*/ 118681 w 155257"/>
                <a:gd name="connsiteY2" fmla="*/ 106109 h 136969"/>
                <a:gd name="connsiteX3" fmla="*/ 155257 w 155257"/>
                <a:gd name="connsiteY3" fmla="*/ 136970 h 136969"/>
                <a:gd name="connsiteX4" fmla="*/ 35719 w 155257"/>
                <a:gd name="connsiteY4" fmla="*/ 30194 h 136969"/>
                <a:gd name="connsiteX5" fmla="*/ 33528 w 155257"/>
                <a:gd name="connsiteY5" fmla="*/ 27813 h 136969"/>
                <a:gd name="connsiteX6" fmla="*/ 1238 w 155257"/>
                <a:gd name="connsiteY6" fmla="*/ 0 h 136969"/>
                <a:gd name="connsiteX7" fmla="*/ 0 w 155257"/>
                <a:gd name="connsiteY7" fmla="*/ 667 h 136969"/>
                <a:gd name="connsiteX8" fmla="*/ 31528 w 155257"/>
                <a:gd name="connsiteY8" fmla="*/ 27813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 h="136969">
                  <a:moveTo>
                    <a:pt x="31528" y="27813"/>
                  </a:moveTo>
                  <a:cubicBezTo>
                    <a:pt x="32194" y="28670"/>
                    <a:pt x="32956" y="29432"/>
                    <a:pt x="33719" y="30194"/>
                  </a:cubicBezTo>
                  <a:cubicBezTo>
                    <a:pt x="62008" y="55531"/>
                    <a:pt x="90392" y="80772"/>
                    <a:pt x="118681" y="106109"/>
                  </a:cubicBezTo>
                  <a:lnTo>
                    <a:pt x="155257" y="136970"/>
                  </a:lnTo>
                  <a:cubicBezTo>
                    <a:pt x="115443" y="101346"/>
                    <a:pt x="75533" y="65818"/>
                    <a:pt x="35719" y="30194"/>
                  </a:cubicBezTo>
                  <a:cubicBezTo>
                    <a:pt x="34862" y="29432"/>
                    <a:pt x="34195" y="28670"/>
                    <a:pt x="33528" y="27813"/>
                  </a:cubicBezTo>
                  <a:lnTo>
                    <a:pt x="1238" y="0"/>
                  </a:lnTo>
                  <a:lnTo>
                    <a:pt x="0" y="667"/>
                  </a:lnTo>
                  <a:lnTo>
                    <a:pt x="31528" y="27813"/>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39" name="Freeform: Shape 738">
              <a:extLst>
                <a:ext uri="{FF2B5EF4-FFF2-40B4-BE49-F238E27FC236}">
                  <a16:creationId xmlns:a16="http://schemas.microsoft.com/office/drawing/2014/main" id="{A2A8A587-CA9D-33E9-F86B-236B401A3DBA}"/>
                </a:ext>
              </a:extLst>
            </p:cNvPr>
            <p:cNvSpPr/>
            <p:nvPr/>
          </p:nvSpPr>
          <p:spPr>
            <a:xfrm>
              <a:off x="10025282" y="4224146"/>
              <a:ext cx="361330" cy="312539"/>
            </a:xfrm>
            <a:custGeom>
              <a:avLst/>
              <a:gdLst>
                <a:gd name="connsiteX0" fmla="*/ 219146 w 914375"/>
                <a:gd name="connsiteY0" fmla="*/ 220856 h 656148"/>
                <a:gd name="connsiteX1" fmla="*/ 215240 w 914375"/>
                <a:gd name="connsiteY1" fmla="*/ 206759 h 656148"/>
                <a:gd name="connsiteX2" fmla="*/ 210573 w 914375"/>
                <a:gd name="connsiteY2" fmla="*/ 194472 h 656148"/>
                <a:gd name="connsiteX3" fmla="*/ 210764 w 914375"/>
                <a:gd name="connsiteY3" fmla="*/ 193805 h 656148"/>
                <a:gd name="connsiteX4" fmla="*/ 215621 w 914375"/>
                <a:gd name="connsiteY4" fmla="*/ 188185 h 656148"/>
                <a:gd name="connsiteX5" fmla="*/ 397358 w 914375"/>
                <a:gd name="connsiteY5" fmla="*/ 83315 h 656148"/>
                <a:gd name="connsiteX6" fmla="*/ 397739 w 914375"/>
                <a:gd name="connsiteY6" fmla="*/ 83124 h 656148"/>
                <a:gd name="connsiteX7" fmla="*/ 537852 w 914375"/>
                <a:gd name="connsiteY7" fmla="*/ 2257 h 656148"/>
                <a:gd name="connsiteX8" fmla="*/ 563189 w 914375"/>
                <a:gd name="connsiteY8" fmla="*/ 5972 h 656148"/>
                <a:gd name="connsiteX9" fmla="*/ 914375 w 914375"/>
                <a:gd name="connsiteY9" fmla="*/ 319630 h 656148"/>
                <a:gd name="connsiteX10" fmla="*/ 331445 w 914375"/>
                <a:gd name="connsiteY10" fmla="*/ 656148 h 656148"/>
                <a:gd name="connsiteX11" fmla="*/ 5024 w 914375"/>
                <a:gd name="connsiteY11" fmla="*/ 364683 h 656148"/>
                <a:gd name="connsiteX12" fmla="*/ 356 w 914375"/>
                <a:gd name="connsiteY12" fmla="*/ 352396 h 656148"/>
                <a:gd name="connsiteX13" fmla="*/ 5405 w 914375"/>
                <a:gd name="connsiteY13" fmla="*/ 346110 h 656148"/>
                <a:gd name="connsiteX14" fmla="*/ 214574 w 914375"/>
                <a:gd name="connsiteY14" fmla="*/ 225333 h 656148"/>
                <a:gd name="connsiteX15" fmla="*/ 218955 w 914375"/>
                <a:gd name="connsiteY15" fmla="*/ 220856 h 65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375" h="656148">
                  <a:moveTo>
                    <a:pt x="219146" y="220856"/>
                  </a:moveTo>
                  <a:cubicBezTo>
                    <a:pt x="221336" y="216570"/>
                    <a:pt x="220098" y="211140"/>
                    <a:pt x="215240" y="206759"/>
                  </a:cubicBezTo>
                  <a:cubicBezTo>
                    <a:pt x="211049" y="202949"/>
                    <a:pt x="209430" y="198377"/>
                    <a:pt x="210573" y="194472"/>
                  </a:cubicBezTo>
                  <a:cubicBezTo>
                    <a:pt x="210573" y="194281"/>
                    <a:pt x="210668" y="194091"/>
                    <a:pt x="210764" y="193805"/>
                  </a:cubicBezTo>
                  <a:cubicBezTo>
                    <a:pt x="211526" y="191614"/>
                    <a:pt x="213145" y="189614"/>
                    <a:pt x="215621" y="188185"/>
                  </a:cubicBezTo>
                  <a:cubicBezTo>
                    <a:pt x="276200" y="153228"/>
                    <a:pt x="336779" y="118272"/>
                    <a:pt x="397358" y="83315"/>
                  </a:cubicBezTo>
                  <a:cubicBezTo>
                    <a:pt x="397454" y="83220"/>
                    <a:pt x="397644" y="83124"/>
                    <a:pt x="397739" y="83124"/>
                  </a:cubicBezTo>
                  <a:cubicBezTo>
                    <a:pt x="444412" y="56169"/>
                    <a:pt x="491084" y="29213"/>
                    <a:pt x="537852" y="2257"/>
                  </a:cubicBezTo>
                  <a:cubicBezTo>
                    <a:pt x="544996" y="-1839"/>
                    <a:pt x="556331" y="-219"/>
                    <a:pt x="563189" y="5972"/>
                  </a:cubicBezTo>
                  <a:cubicBezTo>
                    <a:pt x="680251" y="110556"/>
                    <a:pt x="797313" y="215046"/>
                    <a:pt x="914375" y="319630"/>
                  </a:cubicBezTo>
                  <a:lnTo>
                    <a:pt x="331445" y="656148"/>
                  </a:lnTo>
                  <a:cubicBezTo>
                    <a:pt x="222670" y="558993"/>
                    <a:pt x="113894" y="461838"/>
                    <a:pt x="5024" y="364683"/>
                  </a:cubicBezTo>
                  <a:cubicBezTo>
                    <a:pt x="833" y="360969"/>
                    <a:pt x="-787" y="356301"/>
                    <a:pt x="356" y="352396"/>
                  </a:cubicBezTo>
                  <a:cubicBezTo>
                    <a:pt x="1023" y="349920"/>
                    <a:pt x="2738" y="347634"/>
                    <a:pt x="5405" y="346110"/>
                  </a:cubicBezTo>
                  <a:cubicBezTo>
                    <a:pt x="75128" y="305914"/>
                    <a:pt x="144851" y="265623"/>
                    <a:pt x="214574" y="225333"/>
                  </a:cubicBezTo>
                  <a:cubicBezTo>
                    <a:pt x="216669" y="224094"/>
                    <a:pt x="218098" y="222666"/>
                    <a:pt x="218955" y="220856"/>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0" name="Freeform: Shape 739">
              <a:extLst>
                <a:ext uri="{FF2B5EF4-FFF2-40B4-BE49-F238E27FC236}">
                  <a16:creationId xmlns:a16="http://schemas.microsoft.com/office/drawing/2014/main" id="{5AD85D42-AECB-AC6D-083C-03696282C6FA}"/>
                </a:ext>
              </a:extLst>
            </p:cNvPr>
            <p:cNvSpPr/>
            <p:nvPr/>
          </p:nvSpPr>
          <p:spPr>
            <a:xfrm>
              <a:off x="10155618" y="4376349"/>
              <a:ext cx="231032" cy="163875"/>
            </a:xfrm>
            <a:custGeom>
              <a:avLst/>
              <a:gdLst>
                <a:gd name="connsiteX0" fmla="*/ 1619 w 584644"/>
                <a:gd name="connsiteY0" fmla="*/ 336614 h 344042"/>
                <a:gd name="connsiteX1" fmla="*/ 667 w 584644"/>
                <a:gd name="connsiteY1" fmla="*/ 340328 h 344042"/>
                <a:gd name="connsiteX2" fmla="*/ 0 w 584644"/>
                <a:gd name="connsiteY2" fmla="*/ 344043 h 344042"/>
                <a:gd name="connsiteX3" fmla="*/ 583025 w 584644"/>
                <a:gd name="connsiteY3" fmla="*/ 7430 h 344042"/>
                <a:gd name="connsiteX4" fmla="*/ 583597 w 584644"/>
                <a:gd name="connsiteY4" fmla="*/ 3715 h 344042"/>
                <a:gd name="connsiteX5" fmla="*/ 584645 w 584644"/>
                <a:gd name="connsiteY5" fmla="*/ 0 h 344042"/>
                <a:gd name="connsiteX6" fmla="*/ 1619 w 584644"/>
                <a:gd name="connsiteY6" fmla="*/ 336614 h 344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644" h="344042">
                  <a:moveTo>
                    <a:pt x="1619" y="336614"/>
                  </a:moveTo>
                  <a:lnTo>
                    <a:pt x="667" y="340328"/>
                  </a:lnTo>
                  <a:lnTo>
                    <a:pt x="0" y="344043"/>
                  </a:lnTo>
                  <a:lnTo>
                    <a:pt x="583025" y="7430"/>
                  </a:lnTo>
                  <a:lnTo>
                    <a:pt x="583597" y="3715"/>
                  </a:lnTo>
                  <a:lnTo>
                    <a:pt x="584645" y="0"/>
                  </a:lnTo>
                  <a:lnTo>
                    <a:pt x="1619" y="336614"/>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1" name="Freeform: Shape 740">
              <a:extLst>
                <a:ext uri="{FF2B5EF4-FFF2-40B4-BE49-F238E27FC236}">
                  <a16:creationId xmlns:a16="http://schemas.microsoft.com/office/drawing/2014/main" id="{18E81155-7429-0C9C-8DD9-03B4B3156254}"/>
                </a:ext>
              </a:extLst>
            </p:cNvPr>
            <p:cNvSpPr/>
            <p:nvPr/>
          </p:nvSpPr>
          <p:spPr>
            <a:xfrm>
              <a:off x="10024913" y="4392002"/>
              <a:ext cx="131382" cy="146453"/>
            </a:xfrm>
            <a:custGeom>
              <a:avLst/>
              <a:gdLst>
                <a:gd name="connsiteX0" fmla="*/ 2813 w 332473"/>
                <a:gd name="connsiteY0" fmla="*/ 13621 h 307466"/>
                <a:gd name="connsiteX1" fmla="*/ 337 w 332473"/>
                <a:gd name="connsiteY1" fmla="*/ 3715 h 307466"/>
                <a:gd name="connsiteX2" fmla="*/ 1385 w 332473"/>
                <a:gd name="connsiteY2" fmla="*/ 0 h 307466"/>
                <a:gd name="connsiteX3" fmla="*/ 1385 w 332473"/>
                <a:gd name="connsiteY3" fmla="*/ 0 h 307466"/>
                <a:gd name="connsiteX4" fmla="*/ 6052 w 332473"/>
                <a:gd name="connsiteY4" fmla="*/ 12287 h 307466"/>
                <a:gd name="connsiteX5" fmla="*/ 332474 w 332473"/>
                <a:gd name="connsiteY5" fmla="*/ 303752 h 307466"/>
                <a:gd name="connsiteX6" fmla="*/ 331521 w 332473"/>
                <a:gd name="connsiteY6" fmla="*/ 307467 h 307466"/>
                <a:gd name="connsiteX7" fmla="*/ 239605 w 332473"/>
                <a:gd name="connsiteY7" fmla="*/ 225362 h 307466"/>
                <a:gd name="connsiteX8" fmla="*/ 221888 w 332473"/>
                <a:gd name="connsiteY8" fmla="*/ 209550 h 307466"/>
                <a:gd name="connsiteX9" fmla="*/ 186265 w 332473"/>
                <a:gd name="connsiteY9" fmla="*/ 177737 h 307466"/>
                <a:gd name="connsiteX10" fmla="*/ 124638 w 332473"/>
                <a:gd name="connsiteY10" fmla="*/ 122682 h 307466"/>
                <a:gd name="connsiteX11" fmla="*/ 5099 w 332473"/>
                <a:gd name="connsiteY11" fmla="*/ 15907 h 307466"/>
                <a:gd name="connsiteX12" fmla="*/ 2909 w 332473"/>
                <a:gd name="connsiteY12" fmla="*/ 13525 h 30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473" h="307466">
                  <a:moveTo>
                    <a:pt x="2813" y="13621"/>
                  </a:moveTo>
                  <a:cubicBezTo>
                    <a:pt x="242" y="10382"/>
                    <a:pt x="-520" y="6858"/>
                    <a:pt x="337" y="3715"/>
                  </a:cubicBezTo>
                  <a:cubicBezTo>
                    <a:pt x="718" y="2476"/>
                    <a:pt x="1004" y="1238"/>
                    <a:pt x="1385" y="0"/>
                  </a:cubicBezTo>
                  <a:lnTo>
                    <a:pt x="1385" y="0"/>
                  </a:lnTo>
                  <a:cubicBezTo>
                    <a:pt x="242" y="3905"/>
                    <a:pt x="1766" y="8477"/>
                    <a:pt x="6052" y="12287"/>
                  </a:cubicBezTo>
                  <a:cubicBezTo>
                    <a:pt x="114827" y="109442"/>
                    <a:pt x="223698" y="206597"/>
                    <a:pt x="332474" y="303752"/>
                  </a:cubicBezTo>
                  <a:lnTo>
                    <a:pt x="331521" y="307467"/>
                  </a:lnTo>
                  <a:cubicBezTo>
                    <a:pt x="300851" y="280035"/>
                    <a:pt x="270180" y="252794"/>
                    <a:pt x="239605" y="225362"/>
                  </a:cubicBezTo>
                  <a:cubicBezTo>
                    <a:pt x="233699" y="220123"/>
                    <a:pt x="227794" y="214789"/>
                    <a:pt x="221888" y="209550"/>
                  </a:cubicBezTo>
                  <a:cubicBezTo>
                    <a:pt x="209982" y="198977"/>
                    <a:pt x="198171" y="188309"/>
                    <a:pt x="186265" y="177737"/>
                  </a:cubicBezTo>
                  <a:cubicBezTo>
                    <a:pt x="165691" y="159353"/>
                    <a:pt x="145117" y="141065"/>
                    <a:pt x="124638" y="122682"/>
                  </a:cubicBezTo>
                  <a:cubicBezTo>
                    <a:pt x="84824" y="87058"/>
                    <a:pt x="44914" y="51530"/>
                    <a:pt x="5099" y="15907"/>
                  </a:cubicBezTo>
                  <a:cubicBezTo>
                    <a:pt x="4242" y="15145"/>
                    <a:pt x="3575" y="14383"/>
                    <a:pt x="2909" y="13525"/>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2" name="Freeform: Shape 741">
              <a:extLst>
                <a:ext uri="{FF2B5EF4-FFF2-40B4-BE49-F238E27FC236}">
                  <a16:creationId xmlns:a16="http://schemas.microsoft.com/office/drawing/2014/main" id="{AEBBF0D8-2C97-47C5-3619-9824C38587F8}"/>
                </a:ext>
              </a:extLst>
            </p:cNvPr>
            <p:cNvSpPr/>
            <p:nvPr/>
          </p:nvSpPr>
          <p:spPr>
            <a:xfrm>
              <a:off x="10000806" y="4393453"/>
              <a:ext cx="155075" cy="146771"/>
            </a:xfrm>
            <a:custGeom>
              <a:avLst/>
              <a:gdLst>
                <a:gd name="connsiteX0" fmla="*/ 258127 w 392429"/>
                <a:gd name="connsiteY0" fmla="*/ 204311 h 308133"/>
                <a:gd name="connsiteX1" fmla="*/ 0 w 392429"/>
                <a:gd name="connsiteY1" fmla="*/ 3810 h 308133"/>
                <a:gd name="connsiteX2" fmla="*/ 667 w 392429"/>
                <a:gd name="connsiteY2" fmla="*/ 0 h 308133"/>
                <a:gd name="connsiteX3" fmla="*/ 392430 w 392429"/>
                <a:gd name="connsiteY3" fmla="*/ 304419 h 308133"/>
                <a:gd name="connsiteX4" fmla="*/ 391763 w 392429"/>
                <a:gd name="connsiteY4" fmla="*/ 308134 h 308133"/>
                <a:gd name="connsiteX5" fmla="*/ 263652 w 392429"/>
                <a:gd name="connsiteY5" fmla="*/ 208598 h 308133"/>
                <a:gd name="connsiteX6" fmla="*/ 263271 w 392429"/>
                <a:gd name="connsiteY6" fmla="*/ 208217 h 308133"/>
                <a:gd name="connsiteX7" fmla="*/ 260794 w 392429"/>
                <a:gd name="connsiteY7" fmla="*/ 206407 h 308133"/>
                <a:gd name="connsiteX8" fmla="*/ 258127 w 392429"/>
                <a:gd name="connsiteY8" fmla="*/ 204311 h 30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429" h="308133">
                  <a:moveTo>
                    <a:pt x="258127" y="204311"/>
                  </a:moveTo>
                  <a:lnTo>
                    <a:pt x="0" y="3810"/>
                  </a:lnTo>
                  <a:lnTo>
                    <a:pt x="667" y="0"/>
                  </a:lnTo>
                  <a:lnTo>
                    <a:pt x="392430" y="304419"/>
                  </a:lnTo>
                  <a:lnTo>
                    <a:pt x="391763" y="308134"/>
                  </a:lnTo>
                  <a:lnTo>
                    <a:pt x="263652" y="208598"/>
                  </a:lnTo>
                  <a:lnTo>
                    <a:pt x="263271" y="208217"/>
                  </a:lnTo>
                  <a:lnTo>
                    <a:pt x="260794" y="206407"/>
                  </a:lnTo>
                  <a:lnTo>
                    <a:pt x="258127" y="204311"/>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3" name="Freeform: Shape 742">
              <a:extLst>
                <a:ext uri="{FF2B5EF4-FFF2-40B4-BE49-F238E27FC236}">
                  <a16:creationId xmlns:a16="http://schemas.microsoft.com/office/drawing/2014/main" id="{8701864D-2DBE-5BE7-4CFF-CB8293938A07}"/>
                </a:ext>
              </a:extLst>
            </p:cNvPr>
            <p:cNvSpPr/>
            <p:nvPr/>
          </p:nvSpPr>
          <p:spPr>
            <a:xfrm>
              <a:off x="10011910" y="4316506"/>
              <a:ext cx="99983" cy="81983"/>
            </a:xfrm>
            <a:custGeom>
              <a:avLst/>
              <a:gdLst>
                <a:gd name="connsiteX0" fmla="*/ 248031 w 253016"/>
                <a:gd name="connsiteY0" fmla="*/ 16573 h 172116"/>
                <a:gd name="connsiteX1" fmla="*/ 252984 w 253016"/>
                <a:gd name="connsiteY1" fmla="*/ 26956 h 172116"/>
                <a:gd name="connsiteX2" fmla="*/ 248603 w 253016"/>
                <a:gd name="connsiteY2" fmla="*/ 31432 h 172116"/>
                <a:gd name="connsiteX3" fmla="*/ 39433 w 253016"/>
                <a:gd name="connsiteY3" fmla="*/ 152210 h 172116"/>
                <a:gd name="connsiteX4" fmla="*/ 34385 w 253016"/>
                <a:gd name="connsiteY4" fmla="*/ 158496 h 172116"/>
                <a:gd name="connsiteX5" fmla="*/ 34385 w 253016"/>
                <a:gd name="connsiteY5" fmla="*/ 158496 h 172116"/>
                <a:gd name="connsiteX6" fmla="*/ 33338 w 253016"/>
                <a:gd name="connsiteY6" fmla="*/ 162211 h 172116"/>
                <a:gd name="connsiteX7" fmla="*/ 35814 w 253016"/>
                <a:gd name="connsiteY7" fmla="*/ 172117 h 172116"/>
                <a:gd name="connsiteX8" fmla="*/ 3524 w 253016"/>
                <a:gd name="connsiteY8" fmla="*/ 144304 h 172116"/>
                <a:gd name="connsiteX9" fmla="*/ 0 w 253016"/>
                <a:gd name="connsiteY9" fmla="*/ 141256 h 172116"/>
                <a:gd name="connsiteX10" fmla="*/ 1048 w 253016"/>
                <a:gd name="connsiteY10" fmla="*/ 140589 h 172116"/>
                <a:gd name="connsiteX11" fmla="*/ 1048 w 253016"/>
                <a:gd name="connsiteY11" fmla="*/ 140589 h 172116"/>
                <a:gd name="connsiteX12" fmla="*/ 185071 w 253016"/>
                <a:gd name="connsiteY12" fmla="*/ 34290 h 172116"/>
                <a:gd name="connsiteX13" fmla="*/ 201835 w 253016"/>
                <a:gd name="connsiteY13" fmla="*/ 24670 h 172116"/>
                <a:gd name="connsiteX14" fmla="*/ 244507 w 253016"/>
                <a:gd name="connsiteY14" fmla="*/ 0 h 172116"/>
                <a:gd name="connsiteX15" fmla="*/ 244507 w 253016"/>
                <a:gd name="connsiteY15" fmla="*/ 0 h 172116"/>
                <a:gd name="connsiteX16" fmla="*/ 244316 w 253016"/>
                <a:gd name="connsiteY16" fmla="*/ 667 h 172116"/>
                <a:gd name="connsiteX17" fmla="*/ 244316 w 253016"/>
                <a:gd name="connsiteY17" fmla="*/ 667 h 172116"/>
                <a:gd name="connsiteX18" fmla="*/ 243364 w 253016"/>
                <a:gd name="connsiteY18" fmla="*/ 4381 h 172116"/>
                <a:gd name="connsiteX19" fmla="*/ 248031 w 253016"/>
                <a:gd name="connsiteY19" fmla="*/ 16669 h 17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3016" h="172116">
                  <a:moveTo>
                    <a:pt x="248031" y="16573"/>
                  </a:moveTo>
                  <a:cubicBezTo>
                    <a:pt x="251651" y="19717"/>
                    <a:pt x="253270" y="23527"/>
                    <a:pt x="252984" y="26956"/>
                  </a:cubicBezTo>
                  <a:cubicBezTo>
                    <a:pt x="252127" y="28765"/>
                    <a:pt x="250603" y="30194"/>
                    <a:pt x="248603" y="31432"/>
                  </a:cubicBezTo>
                  <a:cubicBezTo>
                    <a:pt x="178879" y="71723"/>
                    <a:pt x="109156" y="112014"/>
                    <a:pt x="39433" y="152210"/>
                  </a:cubicBezTo>
                  <a:cubicBezTo>
                    <a:pt x="36671" y="153734"/>
                    <a:pt x="34957" y="156020"/>
                    <a:pt x="34385" y="158496"/>
                  </a:cubicBezTo>
                  <a:lnTo>
                    <a:pt x="34385" y="158496"/>
                  </a:lnTo>
                  <a:cubicBezTo>
                    <a:pt x="34004" y="159734"/>
                    <a:pt x="33718" y="160972"/>
                    <a:pt x="33338" y="162211"/>
                  </a:cubicBezTo>
                  <a:cubicBezTo>
                    <a:pt x="32480" y="165354"/>
                    <a:pt x="33338" y="168878"/>
                    <a:pt x="35814" y="172117"/>
                  </a:cubicBezTo>
                  <a:lnTo>
                    <a:pt x="3524" y="144304"/>
                  </a:lnTo>
                  <a:lnTo>
                    <a:pt x="0" y="141256"/>
                  </a:lnTo>
                  <a:lnTo>
                    <a:pt x="1048" y="140589"/>
                  </a:lnTo>
                  <a:lnTo>
                    <a:pt x="1048" y="140589"/>
                  </a:lnTo>
                  <a:lnTo>
                    <a:pt x="185071" y="34290"/>
                  </a:lnTo>
                  <a:lnTo>
                    <a:pt x="201835" y="24670"/>
                  </a:lnTo>
                  <a:lnTo>
                    <a:pt x="244507" y="0"/>
                  </a:lnTo>
                  <a:lnTo>
                    <a:pt x="244507" y="0"/>
                  </a:lnTo>
                  <a:cubicBezTo>
                    <a:pt x="244507" y="0"/>
                    <a:pt x="244316" y="381"/>
                    <a:pt x="244316" y="667"/>
                  </a:cubicBezTo>
                  <a:lnTo>
                    <a:pt x="244316" y="667"/>
                  </a:lnTo>
                  <a:cubicBezTo>
                    <a:pt x="244030" y="1905"/>
                    <a:pt x="243649" y="3143"/>
                    <a:pt x="243364" y="4381"/>
                  </a:cubicBezTo>
                  <a:cubicBezTo>
                    <a:pt x="242316" y="8287"/>
                    <a:pt x="243840" y="12859"/>
                    <a:pt x="248031" y="16669"/>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4" name="Freeform: Shape 743">
              <a:extLst>
                <a:ext uri="{FF2B5EF4-FFF2-40B4-BE49-F238E27FC236}">
                  <a16:creationId xmlns:a16="http://schemas.microsoft.com/office/drawing/2014/main" id="{9FD43AE1-D312-DC29-F526-E0269A4E27FB}"/>
                </a:ext>
              </a:extLst>
            </p:cNvPr>
            <p:cNvSpPr/>
            <p:nvPr/>
          </p:nvSpPr>
          <p:spPr>
            <a:xfrm>
              <a:off x="10005436" y="4326397"/>
              <a:ext cx="79608" cy="57075"/>
            </a:xfrm>
            <a:custGeom>
              <a:avLst/>
              <a:gdLst>
                <a:gd name="connsiteX0" fmla="*/ 201454 w 201453"/>
                <a:gd name="connsiteY0" fmla="*/ 13621 h 119824"/>
                <a:gd name="connsiteX1" fmla="*/ 17431 w 201453"/>
                <a:gd name="connsiteY1" fmla="*/ 119824 h 119824"/>
                <a:gd name="connsiteX2" fmla="*/ 17335 w 201453"/>
                <a:gd name="connsiteY2" fmla="*/ 119824 h 119824"/>
                <a:gd name="connsiteX3" fmla="*/ 0 w 201453"/>
                <a:gd name="connsiteY3" fmla="*/ 106299 h 119824"/>
                <a:gd name="connsiteX4" fmla="*/ 184118 w 201453"/>
                <a:gd name="connsiteY4" fmla="*/ 0 h 119824"/>
                <a:gd name="connsiteX5" fmla="*/ 201454 w 201453"/>
                <a:gd name="connsiteY5" fmla="*/ 13621 h 11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453" h="119824">
                  <a:moveTo>
                    <a:pt x="201454" y="13621"/>
                  </a:moveTo>
                  <a:lnTo>
                    <a:pt x="17431" y="119824"/>
                  </a:lnTo>
                  <a:lnTo>
                    <a:pt x="17335" y="119824"/>
                  </a:lnTo>
                  <a:lnTo>
                    <a:pt x="0" y="106299"/>
                  </a:lnTo>
                  <a:lnTo>
                    <a:pt x="184118" y="0"/>
                  </a:lnTo>
                  <a:lnTo>
                    <a:pt x="201454" y="13621"/>
                  </a:lnTo>
                  <a:close/>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745" name="Graphic 281">
              <a:extLst>
                <a:ext uri="{FF2B5EF4-FFF2-40B4-BE49-F238E27FC236}">
                  <a16:creationId xmlns:a16="http://schemas.microsoft.com/office/drawing/2014/main" id="{B13E67C2-B145-071A-E326-EE5C556701F6}"/>
                </a:ext>
              </a:extLst>
            </p:cNvPr>
            <p:cNvGrpSpPr/>
            <p:nvPr/>
          </p:nvGrpSpPr>
          <p:grpSpPr>
            <a:xfrm>
              <a:off x="9817426" y="4385241"/>
              <a:ext cx="338832" cy="154983"/>
              <a:chOff x="-1689252" y="5723099"/>
              <a:chExt cx="857440" cy="325373"/>
            </a:xfrm>
            <a:solidFill>
              <a:schemeClr val="accent1">
                <a:lumMod val="40000"/>
                <a:lumOff val="60000"/>
              </a:schemeClr>
            </a:solidFill>
          </p:grpSpPr>
          <p:sp>
            <p:nvSpPr>
              <p:cNvPr id="747" name="Freeform: Shape 746">
                <a:extLst>
                  <a:ext uri="{FF2B5EF4-FFF2-40B4-BE49-F238E27FC236}">
                    <a16:creationId xmlns:a16="http://schemas.microsoft.com/office/drawing/2014/main" id="{AAE2A99C-4815-FCB2-40DD-FC6981AF028A}"/>
                  </a:ext>
                </a:extLst>
              </p:cNvPr>
              <p:cNvSpPr/>
              <p:nvPr/>
            </p:nvSpPr>
            <p:spPr>
              <a:xfrm>
                <a:off x="-1473320" y="5723099"/>
                <a:ext cx="641508" cy="325373"/>
              </a:xfrm>
              <a:custGeom>
                <a:avLst/>
                <a:gdLst>
                  <a:gd name="connsiteX0" fmla="*/ 279654 w 641508"/>
                  <a:gd name="connsiteY0" fmla="*/ 0 h 325373"/>
                  <a:gd name="connsiteX1" fmla="*/ 259080 w 641508"/>
                  <a:gd name="connsiteY1" fmla="*/ 13716 h 325373"/>
                  <a:gd name="connsiteX2" fmla="*/ 281750 w 641508"/>
                  <a:gd name="connsiteY2" fmla="*/ 33433 h 325373"/>
                  <a:gd name="connsiteX3" fmla="*/ 279845 w 641508"/>
                  <a:gd name="connsiteY3" fmla="*/ 55055 h 325373"/>
                  <a:gd name="connsiteX4" fmla="*/ 501396 w 641508"/>
                  <a:gd name="connsiteY4" fmla="*/ 224314 h 325373"/>
                  <a:gd name="connsiteX5" fmla="*/ 391001 w 641508"/>
                  <a:gd name="connsiteY5" fmla="*/ 288131 h 325373"/>
                  <a:gd name="connsiteX6" fmla="*/ 22765 w 641508"/>
                  <a:gd name="connsiteY6" fmla="*/ 8477 h 325373"/>
                  <a:gd name="connsiteX7" fmla="*/ 0 w 641508"/>
                  <a:gd name="connsiteY7" fmla="*/ 21812 h 325373"/>
                  <a:gd name="connsiteX8" fmla="*/ 22479 w 641508"/>
                  <a:gd name="connsiteY8" fmla="*/ 38291 h 325373"/>
                  <a:gd name="connsiteX9" fmla="*/ 22765 w 641508"/>
                  <a:gd name="connsiteY9" fmla="*/ 55055 h 325373"/>
                  <a:gd name="connsiteX10" fmla="*/ 268605 w 641508"/>
                  <a:gd name="connsiteY10" fmla="*/ 216694 h 325373"/>
                  <a:gd name="connsiteX11" fmla="*/ 272034 w 641508"/>
                  <a:gd name="connsiteY11" fmla="*/ 231648 h 325373"/>
                  <a:gd name="connsiteX12" fmla="*/ 390049 w 641508"/>
                  <a:gd name="connsiteY12" fmla="*/ 296037 h 325373"/>
                  <a:gd name="connsiteX13" fmla="*/ 501682 w 641508"/>
                  <a:gd name="connsiteY13" fmla="*/ 231934 h 325373"/>
                  <a:gd name="connsiteX14" fmla="*/ 639890 w 641508"/>
                  <a:gd name="connsiteY14" fmla="*/ 325374 h 325373"/>
                  <a:gd name="connsiteX15" fmla="*/ 641509 w 641508"/>
                  <a:gd name="connsiteY15" fmla="*/ 317945 h 325373"/>
                  <a:gd name="connsiteX16" fmla="*/ 279654 w 641508"/>
                  <a:gd name="connsiteY16" fmla="*/ 0 h 32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1508" h="325373">
                    <a:moveTo>
                      <a:pt x="279654" y="0"/>
                    </a:moveTo>
                    <a:lnTo>
                      <a:pt x="259080" y="13716"/>
                    </a:lnTo>
                    <a:lnTo>
                      <a:pt x="281750" y="33433"/>
                    </a:lnTo>
                    <a:lnTo>
                      <a:pt x="279845" y="55055"/>
                    </a:lnTo>
                    <a:lnTo>
                      <a:pt x="501396" y="224314"/>
                    </a:lnTo>
                    <a:lnTo>
                      <a:pt x="391001" y="288131"/>
                    </a:lnTo>
                    <a:lnTo>
                      <a:pt x="22765" y="8477"/>
                    </a:lnTo>
                    <a:lnTo>
                      <a:pt x="0" y="21812"/>
                    </a:lnTo>
                    <a:lnTo>
                      <a:pt x="22479" y="38291"/>
                    </a:lnTo>
                    <a:lnTo>
                      <a:pt x="22765" y="55055"/>
                    </a:lnTo>
                    <a:lnTo>
                      <a:pt x="268605" y="216694"/>
                    </a:lnTo>
                    <a:lnTo>
                      <a:pt x="272034" y="231648"/>
                    </a:lnTo>
                    <a:lnTo>
                      <a:pt x="390049" y="296037"/>
                    </a:lnTo>
                    <a:lnTo>
                      <a:pt x="501682" y="231934"/>
                    </a:lnTo>
                    <a:lnTo>
                      <a:pt x="639890" y="325374"/>
                    </a:lnTo>
                    <a:lnTo>
                      <a:pt x="641509" y="317945"/>
                    </a:lnTo>
                    <a:lnTo>
                      <a:pt x="279654"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48" name="Freeform: Shape 747">
                <a:extLst>
                  <a:ext uri="{FF2B5EF4-FFF2-40B4-BE49-F238E27FC236}">
                    <a16:creationId xmlns:a16="http://schemas.microsoft.com/office/drawing/2014/main" id="{899CC4E2-0329-8862-8929-9686AA378E2E}"/>
                  </a:ext>
                </a:extLst>
              </p:cNvPr>
              <p:cNvSpPr/>
              <p:nvPr/>
            </p:nvSpPr>
            <p:spPr>
              <a:xfrm>
                <a:off x="-1689252" y="5761199"/>
                <a:ext cx="489394" cy="247554"/>
              </a:xfrm>
              <a:custGeom>
                <a:avLst/>
                <a:gdLst>
                  <a:gd name="connsiteX0" fmla="*/ 394621 w 489394"/>
                  <a:gd name="connsiteY0" fmla="*/ 239078 h 247554"/>
                  <a:gd name="connsiteX1" fmla="*/ 24098 w 489394"/>
                  <a:gd name="connsiteY1" fmla="*/ 0 h 247554"/>
                  <a:gd name="connsiteX2" fmla="*/ 0 w 489394"/>
                  <a:gd name="connsiteY2" fmla="*/ 14478 h 247554"/>
                  <a:gd name="connsiteX3" fmla="*/ 25718 w 489394"/>
                  <a:gd name="connsiteY3" fmla="*/ 30004 h 247554"/>
                  <a:gd name="connsiteX4" fmla="*/ 33909 w 489394"/>
                  <a:gd name="connsiteY4" fmla="*/ 51245 h 247554"/>
                  <a:gd name="connsiteX5" fmla="*/ 393954 w 489394"/>
                  <a:gd name="connsiteY5" fmla="*/ 247555 h 247554"/>
                  <a:gd name="connsiteX6" fmla="*/ 489395 w 489394"/>
                  <a:gd name="connsiteY6" fmla="*/ 192691 h 247554"/>
                  <a:gd name="connsiteX7" fmla="*/ 486251 w 489394"/>
                  <a:gd name="connsiteY7" fmla="*/ 186119 h 247554"/>
                  <a:gd name="connsiteX8" fmla="*/ 394621 w 489394"/>
                  <a:gd name="connsiteY8" fmla="*/ 239078 h 24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94" h="247554">
                    <a:moveTo>
                      <a:pt x="394621" y="239078"/>
                    </a:moveTo>
                    <a:lnTo>
                      <a:pt x="24098" y="0"/>
                    </a:lnTo>
                    <a:lnTo>
                      <a:pt x="0" y="14478"/>
                    </a:lnTo>
                    <a:lnTo>
                      <a:pt x="25718" y="30004"/>
                    </a:lnTo>
                    <a:lnTo>
                      <a:pt x="33909" y="51245"/>
                    </a:lnTo>
                    <a:lnTo>
                      <a:pt x="393954" y="247555"/>
                    </a:lnTo>
                    <a:lnTo>
                      <a:pt x="489395" y="192691"/>
                    </a:lnTo>
                    <a:lnTo>
                      <a:pt x="486251" y="186119"/>
                    </a:lnTo>
                    <a:lnTo>
                      <a:pt x="394621" y="23907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746" name="Freeform: Shape 745">
              <a:extLst>
                <a:ext uri="{FF2B5EF4-FFF2-40B4-BE49-F238E27FC236}">
                  <a16:creationId xmlns:a16="http://schemas.microsoft.com/office/drawing/2014/main" id="{1ECB8D7C-D9B7-5A62-27FD-6CF5E88BDAA4}"/>
                </a:ext>
              </a:extLst>
            </p:cNvPr>
            <p:cNvSpPr/>
            <p:nvPr/>
          </p:nvSpPr>
          <p:spPr>
            <a:xfrm>
              <a:off x="10057702" y="4491660"/>
              <a:ext cx="43053" cy="30779"/>
            </a:xfrm>
            <a:custGeom>
              <a:avLst/>
              <a:gdLst>
                <a:gd name="connsiteX0" fmla="*/ 992 w 108948"/>
                <a:gd name="connsiteY0" fmla="*/ 64523 h 64618"/>
                <a:gd name="connsiteX1" fmla="*/ 134 w 108948"/>
                <a:gd name="connsiteY1" fmla="*/ 64047 h 64618"/>
                <a:gd name="connsiteX2" fmla="*/ 515 w 108948"/>
                <a:gd name="connsiteY2" fmla="*/ 62618 h 64618"/>
                <a:gd name="connsiteX3" fmla="*/ 107386 w 108948"/>
                <a:gd name="connsiteY3" fmla="*/ 134 h 64618"/>
                <a:gd name="connsiteX4" fmla="*/ 108815 w 108948"/>
                <a:gd name="connsiteY4" fmla="*/ 515 h 64618"/>
                <a:gd name="connsiteX5" fmla="*/ 108434 w 108948"/>
                <a:gd name="connsiteY5" fmla="*/ 1944 h 64618"/>
                <a:gd name="connsiteX6" fmla="*/ 1563 w 108948"/>
                <a:gd name="connsiteY6" fmla="*/ 64428 h 64618"/>
                <a:gd name="connsiteX7" fmla="*/ 992 w 108948"/>
                <a:gd name="connsiteY7" fmla="*/ 64619 h 6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48" h="64618">
                  <a:moveTo>
                    <a:pt x="992" y="64523"/>
                  </a:moveTo>
                  <a:cubicBezTo>
                    <a:pt x="992" y="64523"/>
                    <a:pt x="325" y="64333"/>
                    <a:pt x="134" y="64047"/>
                  </a:cubicBezTo>
                  <a:cubicBezTo>
                    <a:pt x="-151" y="63571"/>
                    <a:pt x="39" y="62904"/>
                    <a:pt x="515" y="62618"/>
                  </a:cubicBezTo>
                  <a:lnTo>
                    <a:pt x="107386" y="134"/>
                  </a:lnTo>
                  <a:cubicBezTo>
                    <a:pt x="107862" y="-151"/>
                    <a:pt x="108529" y="39"/>
                    <a:pt x="108815" y="515"/>
                  </a:cubicBezTo>
                  <a:cubicBezTo>
                    <a:pt x="109100" y="992"/>
                    <a:pt x="108910" y="1658"/>
                    <a:pt x="108434" y="1944"/>
                  </a:cubicBezTo>
                  <a:lnTo>
                    <a:pt x="1563" y="64428"/>
                  </a:lnTo>
                  <a:cubicBezTo>
                    <a:pt x="1563" y="64428"/>
                    <a:pt x="1182" y="64619"/>
                    <a:pt x="992" y="64619"/>
                  </a:cubicBezTo>
                  <a:close/>
                </a:path>
              </a:pathLst>
            </a:custGeom>
            <a:solidFill>
              <a:srgbClr val="FFE27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764" name="Isosceles Triangle 763">
            <a:extLst>
              <a:ext uri="{FF2B5EF4-FFF2-40B4-BE49-F238E27FC236}">
                <a16:creationId xmlns:a16="http://schemas.microsoft.com/office/drawing/2014/main" id="{100017AF-6298-AFB8-83F9-F379C3213EF6}"/>
              </a:ext>
              <a:ext uri="{C183D7F6-B498-43B3-948B-1728B52AA6E4}">
                <adec:decorative xmlns:adec="http://schemas.microsoft.com/office/drawing/2017/decorative" val="1"/>
              </a:ext>
            </a:extLst>
          </p:cNvPr>
          <p:cNvSpPr/>
          <p:nvPr/>
        </p:nvSpPr>
        <p:spPr>
          <a:xfrm rot="5400000">
            <a:off x="1057119" y="6204662"/>
            <a:ext cx="884344" cy="153007"/>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nvGrpSpPr>
          <p:cNvPr id="3643" name="Group 3642">
            <a:extLst>
              <a:ext uri="{FF2B5EF4-FFF2-40B4-BE49-F238E27FC236}">
                <a16:creationId xmlns:a16="http://schemas.microsoft.com/office/drawing/2014/main" id="{09FCBFCC-CDFF-AAFE-C1EB-54006C4F9EC2}"/>
              </a:ext>
              <a:ext uri="{C183D7F6-B498-43B3-948B-1728B52AA6E4}">
                <adec:decorative xmlns:adec="http://schemas.microsoft.com/office/drawing/2017/decorative" val="1"/>
              </a:ext>
            </a:extLst>
          </p:cNvPr>
          <p:cNvGrpSpPr/>
          <p:nvPr/>
        </p:nvGrpSpPr>
        <p:grpSpPr>
          <a:xfrm>
            <a:off x="2556112" y="4649755"/>
            <a:ext cx="1051560" cy="1046949"/>
            <a:chOff x="2556112" y="4649755"/>
            <a:chExt cx="1051560" cy="1046949"/>
          </a:xfrm>
        </p:grpSpPr>
        <p:sp>
          <p:nvSpPr>
            <p:cNvPr id="771" name="Oval 770">
              <a:extLst>
                <a:ext uri="{FF2B5EF4-FFF2-40B4-BE49-F238E27FC236}">
                  <a16:creationId xmlns:a16="http://schemas.microsoft.com/office/drawing/2014/main" id="{9F21AA4E-5596-AFCB-0C0C-2F3652DEBE0B}"/>
                </a:ext>
              </a:extLst>
            </p:cNvPr>
            <p:cNvSpPr>
              <a:spLocks/>
            </p:cNvSpPr>
            <p:nvPr/>
          </p:nvSpPr>
          <p:spPr>
            <a:xfrm>
              <a:off x="2556112" y="4649755"/>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772" name="Group 771">
              <a:extLst>
                <a:ext uri="{FF2B5EF4-FFF2-40B4-BE49-F238E27FC236}">
                  <a16:creationId xmlns:a16="http://schemas.microsoft.com/office/drawing/2014/main" id="{CFD329E4-58D8-B738-FC62-B970E39BCC35}"/>
                </a:ext>
              </a:extLst>
            </p:cNvPr>
            <p:cNvGrpSpPr/>
            <p:nvPr/>
          </p:nvGrpSpPr>
          <p:grpSpPr>
            <a:xfrm>
              <a:off x="2747459" y="4746351"/>
              <a:ext cx="668866" cy="889187"/>
              <a:chOff x="4442046" y="4574391"/>
              <a:chExt cx="668866" cy="889187"/>
            </a:xfrm>
          </p:grpSpPr>
          <p:grpSp>
            <p:nvGrpSpPr>
              <p:cNvPr id="773" name="Group 772">
                <a:extLst>
                  <a:ext uri="{FF2B5EF4-FFF2-40B4-BE49-F238E27FC236}">
                    <a16:creationId xmlns:a16="http://schemas.microsoft.com/office/drawing/2014/main" id="{34A2EC4A-BB79-EDF5-5709-86C6D57C72BE}"/>
                  </a:ext>
                </a:extLst>
              </p:cNvPr>
              <p:cNvGrpSpPr/>
              <p:nvPr/>
            </p:nvGrpSpPr>
            <p:grpSpPr>
              <a:xfrm>
                <a:off x="4442046" y="4574391"/>
                <a:ext cx="668866" cy="696843"/>
                <a:chOff x="3824852" y="4054516"/>
                <a:chExt cx="653974" cy="905257"/>
              </a:xfrm>
            </p:grpSpPr>
            <p:sp>
              <p:nvSpPr>
                <p:cNvPr id="777" name="Freeform: Shape 776">
                  <a:extLst>
                    <a:ext uri="{FF2B5EF4-FFF2-40B4-BE49-F238E27FC236}">
                      <a16:creationId xmlns:a16="http://schemas.microsoft.com/office/drawing/2014/main" id="{12243C4F-9059-4600-A1CA-D6EDCB77FF0F}"/>
                    </a:ext>
                  </a:extLst>
                </p:cNvPr>
                <p:cNvSpPr/>
                <p:nvPr/>
              </p:nvSpPr>
              <p:spPr>
                <a:xfrm>
                  <a:off x="4014664" y="4276512"/>
                  <a:ext cx="201528" cy="652328"/>
                </a:xfrm>
                <a:custGeom>
                  <a:avLst/>
                  <a:gdLst>
                    <a:gd name="connsiteX0" fmla="*/ 244972 w 244971"/>
                    <a:gd name="connsiteY0" fmla="*/ 792951 h 792950"/>
                    <a:gd name="connsiteX1" fmla="*/ 0 w 244971"/>
                    <a:gd name="connsiteY1" fmla="*/ 651516 h 792950"/>
                    <a:gd name="connsiteX2" fmla="*/ 0 w 244971"/>
                    <a:gd name="connsiteY2" fmla="*/ 0 h 792950"/>
                    <a:gd name="connsiteX3" fmla="*/ 244972 w 244971"/>
                    <a:gd name="connsiteY3" fmla="*/ 141435 h 792950"/>
                    <a:gd name="connsiteX4" fmla="*/ 244972 w 244971"/>
                    <a:gd name="connsiteY4" fmla="*/ 792951 h 79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71" h="792950">
                      <a:moveTo>
                        <a:pt x="244972" y="792951"/>
                      </a:moveTo>
                      <a:lnTo>
                        <a:pt x="0" y="651516"/>
                      </a:lnTo>
                      <a:lnTo>
                        <a:pt x="0" y="0"/>
                      </a:lnTo>
                      <a:lnTo>
                        <a:pt x="244972" y="141435"/>
                      </a:lnTo>
                      <a:lnTo>
                        <a:pt x="244972" y="792951"/>
                      </a:lnTo>
                      <a:close/>
                    </a:path>
                  </a:pathLst>
                </a:custGeom>
                <a:solidFill>
                  <a:srgbClr val="BCBCBC"/>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78" name="Freeform: Shape 777">
                  <a:extLst>
                    <a:ext uri="{FF2B5EF4-FFF2-40B4-BE49-F238E27FC236}">
                      <a16:creationId xmlns:a16="http://schemas.microsoft.com/office/drawing/2014/main" id="{C908B627-D5E1-060C-3F5D-19B7D8155D4F}"/>
                    </a:ext>
                  </a:extLst>
                </p:cNvPr>
                <p:cNvSpPr/>
                <p:nvPr/>
              </p:nvSpPr>
              <p:spPr>
                <a:xfrm>
                  <a:off x="4022266" y="4055704"/>
                  <a:ext cx="456560" cy="333350"/>
                </a:xfrm>
                <a:custGeom>
                  <a:avLst/>
                  <a:gdLst>
                    <a:gd name="connsiteX0" fmla="*/ 163129 w 554981"/>
                    <a:gd name="connsiteY0" fmla="*/ 0 h 405210"/>
                    <a:gd name="connsiteX1" fmla="*/ 0 w 554981"/>
                    <a:gd name="connsiteY1" fmla="*/ 94179 h 405210"/>
                    <a:gd name="connsiteX2" fmla="*/ 146881 w 554981"/>
                    <a:gd name="connsiteY2" fmla="*/ 178977 h 405210"/>
                    <a:gd name="connsiteX3" fmla="*/ 22 w 554981"/>
                    <a:gd name="connsiteY3" fmla="*/ 263776 h 405210"/>
                    <a:gd name="connsiteX4" fmla="*/ 244994 w 554981"/>
                    <a:gd name="connsiteY4" fmla="*/ 405211 h 405210"/>
                    <a:gd name="connsiteX5" fmla="*/ 554982 w 554981"/>
                    <a:gd name="connsiteY5" fmla="*/ 226234 h 405210"/>
                    <a:gd name="connsiteX6" fmla="*/ 163129 w 554981"/>
                    <a:gd name="connsiteY6" fmla="*/ 0 h 40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4981" h="405210">
                      <a:moveTo>
                        <a:pt x="163129" y="0"/>
                      </a:moveTo>
                      <a:lnTo>
                        <a:pt x="0" y="94179"/>
                      </a:lnTo>
                      <a:lnTo>
                        <a:pt x="146881" y="178977"/>
                      </a:lnTo>
                      <a:lnTo>
                        <a:pt x="22" y="263776"/>
                      </a:lnTo>
                      <a:lnTo>
                        <a:pt x="244994" y="405211"/>
                      </a:lnTo>
                      <a:lnTo>
                        <a:pt x="554982" y="226234"/>
                      </a:lnTo>
                      <a:lnTo>
                        <a:pt x="163129" y="0"/>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79" name="Freeform: Shape 778">
                  <a:extLst>
                    <a:ext uri="{FF2B5EF4-FFF2-40B4-BE49-F238E27FC236}">
                      <a16:creationId xmlns:a16="http://schemas.microsoft.com/office/drawing/2014/main" id="{9FE14CEC-2A75-2305-117C-A2D383A65DD4}"/>
                    </a:ext>
                  </a:extLst>
                </p:cNvPr>
                <p:cNvSpPr/>
                <p:nvPr/>
              </p:nvSpPr>
              <p:spPr>
                <a:xfrm>
                  <a:off x="4220002" y="4245627"/>
                  <a:ext cx="255014" cy="683213"/>
                </a:xfrm>
                <a:custGeom>
                  <a:avLst/>
                  <a:gdLst>
                    <a:gd name="connsiteX0" fmla="*/ 309988 w 309987"/>
                    <a:gd name="connsiteY0" fmla="*/ 0 h 830493"/>
                    <a:gd name="connsiteX1" fmla="*/ 0 w 309987"/>
                    <a:gd name="connsiteY1" fmla="*/ 178977 h 830493"/>
                    <a:gd name="connsiteX2" fmla="*/ 0 w 309987"/>
                    <a:gd name="connsiteY2" fmla="*/ 830493 h 830493"/>
                    <a:gd name="connsiteX3" fmla="*/ 309988 w 309987"/>
                    <a:gd name="connsiteY3" fmla="*/ 651516 h 830493"/>
                    <a:gd name="connsiteX4" fmla="*/ 309988 w 309987"/>
                    <a:gd name="connsiteY4" fmla="*/ 0 h 830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987" h="830493">
                      <a:moveTo>
                        <a:pt x="309988" y="0"/>
                      </a:moveTo>
                      <a:lnTo>
                        <a:pt x="0" y="178977"/>
                      </a:lnTo>
                      <a:lnTo>
                        <a:pt x="0" y="830493"/>
                      </a:lnTo>
                      <a:lnTo>
                        <a:pt x="309988" y="651516"/>
                      </a:lnTo>
                      <a:lnTo>
                        <a:pt x="309988" y="0"/>
                      </a:lnTo>
                      <a:close/>
                    </a:path>
                  </a:pathLst>
                </a:custGeom>
                <a:solidFill>
                  <a:srgbClr val="8D8E8D"/>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780" name="Graphic 36">
                  <a:extLst>
                    <a:ext uri="{FF2B5EF4-FFF2-40B4-BE49-F238E27FC236}">
                      <a16:creationId xmlns:a16="http://schemas.microsoft.com/office/drawing/2014/main" id="{C34B6584-7CC2-BFCA-3CF4-AB67E88FA74C}"/>
                    </a:ext>
                  </a:extLst>
                </p:cNvPr>
                <p:cNvGrpSpPr/>
                <p:nvPr/>
              </p:nvGrpSpPr>
              <p:grpSpPr>
                <a:xfrm>
                  <a:off x="4047299" y="4070150"/>
                  <a:ext cx="406494" cy="210798"/>
                  <a:chOff x="7080925" y="936404"/>
                  <a:chExt cx="494122" cy="256240"/>
                </a:xfrm>
                <a:solidFill>
                  <a:schemeClr val="bg1">
                    <a:lumMod val="75000"/>
                  </a:schemeClr>
                </a:solidFill>
              </p:grpSpPr>
              <p:sp>
                <p:nvSpPr>
                  <p:cNvPr id="830" name="Freeform: Shape 829">
                    <a:extLst>
                      <a:ext uri="{FF2B5EF4-FFF2-40B4-BE49-F238E27FC236}">
                        <a16:creationId xmlns:a16="http://schemas.microsoft.com/office/drawing/2014/main" id="{33D1B0C1-0B52-D1B8-0705-213E2FE8D9B9}"/>
                      </a:ext>
                    </a:extLst>
                  </p:cNvPr>
                  <p:cNvSpPr/>
                  <p:nvPr/>
                </p:nvSpPr>
                <p:spPr>
                  <a:xfrm>
                    <a:off x="7080925" y="936404"/>
                    <a:ext cx="494122" cy="218698"/>
                  </a:xfrm>
                  <a:custGeom>
                    <a:avLst/>
                    <a:gdLst>
                      <a:gd name="connsiteX0" fmla="*/ 132699 w 494122"/>
                      <a:gd name="connsiteY0" fmla="*/ 20027 h 218698"/>
                      <a:gd name="connsiteX1" fmla="*/ 476784 w 494122"/>
                      <a:gd name="connsiteY1" fmla="*/ 218698 h 218698"/>
                      <a:gd name="connsiteX2" fmla="*/ 494122 w 494122"/>
                      <a:gd name="connsiteY2" fmla="*/ 208674 h 218698"/>
                      <a:gd name="connsiteX3" fmla="*/ 132699 w 494122"/>
                      <a:gd name="connsiteY3" fmla="*/ 0 h 218698"/>
                      <a:gd name="connsiteX4" fmla="*/ 0 w 494122"/>
                      <a:gd name="connsiteY4" fmla="*/ 76619 h 218698"/>
                      <a:gd name="connsiteX5" fmla="*/ 17360 w 494122"/>
                      <a:gd name="connsiteY5" fmla="*/ 86621 h 218698"/>
                      <a:gd name="connsiteX6" fmla="*/ 132699 w 494122"/>
                      <a:gd name="connsiteY6" fmla="*/ 20027 h 21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122" h="218698">
                        <a:moveTo>
                          <a:pt x="132699" y="20027"/>
                        </a:moveTo>
                        <a:lnTo>
                          <a:pt x="476784" y="218698"/>
                        </a:lnTo>
                        <a:lnTo>
                          <a:pt x="494122" y="208674"/>
                        </a:lnTo>
                        <a:lnTo>
                          <a:pt x="132699" y="0"/>
                        </a:lnTo>
                        <a:lnTo>
                          <a:pt x="0" y="76619"/>
                        </a:lnTo>
                        <a:lnTo>
                          <a:pt x="17360" y="86621"/>
                        </a:lnTo>
                        <a:lnTo>
                          <a:pt x="132699" y="20027"/>
                        </a:lnTo>
                        <a:close/>
                      </a:path>
                    </a:pathLst>
                  </a:custGeom>
                  <a:grp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31" name="Freeform: Shape 830">
                    <a:extLst>
                      <a:ext uri="{FF2B5EF4-FFF2-40B4-BE49-F238E27FC236}">
                        <a16:creationId xmlns:a16="http://schemas.microsoft.com/office/drawing/2014/main" id="{7B92E26A-DA3B-D364-8098-C0852F55A947}"/>
                      </a:ext>
                    </a:extLst>
                  </p:cNvPr>
                  <p:cNvSpPr/>
                  <p:nvPr/>
                </p:nvSpPr>
                <p:spPr>
                  <a:xfrm>
                    <a:off x="7080925" y="1097822"/>
                    <a:ext cx="146880" cy="94823"/>
                  </a:xfrm>
                  <a:custGeom>
                    <a:avLst/>
                    <a:gdLst>
                      <a:gd name="connsiteX0" fmla="*/ 146881 w 146880"/>
                      <a:gd name="connsiteY0" fmla="*/ 20027 h 94823"/>
                      <a:gd name="connsiteX1" fmla="*/ 146881 w 146880"/>
                      <a:gd name="connsiteY1" fmla="*/ 0 h 94823"/>
                      <a:gd name="connsiteX2" fmla="*/ 0 w 146880"/>
                      <a:gd name="connsiteY2" fmla="*/ 84799 h 94823"/>
                      <a:gd name="connsiteX3" fmla="*/ 17360 w 146880"/>
                      <a:gd name="connsiteY3" fmla="*/ 94823 h 94823"/>
                      <a:gd name="connsiteX4" fmla="*/ 146881 w 146880"/>
                      <a:gd name="connsiteY4" fmla="*/ 20027 h 94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880" h="94823">
                        <a:moveTo>
                          <a:pt x="146881" y="20027"/>
                        </a:moveTo>
                        <a:lnTo>
                          <a:pt x="146881" y="0"/>
                        </a:lnTo>
                        <a:lnTo>
                          <a:pt x="0" y="84799"/>
                        </a:lnTo>
                        <a:lnTo>
                          <a:pt x="17360" y="94823"/>
                        </a:lnTo>
                        <a:lnTo>
                          <a:pt x="146881" y="20027"/>
                        </a:lnTo>
                        <a:close/>
                      </a:path>
                    </a:pathLst>
                  </a:custGeom>
                  <a:grp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781" name="Freeform: Shape 780">
                  <a:extLst>
                    <a:ext uri="{FF2B5EF4-FFF2-40B4-BE49-F238E27FC236}">
                      <a16:creationId xmlns:a16="http://schemas.microsoft.com/office/drawing/2014/main" id="{94D1D5B0-6DC2-4D57-6555-D01F111FC3A3}"/>
                    </a:ext>
                  </a:extLst>
                </p:cNvPr>
                <p:cNvSpPr/>
                <p:nvPr/>
              </p:nvSpPr>
              <p:spPr>
                <a:xfrm>
                  <a:off x="4061580" y="4086625"/>
                  <a:ext cx="377950" cy="287983"/>
                </a:xfrm>
                <a:custGeom>
                  <a:avLst/>
                  <a:gdLst>
                    <a:gd name="connsiteX0" fmla="*/ 115340 w 459424"/>
                    <a:gd name="connsiteY0" fmla="*/ 0 h 350064"/>
                    <a:gd name="connsiteX1" fmla="*/ 0 w 459424"/>
                    <a:gd name="connsiteY1" fmla="*/ 66594 h 350064"/>
                    <a:gd name="connsiteX2" fmla="*/ 129521 w 459424"/>
                    <a:gd name="connsiteY2" fmla="*/ 141390 h 350064"/>
                    <a:gd name="connsiteX3" fmla="*/ 129521 w 459424"/>
                    <a:gd name="connsiteY3" fmla="*/ 161418 h 350064"/>
                    <a:gd name="connsiteX4" fmla="*/ 0 w 459424"/>
                    <a:gd name="connsiteY4" fmla="*/ 236214 h 350064"/>
                    <a:gd name="connsiteX5" fmla="*/ 197204 w 459424"/>
                    <a:gd name="connsiteY5" fmla="*/ 350064 h 350064"/>
                    <a:gd name="connsiteX6" fmla="*/ 459425 w 459424"/>
                    <a:gd name="connsiteY6" fmla="*/ 198671 h 350064"/>
                    <a:gd name="connsiteX7" fmla="*/ 115340 w 459424"/>
                    <a:gd name="connsiteY7" fmla="*/ 0 h 350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424" h="350064">
                      <a:moveTo>
                        <a:pt x="115340" y="0"/>
                      </a:moveTo>
                      <a:lnTo>
                        <a:pt x="0" y="66594"/>
                      </a:lnTo>
                      <a:lnTo>
                        <a:pt x="129521" y="141390"/>
                      </a:lnTo>
                      <a:lnTo>
                        <a:pt x="129521" y="161418"/>
                      </a:lnTo>
                      <a:lnTo>
                        <a:pt x="0" y="236214"/>
                      </a:lnTo>
                      <a:lnTo>
                        <a:pt x="197204" y="350064"/>
                      </a:lnTo>
                      <a:lnTo>
                        <a:pt x="459425" y="198671"/>
                      </a:lnTo>
                      <a:lnTo>
                        <a:pt x="115340" y="0"/>
                      </a:lnTo>
                      <a:close/>
                    </a:path>
                  </a:pathLst>
                </a:custGeom>
                <a:solidFill>
                  <a:schemeClr val="bg1">
                    <a:lumMod val="6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2" name="Freeform: Shape 781">
                  <a:extLst>
                    <a:ext uri="{FF2B5EF4-FFF2-40B4-BE49-F238E27FC236}">
                      <a16:creationId xmlns:a16="http://schemas.microsoft.com/office/drawing/2014/main" id="{5B8DC5F0-2229-2C9F-9F67-745B80AFCB6A}"/>
                    </a:ext>
                  </a:extLst>
                </p:cNvPr>
                <p:cNvSpPr/>
                <p:nvPr/>
              </p:nvSpPr>
              <p:spPr>
                <a:xfrm>
                  <a:off x="4223812" y="4280236"/>
                  <a:ext cx="255014" cy="150876"/>
                </a:xfrm>
                <a:custGeom>
                  <a:avLst/>
                  <a:gdLst>
                    <a:gd name="connsiteX0" fmla="*/ 309988 w 309987"/>
                    <a:gd name="connsiteY0" fmla="*/ 0 h 183400"/>
                    <a:gd name="connsiteX1" fmla="*/ 0 w 309987"/>
                    <a:gd name="connsiteY1" fmla="*/ 178977 h 183400"/>
                    <a:gd name="connsiteX2" fmla="*/ 0 w 309987"/>
                    <a:gd name="connsiteY2" fmla="*/ 183401 h 183400"/>
                    <a:gd name="connsiteX3" fmla="*/ 309988 w 309987"/>
                    <a:gd name="connsiteY3" fmla="*/ 4423 h 183400"/>
                    <a:gd name="connsiteX4" fmla="*/ 309988 w 309987"/>
                    <a:gd name="connsiteY4" fmla="*/ 0 h 1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987" h="183400">
                      <a:moveTo>
                        <a:pt x="309988" y="0"/>
                      </a:moveTo>
                      <a:lnTo>
                        <a:pt x="0" y="178977"/>
                      </a:lnTo>
                      <a:lnTo>
                        <a:pt x="0" y="183401"/>
                      </a:lnTo>
                      <a:lnTo>
                        <a:pt x="309988" y="4423"/>
                      </a:lnTo>
                      <a:lnTo>
                        <a:pt x="309988" y="0"/>
                      </a:lnTo>
                      <a:close/>
                    </a:path>
                  </a:pathLst>
                </a:custGeom>
                <a:solidFill>
                  <a:srgbClr val="5A90B5">
                    <a:alpha val="5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3" name="Freeform: Shape 782">
                  <a:extLst>
                    <a:ext uri="{FF2B5EF4-FFF2-40B4-BE49-F238E27FC236}">
                      <a16:creationId xmlns:a16="http://schemas.microsoft.com/office/drawing/2014/main" id="{D197C072-0763-337F-F9C8-946C3DB4B5C6}"/>
                    </a:ext>
                  </a:extLst>
                </p:cNvPr>
                <p:cNvSpPr/>
                <p:nvPr/>
              </p:nvSpPr>
              <p:spPr>
                <a:xfrm>
                  <a:off x="4223830" y="4262572"/>
                  <a:ext cx="254996" cy="662459"/>
                </a:xfrm>
                <a:custGeom>
                  <a:avLst/>
                  <a:gdLst>
                    <a:gd name="connsiteX0" fmla="*/ 309965 w 309965"/>
                    <a:gd name="connsiteY0" fmla="*/ 101692 h 805265"/>
                    <a:gd name="connsiteX1" fmla="*/ 309965 w 309965"/>
                    <a:gd name="connsiteY1" fmla="*/ 97268 h 805265"/>
                    <a:gd name="connsiteX2" fmla="*/ 309965 w 309965"/>
                    <a:gd name="connsiteY2" fmla="*/ 97268 h 805265"/>
                    <a:gd name="connsiteX3" fmla="*/ 309965 w 309965"/>
                    <a:gd name="connsiteY3" fmla="*/ 0 h 805265"/>
                    <a:gd name="connsiteX4" fmla="*/ 306854 w 309965"/>
                    <a:gd name="connsiteY4" fmla="*/ 0 h 805265"/>
                    <a:gd name="connsiteX5" fmla="*/ 306854 w 309965"/>
                    <a:gd name="connsiteY5" fmla="*/ 99069 h 805265"/>
                    <a:gd name="connsiteX6" fmla="*/ 275890 w 309965"/>
                    <a:gd name="connsiteY6" fmla="*/ 116940 h 805265"/>
                    <a:gd name="connsiteX7" fmla="*/ 275890 w 309965"/>
                    <a:gd name="connsiteY7" fmla="*/ 17093 h 805265"/>
                    <a:gd name="connsiteX8" fmla="*/ 272778 w 309965"/>
                    <a:gd name="connsiteY8" fmla="*/ 17093 h 805265"/>
                    <a:gd name="connsiteX9" fmla="*/ 272778 w 309965"/>
                    <a:gd name="connsiteY9" fmla="*/ 118740 h 805265"/>
                    <a:gd name="connsiteX10" fmla="*/ 241771 w 309965"/>
                    <a:gd name="connsiteY10" fmla="*/ 136634 h 805265"/>
                    <a:gd name="connsiteX11" fmla="*/ 241771 w 309965"/>
                    <a:gd name="connsiteY11" fmla="*/ 34164 h 805265"/>
                    <a:gd name="connsiteX12" fmla="*/ 238659 w 309965"/>
                    <a:gd name="connsiteY12" fmla="*/ 34164 h 805265"/>
                    <a:gd name="connsiteX13" fmla="*/ 238659 w 309965"/>
                    <a:gd name="connsiteY13" fmla="*/ 138434 h 805265"/>
                    <a:gd name="connsiteX14" fmla="*/ 207673 w 309965"/>
                    <a:gd name="connsiteY14" fmla="*/ 156327 h 805265"/>
                    <a:gd name="connsiteX15" fmla="*/ 207673 w 309965"/>
                    <a:gd name="connsiteY15" fmla="*/ 51257 h 805265"/>
                    <a:gd name="connsiteX16" fmla="*/ 204562 w 309965"/>
                    <a:gd name="connsiteY16" fmla="*/ 51257 h 805265"/>
                    <a:gd name="connsiteX17" fmla="*/ 204562 w 309965"/>
                    <a:gd name="connsiteY17" fmla="*/ 158128 h 805265"/>
                    <a:gd name="connsiteX18" fmla="*/ 173598 w 309965"/>
                    <a:gd name="connsiteY18" fmla="*/ 175999 h 805265"/>
                    <a:gd name="connsiteX19" fmla="*/ 173598 w 309965"/>
                    <a:gd name="connsiteY19" fmla="*/ 68306 h 805265"/>
                    <a:gd name="connsiteX20" fmla="*/ 170487 w 309965"/>
                    <a:gd name="connsiteY20" fmla="*/ 68306 h 805265"/>
                    <a:gd name="connsiteX21" fmla="*/ 170487 w 309965"/>
                    <a:gd name="connsiteY21" fmla="*/ 177799 h 805265"/>
                    <a:gd name="connsiteX22" fmla="*/ 139501 w 309965"/>
                    <a:gd name="connsiteY22" fmla="*/ 195693 h 805265"/>
                    <a:gd name="connsiteX23" fmla="*/ 139501 w 309965"/>
                    <a:gd name="connsiteY23" fmla="*/ 85399 h 805265"/>
                    <a:gd name="connsiteX24" fmla="*/ 136389 w 309965"/>
                    <a:gd name="connsiteY24" fmla="*/ 85399 h 805265"/>
                    <a:gd name="connsiteX25" fmla="*/ 136389 w 309965"/>
                    <a:gd name="connsiteY25" fmla="*/ 197471 h 805265"/>
                    <a:gd name="connsiteX26" fmla="*/ 105404 w 309965"/>
                    <a:gd name="connsiteY26" fmla="*/ 215364 h 805265"/>
                    <a:gd name="connsiteX27" fmla="*/ 105404 w 309965"/>
                    <a:gd name="connsiteY27" fmla="*/ 102447 h 805265"/>
                    <a:gd name="connsiteX28" fmla="*/ 102292 w 309965"/>
                    <a:gd name="connsiteY28" fmla="*/ 102447 h 805265"/>
                    <a:gd name="connsiteX29" fmla="*/ 102292 w 309965"/>
                    <a:gd name="connsiteY29" fmla="*/ 217165 h 805265"/>
                    <a:gd name="connsiteX30" fmla="*/ 71329 w 309965"/>
                    <a:gd name="connsiteY30" fmla="*/ 235036 h 805265"/>
                    <a:gd name="connsiteX31" fmla="*/ 71329 w 309965"/>
                    <a:gd name="connsiteY31" fmla="*/ 119541 h 805265"/>
                    <a:gd name="connsiteX32" fmla="*/ 68217 w 309965"/>
                    <a:gd name="connsiteY32" fmla="*/ 119541 h 805265"/>
                    <a:gd name="connsiteX33" fmla="*/ 68217 w 309965"/>
                    <a:gd name="connsiteY33" fmla="*/ 236836 h 805265"/>
                    <a:gd name="connsiteX34" fmla="*/ 37209 w 309965"/>
                    <a:gd name="connsiteY34" fmla="*/ 254729 h 805265"/>
                    <a:gd name="connsiteX35" fmla="*/ 37209 w 309965"/>
                    <a:gd name="connsiteY35" fmla="*/ 136634 h 805265"/>
                    <a:gd name="connsiteX36" fmla="*/ 34097 w 309965"/>
                    <a:gd name="connsiteY36" fmla="*/ 136634 h 805265"/>
                    <a:gd name="connsiteX37" fmla="*/ 34097 w 309965"/>
                    <a:gd name="connsiteY37" fmla="*/ 256530 h 805265"/>
                    <a:gd name="connsiteX38" fmla="*/ 3112 w 309965"/>
                    <a:gd name="connsiteY38" fmla="*/ 274423 h 805265"/>
                    <a:gd name="connsiteX39" fmla="*/ 3112 w 309965"/>
                    <a:gd name="connsiteY39" fmla="*/ 153705 h 805265"/>
                    <a:gd name="connsiteX40" fmla="*/ 0 w 309965"/>
                    <a:gd name="connsiteY40" fmla="*/ 153705 h 805265"/>
                    <a:gd name="connsiteX41" fmla="*/ 0 w 309965"/>
                    <a:gd name="connsiteY41" fmla="*/ 805265 h 805265"/>
                    <a:gd name="connsiteX42" fmla="*/ 3112 w 309965"/>
                    <a:gd name="connsiteY42" fmla="*/ 803465 h 805265"/>
                    <a:gd name="connsiteX43" fmla="*/ 3112 w 309965"/>
                    <a:gd name="connsiteY43" fmla="*/ 749296 h 805265"/>
                    <a:gd name="connsiteX44" fmla="*/ 34097 w 309965"/>
                    <a:gd name="connsiteY44" fmla="*/ 731402 h 805265"/>
                    <a:gd name="connsiteX45" fmla="*/ 34097 w 309965"/>
                    <a:gd name="connsiteY45" fmla="*/ 785549 h 805265"/>
                    <a:gd name="connsiteX46" fmla="*/ 37209 w 309965"/>
                    <a:gd name="connsiteY46" fmla="*/ 783749 h 805265"/>
                    <a:gd name="connsiteX47" fmla="*/ 37209 w 309965"/>
                    <a:gd name="connsiteY47" fmla="*/ 729602 h 805265"/>
                    <a:gd name="connsiteX48" fmla="*/ 68217 w 309965"/>
                    <a:gd name="connsiteY48" fmla="*/ 711709 h 805265"/>
                    <a:gd name="connsiteX49" fmla="*/ 68217 w 309965"/>
                    <a:gd name="connsiteY49" fmla="*/ 765855 h 805265"/>
                    <a:gd name="connsiteX50" fmla="*/ 71329 w 309965"/>
                    <a:gd name="connsiteY50" fmla="*/ 764055 h 805265"/>
                    <a:gd name="connsiteX51" fmla="*/ 71329 w 309965"/>
                    <a:gd name="connsiteY51" fmla="*/ 709908 h 805265"/>
                    <a:gd name="connsiteX52" fmla="*/ 102292 w 309965"/>
                    <a:gd name="connsiteY52" fmla="*/ 692037 h 805265"/>
                    <a:gd name="connsiteX53" fmla="*/ 102292 w 309965"/>
                    <a:gd name="connsiteY53" fmla="*/ 746206 h 805265"/>
                    <a:gd name="connsiteX54" fmla="*/ 105404 w 309965"/>
                    <a:gd name="connsiteY54" fmla="*/ 744406 h 805265"/>
                    <a:gd name="connsiteX55" fmla="*/ 105404 w 309965"/>
                    <a:gd name="connsiteY55" fmla="*/ 690237 h 805265"/>
                    <a:gd name="connsiteX56" fmla="*/ 136389 w 309965"/>
                    <a:gd name="connsiteY56" fmla="*/ 672343 h 805265"/>
                    <a:gd name="connsiteX57" fmla="*/ 136389 w 309965"/>
                    <a:gd name="connsiteY57" fmla="*/ 726490 h 805265"/>
                    <a:gd name="connsiteX58" fmla="*/ 139501 w 309965"/>
                    <a:gd name="connsiteY58" fmla="*/ 724690 h 805265"/>
                    <a:gd name="connsiteX59" fmla="*/ 139501 w 309965"/>
                    <a:gd name="connsiteY59" fmla="*/ 670543 h 805265"/>
                    <a:gd name="connsiteX60" fmla="*/ 170487 w 309965"/>
                    <a:gd name="connsiteY60" fmla="*/ 652650 h 805265"/>
                    <a:gd name="connsiteX61" fmla="*/ 170487 w 309965"/>
                    <a:gd name="connsiteY61" fmla="*/ 706796 h 805265"/>
                    <a:gd name="connsiteX62" fmla="*/ 173598 w 309965"/>
                    <a:gd name="connsiteY62" fmla="*/ 704996 h 805265"/>
                    <a:gd name="connsiteX63" fmla="*/ 173598 w 309965"/>
                    <a:gd name="connsiteY63" fmla="*/ 650849 h 805265"/>
                    <a:gd name="connsiteX64" fmla="*/ 204562 w 309965"/>
                    <a:gd name="connsiteY64" fmla="*/ 632978 h 805265"/>
                    <a:gd name="connsiteX65" fmla="*/ 204562 w 309965"/>
                    <a:gd name="connsiteY65" fmla="*/ 687147 h 805265"/>
                    <a:gd name="connsiteX66" fmla="*/ 207673 w 309965"/>
                    <a:gd name="connsiteY66" fmla="*/ 685347 h 805265"/>
                    <a:gd name="connsiteX67" fmla="*/ 207673 w 309965"/>
                    <a:gd name="connsiteY67" fmla="*/ 631178 h 805265"/>
                    <a:gd name="connsiteX68" fmla="*/ 238659 w 309965"/>
                    <a:gd name="connsiteY68" fmla="*/ 613284 h 805265"/>
                    <a:gd name="connsiteX69" fmla="*/ 238659 w 309965"/>
                    <a:gd name="connsiteY69" fmla="*/ 667431 h 805265"/>
                    <a:gd name="connsiteX70" fmla="*/ 241771 w 309965"/>
                    <a:gd name="connsiteY70" fmla="*/ 665631 h 805265"/>
                    <a:gd name="connsiteX71" fmla="*/ 241771 w 309965"/>
                    <a:gd name="connsiteY71" fmla="*/ 611484 h 805265"/>
                    <a:gd name="connsiteX72" fmla="*/ 272778 w 309965"/>
                    <a:gd name="connsiteY72" fmla="*/ 593591 h 805265"/>
                    <a:gd name="connsiteX73" fmla="*/ 272778 w 309965"/>
                    <a:gd name="connsiteY73" fmla="*/ 647737 h 805265"/>
                    <a:gd name="connsiteX74" fmla="*/ 275890 w 309965"/>
                    <a:gd name="connsiteY74" fmla="*/ 645937 h 805265"/>
                    <a:gd name="connsiteX75" fmla="*/ 275890 w 309965"/>
                    <a:gd name="connsiteY75" fmla="*/ 591790 h 805265"/>
                    <a:gd name="connsiteX76" fmla="*/ 306854 w 309965"/>
                    <a:gd name="connsiteY76" fmla="*/ 573919 h 805265"/>
                    <a:gd name="connsiteX77" fmla="*/ 306854 w 309965"/>
                    <a:gd name="connsiteY77" fmla="*/ 628066 h 805265"/>
                    <a:gd name="connsiteX78" fmla="*/ 309965 w 309965"/>
                    <a:gd name="connsiteY78" fmla="*/ 626265 h 805265"/>
                    <a:gd name="connsiteX79" fmla="*/ 309965 w 309965"/>
                    <a:gd name="connsiteY79" fmla="*/ 572119 h 805265"/>
                    <a:gd name="connsiteX80" fmla="*/ 309965 w 309965"/>
                    <a:gd name="connsiteY80" fmla="*/ 572119 h 805265"/>
                    <a:gd name="connsiteX81" fmla="*/ 309965 w 309965"/>
                    <a:gd name="connsiteY81" fmla="*/ 567695 h 805265"/>
                    <a:gd name="connsiteX82" fmla="*/ 309965 w 309965"/>
                    <a:gd name="connsiteY82" fmla="*/ 567695 h 805265"/>
                    <a:gd name="connsiteX83" fmla="*/ 309965 w 309965"/>
                    <a:gd name="connsiteY83" fmla="*/ 496322 h 805265"/>
                    <a:gd name="connsiteX84" fmla="*/ 309965 w 309965"/>
                    <a:gd name="connsiteY84" fmla="*/ 496322 h 805265"/>
                    <a:gd name="connsiteX85" fmla="*/ 309965 w 309965"/>
                    <a:gd name="connsiteY85" fmla="*/ 491899 h 805265"/>
                    <a:gd name="connsiteX86" fmla="*/ 309965 w 309965"/>
                    <a:gd name="connsiteY86" fmla="*/ 491899 h 805265"/>
                    <a:gd name="connsiteX87" fmla="*/ 309965 w 309965"/>
                    <a:gd name="connsiteY87" fmla="*/ 455045 h 805265"/>
                    <a:gd name="connsiteX88" fmla="*/ 309965 w 309965"/>
                    <a:gd name="connsiteY88" fmla="*/ 455045 h 805265"/>
                    <a:gd name="connsiteX89" fmla="*/ 309965 w 309965"/>
                    <a:gd name="connsiteY89" fmla="*/ 450622 h 805265"/>
                    <a:gd name="connsiteX90" fmla="*/ 309965 w 309965"/>
                    <a:gd name="connsiteY90" fmla="*/ 450622 h 805265"/>
                    <a:gd name="connsiteX91" fmla="*/ 309965 w 309965"/>
                    <a:gd name="connsiteY91" fmla="*/ 379249 h 805265"/>
                    <a:gd name="connsiteX92" fmla="*/ 309965 w 309965"/>
                    <a:gd name="connsiteY92" fmla="*/ 379249 h 805265"/>
                    <a:gd name="connsiteX93" fmla="*/ 309965 w 309965"/>
                    <a:gd name="connsiteY93" fmla="*/ 374826 h 805265"/>
                    <a:gd name="connsiteX94" fmla="*/ 309965 w 309965"/>
                    <a:gd name="connsiteY94" fmla="*/ 374826 h 805265"/>
                    <a:gd name="connsiteX95" fmla="*/ 309965 w 309965"/>
                    <a:gd name="connsiteY95" fmla="*/ 337416 h 805265"/>
                    <a:gd name="connsiteX96" fmla="*/ 309965 w 309965"/>
                    <a:gd name="connsiteY96" fmla="*/ 337416 h 805265"/>
                    <a:gd name="connsiteX97" fmla="*/ 309965 w 309965"/>
                    <a:gd name="connsiteY97" fmla="*/ 332993 h 805265"/>
                    <a:gd name="connsiteX98" fmla="*/ 309965 w 309965"/>
                    <a:gd name="connsiteY98" fmla="*/ 332993 h 805265"/>
                    <a:gd name="connsiteX99" fmla="*/ 309965 w 309965"/>
                    <a:gd name="connsiteY99" fmla="*/ 261620 h 805265"/>
                    <a:gd name="connsiteX100" fmla="*/ 309965 w 309965"/>
                    <a:gd name="connsiteY100" fmla="*/ 261620 h 805265"/>
                    <a:gd name="connsiteX101" fmla="*/ 309965 w 309965"/>
                    <a:gd name="connsiteY101" fmla="*/ 257197 h 805265"/>
                    <a:gd name="connsiteX102" fmla="*/ 309965 w 309965"/>
                    <a:gd name="connsiteY102" fmla="*/ 257197 h 805265"/>
                    <a:gd name="connsiteX103" fmla="*/ 309965 w 309965"/>
                    <a:gd name="connsiteY103" fmla="*/ 220343 h 805265"/>
                    <a:gd name="connsiteX104" fmla="*/ 309965 w 309965"/>
                    <a:gd name="connsiteY104" fmla="*/ 220343 h 805265"/>
                    <a:gd name="connsiteX105" fmla="*/ 309965 w 309965"/>
                    <a:gd name="connsiteY105" fmla="*/ 215920 h 805265"/>
                    <a:gd name="connsiteX106" fmla="*/ 309965 w 309965"/>
                    <a:gd name="connsiteY106" fmla="*/ 215920 h 805265"/>
                    <a:gd name="connsiteX107" fmla="*/ 309965 w 309965"/>
                    <a:gd name="connsiteY107" fmla="*/ 144547 h 805265"/>
                    <a:gd name="connsiteX108" fmla="*/ 309965 w 309965"/>
                    <a:gd name="connsiteY108" fmla="*/ 144547 h 805265"/>
                    <a:gd name="connsiteX109" fmla="*/ 309965 w 309965"/>
                    <a:gd name="connsiteY109" fmla="*/ 140123 h 805265"/>
                    <a:gd name="connsiteX110" fmla="*/ 309965 w 309965"/>
                    <a:gd name="connsiteY110" fmla="*/ 140123 h 805265"/>
                    <a:gd name="connsiteX111" fmla="*/ 309965 w 309965"/>
                    <a:gd name="connsiteY111" fmla="*/ 101714 h 805265"/>
                    <a:gd name="connsiteX112" fmla="*/ 309965 w 309965"/>
                    <a:gd name="connsiteY112" fmla="*/ 101714 h 805265"/>
                    <a:gd name="connsiteX113" fmla="*/ 272756 w 309965"/>
                    <a:gd name="connsiteY113" fmla="*/ 123164 h 805265"/>
                    <a:gd name="connsiteX114" fmla="*/ 272756 w 309965"/>
                    <a:gd name="connsiteY114" fmla="*/ 161573 h 805265"/>
                    <a:gd name="connsiteX115" fmla="*/ 241749 w 309965"/>
                    <a:gd name="connsiteY115" fmla="*/ 179466 h 805265"/>
                    <a:gd name="connsiteX116" fmla="*/ 241749 w 309965"/>
                    <a:gd name="connsiteY116" fmla="*/ 141057 h 805265"/>
                    <a:gd name="connsiteX117" fmla="*/ 272756 w 309965"/>
                    <a:gd name="connsiteY117" fmla="*/ 123164 h 805265"/>
                    <a:gd name="connsiteX118" fmla="*/ 136345 w 309965"/>
                    <a:gd name="connsiteY118" fmla="*/ 433218 h 805265"/>
                    <a:gd name="connsiteX119" fmla="*/ 105359 w 309965"/>
                    <a:gd name="connsiteY119" fmla="*/ 451111 h 805265"/>
                    <a:gd name="connsiteX120" fmla="*/ 105359 w 309965"/>
                    <a:gd name="connsiteY120" fmla="*/ 379716 h 805265"/>
                    <a:gd name="connsiteX121" fmla="*/ 136345 w 309965"/>
                    <a:gd name="connsiteY121" fmla="*/ 361822 h 805265"/>
                    <a:gd name="connsiteX122" fmla="*/ 136345 w 309965"/>
                    <a:gd name="connsiteY122" fmla="*/ 433218 h 805265"/>
                    <a:gd name="connsiteX123" fmla="*/ 139457 w 309965"/>
                    <a:gd name="connsiteY123" fmla="*/ 360022 h 805265"/>
                    <a:gd name="connsiteX124" fmla="*/ 170442 w 309965"/>
                    <a:gd name="connsiteY124" fmla="*/ 342129 h 805265"/>
                    <a:gd name="connsiteX125" fmla="*/ 170442 w 309965"/>
                    <a:gd name="connsiteY125" fmla="*/ 413524 h 805265"/>
                    <a:gd name="connsiteX126" fmla="*/ 139457 w 309965"/>
                    <a:gd name="connsiteY126" fmla="*/ 431417 h 805265"/>
                    <a:gd name="connsiteX127" fmla="*/ 139457 w 309965"/>
                    <a:gd name="connsiteY127" fmla="*/ 360022 h 805265"/>
                    <a:gd name="connsiteX128" fmla="*/ 102225 w 309965"/>
                    <a:gd name="connsiteY128" fmla="*/ 452912 h 805265"/>
                    <a:gd name="connsiteX129" fmla="*/ 71262 w 309965"/>
                    <a:gd name="connsiteY129" fmla="*/ 470783 h 805265"/>
                    <a:gd name="connsiteX130" fmla="*/ 71262 w 309965"/>
                    <a:gd name="connsiteY130" fmla="*/ 399387 h 805265"/>
                    <a:gd name="connsiteX131" fmla="*/ 102225 w 309965"/>
                    <a:gd name="connsiteY131" fmla="*/ 381516 h 805265"/>
                    <a:gd name="connsiteX132" fmla="*/ 102225 w 309965"/>
                    <a:gd name="connsiteY132" fmla="*/ 452912 h 805265"/>
                    <a:gd name="connsiteX133" fmla="*/ 102225 w 309965"/>
                    <a:gd name="connsiteY133" fmla="*/ 457335 h 805265"/>
                    <a:gd name="connsiteX134" fmla="*/ 102225 w 309965"/>
                    <a:gd name="connsiteY134" fmla="*/ 494744 h 805265"/>
                    <a:gd name="connsiteX135" fmla="*/ 71262 w 309965"/>
                    <a:gd name="connsiteY135" fmla="*/ 512615 h 805265"/>
                    <a:gd name="connsiteX136" fmla="*/ 71262 w 309965"/>
                    <a:gd name="connsiteY136" fmla="*/ 475206 h 805265"/>
                    <a:gd name="connsiteX137" fmla="*/ 102225 w 309965"/>
                    <a:gd name="connsiteY137" fmla="*/ 457335 h 805265"/>
                    <a:gd name="connsiteX138" fmla="*/ 105337 w 309965"/>
                    <a:gd name="connsiteY138" fmla="*/ 455534 h 805265"/>
                    <a:gd name="connsiteX139" fmla="*/ 136323 w 309965"/>
                    <a:gd name="connsiteY139" fmla="*/ 437641 h 805265"/>
                    <a:gd name="connsiteX140" fmla="*/ 136323 w 309965"/>
                    <a:gd name="connsiteY140" fmla="*/ 475050 h 805265"/>
                    <a:gd name="connsiteX141" fmla="*/ 105337 w 309965"/>
                    <a:gd name="connsiteY141" fmla="*/ 492944 h 805265"/>
                    <a:gd name="connsiteX142" fmla="*/ 105337 w 309965"/>
                    <a:gd name="connsiteY142" fmla="*/ 455534 h 805265"/>
                    <a:gd name="connsiteX143" fmla="*/ 139434 w 309965"/>
                    <a:gd name="connsiteY143" fmla="*/ 435841 h 805265"/>
                    <a:gd name="connsiteX144" fmla="*/ 170420 w 309965"/>
                    <a:gd name="connsiteY144" fmla="*/ 417947 h 805265"/>
                    <a:gd name="connsiteX145" fmla="*/ 170420 w 309965"/>
                    <a:gd name="connsiteY145" fmla="*/ 455357 h 805265"/>
                    <a:gd name="connsiteX146" fmla="*/ 139434 w 309965"/>
                    <a:gd name="connsiteY146" fmla="*/ 473250 h 805265"/>
                    <a:gd name="connsiteX147" fmla="*/ 139434 w 309965"/>
                    <a:gd name="connsiteY147" fmla="*/ 435841 h 805265"/>
                    <a:gd name="connsiteX148" fmla="*/ 173532 w 309965"/>
                    <a:gd name="connsiteY148" fmla="*/ 416147 h 805265"/>
                    <a:gd name="connsiteX149" fmla="*/ 204495 w 309965"/>
                    <a:gd name="connsiteY149" fmla="*/ 398276 h 805265"/>
                    <a:gd name="connsiteX150" fmla="*/ 204495 w 309965"/>
                    <a:gd name="connsiteY150" fmla="*/ 435685 h 805265"/>
                    <a:gd name="connsiteX151" fmla="*/ 173532 w 309965"/>
                    <a:gd name="connsiteY151" fmla="*/ 453556 h 805265"/>
                    <a:gd name="connsiteX152" fmla="*/ 173532 w 309965"/>
                    <a:gd name="connsiteY152" fmla="*/ 416147 h 805265"/>
                    <a:gd name="connsiteX153" fmla="*/ 173532 w 309965"/>
                    <a:gd name="connsiteY153" fmla="*/ 411724 h 805265"/>
                    <a:gd name="connsiteX154" fmla="*/ 173532 w 309965"/>
                    <a:gd name="connsiteY154" fmla="*/ 340328 h 805265"/>
                    <a:gd name="connsiteX155" fmla="*/ 204495 w 309965"/>
                    <a:gd name="connsiteY155" fmla="*/ 322457 h 805265"/>
                    <a:gd name="connsiteX156" fmla="*/ 204495 w 309965"/>
                    <a:gd name="connsiteY156" fmla="*/ 393853 h 805265"/>
                    <a:gd name="connsiteX157" fmla="*/ 173532 w 309965"/>
                    <a:gd name="connsiteY157" fmla="*/ 411724 h 805265"/>
                    <a:gd name="connsiteX158" fmla="*/ 173532 w 309965"/>
                    <a:gd name="connsiteY158" fmla="*/ 335927 h 805265"/>
                    <a:gd name="connsiteX159" fmla="*/ 173532 w 309965"/>
                    <a:gd name="connsiteY159" fmla="*/ 299074 h 805265"/>
                    <a:gd name="connsiteX160" fmla="*/ 204495 w 309965"/>
                    <a:gd name="connsiteY160" fmla="*/ 281203 h 805265"/>
                    <a:gd name="connsiteX161" fmla="*/ 204495 w 309965"/>
                    <a:gd name="connsiteY161" fmla="*/ 318056 h 805265"/>
                    <a:gd name="connsiteX162" fmla="*/ 173532 w 309965"/>
                    <a:gd name="connsiteY162" fmla="*/ 335927 h 805265"/>
                    <a:gd name="connsiteX163" fmla="*/ 170420 w 309965"/>
                    <a:gd name="connsiteY163" fmla="*/ 337728 h 805265"/>
                    <a:gd name="connsiteX164" fmla="*/ 139434 w 309965"/>
                    <a:gd name="connsiteY164" fmla="*/ 355621 h 805265"/>
                    <a:gd name="connsiteX165" fmla="*/ 139434 w 309965"/>
                    <a:gd name="connsiteY165" fmla="*/ 318767 h 805265"/>
                    <a:gd name="connsiteX166" fmla="*/ 170420 w 309965"/>
                    <a:gd name="connsiteY166" fmla="*/ 300874 h 805265"/>
                    <a:gd name="connsiteX167" fmla="*/ 170420 w 309965"/>
                    <a:gd name="connsiteY167" fmla="*/ 337728 h 805265"/>
                    <a:gd name="connsiteX168" fmla="*/ 136323 w 309965"/>
                    <a:gd name="connsiteY168" fmla="*/ 357421 h 805265"/>
                    <a:gd name="connsiteX169" fmla="*/ 105337 w 309965"/>
                    <a:gd name="connsiteY169" fmla="*/ 375315 h 805265"/>
                    <a:gd name="connsiteX170" fmla="*/ 105337 w 309965"/>
                    <a:gd name="connsiteY170" fmla="*/ 338461 h 805265"/>
                    <a:gd name="connsiteX171" fmla="*/ 136323 w 309965"/>
                    <a:gd name="connsiteY171" fmla="*/ 320568 h 805265"/>
                    <a:gd name="connsiteX172" fmla="*/ 136323 w 309965"/>
                    <a:gd name="connsiteY172" fmla="*/ 357421 h 805265"/>
                    <a:gd name="connsiteX173" fmla="*/ 102203 w 309965"/>
                    <a:gd name="connsiteY173" fmla="*/ 377115 h 805265"/>
                    <a:gd name="connsiteX174" fmla="*/ 71240 w 309965"/>
                    <a:gd name="connsiteY174" fmla="*/ 394986 h 805265"/>
                    <a:gd name="connsiteX175" fmla="*/ 71240 w 309965"/>
                    <a:gd name="connsiteY175" fmla="*/ 358133 h 805265"/>
                    <a:gd name="connsiteX176" fmla="*/ 102203 w 309965"/>
                    <a:gd name="connsiteY176" fmla="*/ 340262 h 805265"/>
                    <a:gd name="connsiteX177" fmla="*/ 102203 w 309965"/>
                    <a:gd name="connsiteY177" fmla="*/ 377115 h 805265"/>
                    <a:gd name="connsiteX178" fmla="*/ 68128 w 309965"/>
                    <a:gd name="connsiteY178" fmla="*/ 396787 h 805265"/>
                    <a:gd name="connsiteX179" fmla="*/ 37120 w 309965"/>
                    <a:gd name="connsiteY179" fmla="*/ 414680 h 805265"/>
                    <a:gd name="connsiteX180" fmla="*/ 37120 w 309965"/>
                    <a:gd name="connsiteY180" fmla="*/ 377826 h 805265"/>
                    <a:gd name="connsiteX181" fmla="*/ 68128 w 309965"/>
                    <a:gd name="connsiteY181" fmla="*/ 359933 h 805265"/>
                    <a:gd name="connsiteX182" fmla="*/ 68128 w 309965"/>
                    <a:gd name="connsiteY182" fmla="*/ 396787 h 805265"/>
                    <a:gd name="connsiteX183" fmla="*/ 68128 w 309965"/>
                    <a:gd name="connsiteY183" fmla="*/ 401210 h 805265"/>
                    <a:gd name="connsiteX184" fmla="*/ 68128 w 309965"/>
                    <a:gd name="connsiteY184" fmla="*/ 472605 h 805265"/>
                    <a:gd name="connsiteX185" fmla="*/ 37120 w 309965"/>
                    <a:gd name="connsiteY185" fmla="*/ 490499 h 805265"/>
                    <a:gd name="connsiteX186" fmla="*/ 37120 w 309965"/>
                    <a:gd name="connsiteY186" fmla="*/ 419103 h 805265"/>
                    <a:gd name="connsiteX187" fmla="*/ 68128 w 309965"/>
                    <a:gd name="connsiteY187" fmla="*/ 401210 h 805265"/>
                    <a:gd name="connsiteX188" fmla="*/ 68128 w 309965"/>
                    <a:gd name="connsiteY188" fmla="*/ 477029 h 805265"/>
                    <a:gd name="connsiteX189" fmla="*/ 68128 w 309965"/>
                    <a:gd name="connsiteY189" fmla="*/ 514438 h 805265"/>
                    <a:gd name="connsiteX190" fmla="*/ 37120 w 309965"/>
                    <a:gd name="connsiteY190" fmla="*/ 532331 h 805265"/>
                    <a:gd name="connsiteX191" fmla="*/ 37120 w 309965"/>
                    <a:gd name="connsiteY191" fmla="*/ 494922 h 805265"/>
                    <a:gd name="connsiteX192" fmla="*/ 68128 w 309965"/>
                    <a:gd name="connsiteY192" fmla="*/ 477029 h 805265"/>
                    <a:gd name="connsiteX193" fmla="*/ 68128 w 309965"/>
                    <a:gd name="connsiteY193" fmla="*/ 518861 h 805265"/>
                    <a:gd name="connsiteX194" fmla="*/ 68128 w 309965"/>
                    <a:gd name="connsiteY194" fmla="*/ 590256 h 805265"/>
                    <a:gd name="connsiteX195" fmla="*/ 37120 w 309965"/>
                    <a:gd name="connsiteY195" fmla="*/ 608150 h 805265"/>
                    <a:gd name="connsiteX196" fmla="*/ 37120 w 309965"/>
                    <a:gd name="connsiteY196" fmla="*/ 536754 h 805265"/>
                    <a:gd name="connsiteX197" fmla="*/ 68128 w 309965"/>
                    <a:gd name="connsiteY197" fmla="*/ 518861 h 805265"/>
                    <a:gd name="connsiteX198" fmla="*/ 71240 w 309965"/>
                    <a:gd name="connsiteY198" fmla="*/ 517061 h 805265"/>
                    <a:gd name="connsiteX199" fmla="*/ 102203 w 309965"/>
                    <a:gd name="connsiteY199" fmla="*/ 499190 h 805265"/>
                    <a:gd name="connsiteX200" fmla="*/ 102203 w 309965"/>
                    <a:gd name="connsiteY200" fmla="*/ 570585 h 805265"/>
                    <a:gd name="connsiteX201" fmla="*/ 71240 w 309965"/>
                    <a:gd name="connsiteY201" fmla="*/ 588456 h 805265"/>
                    <a:gd name="connsiteX202" fmla="*/ 71240 w 309965"/>
                    <a:gd name="connsiteY202" fmla="*/ 517061 h 805265"/>
                    <a:gd name="connsiteX203" fmla="*/ 105315 w 309965"/>
                    <a:gd name="connsiteY203" fmla="*/ 497389 h 805265"/>
                    <a:gd name="connsiteX204" fmla="*/ 136300 w 309965"/>
                    <a:gd name="connsiteY204" fmla="*/ 479496 h 805265"/>
                    <a:gd name="connsiteX205" fmla="*/ 136300 w 309965"/>
                    <a:gd name="connsiteY205" fmla="*/ 550891 h 805265"/>
                    <a:gd name="connsiteX206" fmla="*/ 105315 w 309965"/>
                    <a:gd name="connsiteY206" fmla="*/ 568785 h 805265"/>
                    <a:gd name="connsiteX207" fmla="*/ 105315 w 309965"/>
                    <a:gd name="connsiteY207" fmla="*/ 497389 h 805265"/>
                    <a:gd name="connsiteX208" fmla="*/ 139412 w 309965"/>
                    <a:gd name="connsiteY208" fmla="*/ 477695 h 805265"/>
                    <a:gd name="connsiteX209" fmla="*/ 170398 w 309965"/>
                    <a:gd name="connsiteY209" fmla="*/ 459802 h 805265"/>
                    <a:gd name="connsiteX210" fmla="*/ 170398 w 309965"/>
                    <a:gd name="connsiteY210" fmla="*/ 531198 h 805265"/>
                    <a:gd name="connsiteX211" fmla="*/ 139412 w 309965"/>
                    <a:gd name="connsiteY211" fmla="*/ 549091 h 805265"/>
                    <a:gd name="connsiteX212" fmla="*/ 139412 w 309965"/>
                    <a:gd name="connsiteY212" fmla="*/ 477695 h 805265"/>
                    <a:gd name="connsiteX213" fmla="*/ 173510 w 309965"/>
                    <a:gd name="connsiteY213" fmla="*/ 458002 h 805265"/>
                    <a:gd name="connsiteX214" fmla="*/ 204473 w 309965"/>
                    <a:gd name="connsiteY214" fmla="*/ 440131 h 805265"/>
                    <a:gd name="connsiteX215" fmla="*/ 204473 w 309965"/>
                    <a:gd name="connsiteY215" fmla="*/ 511526 h 805265"/>
                    <a:gd name="connsiteX216" fmla="*/ 173510 w 309965"/>
                    <a:gd name="connsiteY216" fmla="*/ 529397 h 805265"/>
                    <a:gd name="connsiteX217" fmla="*/ 173510 w 309965"/>
                    <a:gd name="connsiteY217" fmla="*/ 458002 h 805265"/>
                    <a:gd name="connsiteX218" fmla="*/ 207585 w 309965"/>
                    <a:gd name="connsiteY218" fmla="*/ 438330 h 805265"/>
                    <a:gd name="connsiteX219" fmla="*/ 238570 w 309965"/>
                    <a:gd name="connsiteY219" fmla="*/ 420437 h 805265"/>
                    <a:gd name="connsiteX220" fmla="*/ 238570 w 309965"/>
                    <a:gd name="connsiteY220" fmla="*/ 491832 h 805265"/>
                    <a:gd name="connsiteX221" fmla="*/ 207585 w 309965"/>
                    <a:gd name="connsiteY221" fmla="*/ 509726 h 805265"/>
                    <a:gd name="connsiteX222" fmla="*/ 207585 w 309965"/>
                    <a:gd name="connsiteY222" fmla="*/ 438330 h 805265"/>
                    <a:gd name="connsiteX223" fmla="*/ 207585 w 309965"/>
                    <a:gd name="connsiteY223" fmla="*/ 433907 h 805265"/>
                    <a:gd name="connsiteX224" fmla="*/ 207585 w 309965"/>
                    <a:gd name="connsiteY224" fmla="*/ 396498 h 805265"/>
                    <a:gd name="connsiteX225" fmla="*/ 238570 w 309965"/>
                    <a:gd name="connsiteY225" fmla="*/ 378604 h 805265"/>
                    <a:gd name="connsiteX226" fmla="*/ 238570 w 309965"/>
                    <a:gd name="connsiteY226" fmla="*/ 416014 h 805265"/>
                    <a:gd name="connsiteX227" fmla="*/ 207585 w 309965"/>
                    <a:gd name="connsiteY227" fmla="*/ 433907 h 805265"/>
                    <a:gd name="connsiteX228" fmla="*/ 207585 w 309965"/>
                    <a:gd name="connsiteY228" fmla="*/ 392074 h 805265"/>
                    <a:gd name="connsiteX229" fmla="*/ 207585 w 309965"/>
                    <a:gd name="connsiteY229" fmla="*/ 320679 h 805265"/>
                    <a:gd name="connsiteX230" fmla="*/ 238570 w 309965"/>
                    <a:gd name="connsiteY230" fmla="*/ 302786 h 805265"/>
                    <a:gd name="connsiteX231" fmla="*/ 238570 w 309965"/>
                    <a:gd name="connsiteY231" fmla="*/ 374181 h 805265"/>
                    <a:gd name="connsiteX232" fmla="*/ 207585 w 309965"/>
                    <a:gd name="connsiteY232" fmla="*/ 392074 h 805265"/>
                    <a:gd name="connsiteX233" fmla="*/ 207585 w 309965"/>
                    <a:gd name="connsiteY233" fmla="*/ 316278 h 805265"/>
                    <a:gd name="connsiteX234" fmla="*/ 207585 w 309965"/>
                    <a:gd name="connsiteY234" fmla="*/ 279424 h 805265"/>
                    <a:gd name="connsiteX235" fmla="*/ 238570 w 309965"/>
                    <a:gd name="connsiteY235" fmla="*/ 261531 h 805265"/>
                    <a:gd name="connsiteX236" fmla="*/ 238570 w 309965"/>
                    <a:gd name="connsiteY236" fmla="*/ 298385 h 805265"/>
                    <a:gd name="connsiteX237" fmla="*/ 207585 w 309965"/>
                    <a:gd name="connsiteY237" fmla="*/ 316278 h 805265"/>
                    <a:gd name="connsiteX238" fmla="*/ 207585 w 309965"/>
                    <a:gd name="connsiteY238" fmla="*/ 275001 h 805265"/>
                    <a:gd name="connsiteX239" fmla="*/ 207585 w 309965"/>
                    <a:gd name="connsiteY239" fmla="*/ 203606 h 805265"/>
                    <a:gd name="connsiteX240" fmla="*/ 238570 w 309965"/>
                    <a:gd name="connsiteY240" fmla="*/ 185712 h 805265"/>
                    <a:gd name="connsiteX241" fmla="*/ 238570 w 309965"/>
                    <a:gd name="connsiteY241" fmla="*/ 257108 h 805265"/>
                    <a:gd name="connsiteX242" fmla="*/ 207585 w 309965"/>
                    <a:gd name="connsiteY242" fmla="*/ 275001 h 805265"/>
                    <a:gd name="connsiteX243" fmla="*/ 204473 w 309965"/>
                    <a:gd name="connsiteY243" fmla="*/ 276802 h 805265"/>
                    <a:gd name="connsiteX244" fmla="*/ 173510 w 309965"/>
                    <a:gd name="connsiteY244" fmla="*/ 294673 h 805265"/>
                    <a:gd name="connsiteX245" fmla="*/ 173510 w 309965"/>
                    <a:gd name="connsiteY245" fmla="*/ 223277 h 805265"/>
                    <a:gd name="connsiteX246" fmla="*/ 204473 w 309965"/>
                    <a:gd name="connsiteY246" fmla="*/ 205406 h 805265"/>
                    <a:gd name="connsiteX247" fmla="*/ 204473 w 309965"/>
                    <a:gd name="connsiteY247" fmla="*/ 276802 h 805265"/>
                    <a:gd name="connsiteX248" fmla="*/ 170398 w 309965"/>
                    <a:gd name="connsiteY248" fmla="*/ 296473 h 805265"/>
                    <a:gd name="connsiteX249" fmla="*/ 139412 w 309965"/>
                    <a:gd name="connsiteY249" fmla="*/ 314366 h 805265"/>
                    <a:gd name="connsiteX250" fmla="*/ 139412 w 309965"/>
                    <a:gd name="connsiteY250" fmla="*/ 242971 h 805265"/>
                    <a:gd name="connsiteX251" fmla="*/ 170398 w 309965"/>
                    <a:gd name="connsiteY251" fmla="*/ 225078 h 805265"/>
                    <a:gd name="connsiteX252" fmla="*/ 170398 w 309965"/>
                    <a:gd name="connsiteY252" fmla="*/ 296473 h 805265"/>
                    <a:gd name="connsiteX253" fmla="*/ 136300 w 309965"/>
                    <a:gd name="connsiteY253" fmla="*/ 316167 h 805265"/>
                    <a:gd name="connsiteX254" fmla="*/ 105315 w 309965"/>
                    <a:gd name="connsiteY254" fmla="*/ 334060 h 805265"/>
                    <a:gd name="connsiteX255" fmla="*/ 105315 w 309965"/>
                    <a:gd name="connsiteY255" fmla="*/ 262665 h 805265"/>
                    <a:gd name="connsiteX256" fmla="*/ 136300 w 309965"/>
                    <a:gd name="connsiteY256" fmla="*/ 244771 h 805265"/>
                    <a:gd name="connsiteX257" fmla="*/ 136300 w 309965"/>
                    <a:gd name="connsiteY257" fmla="*/ 316167 h 805265"/>
                    <a:gd name="connsiteX258" fmla="*/ 102181 w 309965"/>
                    <a:gd name="connsiteY258" fmla="*/ 335861 h 805265"/>
                    <a:gd name="connsiteX259" fmla="*/ 71218 w 309965"/>
                    <a:gd name="connsiteY259" fmla="*/ 353732 h 805265"/>
                    <a:gd name="connsiteX260" fmla="*/ 71218 w 309965"/>
                    <a:gd name="connsiteY260" fmla="*/ 282336 h 805265"/>
                    <a:gd name="connsiteX261" fmla="*/ 102181 w 309965"/>
                    <a:gd name="connsiteY261" fmla="*/ 264465 h 805265"/>
                    <a:gd name="connsiteX262" fmla="*/ 102181 w 309965"/>
                    <a:gd name="connsiteY262" fmla="*/ 335861 h 805265"/>
                    <a:gd name="connsiteX263" fmla="*/ 68106 w 309965"/>
                    <a:gd name="connsiteY263" fmla="*/ 355532 h 805265"/>
                    <a:gd name="connsiteX264" fmla="*/ 37098 w 309965"/>
                    <a:gd name="connsiteY264" fmla="*/ 373425 h 805265"/>
                    <a:gd name="connsiteX265" fmla="*/ 37098 w 309965"/>
                    <a:gd name="connsiteY265" fmla="*/ 302030 h 805265"/>
                    <a:gd name="connsiteX266" fmla="*/ 68106 w 309965"/>
                    <a:gd name="connsiteY266" fmla="*/ 284137 h 805265"/>
                    <a:gd name="connsiteX267" fmla="*/ 68106 w 309965"/>
                    <a:gd name="connsiteY267" fmla="*/ 355532 h 805265"/>
                    <a:gd name="connsiteX268" fmla="*/ 33986 w 309965"/>
                    <a:gd name="connsiteY268" fmla="*/ 375226 h 805265"/>
                    <a:gd name="connsiteX269" fmla="*/ 3001 w 309965"/>
                    <a:gd name="connsiteY269" fmla="*/ 393119 h 805265"/>
                    <a:gd name="connsiteX270" fmla="*/ 3001 w 309965"/>
                    <a:gd name="connsiteY270" fmla="*/ 321724 h 805265"/>
                    <a:gd name="connsiteX271" fmla="*/ 33986 w 309965"/>
                    <a:gd name="connsiteY271" fmla="*/ 303830 h 805265"/>
                    <a:gd name="connsiteX272" fmla="*/ 33986 w 309965"/>
                    <a:gd name="connsiteY272" fmla="*/ 375226 h 805265"/>
                    <a:gd name="connsiteX273" fmla="*/ 33986 w 309965"/>
                    <a:gd name="connsiteY273" fmla="*/ 379649 h 805265"/>
                    <a:gd name="connsiteX274" fmla="*/ 33986 w 309965"/>
                    <a:gd name="connsiteY274" fmla="*/ 416503 h 805265"/>
                    <a:gd name="connsiteX275" fmla="*/ 3001 w 309965"/>
                    <a:gd name="connsiteY275" fmla="*/ 434396 h 805265"/>
                    <a:gd name="connsiteX276" fmla="*/ 3001 w 309965"/>
                    <a:gd name="connsiteY276" fmla="*/ 397542 h 805265"/>
                    <a:gd name="connsiteX277" fmla="*/ 33986 w 309965"/>
                    <a:gd name="connsiteY277" fmla="*/ 379649 h 805265"/>
                    <a:gd name="connsiteX278" fmla="*/ 33986 w 309965"/>
                    <a:gd name="connsiteY278" fmla="*/ 420926 h 805265"/>
                    <a:gd name="connsiteX279" fmla="*/ 33986 w 309965"/>
                    <a:gd name="connsiteY279" fmla="*/ 492321 h 805265"/>
                    <a:gd name="connsiteX280" fmla="*/ 3001 w 309965"/>
                    <a:gd name="connsiteY280" fmla="*/ 510215 h 805265"/>
                    <a:gd name="connsiteX281" fmla="*/ 3001 w 309965"/>
                    <a:gd name="connsiteY281" fmla="*/ 438819 h 805265"/>
                    <a:gd name="connsiteX282" fmla="*/ 33986 w 309965"/>
                    <a:gd name="connsiteY282" fmla="*/ 420926 h 805265"/>
                    <a:gd name="connsiteX283" fmla="*/ 33986 w 309965"/>
                    <a:gd name="connsiteY283" fmla="*/ 496722 h 805265"/>
                    <a:gd name="connsiteX284" fmla="*/ 33986 w 309965"/>
                    <a:gd name="connsiteY284" fmla="*/ 534132 h 805265"/>
                    <a:gd name="connsiteX285" fmla="*/ 3001 w 309965"/>
                    <a:gd name="connsiteY285" fmla="*/ 552025 h 805265"/>
                    <a:gd name="connsiteX286" fmla="*/ 3001 w 309965"/>
                    <a:gd name="connsiteY286" fmla="*/ 514616 h 805265"/>
                    <a:gd name="connsiteX287" fmla="*/ 33986 w 309965"/>
                    <a:gd name="connsiteY287" fmla="*/ 496722 h 805265"/>
                    <a:gd name="connsiteX288" fmla="*/ 33986 w 309965"/>
                    <a:gd name="connsiteY288" fmla="*/ 538555 h 805265"/>
                    <a:gd name="connsiteX289" fmla="*/ 33986 w 309965"/>
                    <a:gd name="connsiteY289" fmla="*/ 609950 h 805265"/>
                    <a:gd name="connsiteX290" fmla="*/ 3001 w 309965"/>
                    <a:gd name="connsiteY290" fmla="*/ 627844 h 805265"/>
                    <a:gd name="connsiteX291" fmla="*/ 3001 w 309965"/>
                    <a:gd name="connsiteY291" fmla="*/ 556448 h 805265"/>
                    <a:gd name="connsiteX292" fmla="*/ 33986 w 309965"/>
                    <a:gd name="connsiteY292" fmla="*/ 538555 h 805265"/>
                    <a:gd name="connsiteX293" fmla="*/ 33986 w 309965"/>
                    <a:gd name="connsiteY293" fmla="*/ 614351 h 805265"/>
                    <a:gd name="connsiteX294" fmla="*/ 33986 w 309965"/>
                    <a:gd name="connsiteY294" fmla="*/ 651205 h 805265"/>
                    <a:gd name="connsiteX295" fmla="*/ 3001 w 309965"/>
                    <a:gd name="connsiteY295" fmla="*/ 669098 h 805265"/>
                    <a:gd name="connsiteX296" fmla="*/ 3001 w 309965"/>
                    <a:gd name="connsiteY296" fmla="*/ 632245 h 805265"/>
                    <a:gd name="connsiteX297" fmla="*/ 33986 w 309965"/>
                    <a:gd name="connsiteY297" fmla="*/ 614351 h 805265"/>
                    <a:gd name="connsiteX298" fmla="*/ 37098 w 309965"/>
                    <a:gd name="connsiteY298" fmla="*/ 612551 h 805265"/>
                    <a:gd name="connsiteX299" fmla="*/ 68106 w 309965"/>
                    <a:gd name="connsiteY299" fmla="*/ 594658 h 805265"/>
                    <a:gd name="connsiteX300" fmla="*/ 68106 w 309965"/>
                    <a:gd name="connsiteY300" fmla="*/ 631511 h 805265"/>
                    <a:gd name="connsiteX301" fmla="*/ 37098 w 309965"/>
                    <a:gd name="connsiteY301" fmla="*/ 649404 h 805265"/>
                    <a:gd name="connsiteX302" fmla="*/ 37098 w 309965"/>
                    <a:gd name="connsiteY302" fmla="*/ 612551 h 805265"/>
                    <a:gd name="connsiteX303" fmla="*/ 71218 w 309965"/>
                    <a:gd name="connsiteY303" fmla="*/ 592857 h 805265"/>
                    <a:gd name="connsiteX304" fmla="*/ 102181 w 309965"/>
                    <a:gd name="connsiteY304" fmla="*/ 574986 h 805265"/>
                    <a:gd name="connsiteX305" fmla="*/ 102181 w 309965"/>
                    <a:gd name="connsiteY305" fmla="*/ 611840 h 805265"/>
                    <a:gd name="connsiteX306" fmla="*/ 71218 w 309965"/>
                    <a:gd name="connsiteY306" fmla="*/ 629711 h 805265"/>
                    <a:gd name="connsiteX307" fmla="*/ 71218 w 309965"/>
                    <a:gd name="connsiteY307" fmla="*/ 592857 h 805265"/>
                    <a:gd name="connsiteX308" fmla="*/ 105293 w 309965"/>
                    <a:gd name="connsiteY308" fmla="*/ 573186 h 805265"/>
                    <a:gd name="connsiteX309" fmla="*/ 136278 w 309965"/>
                    <a:gd name="connsiteY309" fmla="*/ 555292 h 805265"/>
                    <a:gd name="connsiteX310" fmla="*/ 136278 w 309965"/>
                    <a:gd name="connsiteY310" fmla="*/ 592146 h 805265"/>
                    <a:gd name="connsiteX311" fmla="*/ 105293 w 309965"/>
                    <a:gd name="connsiteY311" fmla="*/ 610039 h 805265"/>
                    <a:gd name="connsiteX312" fmla="*/ 105293 w 309965"/>
                    <a:gd name="connsiteY312" fmla="*/ 573186 h 805265"/>
                    <a:gd name="connsiteX313" fmla="*/ 139390 w 309965"/>
                    <a:gd name="connsiteY313" fmla="*/ 553492 h 805265"/>
                    <a:gd name="connsiteX314" fmla="*/ 170375 w 309965"/>
                    <a:gd name="connsiteY314" fmla="*/ 535599 h 805265"/>
                    <a:gd name="connsiteX315" fmla="*/ 170375 w 309965"/>
                    <a:gd name="connsiteY315" fmla="*/ 572452 h 805265"/>
                    <a:gd name="connsiteX316" fmla="*/ 139390 w 309965"/>
                    <a:gd name="connsiteY316" fmla="*/ 590345 h 805265"/>
                    <a:gd name="connsiteX317" fmla="*/ 139390 w 309965"/>
                    <a:gd name="connsiteY317" fmla="*/ 553492 h 805265"/>
                    <a:gd name="connsiteX318" fmla="*/ 173487 w 309965"/>
                    <a:gd name="connsiteY318" fmla="*/ 533798 h 805265"/>
                    <a:gd name="connsiteX319" fmla="*/ 204451 w 309965"/>
                    <a:gd name="connsiteY319" fmla="*/ 515927 h 805265"/>
                    <a:gd name="connsiteX320" fmla="*/ 204451 w 309965"/>
                    <a:gd name="connsiteY320" fmla="*/ 552781 h 805265"/>
                    <a:gd name="connsiteX321" fmla="*/ 173487 w 309965"/>
                    <a:gd name="connsiteY321" fmla="*/ 570652 h 805265"/>
                    <a:gd name="connsiteX322" fmla="*/ 173487 w 309965"/>
                    <a:gd name="connsiteY322" fmla="*/ 533798 h 805265"/>
                    <a:gd name="connsiteX323" fmla="*/ 207562 w 309965"/>
                    <a:gd name="connsiteY323" fmla="*/ 514127 h 805265"/>
                    <a:gd name="connsiteX324" fmla="*/ 238548 w 309965"/>
                    <a:gd name="connsiteY324" fmla="*/ 496233 h 805265"/>
                    <a:gd name="connsiteX325" fmla="*/ 238548 w 309965"/>
                    <a:gd name="connsiteY325" fmla="*/ 533087 h 805265"/>
                    <a:gd name="connsiteX326" fmla="*/ 207562 w 309965"/>
                    <a:gd name="connsiteY326" fmla="*/ 550980 h 805265"/>
                    <a:gd name="connsiteX327" fmla="*/ 207562 w 309965"/>
                    <a:gd name="connsiteY327" fmla="*/ 514127 h 805265"/>
                    <a:gd name="connsiteX328" fmla="*/ 241660 w 309965"/>
                    <a:gd name="connsiteY328" fmla="*/ 494433 h 805265"/>
                    <a:gd name="connsiteX329" fmla="*/ 272667 w 309965"/>
                    <a:gd name="connsiteY329" fmla="*/ 476540 h 805265"/>
                    <a:gd name="connsiteX330" fmla="*/ 272667 w 309965"/>
                    <a:gd name="connsiteY330" fmla="*/ 513393 h 805265"/>
                    <a:gd name="connsiteX331" fmla="*/ 241660 w 309965"/>
                    <a:gd name="connsiteY331" fmla="*/ 531286 h 805265"/>
                    <a:gd name="connsiteX332" fmla="*/ 241660 w 309965"/>
                    <a:gd name="connsiteY332" fmla="*/ 494433 h 805265"/>
                    <a:gd name="connsiteX333" fmla="*/ 241660 w 309965"/>
                    <a:gd name="connsiteY333" fmla="*/ 490010 h 805265"/>
                    <a:gd name="connsiteX334" fmla="*/ 241660 w 309965"/>
                    <a:gd name="connsiteY334" fmla="*/ 418614 h 805265"/>
                    <a:gd name="connsiteX335" fmla="*/ 272667 w 309965"/>
                    <a:gd name="connsiteY335" fmla="*/ 400721 h 805265"/>
                    <a:gd name="connsiteX336" fmla="*/ 272667 w 309965"/>
                    <a:gd name="connsiteY336" fmla="*/ 472116 h 805265"/>
                    <a:gd name="connsiteX337" fmla="*/ 241660 w 309965"/>
                    <a:gd name="connsiteY337" fmla="*/ 490010 h 805265"/>
                    <a:gd name="connsiteX338" fmla="*/ 241660 w 309965"/>
                    <a:gd name="connsiteY338" fmla="*/ 414191 h 805265"/>
                    <a:gd name="connsiteX339" fmla="*/ 241660 w 309965"/>
                    <a:gd name="connsiteY339" fmla="*/ 376782 h 805265"/>
                    <a:gd name="connsiteX340" fmla="*/ 272667 w 309965"/>
                    <a:gd name="connsiteY340" fmla="*/ 358888 h 805265"/>
                    <a:gd name="connsiteX341" fmla="*/ 272667 w 309965"/>
                    <a:gd name="connsiteY341" fmla="*/ 396298 h 805265"/>
                    <a:gd name="connsiteX342" fmla="*/ 241660 w 309965"/>
                    <a:gd name="connsiteY342" fmla="*/ 414191 h 805265"/>
                    <a:gd name="connsiteX343" fmla="*/ 241660 w 309965"/>
                    <a:gd name="connsiteY343" fmla="*/ 372358 h 805265"/>
                    <a:gd name="connsiteX344" fmla="*/ 241660 w 309965"/>
                    <a:gd name="connsiteY344" fmla="*/ 300963 h 805265"/>
                    <a:gd name="connsiteX345" fmla="*/ 272667 w 309965"/>
                    <a:gd name="connsiteY345" fmla="*/ 283070 h 805265"/>
                    <a:gd name="connsiteX346" fmla="*/ 272667 w 309965"/>
                    <a:gd name="connsiteY346" fmla="*/ 354465 h 805265"/>
                    <a:gd name="connsiteX347" fmla="*/ 241660 w 309965"/>
                    <a:gd name="connsiteY347" fmla="*/ 372358 h 805265"/>
                    <a:gd name="connsiteX348" fmla="*/ 241660 w 309965"/>
                    <a:gd name="connsiteY348" fmla="*/ 296540 h 805265"/>
                    <a:gd name="connsiteX349" fmla="*/ 241660 w 309965"/>
                    <a:gd name="connsiteY349" fmla="*/ 259686 h 805265"/>
                    <a:gd name="connsiteX350" fmla="*/ 272667 w 309965"/>
                    <a:gd name="connsiteY350" fmla="*/ 241793 h 805265"/>
                    <a:gd name="connsiteX351" fmla="*/ 272667 w 309965"/>
                    <a:gd name="connsiteY351" fmla="*/ 278646 h 805265"/>
                    <a:gd name="connsiteX352" fmla="*/ 241660 w 309965"/>
                    <a:gd name="connsiteY352" fmla="*/ 296540 h 805265"/>
                    <a:gd name="connsiteX353" fmla="*/ 241660 w 309965"/>
                    <a:gd name="connsiteY353" fmla="*/ 255263 h 805265"/>
                    <a:gd name="connsiteX354" fmla="*/ 241660 w 309965"/>
                    <a:gd name="connsiteY354" fmla="*/ 183868 h 805265"/>
                    <a:gd name="connsiteX355" fmla="*/ 272667 w 309965"/>
                    <a:gd name="connsiteY355" fmla="*/ 165974 h 805265"/>
                    <a:gd name="connsiteX356" fmla="*/ 272667 w 309965"/>
                    <a:gd name="connsiteY356" fmla="*/ 237370 h 805265"/>
                    <a:gd name="connsiteX357" fmla="*/ 241660 w 309965"/>
                    <a:gd name="connsiteY357" fmla="*/ 255263 h 805265"/>
                    <a:gd name="connsiteX358" fmla="*/ 238548 w 309965"/>
                    <a:gd name="connsiteY358" fmla="*/ 142835 h 805265"/>
                    <a:gd name="connsiteX359" fmla="*/ 238548 w 309965"/>
                    <a:gd name="connsiteY359" fmla="*/ 181245 h 805265"/>
                    <a:gd name="connsiteX360" fmla="*/ 207562 w 309965"/>
                    <a:gd name="connsiteY360" fmla="*/ 199138 h 805265"/>
                    <a:gd name="connsiteX361" fmla="*/ 207562 w 309965"/>
                    <a:gd name="connsiteY361" fmla="*/ 160728 h 805265"/>
                    <a:gd name="connsiteX362" fmla="*/ 238548 w 309965"/>
                    <a:gd name="connsiteY362" fmla="*/ 142835 h 805265"/>
                    <a:gd name="connsiteX363" fmla="*/ 204451 w 309965"/>
                    <a:gd name="connsiteY363" fmla="*/ 162529 h 805265"/>
                    <a:gd name="connsiteX364" fmla="*/ 204451 w 309965"/>
                    <a:gd name="connsiteY364" fmla="*/ 200938 h 805265"/>
                    <a:gd name="connsiteX365" fmla="*/ 173487 w 309965"/>
                    <a:gd name="connsiteY365" fmla="*/ 218809 h 805265"/>
                    <a:gd name="connsiteX366" fmla="*/ 173487 w 309965"/>
                    <a:gd name="connsiteY366" fmla="*/ 180400 h 805265"/>
                    <a:gd name="connsiteX367" fmla="*/ 204451 w 309965"/>
                    <a:gd name="connsiteY367" fmla="*/ 162529 h 805265"/>
                    <a:gd name="connsiteX368" fmla="*/ 170375 w 309965"/>
                    <a:gd name="connsiteY368" fmla="*/ 182200 h 805265"/>
                    <a:gd name="connsiteX369" fmla="*/ 170375 w 309965"/>
                    <a:gd name="connsiteY369" fmla="*/ 220610 h 805265"/>
                    <a:gd name="connsiteX370" fmla="*/ 139390 w 309965"/>
                    <a:gd name="connsiteY370" fmla="*/ 238503 h 805265"/>
                    <a:gd name="connsiteX371" fmla="*/ 139390 w 309965"/>
                    <a:gd name="connsiteY371" fmla="*/ 200094 h 805265"/>
                    <a:gd name="connsiteX372" fmla="*/ 170375 w 309965"/>
                    <a:gd name="connsiteY372" fmla="*/ 182200 h 805265"/>
                    <a:gd name="connsiteX373" fmla="*/ 136278 w 309965"/>
                    <a:gd name="connsiteY373" fmla="*/ 201894 h 805265"/>
                    <a:gd name="connsiteX374" fmla="*/ 136278 w 309965"/>
                    <a:gd name="connsiteY374" fmla="*/ 240304 h 805265"/>
                    <a:gd name="connsiteX375" fmla="*/ 105293 w 309965"/>
                    <a:gd name="connsiteY375" fmla="*/ 258197 h 805265"/>
                    <a:gd name="connsiteX376" fmla="*/ 105293 w 309965"/>
                    <a:gd name="connsiteY376" fmla="*/ 219787 h 805265"/>
                    <a:gd name="connsiteX377" fmla="*/ 136278 w 309965"/>
                    <a:gd name="connsiteY377" fmla="*/ 201894 h 805265"/>
                    <a:gd name="connsiteX378" fmla="*/ 102159 w 309965"/>
                    <a:gd name="connsiteY378" fmla="*/ 221588 h 805265"/>
                    <a:gd name="connsiteX379" fmla="*/ 102159 w 309965"/>
                    <a:gd name="connsiteY379" fmla="*/ 259997 h 805265"/>
                    <a:gd name="connsiteX380" fmla="*/ 71195 w 309965"/>
                    <a:gd name="connsiteY380" fmla="*/ 277868 h 805265"/>
                    <a:gd name="connsiteX381" fmla="*/ 71195 w 309965"/>
                    <a:gd name="connsiteY381" fmla="*/ 239459 h 805265"/>
                    <a:gd name="connsiteX382" fmla="*/ 102159 w 309965"/>
                    <a:gd name="connsiteY382" fmla="*/ 221588 h 805265"/>
                    <a:gd name="connsiteX383" fmla="*/ 68083 w 309965"/>
                    <a:gd name="connsiteY383" fmla="*/ 241259 h 805265"/>
                    <a:gd name="connsiteX384" fmla="*/ 68083 w 309965"/>
                    <a:gd name="connsiteY384" fmla="*/ 279669 h 805265"/>
                    <a:gd name="connsiteX385" fmla="*/ 37076 w 309965"/>
                    <a:gd name="connsiteY385" fmla="*/ 297562 h 805265"/>
                    <a:gd name="connsiteX386" fmla="*/ 37076 w 309965"/>
                    <a:gd name="connsiteY386" fmla="*/ 259153 h 805265"/>
                    <a:gd name="connsiteX387" fmla="*/ 68083 w 309965"/>
                    <a:gd name="connsiteY387" fmla="*/ 241259 h 805265"/>
                    <a:gd name="connsiteX388" fmla="*/ 33964 w 309965"/>
                    <a:gd name="connsiteY388" fmla="*/ 260953 h 805265"/>
                    <a:gd name="connsiteX389" fmla="*/ 33964 w 309965"/>
                    <a:gd name="connsiteY389" fmla="*/ 299363 h 805265"/>
                    <a:gd name="connsiteX390" fmla="*/ 2979 w 309965"/>
                    <a:gd name="connsiteY390" fmla="*/ 317256 h 805265"/>
                    <a:gd name="connsiteX391" fmla="*/ 2979 w 309965"/>
                    <a:gd name="connsiteY391" fmla="*/ 278846 h 805265"/>
                    <a:gd name="connsiteX392" fmla="*/ 33964 w 309965"/>
                    <a:gd name="connsiteY392" fmla="*/ 260953 h 805265"/>
                    <a:gd name="connsiteX393" fmla="*/ 2979 w 309965"/>
                    <a:gd name="connsiteY393" fmla="*/ 744850 h 805265"/>
                    <a:gd name="connsiteX394" fmla="*/ 2979 w 309965"/>
                    <a:gd name="connsiteY394" fmla="*/ 673455 h 805265"/>
                    <a:gd name="connsiteX395" fmla="*/ 33964 w 309965"/>
                    <a:gd name="connsiteY395" fmla="*/ 655561 h 805265"/>
                    <a:gd name="connsiteX396" fmla="*/ 33964 w 309965"/>
                    <a:gd name="connsiteY396" fmla="*/ 726957 h 805265"/>
                    <a:gd name="connsiteX397" fmla="*/ 2979 w 309965"/>
                    <a:gd name="connsiteY397" fmla="*/ 744850 h 805265"/>
                    <a:gd name="connsiteX398" fmla="*/ 37076 w 309965"/>
                    <a:gd name="connsiteY398" fmla="*/ 725156 h 805265"/>
                    <a:gd name="connsiteX399" fmla="*/ 37076 w 309965"/>
                    <a:gd name="connsiteY399" fmla="*/ 653761 h 805265"/>
                    <a:gd name="connsiteX400" fmla="*/ 68083 w 309965"/>
                    <a:gd name="connsiteY400" fmla="*/ 635868 h 805265"/>
                    <a:gd name="connsiteX401" fmla="*/ 68083 w 309965"/>
                    <a:gd name="connsiteY401" fmla="*/ 707263 h 805265"/>
                    <a:gd name="connsiteX402" fmla="*/ 37076 w 309965"/>
                    <a:gd name="connsiteY402" fmla="*/ 725156 h 805265"/>
                    <a:gd name="connsiteX403" fmla="*/ 71195 w 309965"/>
                    <a:gd name="connsiteY403" fmla="*/ 705463 h 805265"/>
                    <a:gd name="connsiteX404" fmla="*/ 71195 w 309965"/>
                    <a:gd name="connsiteY404" fmla="*/ 634067 h 805265"/>
                    <a:gd name="connsiteX405" fmla="*/ 102159 w 309965"/>
                    <a:gd name="connsiteY405" fmla="*/ 616196 h 805265"/>
                    <a:gd name="connsiteX406" fmla="*/ 102159 w 309965"/>
                    <a:gd name="connsiteY406" fmla="*/ 687592 h 805265"/>
                    <a:gd name="connsiteX407" fmla="*/ 71195 w 309965"/>
                    <a:gd name="connsiteY407" fmla="*/ 705463 h 805265"/>
                    <a:gd name="connsiteX408" fmla="*/ 105270 w 309965"/>
                    <a:gd name="connsiteY408" fmla="*/ 685791 h 805265"/>
                    <a:gd name="connsiteX409" fmla="*/ 105270 w 309965"/>
                    <a:gd name="connsiteY409" fmla="*/ 614396 h 805265"/>
                    <a:gd name="connsiteX410" fmla="*/ 136256 w 309965"/>
                    <a:gd name="connsiteY410" fmla="*/ 596503 h 805265"/>
                    <a:gd name="connsiteX411" fmla="*/ 136256 w 309965"/>
                    <a:gd name="connsiteY411" fmla="*/ 667898 h 805265"/>
                    <a:gd name="connsiteX412" fmla="*/ 105270 w 309965"/>
                    <a:gd name="connsiteY412" fmla="*/ 685791 h 805265"/>
                    <a:gd name="connsiteX413" fmla="*/ 139368 w 309965"/>
                    <a:gd name="connsiteY413" fmla="*/ 666097 h 805265"/>
                    <a:gd name="connsiteX414" fmla="*/ 139368 w 309965"/>
                    <a:gd name="connsiteY414" fmla="*/ 594702 h 805265"/>
                    <a:gd name="connsiteX415" fmla="*/ 170353 w 309965"/>
                    <a:gd name="connsiteY415" fmla="*/ 576809 h 805265"/>
                    <a:gd name="connsiteX416" fmla="*/ 170353 w 309965"/>
                    <a:gd name="connsiteY416" fmla="*/ 648204 h 805265"/>
                    <a:gd name="connsiteX417" fmla="*/ 139368 w 309965"/>
                    <a:gd name="connsiteY417" fmla="*/ 666097 h 805265"/>
                    <a:gd name="connsiteX418" fmla="*/ 173465 w 309965"/>
                    <a:gd name="connsiteY418" fmla="*/ 646404 h 805265"/>
                    <a:gd name="connsiteX419" fmla="*/ 173465 w 309965"/>
                    <a:gd name="connsiteY419" fmla="*/ 575008 h 805265"/>
                    <a:gd name="connsiteX420" fmla="*/ 204428 w 309965"/>
                    <a:gd name="connsiteY420" fmla="*/ 557137 h 805265"/>
                    <a:gd name="connsiteX421" fmla="*/ 204428 w 309965"/>
                    <a:gd name="connsiteY421" fmla="*/ 628533 h 805265"/>
                    <a:gd name="connsiteX422" fmla="*/ 173465 w 309965"/>
                    <a:gd name="connsiteY422" fmla="*/ 646404 h 805265"/>
                    <a:gd name="connsiteX423" fmla="*/ 207540 w 309965"/>
                    <a:gd name="connsiteY423" fmla="*/ 626732 h 805265"/>
                    <a:gd name="connsiteX424" fmla="*/ 207540 w 309965"/>
                    <a:gd name="connsiteY424" fmla="*/ 555337 h 805265"/>
                    <a:gd name="connsiteX425" fmla="*/ 238526 w 309965"/>
                    <a:gd name="connsiteY425" fmla="*/ 537444 h 805265"/>
                    <a:gd name="connsiteX426" fmla="*/ 238526 w 309965"/>
                    <a:gd name="connsiteY426" fmla="*/ 608839 h 805265"/>
                    <a:gd name="connsiteX427" fmla="*/ 207540 w 309965"/>
                    <a:gd name="connsiteY427" fmla="*/ 626732 h 805265"/>
                    <a:gd name="connsiteX428" fmla="*/ 241637 w 309965"/>
                    <a:gd name="connsiteY428" fmla="*/ 607038 h 805265"/>
                    <a:gd name="connsiteX429" fmla="*/ 241637 w 309965"/>
                    <a:gd name="connsiteY429" fmla="*/ 535643 h 805265"/>
                    <a:gd name="connsiteX430" fmla="*/ 272645 w 309965"/>
                    <a:gd name="connsiteY430" fmla="*/ 517750 h 805265"/>
                    <a:gd name="connsiteX431" fmla="*/ 272645 w 309965"/>
                    <a:gd name="connsiteY431" fmla="*/ 589145 h 805265"/>
                    <a:gd name="connsiteX432" fmla="*/ 241637 w 309965"/>
                    <a:gd name="connsiteY432" fmla="*/ 607038 h 805265"/>
                    <a:gd name="connsiteX433" fmla="*/ 306720 w 309965"/>
                    <a:gd name="connsiteY433" fmla="*/ 569474 h 805265"/>
                    <a:gd name="connsiteX434" fmla="*/ 275757 w 309965"/>
                    <a:gd name="connsiteY434" fmla="*/ 587345 h 805265"/>
                    <a:gd name="connsiteX435" fmla="*/ 275757 w 309965"/>
                    <a:gd name="connsiteY435" fmla="*/ 515949 h 805265"/>
                    <a:gd name="connsiteX436" fmla="*/ 306720 w 309965"/>
                    <a:gd name="connsiteY436" fmla="*/ 498078 h 805265"/>
                    <a:gd name="connsiteX437" fmla="*/ 306720 w 309965"/>
                    <a:gd name="connsiteY437" fmla="*/ 569474 h 805265"/>
                    <a:gd name="connsiteX438" fmla="*/ 306720 w 309965"/>
                    <a:gd name="connsiteY438" fmla="*/ 493677 h 805265"/>
                    <a:gd name="connsiteX439" fmla="*/ 275757 w 309965"/>
                    <a:gd name="connsiteY439" fmla="*/ 511548 h 805265"/>
                    <a:gd name="connsiteX440" fmla="*/ 275757 w 309965"/>
                    <a:gd name="connsiteY440" fmla="*/ 474695 h 805265"/>
                    <a:gd name="connsiteX441" fmla="*/ 306720 w 309965"/>
                    <a:gd name="connsiteY441" fmla="*/ 456824 h 805265"/>
                    <a:gd name="connsiteX442" fmla="*/ 306720 w 309965"/>
                    <a:gd name="connsiteY442" fmla="*/ 493677 h 805265"/>
                    <a:gd name="connsiteX443" fmla="*/ 306720 w 309965"/>
                    <a:gd name="connsiteY443" fmla="*/ 452400 h 805265"/>
                    <a:gd name="connsiteX444" fmla="*/ 275757 w 309965"/>
                    <a:gd name="connsiteY444" fmla="*/ 470271 h 805265"/>
                    <a:gd name="connsiteX445" fmla="*/ 275757 w 309965"/>
                    <a:gd name="connsiteY445" fmla="*/ 398876 h 805265"/>
                    <a:gd name="connsiteX446" fmla="*/ 306720 w 309965"/>
                    <a:gd name="connsiteY446" fmla="*/ 381005 h 805265"/>
                    <a:gd name="connsiteX447" fmla="*/ 306720 w 309965"/>
                    <a:gd name="connsiteY447" fmla="*/ 452400 h 805265"/>
                    <a:gd name="connsiteX448" fmla="*/ 306720 w 309965"/>
                    <a:gd name="connsiteY448" fmla="*/ 376604 h 805265"/>
                    <a:gd name="connsiteX449" fmla="*/ 275757 w 309965"/>
                    <a:gd name="connsiteY449" fmla="*/ 394475 h 805265"/>
                    <a:gd name="connsiteX450" fmla="*/ 275757 w 309965"/>
                    <a:gd name="connsiteY450" fmla="*/ 357066 h 805265"/>
                    <a:gd name="connsiteX451" fmla="*/ 306720 w 309965"/>
                    <a:gd name="connsiteY451" fmla="*/ 339195 h 805265"/>
                    <a:gd name="connsiteX452" fmla="*/ 306720 w 309965"/>
                    <a:gd name="connsiteY452" fmla="*/ 376604 h 805265"/>
                    <a:gd name="connsiteX453" fmla="*/ 306720 w 309965"/>
                    <a:gd name="connsiteY453" fmla="*/ 334771 h 805265"/>
                    <a:gd name="connsiteX454" fmla="*/ 275757 w 309965"/>
                    <a:gd name="connsiteY454" fmla="*/ 352642 h 805265"/>
                    <a:gd name="connsiteX455" fmla="*/ 275757 w 309965"/>
                    <a:gd name="connsiteY455" fmla="*/ 281247 h 805265"/>
                    <a:gd name="connsiteX456" fmla="*/ 306720 w 309965"/>
                    <a:gd name="connsiteY456" fmla="*/ 263376 h 805265"/>
                    <a:gd name="connsiteX457" fmla="*/ 306720 w 309965"/>
                    <a:gd name="connsiteY457" fmla="*/ 334771 h 805265"/>
                    <a:gd name="connsiteX458" fmla="*/ 306720 w 309965"/>
                    <a:gd name="connsiteY458" fmla="*/ 258975 h 805265"/>
                    <a:gd name="connsiteX459" fmla="*/ 275757 w 309965"/>
                    <a:gd name="connsiteY459" fmla="*/ 276846 h 805265"/>
                    <a:gd name="connsiteX460" fmla="*/ 275757 w 309965"/>
                    <a:gd name="connsiteY460" fmla="*/ 239992 h 805265"/>
                    <a:gd name="connsiteX461" fmla="*/ 306720 w 309965"/>
                    <a:gd name="connsiteY461" fmla="*/ 222121 h 805265"/>
                    <a:gd name="connsiteX462" fmla="*/ 306720 w 309965"/>
                    <a:gd name="connsiteY462" fmla="*/ 258975 h 805265"/>
                    <a:gd name="connsiteX463" fmla="*/ 306720 w 309965"/>
                    <a:gd name="connsiteY463" fmla="*/ 217698 h 805265"/>
                    <a:gd name="connsiteX464" fmla="*/ 275757 w 309965"/>
                    <a:gd name="connsiteY464" fmla="*/ 235569 h 805265"/>
                    <a:gd name="connsiteX465" fmla="*/ 275757 w 309965"/>
                    <a:gd name="connsiteY465" fmla="*/ 164174 h 805265"/>
                    <a:gd name="connsiteX466" fmla="*/ 306720 w 309965"/>
                    <a:gd name="connsiteY466" fmla="*/ 146303 h 805265"/>
                    <a:gd name="connsiteX467" fmla="*/ 306720 w 309965"/>
                    <a:gd name="connsiteY467" fmla="*/ 217698 h 805265"/>
                    <a:gd name="connsiteX468" fmla="*/ 306720 w 309965"/>
                    <a:gd name="connsiteY468" fmla="*/ 141902 h 805265"/>
                    <a:gd name="connsiteX469" fmla="*/ 275757 w 309965"/>
                    <a:gd name="connsiteY469" fmla="*/ 159773 h 805265"/>
                    <a:gd name="connsiteX470" fmla="*/ 275757 w 309965"/>
                    <a:gd name="connsiteY470" fmla="*/ 121363 h 805265"/>
                    <a:gd name="connsiteX471" fmla="*/ 306720 w 309965"/>
                    <a:gd name="connsiteY471" fmla="*/ 103492 h 805265"/>
                    <a:gd name="connsiteX472" fmla="*/ 306720 w 309965"/>
                    <a:gd name="connsiteY472" fmla="*/ 141902 h 80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Lst>
                  <a:rect l="l" t="t" r="r" b="b"/>
                  <a:pathLst>
                    <a:path w="309965" h="805265">
                      <a:moveTo>
                        <a:pt x="309965" y="101692"/>
                      </a:moveTo>
                      <a:lnTo>
                        <a:pt x="309965" y="97268"/>
                      </a:lnTo>
                      <a:lnTo>
                        <a:pt x="309965" y="97268"/>
                      </a:lnTo>
                      <a:cubicBezTo>
                        <a:pt x="309965" y="97268"/>
                        <a:pt x="309965" y="0"/>
                        <a:pt x="309965" y="0"/>
                      </a:cubicBezTo>
                      <a:lnTo>
                        <a:pt x="306854" y="0"/>
                      </a:lnTo>
                      <a:lnTo>
                        <a:pt x="306854" y="99069"/>
                      </a:lnTo>
                      <a:lnTo>
                        <a:pt x="275890" y="116940"/>
                      </a:lnTo>
                      <a:lnTo>
                        <a:pt x="275890" y="17093"/>
                      </a:lnTo>
                      <a:lnTo>
                        <a:pt x="272778" y="17093"/>
                      </a:lnTo>
                      <a:lnTo>
                        <a:pt x="272778" y="118740"/>
                      </a:lnTo>
                      <a:lnTo>
                        <a:pt x="241771" y="136634"/>
                      </a:lnTo>
                      <a:lnTo>
                        <a:pt x="241771" y="34164"/>
                      </a:lnTo>
                      <a:lnTo>
                        <a:pt x="238659" y="34164"/>
                      </a:lnTo>
                      <a:lnTo>
                        <a:pt x="238659" y="138434"/>
                      </a:lnTo>
                      <a:lnTo>
                        <a:pt x="207673" y="156327"/>
                      </a:lnTo>
                      <a:lnTo>
                        <a:pt x="207673" y="51257"/>
                      </a:lnTo>
                      <a:lnTo>
                        <a:pt x="204562" y="51257"/>
                      </a:lnTo>
                      <a:lnTo>
                        <a:pt x="204562" y="158128"/>
                      </a:lnTo>
                      <a:lnTo>
                        <a:pt x="173598" y="175999"/>
                      </a:lnTo>
                      <a:lnTo>
                        <a:pt x="173598" y="68306"/>
                      </a:lnTo>
                      <a:lnTo>
                        <a:pt x="170487" y="68306"/>
                      </a:lnTo>
                      <a:lnTo>
                        <a:pt x="170487" y="177799"/>
                      </a:lnTo>
                      <a:lnTo>
                        <a:pt x="139501" y="195693"/>
                      </a:lnTo>
                      <a:lnTo>
                        <a:pt x="139501" y="85399"/>
                      </a:lnTo>
                      <a:lnTo>
                        <a:pt x="136389" y="85399"/>
                      </a:lnTo>
                      <a:lnTo>
                        <a:pt x="136389" y="197471"/>
                      </a:lnTo>
                      <a:lnTo>
                        <a:pt x="105404" y="215364"/>
                      </a:lnTo>
                      <a:lnTo>
                        <a:pt x="105404" y="102447"/>
                      </a:lnTo>
                      <a:lnTo>
                        <a:pt x="102292" y="102447"/>
                      </a:lnTo>
                      <a:lnTo>
                        <a:pt x="102292" y="217165"/>
                      </a:lnTo>
                      <a:lnTo>
                        <a:pt x="71329" y="235036"/>
                      </a:lnTo>
                      <a:lnTo>
                        <a:pt x="71329" y="119541"/>
                      </a:lnTo>
                      <a:lnTo>
                        <a:pt x="68217" y="119541"/>
                      </a:lnTo>
                      <a:lnTo>
                        <a:pt x="68217" y="236836"/>
                      </a:lnTo>
                      <a:lnTo>
                        <a:pt x="37209" y="254729"/>
                      </a:lnTo>
                      <a:lnTo>
                        <a:pt x="37209" y="136634"/>
                      </a:lnTo>
                      <a:lnTo>
                        <a:pt x="34097" y="136634"/>
                      </a:lnTo>
                      <a:lnTo>
                        <a:pt x="34097" y="256530"/>
                      </a:lnTo>
                      <a:lnTo>
                        <a:pt x="3112" y="274423"/>
                      </a:lnTo>
                      <a:lnTo>
                        <a:pt x="3112" y="153705"/>
                      </a:lnTo>
                      <a:lnTo>
                        <a:pt x="0" y="153705"/>
                      </a:lnTo>
                      <a:lnTo>
                        <a:pt x="0" y="805265"/>
                      </a:lnTo>
                      <a:lnTo>
                        <a:pt x="3112" y="803465"/>
                      </a:lnTo>
                      <a:lnTo>
                        <a:pt x="3112" y="749296"/>
                      </a:lnTo>
                      <a:lnTo>
                        <a:pt x="34097" y="731402"/>
                      </a:lnTo>
                      <a:lnTo>
                        <a:pt x="34097" y="785549"/>
                      </a:lnTo>
                      <a:lnTo>
                        <a:pt x="37209" y="783749"/>
                      </a:lnTo>
                      <a:lnTo>
                        <a:pt x="37209" y="729602"/>
                      </a:lnTo>
                      <a:lnTo>
                        <a:pt x="68217" y="711709"/>
                      </a:lnTo>
                      <a:lnTo>
                        <a:pt x="68217" y="765855"/>
                      </a:lnTo>
                      <a:lnTo>
                        <a:pt x="71329" y="764055"/>
                      </a:lnTo>
                      <a:lnTo>
                        <a:pt x="71329" y="709908"/>
                      </a:lnTo>
                      <a:lnTo>
                        <a:pt x="102292" y="692037"/>
                      </a:lnTo>
                      <a:lnTo>
                        <a:pt x="102292" y="746206"/>
                      </a:lnTo>
                      <a:lnTo>
                        <a:pt x="105404" y="744406"/>
                      </a:lnTo>
                      <a:lnTo>
                        <a:pt x="105404" y="690237"/>
                      </a:lnTo>
                      <a:lnTo>
                        <a:pt x="136389" y="672343"/>
                      </a:lnTo>
                      <a:lnTo>
                        <a:pt x="136389" y="726490"/>
                      </a:lnTo>
                      <a:lnTo>
                        <a:pt x="139501" y="724690"/>
                      </a:lnTo>
                      <a:lnTo>
                        <a:pt x="139501" y="670543"/>
                      </a:lnTo>
                      <a:lnTo>
                        <a:pt x="170487" y="652650"/>
                      </a:lnTo>
                      <a:lnTo>
                        <a:pt x="170487" y="706796"/>
                      </a:lnTo>
                      <a:lnTo>
                        <a:pt x="173598" y="704996"/>
                      </a:lnTo>
                      <a:lnTo>
                        <a:pt x="173598" y="650849"/>
                      </a:lnTo>
                      <a:lnTo>
                        <a:pt x="204562" y="632978"/>
                      </a:lnTo>
                      <a:lnTo>
                        <a:pt x="204562" y="687147"/>
                      </a:lnTo>
                      <a:lnTo>
                        <a:pt x="207673" y="685347"/>
                      </a:lnTo>
                      <a:lnTo>
                        <a:pt x="207673" y="631178"/>
                      </a:lnTo>
                      <a:lnTo>
                        <a:pt x="238659" y="613284"/>
                      </a:lnTo>
                      <a:lnTo>
                        <a:pt x="238659" y="667431"/>
                      </a:lnTo>
                      <a:lnTo>
                        <a:pt x="241771" y="665631"/>
                      </a:lnTo>
                      <a:lnTo>
                        <a:pt x="241771" y="611484"/>
                      </a:lnTo>
                      <a:lnTo>
                        <a:pt x="272778" y="593591"/>
                      </a:lnTo>
                      <a:lnTo>
                        <a:pt x="272778" y="647737"/>
                      </a:lnTo>
                      <a:lnTo>
                        <a:pt x="275890" y="645937"/>
                      </a:lnTo>
                      <a:lnTo>
                        <a:pt x="275890" y="591790"/>
                      </a:lnTo>
                      <a:lnTo>
                        <a:pt x="306854" y="573919"/>
                      </a:lnTo>
                      <a:lnTo>
                        <a:pt x="306854" y="628066"/>
                      </a:lnTo>
                      <a:lnTo>
                        <a:pt x="309965" y="626265"/>
                      </a:lnTo>
                      <a:lnTo>
                        <a:pt x="309965" y="572119"/>
                      </a:lnTo>
                      <a:lnTo>
                        <a:pt x="309965" y="572119"/>
                      </a:lnTo>
                      <a:lnTo>
                        <a:pt x="309965" y="567695"/>
                      </a:lnTo>
                      <a:lnTo>
                        <a:pt x="309965" y="567695"/>
                      </a:lnTo>
                      <a:cubicBezTo>
                        <a:pt x="309965" y="567695"/>
                        <a:pt x="309965" y="496322"/>
                        <a:pt x="309965" y="496322"/>
                      </a:cubicBezTo>
                      <a:lnTo>
                        <a:pt x="309965" y="496322"/>
                      </a:lnTo>
                      <a:lnTo>
                        <a:pt x="309965" y="491899"/>
                      </a:lnTo>
                      <a:lnTo>
                        <a:pt x="309965" y="491899"/>
                      </a:lnTo>
                      <a:cubicBezTo>
                        <a:pt x="309965" y="491899"/>
                        <a:pt x="309965" y="455045"/>
                        <a:pt x="309965" y="455045"/>
                      </a:cubicBezTo>
                      <a:lnTo>
                        <a:pt x="309965" y="455045"/>
                      </a:lnTo>
                      <a:lnTo>
                        <a:pt x="309965" y="450622"/>
                      </a:lnTo>
                      <a:lnTo>
                        <a:pt x="309965" y="450622"/>
                      </a:lnTo>
                      <a:cubicBezTo>
                        <a:pt x="309965" y="450622"/>
                        <a:pt x="309965" y="379249"/>
                        <a:pt x="309965" y="379249"/>
                      </a:cubicBezTo>
                      <a:lnTo>
                        <a:pt x="309965" y="379249"/>
                      </a:lnTo>
                      <a:lnTo>
                        <a:pt x="309965" y="374826"/>
                      </a:lnTo>
                      <a:lnTo>
                        <a:pt x="309965" y="374826"/>
                      </a:lnTo>
                      <a:cubicBezTo>
                        <a:pt x="309965" y="374826"/>
                        <a:pt x="309965" y="337416"/>
                        <a:pt x="309965" y="337416"/>
                      </a:cubicBezTo>
                      <a:lnTo>
                        <a:pt x="309965" y="337416"/>
                      </a:lnTo>
                      <a:lnTo>
                        <a:pt x="309965" y="332993"/>
                      </a:lnTo>
                      <a:lnTo>
                        <a:pt x="309965" y="332993"/>
                      </a:lnTo>
                      <a:cubicBezTo>
                        <a:pt x="309965" y="332993"/>
                        <a:pt x="309965" y="261620"/>
                        <a:pt x="309965" y="261620"/>
                      </a:cubicBezTo>
                      <a:lnTo>
                        <a:pt x="309965" y="261620"/>
                      </a:lnTo>
                      <a:lnTo>
                        <a:pt x="309965" y="257197"/>
                      </a:lnTo>
                      <a:lnTo>
                        <a:pt x="309965" y="257197"/>
                      </a:lnTo>
                      <a:cubicBezTo>
                        <a:pt x="309965" y="257197"/>
                        <a:pt x="309965" y="220343"/>
                        <a:pt x="309965" y="220343"/>
                      </a:cubicBezTo>
                      <a:lnTo>
                        <a:pt x="309965" y="220343"/>
                      </a:lnTo>
                      <a:lnTo>
                        <a:pt x="309965" y="215920"/>
                      </a:lnTo>
                      <a:lnTo>
                        <a:pt x="309965" y="215920"/>
                      </a:lnTo>
                      <a:cubicBezTo>
                        <a:pt x="309965" y="215920"/>
                        <a:pt x="309965" y="144547"/>
                        <a:pt x="309965" y="144547"/>
                      </a:cubicBezTo>
                      <a:lnTo>
                        <a:pt x="309965" y="144547"/>
                      </a:lnTo>
                      <a:lnTo>
                        <a:pt x="309965" y="140123"/>
                      </a:lnTo>
                      <a:lnTo>
                        <a:pt x="309965" y="140123"/>
                      </a:lnTo>
                      <a:cubicBezTo>
                        <a:pt x="309965" y="140123"/>
                        <a:pt x="309965" y="101714"/>
                        <a:pt x="309965" y="101714"/>
                      </a:cubicBezTo>
                      <a:lnTo>
                        <a:pt x="309965" y="101714"/>
                      </a:lnTo>
                      <a:close/>
                      <a:moveTo>
                        <a:pt x="272756" y="123164"/>
                      </a:moveTo>
                      <a:lnTo>
                        <a:pt x="272756" y="161573"/>
                      </a:lnTo>
                      <a:lnTo>
                        <a:pt x="241749" y="179466"/>
                      </a:lnTo>
                      <a:lnTo>
                        <a:pt x="241749" y="141057"/>
                      </a:lnTo>
                      <a:lnTo>
                        <a:pt x="272756" y="123164"/>
                      </a:lnTo>
                      <a:close/>
                      <a:moveTo>
                        <a:pt x="136345" y="433218"/>
                      </a:moveTo>
                      <a:lnTo>
                        <a:pt x="105359" y="451111"/>
                      </a:lnTo>
                      <a:lnTo>
                        <a:pt x="105359" y="379716"/>
                      </a:lnTo>
                      <a:lnTo>
                        <a:pt x="136345" y="361822"/>
                      </a:lnTo>
                      <a:lnTo>
                        <a:pt x="136345" y="433218"/>
                      </a:lnTo>
                      <a:close/>
                      <a:moveTo>
                        <a:pt x="139457" y="360022"/>
                      </a:moveTo>
                      <a:lnTo>
                        <a:pt x="170442" y="342129"/>
                      </a:lnTo>
                      <a:lnTo>
                        <a:pt x="170442" y="413524"/>
                      </a:lnTo>
                      <a:lnTo>
                        <a:pt x="139457" y="431417"/>
                      </a:lnTo>
                      <a:lnTo>
                        <a:pt x="139457" y="360022"/>
                      </a:lnTo>
                      <a:close/>
                      <a:moveTo>
                        <a:pt x="102225" y="452912"/>
                      </a:moveTo>
                      <a:lnTo>
                        <a:pt x="71262" y="470783"/>
                      </a:lnTo>
                      <a:lnTo>
                        <a:pt x="71262" y="399387"/>
                      </a:lnTo>
                      <a:lnTo>
                        <a:pt x="102225" y="381516"/>
                      </a:lnTo>
                      <a:lnTo>
                        <a:pt x="102225" y="452912"/>
                      </a:lnTo>
                      <a:close/>
                      <a:moveTo>
                        <a:pt x="102225" y="457335"/>
                      </a:moveTo>
                      <a:lnTo>
                        <a:pt x="102225" y="494744"/>
                      </a:lnTo>
                      <a:lnTo>
                        <a:pt x="71262" y="512615"/>
                      </a:lnTo>
                      <a:lnTo>
                        <a:pt x="71262" y="475206"/>
                      </a:lnTo>
                      <a:lnTo>
                        <a:pt x="102225" y="457335"/>
                      </a:lnTo>
                      <a:close/>
                      <a:moveTo>
                        <a:pt x="105337" y="455534"/>
                      </a:moveTo>
                      <a:lnTo>
                        <a:pt x="136323" y="437641"/>
                      </a:lnTo>
                      <a:lnTo>
                        <a:pt x="136323" y="475050"/>
                      </a:lnTo>
                      <a:lnTo>
                        <a:pt x="105337" y="492944"/>
                      </a:lnTo>
                      <a:lnTo>
                        <a:pt x="105337" y="455534"/>
                      </a:lnTo>
                      <a:close/>
                      <a:moveTo>
                        <a:pt x="139434" y="435841"/>
                      </a:moveTo>
                      <a:lnTo>
                        <a:pt x="170420" y="417947"/>
                      </a:lnTo>
                      <a:lnTo>
                        <a:pt x="170420" y="455357"/>
                      </a:lnTo>
                      <a:lnTo>
                        <a:pt x="139434" y="473250"/>
                      </a:lnTo>
                      <a:lnTo>
                        <a:pt x="139434" y="435841"/>
                      </a:lnTo>
                      <a:close/>
                      <a:moveTo>
                        <a:pt x="173532" y="416147"/>
                      </a:moveTo>
                      <a:lnTo>
                        <a:pt x="204495" y="398276"/>
                      </a:lnTo>
                      <a:lnTo>
                        <a:pt x="204495" y="435685"/>
                      </a:lnTo>
                      <a:lnTo>
                        <a:pt x="173532" y="453556"/>
                      </a:lnTo>
                      <a:lnTo>
                        <a:pt x="173532" y="416147"/>
                      </a:lnTo>
                      <a:close/>
                      <a:moveTo>
                        <a:pt x="173532" y="411724"/>
                      </a:moveTo>
                      <a:lnTo>
                        <a:pt x="173532" y="340328"/>
                      </a:lnTo>
                      <a:lnTo>
                        <a:pt x="204495" y="322457"/>
                      </a:lnTo>
                      <a:lnTo>
                        <a:pt x="204495" y="393853"/>
                      </a:lnTo>
                      <a:lnTo>
                        <a:pt x="173532" y="411724"/>
                      </a:lnTo>
                      <a:close/>
                      <a:moveTo>
                        <a:pt x="173532" y="335927"/>
                      </a:moveTo>
                      <a:lnTo>
                        <a:pt x="173532" y="299074"/>
                      </a:lnTo>
                      <a:lnTo>
                        <a:pt x="204495" y="281203"/>
                      </a:lnTo>
                      <a:lnTo>
                        <a:pt x="204495" y="318056"/>
                      </a:lnTo>
                      <a:lnTo>
                        <a:pt x="173532" y="335927"/>
                      </a:lnTo>
                      <a:close/>
                      <a:moveTo>
                        <a:pt x="170420" y="337728"/>
                      </a:moveTo>
                      <a:lnTo>
                        <a:pt x="139434" y="355621"/>
                      </a:lnTo>
                      <a:lnTo>
                        <a:pt x="139434" y="318767"/>
                      </a:lnTo>
                      <a:lnTo>
                        <a:pt x="170420" y="300874"/>
                      </a:lnTo>
                      <a:lnTo>
                        <a:pt x="170420" y="337728"/>
                      </a:lnTo>
                      <a:close/>
                      <a:moveTo>
                        <a:pt x="136323" y="357421"/>
                      </a:moveTo>
                      <a:lnTo>
                        <a:pt x="105337" y="375315"/>
                      </a:lnTo>
                      <a:lnTo>
                        <a:pt x="105337" y="338461"/>
                      </a:lnTo>
                      <a:lnTo>
                        <a:pt x="136323" y="320568"/>
                      </a:lnTo>
                      <a:lnTo>
                        <a:pt x="136323" y="357421"/>
                      </a:lnTo>
                      <a:close/>
                      <a:moveTo>
                        <a:pt x="102203" y="377115"/>
                      </a:moveTo>
                      <a:lnTo>
                        <a:pt x="71240" y="394986"/>
                      </a:lnTo>
                      <a:lnTo>
                        <a:pt x="71240" y="358133"/>
                      </a:lnTo>
                      <a:lnTo>
                        <a:pt x="102203" y="340262"/>
                      </a:lnTo>
                      <a:lnTo>
                        <a:pt x="102203" y="377115"/>
                      </a:lnTo>
                      <a:close/>
                      <a:moveTo>
                        <a:pt x="68128" y="396787"/>
                      </a:moveTo>
                      <a:lnTo>
                        <a:pt x="37120" y="414680"/>
                      </a:lnTo>
                      <a:lnTo>
                        <a:pt x="37120" y="377826"/>
                      </a:lnTo>
                      <a:lnTo>
                        <a:pt x="68128" y="359933"/>
                      </a:lnTo>
                      <a:lnTo>
                        <a:pt x="68128" y="396787"/>
                      </a:lnTo>
                      <a:close/>
                      <a:moveTo>
                        <a:pt x="68128" y="401210"/>
                      </a:moveTo>
                      <a:lnTo>
                        <a:pt x="68128" y="472605"/>
                      </a:lnTo>
                      <a:lnTo>
                        <a:pt x="37120" y="490499"/>
                      </a:lnTo>
                      <a:lnTo>
                        <a:pt x="37120" y="419103"/>
                      </a:lnTo>
                      <a:lnTo>
                        <a:pt x="68128" y="401210"/>
                      </a:lnTo>
                      <a:close/>
                      <a:moveTo>
                        <a:pt x="68128" y="477029"/>
                      </a:moveTo>
                      <a:lnTo>
                        <a:pt x="68128" y="514438"/>
                      </a:lnTo>
                      <a:lnTo>
                        <a:pt x="37120" y="532331"/>
                      </a:lnTo>
                      <a:lnTo>
                        <a:pt x="37120" y="494922"/>
                      </a:lnTo>
                      <a:lnTo>
                        <a:pt x="68128" y="477029"/>
                      </a:lnTo>
                      <a:close/>
                      <a:moveTo>
                        <a:pt x="68128" y="518861"/>
                      </a:moveTo>
                      <a:lnTo>
                        <a:pt x="68128" y="590256"/>
                      </a:lnTo>
                      <a:lnTo>
                        <a:pt x="37120" y="608150"/>
                      </a:lnTo>
                      <a:lnTo>
                        <a:pt x="37120" y="536754"/>
                      </a:lnTo>
                      <a:lnTo>
                        <a:pt x="68128" y="518861"/>
                      </a:lnTo>
                      <a:close/>
                      <a:moveTo>
                        <a:pt x="71240" y="517061"/>
                      </a:moveTo>
                      <a:lnTo>
                        <a:pt x="102203" y="499190"/>
                      </a:lnTo>
                      <a:lnTo>
                        <a:pt x="102203" y="570585"/>
                      </a:lnTo>
                      <a:lnTo>
                        <a:pt x="71240" y="588456"/>
                      </a:lnTo>
                      <a:lnTo>
                        <a:pt x="71240" y="517061"/>
                      </a:lnTo>
                      <a:close/>
                      <a:moveTo>
                        <a:pt x="105315" y="497389"/>
                      </a:moveTo>
                      <a:lnTo>
                        <a:pt x="136300" y="479496"/>
                      </a:lnTo>
                      <a:lnTo>
                        <a:pt x="136300" y="550891"/>
                      </a:lnTo>
                      <a:lnTo>
                        <a:pt x="105315" y="568785"/>
                      </a:lnTo>
                      <a:lnTo>
                        <a:pt x="105315" y="497389"/>
                      </a:lnTo>
                      <a:close/>
                      <a:moveTo>
                        <a:pt x="139412" y="477695"/>
                      </a:moveTo>
                      <a:lnTo>
                        <a:pt x="170398" y="459802"/>
                      </a:lnTo>
                      <a:lnTo>
                        <a:pt x="170398" y="531198"/>
                      </a:lnTo>
                      <a:lnTo>
                        <a:pt x="139412" y="549091"/>
                      </a:lnTo>
                      <a:lnTo>
                        <a:pt x="139412" y="477695"/>
                      </a:lnTo>
                      <a:close/>
                      <a:moveTo>
                        <a:pt x="173510" y="458002"/>
                      </a:moveTo>
                      <a:lnTo>
                        <a:pt x="204473" y="440131"/>
                      </a:lnTo>
                      <a:lnTo>
                        <a:pt x="204473" y="511526"/>
                      </a:lnTo>
                      <a:lnTo>
                        <a:pt x="173510" y="529397"/>
                      </a:lnTo>
                      <a:lnTo>
                        <a:pt x="173510" y="458002"/>
                      </a:lnTo>
                      <a:close/>
                      <a:moveTo>
                        <a:pt x="207585" y="438330"/>
                      </a:moveTo>
                      <a:lnTo>
                        <a:pt x="238570" y="420437"/>
                      </a:lnTo>
                      <a:lnTo>
                        <a:pt x="238570" y="491832"/>
                      </a:lnTo>
                      <a:lnTo>
                        <a:pt x="207585" y="509726"/>
                      </a:lnTo>
                      <a:lnTo>
                        <a:pt x="207585" y="438330"/>
                      </a:lnTo>
                      <a:close/>
                      <a:moveTo>
                        <a:pt x="207585" y="433907"/>
                      </a:moveTo>
                      <a:lnTo>
                        <a:pt x="207585" y="396498"/>
                      </a:lnTo>
                      <a:lnTo>
                        <a:pt x="238570" y="378604"/>
                      </a:lnTo>
                      <a:lnTo>
                        <a:pt x="238570" y="416014"/>
                      </a:lnTo>
                      <a:lnTo>
                        <a:pt x="207585" y="433907"/>
                      </a:lnTo>
                      <a:close/>
                      <a:moveTo>
                        <a:pt x="207585" y="392074"/>
                      </a:moveTo>
                      <a:lnTo>
                        <a:pt x="207585" y="320679"/>
                      </a:lnTo>
                      <a:lnTo>
                        <a:pt x="238570" y="302786"/>
                      </a:lnTo>
                      <a:lnTo>
                        <a:pt x="238570" y="374181"/>
                      </a:lnTo>
                      <a:lnTo>
                        <a:pt x="207585" y="392074"/>
                      </a:lnTo>
                      <a:close/>
                      <a:moveTo>
                        <a:pt x="207585" y="316278"/>
                      </a:moveTo>
                      <a:lnTo>
                        <a:pt x="207585" y="279424"/>
                      </a:lnTo>
                      <a:lnTo>
                        <a:pt x="238570" y="261531"/>
                      </a:lnTo>
                      <a:lnTo>
                        <a:pt x="238570" y="298385"/>
                      </a:lnTo>
                      <a:lnTo>
                        <a:pt x="207585" y="316278"/>
                      </a:lnTo>
                      <a:close/>
                      <a:moveTo>
                        <a:pt x="207585" y="275001"/>
                      </a:moveTo>
                      <a:lnTo>
                        <a:pt x="207585" y="203606"/>
                      </a:lnTo>
                      <a:lnTo>
                        <a:pt x="238570" y="185712"/>
                      </a:lnTo>
                      <a:lnTo>
                        <a:pt x="238570" y="257108"/>
                      </a:lnTo>
                      <a:lnTo>
                        <a:pt x="207585" y="275001"/>
                      </a:lnTo>
                      <a:close/>
                      <a:moveTo>
                        <a:pt x="204473" y="276802"/>
                      </a:moveTo>
                      <a:lnTo>
                        <a:pt x="173510" y="294673"/>
                      </a:lnTo>
                      <a:lnTo>
                        <a:pt x="173510" y="223277"/>
                      </a:lnTo>
                      <a:lnTo>
                        <a:pt x="204473" y="205406"/>
                      </a:lnTo>
                      <a:lnTo>
                        <a:pt x="204473" y="276802"/>
                      </a:lnTo>
                      <a:close/>
                      <a:moveTo>
                        <a:pt x="170398" y="296473"/>
                      </a:moveTo>
                      <a:lnTo>
                        <a:pt x="139412" y="314366"/>
                      </a:lnTo>
                      <a:lnTo>
                        <a:pt x="139412" y="242971"/>
                      </a:lnTo>
                      <a:lnTo>
                        <a:pt x="170398" y="225078"/>
                      </a:lnTo>
                      <a:lnTo>
                        <a:pt x="170398" y="296473"/>
                      </a:lnTo>
                      <a:close/>
                      <a:moveTo>
                        <a:pt x="136300" y="316167"/>
                      </a:moveTo>
                      <a:lnTo>
                        <a:pt x="105315" y="334060"/>
                      </a:lnTo>
                      <a:lnTo>
                        <a:pt x="105315" y="262665"/>
                      </a:lnTo>
                      <a:lnTo>
                        <a:pt x="136300" y="244771"/>
                      </a:lnTo>
                      <a:lnTo>
                        <a:pt x="136300" y="316167"/>
                      </a:lnTo>
                      <a:close/>
                      <a:moveTo>
                        <a:pt x="102181" y="335861"/>
                      </a:moveTo>
                      <a:lnTo>
                        <a:pt x="71218" y="353732"/>
                      </a:lnTo>
                      <a:lnTo>
                        <a:pt x="71218" y="282336"/>
                      </a:lnTo>
                      <a:lnTo>
                        <a:pt x="102181" y="264465"/>
                      </a:lnTo>
                      <a:lnTo>
                        <a:pt x="102181" y="335861"/>
                      </a:lnTo>
                      <a:close/>
                      <a:moveTo>
                        <a:pt x="68106" y="355532"/>
                      </a:moveTo>
                      <a:lnTo>
                        <a:pt x="37098" y="373425"/>
                      </a:lnTo>
                      <a:lnTo>
                        <a:pt x="37098" y="302030"/>
                      </a:lnTo>
                      <a:lnTo>
                        <a:pt x="68106" y="284137"/>
                      </a:lnTo>
                      <a:lnTo>
                        <a:pt x="68106" y="355532"/>
                      </a:lnTo>
                      <a:close/>
                      <a:moveTo>
                        <a:pt x="33986" y="375226"/>
                      </a:moveTo>
                      <a:lnTo>
                        <a:pt x="3001" y="393119"/>
                      </a:lnTo>
                      <a:lnTo>
                        <a:pt x="3001" y="321724"/>
                      </a:lnTo>
                      <a:lnTo>
                        <a:pt x="33986" y="303830"/>
                      </a:lnTo>
                      <a:lnTo>
                        <a:pt x="33986" y="375226"/>
                      </a:lnTo>
                      <a:close/>
                      <a:moveTo>
                        <a:pt x="33986" y="379649"/>
                      </a:moveTo>
                      <a:lnTo>
                        <a:pt x="33986" y="416503"/>
                      </a:lnTo>
                      <a:lnTo>
                        <a:pt x="3001" y="434396"/>
                      </a:lnTo>
                      <a:lnTo>
                        <a:pt x="3001" y="397542"/>
                      </a:lnTo>
                      <a:lnTo>
                        <a:pt x="33986" y="379649"/>
                      </a:lnTo>
                      <a:close/>
                      <a:moveTo>
                        <a:pt x="33986" y="420926"/>
                      </a:moveTo>
                      <a:lnTo>
                        <a:pt x="33986" y="492321"/>
                      </a:lnTo>
                      <a:lnTo>
                        <a:pt x="3001" y="510215"/>
                      </a:lnTo>
                      <a:lnTo>
                        <a:pt x="3001" y="438819"/>
                      </a:lnTo>
                      <a:lnTo>
                        <a:pt x="33986" y="420926"/>
                      </a:lnTo>
                      <a:close/>
                      <a:moveTo>
                        <a:pt x="33986" y="496722"/>
                      </a:moveTo>
                      <a:lnTo>
                        <a:pt x="33986" y="534132"/>
                      </a:lnTo>
                      <a:lnTo>
                        <a:pt x="3001" y="552025"/>
                      </a:lnTo>
                      <a:lnTo>
                        <a:pt x="3001" y="514616"/>
                      </a:lnTo>
                      <a:lnTo>
                        <a:pt x="33986" y="496722"/>
                      </a:lnTo>
                      <a:close/>
                      <a:moveTo>
                        <a:pt x="33986" y="538555"/>
                      </a:moveTo>
                      <a:lnTo>
                        <a:pt x="33986" y="609950"/>
                      </a:lnTo>
                      <a:lnTo>
                        <a:pt x="3001" y="627844"/>
                      </a:lnTo>
                      <a:lnTo>
                        <a:pt x="3001" y="556448"/>
                      </a:lnTo>
                      <a:lnTo>
                        <a:pt x="33986" y="538555"/>
                      </a:lnTo>
                      <a:close/>
                      <a:moveTo>
                        <a:pt x="33986" y="614351"/>
                      </a:moveTo>
                      <a:lnTo>
                        <a:pt x="33986" y="651205"/>
                      </a:lnTo>
                      <a:lnTo>
                        <a:pt x="3001" y="669098"/>
                      </a:lnTo>
                      <a:lnTo>
                        <a:pt x="3001" y="632245"/>
                      </a:lnTo>
                      <a:lnTo>
                        <a:pt x="33986" y="614351"/>
                      </a:lnTo>
                      <a:close/>
                      <a:moveTo>
                        <a:pt x="37098" y="612551"/>
                      </a:moveTo>
                      <a:lnTo>
                        <a:pt x="68106" y="594658"/>
                      </a:lnTo>
                      <a:lnTo>
                        <a:pt x="68106" y="631511"/>
                      </a:lnTo>
                      <a:lnTo>
                        <a:pt x="37098" y="649404"/>
                      </a:lnTo>
                      <a:lnTo>
                        <a:pt x="37098" y="612551"/>
                      </a:lnTo>
                      <a:close/>
                      <a:moveTo>
                        <a:pt x="71218" y="592857"/>
                      </a:moveTo>
                      <a:lnTo>
                        <a:pt x="102181" y="574986"/>
                      </a:lnTo>
                      <a:lnTo>
                        <a:pt x="102181" y="611840"/>
                      </a:lnTo>
                      <a:lnTo>
                        <a:pt x="71218" y="629711"/>
                      </a:lnTo>
                      <a:lnTo>
                        <a:pt x="71218" y="592857"/>
                      </a:lnTo>
                      <a:close/>
                      <a:moveTo>
                        <a:pt x="105293" y="573186"/>
                      </a:moveTo>
                      <a:lnTo>
                        <a:pt x="136278" y="555292"/>
                      </a:lnTo>
                      <a:lnTo>
                        <a:pt x="136278" y="592146"/>
                      </a:lnTo>
                      <a:lnTo>
                        <a:pt x="105293" y="610039"/>
                      </a:lnTo>
                      <a:lnTo>
                        <a:pt x="105293" y="573186"/>
                      </a:lnTo>
                      <a:close/>
                      <a:moveTo>
                        <a:pt x="139390" y="553492"/>
                      </a:moveTo>
                      <a:lnTo>
                        <a:pt x="170375" y="535599"/>
                      </a:lnTo>
                      <a:lnTo>
                        <a:pt x="170375" y="572452"/>
                      </a:lnTo>
                      <a:lnTo>
                        <a:pt x="139390" y="590345"/>
                      </a:lnTo>
                      <a:lnTo>
                        <a:pt x="139390" y="553492"/>
                      </a:lnTo>
                      <a:close/>
                      <a:moveTo>
                        <a:pt x="173487" y="533798"/>
                      </a:moveTo>
                      <a:lnTo>
                        <a:pt x="204451" y="515927"/>
                      </a:lnTo>
                      <a:lnTo>
                        <a:pt x="204451" y="552781"/>
                      </a:lnTo>
                      <a:lnTo>
                        <a:pt x="173487" y="570652"/>
                      </a:lnTo>
                      <a:lnTo>
                        <a:pt x="173487" y="533798"/>
                      </a:lnTo>
                      <a:close/>
                      <a:moveTo>
                        <a:pt x="207562" y="514127"/>
                      </a:moveTo>
                      <a:lnTo>
                        <a:pt x="238548" y="496233"/>
                      </a:lnTo>
                      <a:lnTo>
                        <a:pt x="238548" y="533087"/>
                      </a:lnTo>
                      <a:lnTo>
                        <a:pt x="207562" y="550980"/>
                      </a:lnTo>
                      <a:lnTo>
                        <a:pt x="207562" y="514127"/>
                      </a:lnTo>
                      <a:close/>
                      <a:moveTo>
                        <a:pt x="241660" y="494433"/>
                      </a:moveTo>
                      <a:lnTo>
                        <a:pt x="272667" y="476540"/>
                      </a:lnTo>
                      <a:lnTo>
                        <a:pt x="272667" y="513393"/>
                      </a:lnTo>
                      <a:lnTo>
                        <a:pt x="241660" y="531286"/>
                      </a:lnTo>
                      <a:lnTo>
                        <a:pt x="241660" y="494433"/>
                      </a:lnTo>
                      <a:close/>
                      <a:moveTo>
                        <a:pt x="241660" y="490010"/>
                      </a:moveTo>
                      <a:lnTo>
                        <a:pt x="241660" y="418614"/>
                      </a:lnTo>
                      <a:lnTo>
                        <a:pt x="272667" y="400721"/>
                      </a:lnTo>
                      <a:lnTo>
                        <a:pt x="272667" y="472116"/>
                      </a:lnTo>
                      <a:lnTo>
                        <a:pt x="241660" y="490010"/>
                      </a:lnTo>
                      <a:close/>
                      <a:moveTo>
                        <a:pt x="241660" y="414191"/>
                      </a:moveTo>
                      <a:lnTo>
                        <a:pt x="241660" y="376782"/>
                      </a:lnTo>
                      <a:lnTo>
                        <a:pt x="272667" y="358888"/>
                      </a:lnTo>
                      <a:lnTo>
                        <a:pt x="272667" y="396298"/>
                      </a:lnTo>
                      <a:lnTo>
                        <a:pt x="241660" y="414191"/>
                      </a:lnTo>
                      <a:close/>
                      <a:moveTo>
                        <a:pt x="241660" y="372358"/>
                      </a:moveTo>
                      <a:lnTo>
                        <a:pt x="241660" y="300963"/>
                      </a:lnTo>
                      <a:lnTo>
                        <a:pt x="272667" y="283070"/>
                      </a:lnTo>
                      <a:lnTo>
                        <a:pt x="272667" y="354465"/>
                      </a:lnTo>
                      <a:lnTo>
                        <a:pt x="241660" y="372358"/>
                      </a:lnTo>
                      <a:close/>
                      <a:moveTo>
                        <a:pt x="241660" y="296540"/>
                      </a:moveTo>
                      <a:lnTo>
                        <a:pt x="241660" y="259686"/>
                      </a:lnTo>
                      <a:lnTo>
                        <a:pt x="272667" y="241793"/>
                      </a:lnTo>
                      <a:lnTo>
                        <a:pt x="272667" y="278646"/>
                      </a:lnTo>
                      <a:lnTo>
                        <a:pt x="241660" y="296540"/>
                      </a:lnTo>
                      <a:close/>
                      <a:moveTo>
                        <a:pt x="241660" y="255263"/>
                      </a:moveTo>
                      <a:lnTo>
                        <a:pt x="241660" y="183868"/>
                      </a:lnTo>
                      <a:lnTo>
                        <a:pt x="272667" y="165974"/>
                      </a:lnTo>
                      <a:lnTo>
                        <a:pt x="272667" y="237370"/>
                      </a:lnTo>
                      <a:lnTo>
                        <a:pt x="241660" y="255263"/>
                      </a:lnTo>
                      <a:close/>
                      <a:moveTo>
                        <a:pt x="238548" y="142835"/>
                      </a:moveTo>
                      <a:lnTo>
                        <a:pt x="238548" y="181245"/>
                      </a:lnTo>
                      <a:lnTo>
                        <a:pt x="207562" y="199138"/>
                      </a:lnTo>
                      <a:lnTo>
                        <a:pt x="207562" y="160728"/>
                      </a:lnTo>
                      <a:lnTo>
                        <a:pt x="238548" y="142835"/>
                      </a:lnTo>
                      <a:close/>
                      <a:moveTo>
                        <a:pt x="204451" y="162529"/>
                      </a:moveTo>
                      <a:lnTo>
                        <a:pt x="204451" y="200938"/>
                      </a:lnTo>
                      <a:lnTo>
                        <a:pt x="173487" y="218809"/>
                      </a:lnTo>
                      <a:lnTo>
                        <a:pt x="173487" y="180400"/>
                      </a:lnTo>
                      <a:lnTo>
                        <a:pt x="204451" y="162529"/>
                      </a:lnTo>
                      <a:close/>
                      <a:moveTo>
                        <a:pt x="170375" y="182200"/>
                      </a:moveTo>
                      <a:lnTo>
                        <a:pt x="170375" y="220610"/>
                      </a:lnTo>
                      <a:lnTo>
                        <a:pt x="139390" y="238503"/>
                      </a:lnTo>
                      <a:lnTo>
                        <a:pt x="139390" y="200094"/>
                      </a:lnTo>
                      <a:lnTo>
                        <a:pt x="170375" y="182200"/>
                      </a:lnTo>
                      <a:close/>
                      <a:moveTo>
                        <a:pt x="136278" y="201894"/>
                      </a:moveTo>
                      <a:lnTo>
                        <a:pt x="136278" y="240304"/>
                      </a:lnTo>
                      <a:lnTo>
                        <a:pt x="105293" y="258197"/>
                      </a:lnTo>
                      <a:lnTo>
                        <a:pt x="105293" y="219787"/>
                      </a:lnTo>
                      <a:lnTo>
                        <a:pt x="136278" y="201894"/>
                      </a:lnTo>
                      <a:close/>
                      <a:moveTo>
                        <a:pt x="102159" y="221588"/>
                      </a:moveTo>
                      <a:lnTo>
                        <a:pt x="102159" y="259997"/>
                      </a:lnTo>
                      <a:lnTo>
                        <a:pt x="71195" y="277868"/>
                      </a:lnTo>
                      <a:lnTo>
                        <a:pt x="71195" y="239459"/>
                      </a:lnTo>
                      <a:lnTo>
                        <a:pt x="102159" y="221588"/>
                      </a:lnTo>
                      <a:close/>
                      <a:moveTo>
                        <a:pt x="68083" y="241259"/>
                      </a:moveTo>
                      <a:lnTo>
                        <a:pt x="68083" y="279669"/>
                      </a:lnTo>
                      <a:lnTo>
                        <a:pt x="37076" y="297562"/>
                      </a:lnTo>
                      <a:lnTo>
                        <a:pt x="37076" y="259153"/>
                      </a:lnTo>
                      <a:lnTo>
                        <a:pt x="68083" y="241259"/>
                      </a:lnTo>
                      <a:close/>
                      <a:moveTo>
                        <a:pt x="33964" y="260953"/>
                      </a:moveTo>
                      <a:lnTo>
                        <a:pt x="33964" y="299363"/>
                      </a:lnTo>
                      <a:lnTo>
                        <a:pt x="2979" y="317256"/>
                      </a:lnTo>
                      <a:lnTo>
                        <a:pt x="2979" y="278846"/>
                      </a:lnTo>
                      <a:lnTo>
                        <a:pt x="33964" y="260953"/>
                      </a:lnTo>
                      <a:close/>
                      <a:moveTo>
                        <a:pt x="2979" y="744850"/>
                      </a:moveTo>
                      <a:lnTo>
                        <a:pt x="2979" y="673455"/>
                      </a:lnTo>
                      <a:lnTo>
                        <a:pt x="33964" y="655561"/>
                      </a:lnTo>
                      <a:lnTo>
                        <a:pt x="33964" y="726957"/>
                      </a:lnTo>
                      <a:lnTo>
                        <a:pt x="2979" y="744850"/>
                      </a:lnTo>
                      <a:close/>
                      <a:moveTo>
                        <a:pt x="37076" y="725156"/>
                      </a:moveTo>
                      <a:lnTo>
                        <a:pt x="37076" y="653761"/>
                      </a:lnTo>
                      <a:lnTo>
                        <a:pt x="68083" y="635868"/>
                      </a:lnTo>
                      <a:lnTo>
                        <a:pt x="68083" y="707263"/>
                      </a:lnTo>
                      <a:lnTo>
                        <a:pt x="37076" y="725156"/>
                      </a:lnTo>
                      <a:close/>
                      <a:moveTo>
                        <a:pt x="71195" y="705463"/>
                      </a:moveTo>
                      <a:lnTo>
                        <a:pt x="71195" y="634067"/>
                      </a:lnTo>
                      <a:lnTo>
                        <a:pt x="102159" y="616196"/>
                      </a:lnTo>
                      <a:lnTo>
                        <a:pt x="102159" y="687592"/>
                      </a:lnTo>
                      <a:lnTo>
                        <a:pt x="71195" y="705463"/>
                      </a:lnTo>
                      <a:close/>
                      <a:moveTo>
                        <a:pt x="105270" y="685791"/>
                      </a:moveTo>
                      <a:lnTo>
                        <a:pt x="105270" y="614396"/>
                      </a:lnTo>
                      <a:lnTo>
                        <a:pt x="136256" y="596503"/>
                      </a:lnTo>
                      <a:lnTo>
                        <a:pt x="136256" y="667898"/>
                      </a:lnTo>
                      <a:lnTo>
                        <a:pt x="105270" y="685791"/>
                      </a:lnTo>
                      <a:close/>
                      <a:moveTo>
                        <a:pt x="139368" y="666097"/>
                      </a:moveTo>
                      <a:lnTo>
                        <a:pt x="139368" y="594702"/>
                      </a:lnTo>
                      <a:lnTo>
                        <a:pt x="170353" y="576809"/>
                      </a:lnTo>
                      <a:lnTo>
                        <a:pt x="170353" y="648204"/>
                      </a:lnTo>
                      <a:lnTo>
                        <a:pt x="139368" y="666097"/>
                      </a:lnTo>
                      <a:close/>
                      <a:moveTo>
                        <a:pt x="173465" y="646404"/>
                      </a:moveTo>
                      <a:lnTo>
                        <a:pt x="173465" y="575008"/>
                      </a:lnTo>
                      <a:lnTo>
                        <a:pt x="204428" y="557137"/>
                      </a:lnTo>
                      <a:lnTo>
                        <a:pt x="204428" y="628533"/>
                      </a:lnTo>
                      <a:lnTo>
                        <a:pt x="173465" y="646404"/>
                      </a:lnTo>
                      <a:close/>
                      <a:moveTo>
                        <a:pt x="207540" y="626732"/>
                      </a:moveTo>
                      <a:lnTo>
                        <a:pt x="207540" y="555337"/>
                      </a:lnTo>
                      <a:lnTo>
                        <a:pt x="238526" y="537444"/>
                      </a:lnTo>
                      <a:lnTo>
                        <a:pt x="238526" y="608839"/>
                      </a:lnTo>
                      <a:lnTo>
                        <a:pt x="207540" y="626732"/>
                      </a:lnTo>
                      <a:close/>
                      <a:moveTo>
                        <a:pt x="241637" y="607038"/>
                      </a:moveTo>
                      <a:lnTo>
                        <a:pt x="241637" y="535643"/>
                      </a:lnTo>
                      <a:lnTo>
                        <a:pt x="272645" y="517750"/>
                      </a:lnTo>
                      <a:lnTo>
                        <a:pt x="272645" y="589145"/>
                      </a:lnTo>
                      <a:lnTo>
                        <a:pt x="241637" y="607038"/>
                      </a:lnTo>
                      <a:close/>
                      <a:moveTo>
                        <a:pt x="306720" y="569474"/>
                      </a:moveTo>
                      <a:lnTo>
                        <a:pt x="275757" y="587345"/>
                      </a:lnTo>
                      <a:lnTo>
                        <a:pt x="275757" y="515949"/>
                      </a:lnTo>
                      <a:lnTo>
                        <a:pt x="306720" y="498078"/>
                      </a:lnTo>
                      <a:lnTo>
                        <a:pt x="306720" y="569474"/>
                      </a:lnTo>
                      <a:close/>
                      <a:moveTo>
                        <a:pt x="306720" y="493677"/>
                      </a:moveTo>
                      <a:lnTo>
                        <a:pt x="275757" y="511548"/>
                      </a:lnTo>
                      <a:lnTo>
                        <a:pt x="275757" y="474695"/>
                      </a:lnTo>
                      <a:lnTo>
                        <a:pt x="306720" y="456824"/>
                      </a:lnTo>
                      <a:lnTo>
                        <a:pt x="306720" y="493677"/>
                      </a:lnTo>
                      <a:close/>
                      <a:moveTo>
                        <a:pt x="306720" y="452400"/>
                      </a:moveTo>
                      <a:lnTo>
                        <a:pt x="275757" y="470271"/>
                      </a:lnTo>
                      <a:lnTo>
                        <a:pt x="275757" y="398876"/>
                      </a:lnTo>
                      <a:lnTo>
                        <a:pt x="306720" y="381005"/>
                      </a:lnTo>
                      <a:lnTo>
                        <a:pt x="306720" y="452400"/>
                      </a:lnTo>
                      <a:close/>
                      <a:moveTo>
                        <a:pt x="306720" y="376604"/>
                      </a:moveTo>
                      <a:lnTo>
                        <a:pt x="275757" y="394475"/>
                      </a:lnTo>
                      <a:lnTo>
                        <a:pt x="275757" y="357066"/>
                      </a:lnTo>
                      <a:lnTo>
                        <a:pt x="306720" y="339195"/>
                      </a:lnTo>
                      <a:lnTo>
                        <a:pt x="306720" y="376604"/>
                      </a:lnTo>
                      <a:close/>
                      <a:moveTo>
                        <a:pt x="306720" y="334771"/>
                      </a:moveTo>
                      <a:lnTo>
                        <a:pt x="275757" y="352642"/>
                      </a:lnTo>
                      <a:lnTo>
                        <a:pt x="275757" y="281247"/>
                      </a:lnTo>
                      <a:lnTo>
                        <a:pt x="306720" y="263376"/>
                      </a:lnTo>
                      <a:lnTo>
                        <a:pt x="306720" y="334771"/>
                      </a:lnTo>
                      <a:close/>
                      <a:moveTo>
                        <a:pt x="306720" y="258975"/>
                      </a:moveTo>
                      <a:lnTo>
                        <a:pt x="275757" y="276846"/>
                      </a:lnTo>
                      <a:lnTo>
                        <a:pt x="275757" y="239992"/>
                      </a:lnTo>
                      <a:lnTo>
                        <a:pt x="306720" y="222121"/>
                      </a:lnTo>
                      <a:lnTo>
                        <a:pt x="306720" y="258975"/>
                      </a:lnTo>
                      <a:close/>
                      <a:moveTo>
                        <a:pt x="306720" y="217698"/>
                      </a:moveTo>
                      <a:lnTo>
                        <a:pt x="275757" y="235569"/>
                      </a:lnTo>
                      <a:lnTo>
                        <a:pt x="275757" y="164174"/>
                      </a:lnTo>
                      <a:lnTo>
                        <a:pt x="306720" y="146303"/>
                      </a:lnTo>
                      <a:lnTo>
                        <a:pt x="306720" y="217698"/>
                      </a:lnTo>
                      <a:close/>
                      <a:moveTo>
                        <a:pt x="306720" y="141902"/>
                      </a:moveTo>
                      <a:lnTo>
                        <a:pt x="275757" y="159773"/>
                      </a:lnTo>
                      <a:lnTo>
                        <a:pt x="275757" y="121363"/>
                      </a:lnTo>
                      <a:lnTo>
                        <a:pt x="306720" y="103492"/>
                      </a:lnTo>
                      <a:lnTo>
                        <a:pt x="306720" y="141902"/>
                      </a:lnTo>
                      <a:close/>
                    </a:path>
                  </a:pathLst>
                </a:custGeom>
                <a:solidFill>
                  <a:srgbClr val="29383D"/>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4" name="Freeform: Shape 783">
                  <a:extLst>
                    <a:ext uri="{FF2B5EF4-FFF2-40B4-BE49-F238E27FC236}">
                      <a16:creationId xmlns:a16="http://schemas.microsoft.com/office/drawing/2014/main" id="{E1B86681-24D7-AABA-83AE-DD31863C2568}"/>
                    </a:ext>
                  </a:extLst>
                </p:cNvPr>
                <p:cNvSpPr/>
                <p:nvPr/>
              </p:nvSpPr>
              <p:spPr>
                <a:xfrm>
                  <a:off x="3968780" y="4272848"/>
                  <a:ext cx="254978" cy="639162"/>
                </a:xfrm>
                <a:custGeom>
                  <a:avLst/>
                  <a:gdLst>
                    <a:gd name="connsiteX0" fmla="*/ 306765 w 309943"/>
                    <a:gd name="connsiteY0" fmla="*/ 139412 h 776946"/>
                    <a:gd name="connsiteX1" fmla="*/ 306765 w 309943"/>
                    <a:gd name="connsiteY1" fmla="*/ 186313 h 776946"/>
                    <a:gd name="connsiteX2" fmla="*/ 275424 w 309943"/>
                    <a:gd name="connsiteY2" fmla="*/ 168219 h 776946"/>
                    <a:gd name="connsiteX3" fmla="*/ 275424 w 309943"/>
                    <a:gd name="connsiteY3" fmla="*/ 121297 h 776946"/>
                    <a:gd name="connsiteX4" fmla="*/ 272289 w 309943"/>
                    <a:gd name="connsiteY4" fmla="*/ 119496 h 776946"/>
                    <a:gd name="connsiteX5" fmla="*/ 272289 w 309943"/>
                    <a:gd name="connsiteY5" fmla="*/ 166419 h 776946"/>
                    <a:gd name="connsiteX6" fmla="*/ 240948 w 309943"/>
                    <a:gd name="connsiteY6" fmla="*/ 148325 h 776946"/>
                    <a:gd name="connsiteX7" fmla="*/ 240948 w 309943"/>
                    <a:gd name="connsiteY7" fmla="*/ 101403 h 776946"/>
                    <a:gd name="connsiteX8" fmla="*/ 237814 w 309943"/>
                    <a:gd name="connsiteY8" fmla="*/ 99602 h 776946"/>
                    <a:gd name="connsiteX9" fmla="*/ 237814 w 309943"/>
                    <a:gd name="connsiteY9" fmla="*/ 146525 h 776946"/>
                    <a:gd name="connsiteX10" fmla="*/ 206473 w 309943"/>
                    <a:gd name="connsiteY10" fmla="*/ 128432 h 776946"/>
                    <a:gd name="connsiteX11" fmla="*/ 206473 w 309943"/>
                    <a:gd name="connsiteY11" fmla="*/ 81509 h 776946"/>
                    <a:gd name="connsiteX12" fmla="*/ 203317 w 309943"/>
                    <a:gd name="connsiteY12" fmla="*/ 79686 h 776946"/>
                    <a:gd name="connsiteX13" fmla="*/ 203317 w 309943"/>
                    <a:gd name="connsiteY13" fmla="*/ 126609 h 776946"/>
                    <a:gd name="connsiteX14" fmla="*/ 171976 w 309943"/>
                    <a:gd name="connsiteY14" fmla="*/ 108516 h 776946"/>
                    <a:gd name="connsiteX15" fmla="*/ 171976 w 309943"/>
                    <a:gd name="connsiteY15" fmla="*/ 61593 h 776946"/>
                    <a:gd name="connsiteX16" fmla="*/ 168842 w 309943"/>
                    <a:gd name="connsiteY16" fmla="*/ 59770 h 776946"/>
                    <a:gd name="connsiteX17" fmla="*/ 168842 w 309943"/>
                    <a:gd name="connsiteY17" fmla="*/ 106693 h 776946"/>
                    <a:gd name="connsiteX18" fmla="*/ 137501 w 309943"/>
                    <a:gd name="connsiteY18" fmla="*/ 88600 h 776946"/>
                    <a:gd name="connsiteX19" fmla="*/ 137501 w 309943"/>
                    <a:gd name="connsiteY19" fmla="*/ 41677 h 776946"/>
                    <a:gd name="connsiteX20" fmla="*/ 134367 w 309943"/>
                    <a:gd name="connsiteY20" fmla="*/ 39854 h 776946"/>
                    <a:gd name="connsiteX21" fmla="*/ 134367 w 309943"/>
                    <a:gd name="connsiteY21" fmla="*/ 86777 h 776946"/>
                    <a:gd name="connsiteX22" fmla="*/ 103025 w 309943"/>
                    <a:gd name="connsiteY22" fmla="*/ 68684 h 776946"/>
                    <a:gd name="connsiteX23" fmla="*/ 103025 w 309943"/>
                    <a:gd name="connsiteY23" fmla="*/ 21761 h 776946"/>
                    <a:gd name="connsiteX24" fmla="*/ 99869 w 309943"/>
                    <a:gd name="connsiteY24" fmla="*/ 19916 h 776946"/>
                    <a:gd name="connsiteX25" fmla="*/ 99869 w 309943"/>
                    <a:gd name="connsiteY25" fmla="*/ 66861 h 776946"/>
                    <a:gd name="connsiteX26" fmla="*/ 68528 w 309943"/>
                    <a:gd name="connsiteY26" fmla="*/ 48768 h 776946"/>
                    <a:gd name="connsiteX27" fmla="*/ 68528 w 309943"/>
                    <a:gd name="connsiteY27" fmla="*/ 1823 h 776946"/>
                    <a:gd name="connsiteX28" fmla="*/ 65394 w 309943"/>
                    <a:gd name="connsiteY28" fmla="*/ 0 h 776946"/>
                    <a:gd name="connsiteX29" fmla="*/ 65394 w 309943"/>
                    <a:gd name="connsiteY29" fmla="*/ 46945 h 776946"/>
                    <a:gd name="connsiteX30" fmla="*/ 0 w 309943"/>
                    <a:gd name="connsiteY30" fmla="*/ 9180 h 776946"/>
                    <a:gd name="connsiteX31" fmla="*/ 0 w 309943"/>
                    <a:gd name="connsiteY31" fmla="*/ 13603 h 776946"/>
                    <a:gd name="connsiteX32" fmla="*/ 65394 w 309943"/>
                    <a:gd name="connsiteY32" fmla="*/ 51368 h 776946"/>
                    <a:gd name="connsiteX33" fmla="*/ 65394 w 309943"/>
                    <a:gd name="connsiteY33" fmla="*/ 122764 h 776946"/>
                    <a:gd name="connsiteX34" fmla="*/ 0 w 309943"/>
                    <a:gd name="connsiteY34" fmla="*/ 84999 h 776946"/>
                    <a:gd name="connsiteX35" fmla="*/ 0 w 309943"/>
                    <a:gd name="connsiteY35" fmla="*/ 89422 h 776946"/>
                    <a:gd name="connsiteX36" fmla="*/ 65394 w 309943"/>
                    <a:gd name="connsiteY36" fmla="*/ 127187 h 776946"/>
                    <a:gd name="connsiteX37" fmla="*/ 65394 w 309943"/>
                    <a:gd name="connsiteY37" fmla="*/ 165596 h 776946"/>
                    <a:gd name="connsiteX38" fmla="*/ 0 w 309943"/>
                    <a:gd name="connsiteY38" fmla="*/ 127831 h 776946"/>
                    <a:gd name="connsiteX39" fmla="*/ 0 w 309943"/>
                    <a:gd name="connsiteY39" fmla="*/ 132255 h 776946"/>
                    <a:gd name="connsiteX40" fmla="*/ 65394 w 309943"/>
                    <a:gd name="connsiteY40" fmla="*/ 170020 h 776946"/>
                    <a:gd name="connsiteX41" fmla="*/ 65394 w 309943"/>
                    <a:gd name="connsiteY41" fmla="*/ 241415 h 776946"/>
                    <a:gd name="connsiteX42" fmla="*/ 0 w 309943"/>
                    <a:gd name="connsiteY42" fmla="*/ 203650 h 776946"/>
                    <a:gd name="connsiteX43" fmla="*/ 0 w 309943"/>
                    <a:gd name="connsiteY43" fmla="*/ 208073 h 776946"/>
                    <a:gd name="connsiteX44" fmla="*/ 65394 w 309943"/>
                    <a:gd name="connsiteY44" fmla="*/ 245838 h 776946"/>
                    <a:gd name="connsiteX45" fmla="*/ 65394 w 309943"/>
                    <a:gd name="connsiteY45" fmla="*/ 282692 h 776946"/>
                    <a:gd name="connsiteX46" fmla="*/ 0 w 309943"/>
                    <a:gd name="connsiteY46" fmla="*/ 244927 h 776946"/>
                    <a:gd name="connsiteX47" fmla="*/ 0 w 309943"/>
                    <a:gd name="connsiteY47" fmla="*/ 249350 h 776946"/>
                    <a:gd name="connsiteX48" fmla="*/ 65394 w 309943"/>
                    <a:gd name="connsiteY48" fmla="*/ 287115 h 776946"/>
                    <a:gd name="connsiteX49" fmla="*/ 65394 w 309943"/>
                    <a:gd name="connsiteY49" fmla="*/ 358511 h 776946"/>
                    <a:gd name="connsiteX50" fmla="*/ 0 w 309943"/>
                    <a:gd name="connsiteY50" fmla="*/ 320746 h 776946"/>
                    <a:gd name="connsiteX51" fmla="*/ 0 w 309943"/>
                    <a:gd name="connsiteY51" fmla="*/ 325169 h 776946"/>
                    <a:gd name="connsiteX52" fmla="*/ 65394 w 309943"/>
                    <a:gd name="connsiteY52" fmla="*/ 362934 h 776946"/>
                    <a:gd name="connsiteX53" fmla="*/ 65394 w 309943"/>
                    <a:gd name="connsiteY53" fmla="*/ 400343 h 776946"/>
                    <a:gd name="connsiteX54" fmla="*/ 0 w 309943"/>
                    <a:gd name="connsiteY54" fmla="*/ 362578 h 776946"/>
                    <a:gd name="connsiteX55" fmla="*/ 0 w 309943"/>
                    <a:gd name="connsiteY55" fmla="*/ 367002 h 776946"/>
                    <a:gd name="connsiteX56" fmla="*/ 65394 w 309943"/>
                    <a:gd name="connsiteY56" fmla="*/ 404766 h 776946"/>
                    <a:gd name="connsiteX57" fmla="*/ 65394 w 309943"/>
                    <a:gd name="connsiteY57" fmla="*/ 476162 h 776946"/>
                    <a:gd name="connsiteX58" fmla="*/ 0 w 309943"/>
                    <a:gd name="connsiteY58" fmla="*/ 438397 h 776946"/>
                    <a:gd name="connsiteX59" fmla="*/ 0 w 309943"/>
                    <a:gd name="connsiteY59" fmla="*/ 442820 h 776946"/>
                    <a:gd name="connsiteX60" fmla="*/ 65394 w 309943"/>
                    <a:gd name="connsiteY60" fmla="*/ 480585 h 776946"/>
                    <a:gd name="connsiteX61" fmla="*/ 65394 w 309943"/>
                    <a:gd name="connsiteY61" fmla="*/ 517439 h 776946"/>
                    <a:gd name="connsiteX62" fmla="*/ 0 w 309943"/>
                    <a:gd name="connsiteY62" fmla="*/ 479674 h 776946"/>
                    <a:gd name="connsiteX63" fmla="*/ 0 w 309943"/>
                    <a:gd name="connsiteY63" fmla="*/ 484097 h 776946"/>
                    <a:gd name="connsiteX64" fmla="*/ 65394 w 309943"/>
                    <a:gd name="connsiteY64" fmla="*/ 521862 h 776946"/>
                    <a:gd name="connsiteX65" fmla="*/ 65394 w 309943"/>
                    <a:gd name="connsiteY65" fmla="*/ 593257 h 776946"/>
                    <a:gd name="connsiteX66" fmla="*/ 0 w 309943"/>
                    <a:gd name="connsiteY66" fmla="*/ 555492 h 776946"/>
                    <a:gd name="connsiteX67" fmla="*/ 0 w 309943"/>
                    <a:gd name="connsiteY67" fmla="*/ 559916 h 776946"/>
                    <a:gd name="connsiteX68" fmla="*/ 65394 w 309943"/>
                    <a:gd name="connsiteY68" fmla="*/ 597681 h 776946"/>
                    <a:gd name="connsiteX69" fmla="*/ 65394 w 309943"/>
                    <a:gd name="connsiteY69" fmla="*/ 656028 h 776946"/>
                    <a:gd name="connsiteX70" fmla="*/ 68528 w 309943"/>
                    <a:gd name="connsiteY70" fmla="*/ 656028 h 776946"/>
                    <a:gd name="connsiteX71" fmla="*/ 68528 w 309943"/>
                    <a:gd name="connsiteY71" fmla="*/ 599481 h 776946"/>
                    <a:gd name="connsiteX72" fmla="*/ 99869 w 309943"/>
                    <a:gd name="connsiteY72" fmla="*/ 617574 h 776946"/>
                    <a:gd name="connsiteX73" fmla="*/ 99869 w 309943"/>
                    <a:gd name="connsiteY73" fmla="*/ 673299 h 776946"/>
                    <a:gd name="connsiteX74" fmla="*/ 103025 w 309943"/>
                    <a:gd name="connsiteY74" fmla="*/ 673299 h 776946"/>
                    <a:gd name="connsiteX75" fmla="*/ 103025 w 309943"/>
                    <a:gd name="connsiteY75" fmla="*/ 619397 h 776946"/>
                    <a:gd name="connsiteX76" fmla="*/ 134367 w 309943"/>
                    <a:gd name="connsiteY76" fmla="*/ 637490 h 776946"/>
                    <a:gd name="connsiteX77" fmla="*/ 134367 w 309943"/>
                    <a:gd name="connsiteY77" fmla="*/ 690570 h 776946"/>
                    <a:gd name="connsiteX78" fmla="*/ 137501 w 309943"/>
                    <a:gd name="connsiteY78" fmla="*/ 690570 h 776946"/>
                    <a:gd name="connsiteX79" fmla="*/ 137501 w 309943"/>
                    <a:gd name="connsiteY79" fmla="*/ 639313 h 776946"/>
                    <a:gd name="connsiteX80" fmla="*/ 168842 w 309943"/>
                    <a:gd name="connsiteY80" fmla="*/ 657406 h 776946"/>
                    <a:gd name="connsiteX81" fmla="*/ 168842 w 309943"/>
                    <a:gd name="connsiteY81" fmla="*/ 707863 h 776946"/>
                    <a:gd name="connsiteX82" fmla="*/ 171976 w 309943"/>
                    <a:gd name="connsiteY82" fmla="*/ 707863 h 776946"/>
                    <a:gd name="connsiteX83" fmla="*/ 171976 w 309943"/>
                    <a:gd name="connsiteY83" fmla="*/ 659229 h 776946"/>
                    <a:gd name="connsiteX84" fmla="*/ 203317 w 309943"/>
                    <a:gd name="connsiteY84" fmla="*/ 677322 h 776946"/>
                    <a:gd name="connsiteX85" fmla="*/ 203317 w 309943"/>
                    <a:gd name="connsiteY85" fmla="*/ 725134 h 776946"/>
                    <a:gd name="connsiteX86" fmla="*/ 206473 w 309943"/>
                    <a:gd name="connsiteY86" fmla="*/ 725134 h 776946"/>
                    <a:gd name="connsiteX87" fmla="*/ 206473 w 309943"/>
                    <a:gd name="connsiteY87" fmla="*/ 679145 h 776946"/>
                    <a:gd name="connsiteX88" fmla="*/ 237814 w 309943"/>
                    <a:gd name="connsiteY88" fmla="*/ 697238 h 776946"/>
                    <a:gd name="connsiteX89" fmla="*/ 237814 w 309943"/>
                    <a:gd name="connsiteY89" fmla="*/ 742427 h 776946"/>
                    <a:gd name="connsiteX90" fmla="*/ 240948 w 309943"/>
                    <a:gd name="connsiteY90" fmla="*/ 742427 h 776946"/>
                    <a:gd name="connsiteX91" fmla="*/ 240948 w 309943"/>
                    <a:gd name="connsiteY91" fmla="*/ 699061 h 776946"/>
                    <a:gd name="connsiteX92" fmla="*/ 272289 w 309943"/>
                    <a:gd name="connsiteY92" fmla="*/ 717154 h 776946"/>
                    <a:gd name="connsiteX93" fmla="*/ 272289 w 309943"/>
                    <a:gd name="connsiteY93" fmla="*/ 759676 h 776946"/>
                    <a:gd name="connsiteX94" fmla="*/ 275424 w 309943"/>
                    <a:gd name="connsiteY94" fmla="*/ 759676 h 776946"/>
                    <a:gd name="connsiteX95" fmla="*/ 275424 w 309943"/>
                    <a:gd name="connsiteY95" fmla="*/ 718955 h 776946"/>
                    <a:gd name="connsiteX96" fmla="*/ 306765 w 309943"/>
                    <a:gd name="connsiteY96" fmla="*/ 737048 h 776946"/>
                    <a:gd name="connsiteX97" fmla="*/ 306765 w 309943"/>
                    <a:gd name="connsiteY97" fmla="*/ 776947 h 776946"/>
                    <a:gd name="connsiteX98" fmla="*/ 309943 w 309943"/>
                    <a:gd name="connsiteY98" fmla="*/ 776947 h 776946"/>
                    <a:gd name="connsiteX99" fmla="*/ 309943 w 309943"/>
                    <a:gd name="connsiteY99" fmla="*/ 141235 h 776946"/>
                    <a:gd name="connsiteX100" fmla="*/ 306765 w 309943"/>
                    <a:gd name="connsiteY100" fmla="*/ 139412 h 776946"/>
                    <a:gd name="connsiteX101" fmla="*/ 306765 w 309943"/>
                    <a:gd name="connsiteY101" fmla="*/ 190736 h 776946"/>
                    <a:gd name="connsiteX102" fmla="*/ 306765 w 309943"/>
                    <a:gd name="connsiteY102" fmla="*/ 262131 h 776946"/>
                    <a:gd name="connsiteX103" fmla="*/ 275424 w 309943"/>
                    <a:gd name="connsiteY103" fmla="*/ 244038 h 776946"/>
                    <a:gd name="connsiteX104" fmla="*/ 275424 w 309943"/>
                    <a:gd name="connsiteY104" fmla="*/ 172643 h 776946"/>
                    <a:gd name="connsiteX105" fmla="*/ 306765 w 309943"/>
                    <a:gd name="connsiteY105" fmla="*/ 190736 h 776946"/>
                    <a:gd name="connsiteX106" fmla="*/ 203295 w 309943"/>
                    <a:gd name="connsiteY106" fmla="*/ 366713 h 776946"/>
                    <a:gd name="connsiteX107" fmla="*/ 203295 w 309943"/>
                    <a:gd name="connsiteY107" fmla="*/ 438108 h 776946"/>
                    <a:gd name="connsiteX108" fmla="*/ 171954 w 309943"/>
                    <a:gd name="connsiteY108" fmla="*/ 420015 h 776946"/>
                    <a:gd name="connsiteX109" fmla="*/ 171954 w 309943"/>
                    <a:gd name="connsiteY109" fmla="*/ 348619 h 776946"/>
                    <a:gd name="connsiteX110" fmla="*/ 203295 w 309943"/>
                    <a:gd name="connsiteY110" fmla="*/ 366713 h 776946"/>
                    <a:gd name="connsiteX111" fmla="*/ 171954 w 309943"/>
                    <a:gd name="connsiteY111" fmla="*/ 344196 h 776946"/>
                    <a:gd name="connsiteX112" fmla="*/ 171954 w 309943"/>
                    <a:gd name="connsiteY112" fmla="*/ 307342 h 776946"/>
                    <a:gd name="connsiteX113" fmla="*/ 203295 w 309943"/>
                    <a:gd name="connsiteY113" fmla="*/ 325436 h 776946"/>
                    <a:gd name="connsiteX114" fmla="*/ 203295 w 309943"/>
                    <a:gd name="connsiteY114" fmla="*/ 362289 h 776946"/>
                    <a:gd name="connsiteX115" fmla="*/ 171954 w 309943"/>
                    <a:gd name="connsiteY115" fmla="*/ 344196 h 776946"/>
                    <a:gd name="connsiteX116" fmla="*/ 203295 w 309943"/>
                    <a:gd name="connsiteY116" fmla="*/ 442509 h 776946"/>
                    <a:gd name="connsiteX117" fmla="*/ 203295 w 309943"/>
                    <a:gd name="connsiteY117" fmla="*/ 479918 h 776946"/>
                    <a:gd name="connsiteX118" fmla="*/ 171954 w 309943"/>
                    <a:gd name="connsiteY118" fmla="*/ 461825 h 776946"/>
                    <a:gd name="connsiteX119" fmla="*/ 171954 w 309943"/>
                    <a:gd name="connsiteY119" fmla="*/ 424416 h 776946"/>
                    <a:gd name="connsiteX120" fmla="*/ 203295 w 309943"/>
                    <a:gd name="connsiteY120" fmla="*/ 442509 h 776946"/>
                    <a:gd name="connsiteX121" fmla="*/ 206451 w 309943"/>
                    <a:gd name="connsiteY121" fmla="*/ 444332 h 776946"/>
                    <a:gd name="connsiteX122" fmla="*/ 237792 w 309943"/>
                    <a:gd name="connsiteY122" fmla="*/ 462425 h 776946"/>
                    <a:gd name="connsiteX123" fmla="*/ 237792 w 309943"/>
                    <a:gd name="connsiteY123" fmla="*/ 499834 h 776946"/>
                    <a:gd name="connsiteX124" fmla="*/ 206451 w 309943"/>
                    <a:gd name="connsiteY124" fmla="*/ 481741 h 776946"/>
                    <a:gd name="connsiteX125" fmla="*/ 206451 w 309943"/>
                    <a:gd name="connsiteY125" fmla="*/ 444332 h 776946"/>
                    <a:gd name="connsiteX126" fmla="*/ 206451 w 309943"/>
                    <a:gd name="connsiteY126" fmla="*/ 439908 h 776946"/>
                    <a:gd name="connsiteX127" fmla="*/ 206451 w 309943"/>
                    <a:gd name="connsiteY127" fmla="*/ 368513 h 776946"/>
                    <a:gd name="connsiteX128" fmla="*/ 237792 w 309943"/>
                    <a:gd name="connsiteY128" fmla="*/ 386606 h 776946"/>
                    <a:gd name="connsiteX129" fmla="*/ 237792 w 309943"/>
                    <a:gd name="connsiteY129" fmla="*/ 458002 h 776946"/>
                    <a:gd name="connsiteX130" fmla="*/ 206451 w 309943"/>
                    <a:gd name="connsiteY130" fmla="*/ 439908 h 776946"/>
                    <a:gd name="connsiteX131" fmla="*/ 206451 w 309943"/>
                    <a:gd name="connsiteY131" fmla="*/ 364090 h 776946"/>
                    <a:gd name="connsiteX132" fmla="*/ 206451 w 309943"/>
                    <a:gd name="connsiteY132" fmla="*/ 327236 h 776946"/>
                    <a:gd name="connsiteX133" fmla="*/ 237792 w 309943"/>
                    <a:gd name="connsiteY133" fmla="*/ 345330 h 776946"/>
                    <a:gd name="connsiteX134" fmla="*/ 237792 w 309943"/>
                    <a:gd name="connsiteY134" fmla="*/ 382183 h 776946"/>
                    <a:gd name="connsiteX135" fmla="*/ 206451 w 309943"/>
                    <a:gd name="connsiteY135" fmla="*/ 364090 h 776946"/>
                    <a:gd name="connsiteX136" fmla="*/ 206451 w 309943"/>
                    <a:gd name="connsiteY136" fmla="*/ 322813 h 776946"/>
                    <a:gd name="connsiteX137" fmla="*/ 206451 w 309943"/>
                    <a:gd name="connsiteY137" fmla="*/ 251417 h 776946"/>
                    <a:gd name="connsiteX138" fmla="*/ 237792 w 309943"/>
                    <a:gd name="connsiteY138" fmla="*/ 269511 h 776946"/>
                    <a:gd name="connsiteX139" fmla="*/ 237792 w 309943"/>
                    <a:gd name="connsiteY139" fmla="*/ 340906 h 776946"/>
                    <a:gd name="connsiteX140" fmla="*/ 206451 w 309943"/>
                    <a:gd name="connsiteY140" fmla="*/ 322813 h 776946"/>
                    <a:gd name="connsiteX141" fmla="*/ 203295 w 309943"/>
                    <a:gd name="connsiteY141" fmla="*/ 320990 h 776946"/>
                    <a:gd name="connsiteX142" fmla="*/ 171954 w 309943"/>
                    <a:gd name="connsiteY142" fmla="*/ 302897 h 776946"/>
                    <a:gd name="connsiteX143" fmla="*/ 171954 w 309943"/>
                    <a:gd name="connsiteY143" fmla="*/ 231501 h 776946"/>
                    <a:gd name="connsiteX144" fmla="*/ 203295 w 309943"/>
                    <a:gd name="connsiteY144" fmla="*/ 249595 h 776946"/>
                    <a:gd name="connsiteX145" fmla="*/ 203295 w 309943"/>
                    <a:gd name="connsiteY145" fmla="*/ 320990 h 776946"/>
                    <a:gd name="connsiteX146" fmla="*/ 168819 w 309943"/>
                    <a:gd name="connsiteY146" fmla="*/ 301074 h 776946"/>
                    <a:gd name="connsiteX147" fmla="*/ 137478 w 309943"/>
                    <a:gd name="connsiteY147" fmla="*/ 282981 h 776946"/>
                    <a:gd name="connsiteX148" fmla="*/ 137478 w 309943"/>
                    <a:gd name="connsiteY148" fmla="*/ 211585 h 776946"/>
                    <a:gd name="connsiteX149" fmla="*/ 168819 w 309943"/>
                    <a:gd name="connsiteY149" fmla="*/ 229679 h 776946"/>
                    <a:gd name="connsiteX150" fmla="*/ 168819 w 309943"/>
                    <a:gd name="connsiteY150" fmla="*/ 301074 h 776946"/>
                    <a:gd name="connsiteX151" fmla="*/ 168819 w 309943"/>
                    <a:gd name="connsiteY151" fmla="*/ 305497 h 776946"/>
                    <a:gd name="connsiteX152" fmla="*/ 168819 w 309943"/>
                    <a:gd name="connsiteY152" fmla="*/ 342351 h 776946"/>
                    <a:gd name="connsiteX153" fmla="*/ 137478 w 309943"/>
                    <a:gd name="connsiteY153" fmla="*/ 324258 h 776946"/>
                    <a:gd name="connsiteX154" fmla="*/ 137478 w 309943"/>
                    <a:gd name="connsiteY154" fmla="*/ 287404 h 776946"/>
                    <a:gd name="connsiteX155" fmla="*/ 168819 w 309943"/>
                    <a:gd name="connsiteY155" fmla="*/ 305497 h 776946"/>
                    <a:gd name="connsiteX156" fmla="*/ 168819 w 309943"/>
                    <a:gd name="connsiteY156" fmla="*/ 346774 h 776946"/>
                    <a:gd name="connsiteX157" fmla="*/ 168819 w 309943"/>
                    <a:gd name="connsiteY157" fmla="*/ 418170 h 776946"/>
                    <a:gd name="connsiteX158" fmla="*/ 137478 w 309943"/>
                    <a:gd name="connsiteY158" fmla="*/ 400076 h 776946"/>
                    <a:gd name="connsiteX159" fmla="*/ 137478 w 309943"/>
                    <a:gd name="connsiteY159" fmla="*/ 328681 h 776946"/>
                    <a:gd name="connsiteX160" fmla="*/ 168819 w 309943"/>
                    <a:gd name="connsiteY160" fmla="*/ 346774 h 776946"/>
                    <a:gd name="connsiteX161" fmla="*/ 168819 w 309943"/>
                    <a:gd name="connsiteY161" fmla="*/ 422571 h 776946"/>
                    <a:gd name="connsiteX162" fmla="*/ 168819 w 309943"/>
                    <a:gd name="connsiteY162" fmla="*/ 459980 h 776946"/>
                    <a:gd name="connsiteX163" fmla="*/ 137478 w 309943"/>
                    <a:gd name="connsiteY163" fmla="*/ 441887 h 776946"/>
                    <a:gd name="connsiteX164" fmla="*/ 137478 w 309943"/>
                    <a:gd name="connsiteY164" fmla="*/ 404477 h 776946"/>
                    <a:gd name="connsiteX165" fmla="*/ 168819 w 309943"/>
                    <a:gd name="connsiteY165" fmla="*/ 422571 h 776946"/>
                    <a:gd name="connsiteX166" fmla="*/ 168819 w 309943"/>
                    <a:gd name="connsiteY166" fmla="*/ 464403 h 776946"/>
                    <a:gd name="connsiteX167" fmla="*/ 168819 w 309943"/>
                    <a:gd name="connsiteY167" fmla="*/ 535799 h 776946"/>
                    <a:gd name="connsiteX168" fmla="*/ 137478 w 309943"/>
                    <a:gd name="connsiteY168" fmla="*/ 517705 h 776946"/>
                    <a:gd name="connsiteX169" fmla="*/ 137478 w 309943"/>
                    <a:gd name="connsiteY169" fmla="*/ 446310 h 776946"/>
                    <a:gd name="connsiteX170" fmla="*/ 168819 w 309943"/>
                    <a:gd name="connsiteY170" fmla="*/ 464403 h 776946"/>
                    <a:gd name="connsiteX171" fmla="*/ 171954 w 309943"/>
                    <a:gd name="connsiteY171" fmla="*/ 466226 h 776946"/>
                    <a:gd name="connsiteX172" fmla="*/ 203295 w 309943"/>
                    <a:gd name="connsiteY172" fmla="*/ 484319 h 776946"/>
                    <a:gd name="connsiteX173" fmla="*/ 203295 w 309943"/>
                    <a:gd name="connsiteY173" fmla="*/ 555715 h 776946"/>
                    <a:gd name="connsiteX174" fmla="*/ 171954 w 309943"/>
                    <a:gd name="connsiteY174" fmla="*/ 537621 h 776946"/>
                    <a:gd name="connsiteX175" fmla="*/ 171954 w 309943"/>
                    <a:gd name="connsiteY175" fmla="*/ 466226 h 776946"/>
                    <a:gd name="connsiteX176" fmla="*/ 206473 w 309943"/>
                    <a:gd name="connsiteY176" fmla="*/ 486142 h 776946"/>
                    <a:gd name="connsiteX177" fmla="*/ 237814 w 309943"/>
                    <a:gd name="connsiteY177" fmla="*/ 504235 h 776946"/>
                    <a:gd name="connsiteX178" fmla="*/ 237814 w 309943"/>
                    <a:gd name="connsiteY178" fmla="*/ 575631 h 776946"/>
                    <a:gd name="connsiteX179" fmla="*/ 206473 w 309943"/>
                    <a:gd name="connsiteY179" fmla="*/ 557537 h 776946"/>
                    <a:gd name="connsiteX180" fmla="*/ 206473 w 309943"/>
                    <a:gd name="connsiteY180" fmla="*/ 486142 h 776946"/>
                    <a:gd name="connsiteX181" fmla="*/ 240948 w 309943"/>
                    <a:gd name="connsiteY181" fmla="*/ 506058 h 776946"/>
                    <a:gd name="connsiteX182" fmla="*/ 272289 w 309943"/>
                    <a:gd name="connsiteY182" fmla="*/ 524151 h 776946"/>
                    <a:gd name="connsiteX183" fmla="*/ 272289 w 309943"/>
                    <a:gd name="connsiteY183" fmla="*/ 595547 h 776946"/>
                    <a:gd name="connsiteX184" fmla="*/ 240948 w 309943"/>
                    <a:gd name="connsiteY184" fmla="*/ 577453 h 776946"/>
                    <a:gd name="connsiteX185" fmla="*/ 240948 w 309943"/>
                    <a:gd name="connsiteY185" fmla="*/ 506058 h 776946"/>
                    <a:gd name="connsiteX186" fmla="*/ 240948 w 309943"/>
                    <a:gd name="connsiteY186" fmla="*/ 501635 h 776946"/>
                    <a:gd name="connsiteX187" fmla="*/ 240948 w 309943"/>
                    <a:gd name="connsiteY187" fmla="*/ 464225 h 776946"/>
                    <a:gd name="connsiteX188" fmla="*/ 272289 w 309943"/>
                    <a:gd name="connsiteY188" fmla="*/ 482319 h 776946"/>
                    <a:gd name="connsiteX189" fmla="*/ 272289 w 309943"/>
                    <a:gd name="connsiteY189" fmla="*/ 519728 h 776946"/>
                    <a:gd name="connsiteX190" fmla="*/ 240948 w 309943"/>
                    <a:gd name="connsiteY190" fmla="*/ 501635 h 776946"/>
                    <a:gd name="connsiteX191" fmla="*/ 240948 w 309943"/>
                    <a:gd name="connsiteY191" fmla="*/ 459802 h 776946"/>
                    <a:gd name="connsiteX192" fmla="*/ 240948 w 309943"/>
                    <a:gd name="connsiteY192" fmla="*/ 388407 h 776946"/>
                    <a:gd name="connsiteX193" fmla="*/ 272289 w 309943"/>
                    <a:gd name="connsiteY193" fmla="*/ 406500 h 776946"/>
                    <a:gd name="connsiteX194" fmla="*/ 272289 w 309943"/>
                    <a:gd name="connsiteY194" fmla="*/ 477895 h 776946"/>
                    <a:gd name="connsiteX195" fmla="*/ 240948 w 309943"/>
                    <a:gd name="connsiteY195" fmla="*/ 459802 h 776946"/>
                    <a:gd name="connsiteX196" fmla="*/ 240948 w 309943"/>
                    <a:gd name="connsiteY196" fmla="*/ 383983 h 776946"/>
                    <a:gd name="connsiteX197" fmla="*/ 240948 w 309943"/>
                    <a:gd name="connsiteY197" fmla="*/ 347130 h 776946"/>
                    <a:gd name="connsiteX198" fmla="*/ 272289 w 309943"/>
                    <a:gd name="connsiteY198" fmla="*/ 365223 h 776946"/>
                    <a:gd name="connsiteX199" fmla="*/ 272289 w 309943"/>
                    <a:gd name="connsiteY199" fmla="*/ 402077 h 776946"/>
                    <a:gd name="connsiteX200" fmla="*/ 240948 w 309943"/>
                    <a:gd name="connsiteY200" fmla="*/ 383983 h 776946"/>
                    <a:gd name="connsiteX201" fmla="*/ 240948 w 309943"/>
                    <a:gd name="connsiteY201" fmla="*/ 342707 h 776946"/>
                    <a:gd name="connsiteX202" fmla="*/ 240948 w 309943"/>
                    <a:gd name="connsiteY202" fmla="*/ 271311 h 776946"/>
                    <a:gd name="connsiteX203" fmla="*/ 272289 w 309943"/>
                    <a:gd name="connsiteY203" fmla="*/ 289405 h 776946"/>
                    <a:gd name="connsiteX204" fmla="*/ 272289 w 309943"/>
                    <a:gd name="connsiteY204" fmla="*/ 360800 h 776946"/>
                    <a:gd name="connsiteX205" fmla="*/ 240948 w 309943"/>
                    <a:gd name="connsiteY205" fmla="*/ 342707 h 776946"/>
                    <a:gd name="connsiteX206" fmla="*/ 240948 w 309943"/>
                    <a:gd name="connsiteY206" fmla="*/ 266910 h 776946"/>
                    <a:gd name="connsiteX207" fmla="*/ 240948 w 309943"/>
                    <a:gd name="connsiteY207" fmla="*/ 228501 h 776946"/>
                    <a:gd name="connsiteX208" fmla="*/ 272289 w 309943"/>
                    <a:gd name="connsiteY208" fmla="*/ 246594 h 776946"/>
                    <a:gd name="connsiteX209" fmla="*/ 272289 w 309943"/>
                    <a:gd name="connsiteY209" fmla="*/ 285004 h 776946"/>
                    <a:gd name="connsiteX210" fmla="*/ 240948 w 309943"/>
                    <a:gd name="connsiteY210" fmla="*/ 266910 h 776946"/>
                    <a:gd name="connsiteX211" fmla="*/ 237814 w 309943"/>
                    <a:gd name="connsiteY211" fmla="*/ 265088 h 776946"/>
                    <a:gd name="connsiteX212" fmla="*/ 206473 w 309943"/>
                    <a:gd name="connsiteY212" fmla="*/ 246994 h 776946"/>
                    <a:gd name="connsiteX213" fmla="*/ 206473 w 309943"/>
                    <a:gd name="connsiteY213" fmla="*/ 208585 h 776946"/>
                    <a:gd name="connsiteX214" fmla="*/ 237814 w 309943"/>
                    <a:gd name="connsiteY214" fmla="*/ 226678 h 776946"/>
                    <a:gd name="connsiteX215" fmla="*/ 237814 w 309943"/>
                    <a:gd name="connsiteY215" fmla="*/ 265088 h 776946"/>
                    <a:gd name="connsiteX216" fmla="*/ 203295 w 309943"/>
                    <a:gd name="connsiteY216" fmla="*/ 245171 h 776946"/>
                    <a:gd name="connsiteX217" fmla="*/ 171954 w 309943"/>
                    <a:gd name="connsiteY217" fmla="*/ 227078 h 776946"/>
                    <a:gd name="connsiteX218" fmla="*/ 171954 w 309943"/>
                    <a:gd name="connsiteY218" fmla="*/ 188669 h 776946"/>
                    <a:gd name="connsiteX219" fmla="*/ 203295 w 309943"/>
                    <a:gd name="connsiteY219" fmla="*/ 206762 h 776946"/>
                    <a:gd name="connsiteX220" fmla="*/ 203295 w 309943"/>
                    <a:gd name="connsiteY220" fmla="*/ 245171 h 776946"/>
                    <a:gd name="connsiteX221" fmla="*/ 168819 w 309943"/>
                    <a:gd name="connsiteY221" fmla="*/ 225255 h 776946"/>
                    <a:gd name="connsiteX222" fmla="*/ 137478 w 309943"/>
                    <a:gd name="connsiteY222" fmla="*/ 207162 h 776946"/>
                    <a:gd name="connsiteX223" fmla="*/ 137478 w 309943"/>
                    <a:gd name="connsiteY223" fmla="*/ 168753 h 776946"/>
                    <a:gd name="connsiteX224" fmla="*/ 168819 w 309943"/>
                    <a:gd name="connsiteY224" fmla="*/ 186846 h 776946"/>
                    <a:gd name="connsiteX225" fmla="*/ 168819 w 309943"/>
                    <a:gd name="connsiteY225" fmla="*/ 225255 h 776946"/>
                    <a:gd name="connsiteX226" fmla="*/ 134344 w 309943"/>
                    <a:gd name="connsiteY226" fmla="*/ 205339 h 776946"/>
                    <a:gd name="connsiteX227" fmla="*/ 103003 w 309943"/>
                    <a:gd name="connsiteY227" fmla="*/ 187246 h 776946"/>
                    <a:gd name="connsiteX228" fmla="*/ 103003 w 309943"/>
                    <a:gd name="connsiteY228" fmla="*/ 148837 h 776946"/>
                    <a:gd name="connsiteX229" fmla="*/ 134344 w 309943"/>
                    <a:gd name="connsiteY229" fmla="*/ 166930 h 776946"/>
                    <a:gd name="connsiteX230" fmla="*/ 134344 w 309943"/>
                    <a:gd name="connsiteY230" fmla="*/ 205339 h 776946"/>
                    <a:gd name="connsiteX231" fmla="*/ 134344 w 309943"/>
                    <a:gd name="connsiteY231" fmla="*/ 209763 h 776946"/>
                    <a:gd name="connsiteX232" fmla="*/ 134344 w 309943"/>
                    <a:gd name="connsiteY232" fmla="*/ 281158 h 776946"/>
                    <a:gd name="connsiteX233" fmla="*/ 103003 w 309943"/>
                    <a:gd name="connsiteY233" fmla="*/ 263065 h 776946"/>
                    <a:gd name="connsiteX234" fmla="*/ 103003 w 309943"/>
                    <a:gd name="connsiteY234" fmla="*/ 191669 h 776946"/>
                    <a:gd name="connsiteX235" fmla="*/ 134344 w 309943"/>
                    <a:gd name="connsiteY235" fmla="*/ 209763 h 776946"/>
                    <a:gd name="connsiteX236" fmla="*/ 134344 w 309943"/>
                    <a:gd name="connsiteY236" fmla="*/ 285581 h 776946"/>
                    <a:gd name="connsiteX237" fmla="*/ 134344 w 309943"/>
                    <a:gd name="connsiteY237" fmla="*/ 322435 h 776946"/>
                    <a:gd name="connsiteX238" fmla="*/ 103003 w 309943"/>
                    <a:gd name="connsiteY238" fmla="*/ 304342 h 776946"/>
                    <a:gd name="connsiteX239" fmla="*/ 103003 w 309943"/>
                    <a:gd name="connsiteY239" fmla="*/ 267488 h 776946"/>
                    <a:gd name="connsiteX240" fmla="*/ 134344 w 309943"/>
                    <a:gd name="connsiteY240" fmla="*/ 285581 h 776946"/>
                    <a:gd name="connsiteX241" fmla="*/ 134344 w 309943"/>
                    <a:gd name="connsiteY241" fmla="*/ 326858 h 776946"/>
                    <a:gd name="connsiteX242" fmla="*/ 134344 w 309943"/>
                    <a:gd name="connsiteY242" fmla="*/ 398254 h 776946"/>
                    <a:gd name="connsiteX243" fmla="*/ 103003 w 309943"/>
                    <a:gd name="connsiteY243" fmla="*/ 380160 h 776946"/>
                    <a:gd name="connsiteX244" fmla="*/ 103003 w 309943"/>
                    <a:gd name="connsiteY244" fmla="*/ 308765 h 776946"/>
                    <a:gd name="connsiteX245" fmla="*/ 134344 w 309943"/>
                    <a:gd name="connsiteY245" fmla="*/ 326858 h 776946"/>
                    <a:gd name="connsiteX246" fmla="*/ 134344 w 309943"/>
                    <a:gd name="connsiteY246" fmla="*/ 402655 h 776946"/>
                    <a:gd name="connsiteX247" fmla="*/ 134344 w 309943"/>
                    <a:gd name="connsiteY247" fmla="*/ 440064 h 776946"/>
                    <a:gd name="connsiteX248" fmla="*/ 103003 w 309943"/>
                    <a:gd name="connsiteY248" fmla="*/ 421971 h 776946"/>
                    <a:gd name="connsiteX249" fmla="*/ 103003 w 309943"/>
                    <a:gd name="connsiteY249" fmla="*/ 384561 h 776946"/>
                    <a:gd name="connsiteX250" fmla="*/ 134344 w 309943"/>
                    <a:gd name="connsiteY250" fmla="*/ 402655 h 776946"/>
                    <a:gd name="connsiteX251" fmla="*/ 134344 w 309943"/>
                    <a:gd name="connsiteY251" fmla="*/ 444487 h 776946"/>
                    <a:gd name="connsiteX252" fmla="*/ 134344 w 309943"/>
                    <a:gd name="connsiteY252" fmla="*/ 515883 h 776946"/>
                    <a:gd name="connsiteX253" fmla="*/ 103003 w 309943"/>
                    <a:gd name="connsiteY253" fmla="*/ 497789 h 776946"/>
                    <a:gd name="connsiteX254" fmla="*/ 103003 w 309943"/>
                    <a:gd name="connsiteY254" fmla="*/ 426394 h 776946"/>
                    <a:gd name="connsiteX255" fmla="*/ 134344 w 309943"/>
                    <a:gd name="connsiteY255" fmla="*/ 444487 h 776946"/>
                    <a:gd name="connsiteX256" fmla="*/ 134344 w 309943"/>
                    <a:gd name="connsiteY256" fmla="*/ 520284 h 776946"/>
                    <a:gd name="connsiteX257" fmla="*/ 134344 w 309943"/>
                    <a:gd name="connsiteY257" fmla="*/ 557137 h 776946"/>
                    <a:gd name="connsiteX258" fmla="*/ 103003 w 309943"/>
                    <a:gd name="connsiteY258" fmla="*/ 539044 h 776946"/>
                    <a:gd name="connsiteX259" fmla="*/ 103003 w 309943"/>
                    <a:gd name="connsiteY259" fmla="*/ 502190 h 776946"/>
                    <a:gd name="connsiteX260" fmla="*/ 134344 w 309943"/>
                    <a:gd name="connsiteY260" fmla="*/ 520284 h 776946"/>
                    <a:gd name="connsiteX261" fmla="*/ 137478 w 309943"/>
                    <a:gd name="connsiteY261" fmla="*/ 522106 h 776946"/>
                    <a:gd name="connsiteX262" fmla="*/ 168819 w 309943"/>
                    <a:gd name="connsiteY262" fmla="*/ 540200 h 776946"/>
                    <a:gd name="connsiteX263" fmla="*/ 168819 w 309943"/>
                    <a:gd name="connsiteY263" fmla="*/ 577053 h 776946"/>
                    <a:gd name="connsiteX264" fmla="*/ 137478 w 309943"/>
                    <a:gd name="connsiteY264" fmla="*/ 558960 h 776946"/>
                    <a:gd name="connsiteX265" fmla="*/ 137478 w 309943"/>
                    <a:gd name="connsiteY265" fmla="*/ 522106 h 776946"/>
                    <a:gd name="connsiteX266" fmla="*/ 171954 w 309943"/>
                    <a:gd name="connsiteY266" fmla="*/ 542022 h 776946"/>
                    <a:gd name="connsiteX267" fmla="*/ 203295 w 309943"/>
                    <a:gd name="connsiteY267" fmla="*/ 560116 h 776946"/>
                    <a:gd name="connsiteX268" fmla="*/ 203295 w 309943"/>
                    <a:gd name="connsiteY268" fmla="*/ 596969 h 776946"/>
                    <a:gd name="connsiteX269" fmla="*/ 171954 w 309943"/>
                    <a:gd name="connsiteY269" fmla="*/ 578876 h 776946"/>
                    <a:gd name="connsiteX270" fmla="*/ 171954 w 309943"/>
                    <a:gd name="connsiteY270" fmla="*/ 542022 h 776946"/>
                    <a:gd name="connsiteX271" fmla="*/ 206473 w 309943"/>
                    <a:gd name="connsiteY271" fmla="*/ 561938 h 776946"/>
                    <a:gd name="connsiteX272" fmla="*/ 237814 w 309943"/>
                    <a:gd name="connsiteY272" fmla="*/ 580032 h 776946"/>
                    <a:gd name="connsiteX273" fmla="*/ 237814 w 309943"/>
                    <a:gd name="connsiteY273" fmla="*/ 616885 h 776946"/>
                    <a:gd name="connsiteX274" fmla="*/ 206473 w 309943"/>
                    <a:gd name="connsiteY274" fmla="*/ 598792 h 776946"/>
                    <a:gd name="connsiteX275" fmla="*/ 206473 w 309943"/>
                    <a:gd name="connsiteY275" fmla="*/ 561938 h 776946"/>
                    <a:gd name="connsiteX276" fmla="*/ 240948 w 309943"/>
                    <a:gd name="connsiteY276" fmla="*/ 581854 h 776946"/>
                    <a:gd name="connsiteX277" fmla="*/ 272289 w 309943"/>
                    <a:gd name="connsiteY277" fmla="*/ 599948 h 776946"/>
                    <a:gd name="connsiteX278" fmla="*/ 272289 w 309943"/>
                    <a:gd name="connsiteY278" fmla="*/ 636801 h 776946"/>
                    <a:gd name="connsiteX279" fmla="*/ 240948 w 309943"/>
                    <a:gd name="connsiteY279" fmla="*/ 618708 h 776946"/>
                    <a:gd name="connsiteX280" fmla="*/ 240948 w 309943"/>
                    <a:gd name="connsiteY280" fmla="*/ 581854 h 776946"/>
                    <a:gd name="connsiteX281" fmla="*/ 275424 w 309943"/>
                    <a:gd name="connsiteY281" fmla="*/ 601770 h 776946"/>
                    <a:gd name="connsiteX282" fmla="*/ 306765 w 309943"/>
                    <a:gd name="connsiteY282" fmla="*/ 619864 h 776946"/>
                    <a:gd name="connsiteX283" fmla="*/ 306765 w 309943"/>
                    <a:gd name="connsiteY283" fmla="*/ 656717 h 776946"/>
                    <a:gd name="connsiteX284" fmla="*/ 275424 w 309943"/>
                    <a:gd name="connsiteY284" fmla="*/ 638624 h 776946"/>
                    <a:gd name="connsiteX285" fmla="*/ 275424 w 309943"/>
                    <a:gd name="connsiteY285" fmla="*/ 601770 h 776946"/>
                    <a:gd name="connsiteX286" fmla="*/ 275424 w 309943"/>
                    <a:gd name="connsiteY286" fmla="*/ 597347 h 776946"/>
                    <a:gd name="connsiteX287" fmla="*/ 275424 w 309943"/>
                    <a:gd name="connsiteY287" fmla="*/ 525952 h 776946"/>
                    <a:gd name="connsiteX288" fmla="*/ 306765 w 309943"/>
                    <a:gd name="connsiteY288" fmla="*/ 544045 h 776946"/>
                    <a:gd name="connsiteX289" fmla="*/ 306765 w 309943"/>
                    <a:gd name="connsiteY289" fmla="*/ 615440 h 776946"/>
                    <a:gd name="connsiteX290" fmla="*/ 275424 w 309943"/>
                    <a:gd name="connsiteY290" fmla="*/ 597347 h 776946"/>
                    <a:gd name="connsiteX291" fmla="*/ 275424 w 309943"/>
                    <a:gd name="connsiteY291" fmla="*/ 521551 h 776946"/>
                    <a:gd name="connsiteX292" fmla="*/ 275424 w 309943"/>
                    <a:gd name="connsiteY292" fmla="*/ 484141 h 776946"/>
                    <a:gd name="connsiteX293" fmla="*/ 306765 w 309943"/>
                    <a:gd name="connsiteY293" fmla="*/ 502235 h 776946"/>
                    <a:gd name="connsiteX294" fmla="*/ 306765 w 309943"/>
                    <a:gd name="connsiteY294" fmla="*/ 539644 h 776946"/>
                    <a:gd name="connsiteX295" fmla="*/ 275424 w 309943"/>
                    <a:gd name="connsiteY295" fmla="*/ 521551 h 776946"/>
                    <a:gd name="connsiteX296" fmla="*/ 275424 w 309943"/>
                    <a:gd name="connsiteY296" fmla="*/ 479718 h 776946"/>
                    <a:gd name="connsiteX297" fmla="*/ 275424 w 309943"/>
                    <a:gd name="connsiteY297" fmla="*/ 408323 h 776946"/>
                    <a:gd name="connsiteX298" fmla="*/ 306765 w 309943"/>
                    <a:gd name="connsiteY298" fmla="*/ 426416 h 776946"/>
                    <a:gd name="connsiteX299" fmla="*/ 306765 w 309943"/>
                    <a:gd name="connsiteY299" fmla="*/ 497811 h 776946"/>
                    <a:gd name="connsiteX300" fmla="*/ 275424 w 309943"/>
                    <a:gd name="connsiteY300" fmla="*/ 479718 h 776946"/>
                    <a:gd name="connsiteX301" fmla="*/ 275424 w 309943"/>
                    <a:gd name="connsiteY301" fmla="*/ 403899 h 776946"/>
                    <a:gd name="connsiteX302" fmla="*/ 275424 w 309943"/>
                    <a:gd name="connsiteY302" fmla="*/ 367046 h 776946"/>
                    <a:gd name="connsiteX303" fmla="*/ 306765 w 309943"/>
                    <a:gd name="connsiteY303" fmla="*/ 385139 h 776946"/>
                    <a:gd name="connsiteX304" fmla="*/ 306765 w 309943"/>
                    <a:gd name="connsiteY304" fmla="*/ 421993 h 776946"/>
                    <a:gd name="connsiteX305" fmla="*/ 275424 w 309943"/>
                    <a:gd name="connsiteY305" fmla="*/ 403899 h 776946"/>
                    <a:gd name="connsiteX306" fmla="*/ 275424 w 309943"/>
                    <a:gd name="connsiteY306" fmla="*/ 362623 h 776946"/>
                    <a:gd name="connsiteX307" fmla="*/ 275424 w 309943"/>
                    <a:gd name="connsiteY307" fmla="*/ 291227 h 776946"/>
                    <a:gd name="connsiteX308" fmla="*/ 306765 w 309943"/>
                    <a:gd name="connsiteY308" fmla="*/ 309321 h 776946"/>
                    <a:gd name="connsiteX309" fmla="*/ 306765 w 309943"/>
                    <a:gd name="connsiteY309" fmla="*/ 380716 h 776946"/>
                    <a:gd name="connsiteX310" fmla="*/ 275424 w 309943"/>
                    <a:gd name="connsiteY310" fmla="*/ 362623 h 776946"/>
                    <a:gd name="connsiteX311" fmla="*/ 275424 w 309943"/>
                    <a:gd name="connsiteY311" fmla="*/ 286826 h 776946"/>
                    <a:gd name="connsiteX312" fmla="*/ 275424 w 309943"/>
                    <a:gd name="connsiteY312" fmla="*/ 248417 h 776946"/>
                    <a:gd name="connsiteX313" fmla="*/ 306765 w 309943"/>
                    <a:gd name="connsiteY313" fmla="*/ 266510 h 776946"/>
                    <a:gd name="connsiteX314" fmla="*/ 306765 w 309943"/>
                    <a:gd name="connsiteY314" fmla="*/ 304920 h 776946"/>
                    <a:gd name="connsiteX315" fmla="*/ 275424 w 309943"/>
                    <a:gd name="connsiteY315" fmla="*/ 286826 h 776946"/>
                    <a:gd name="connsiteX316" fmla="*/ 272289 w 309943"/>
                    <a:gd name="connsiteY316" fmla="*/ 170798 h 776946"/>
                    <a:gd name="connsiteX317" fmla="*/ 272289 w 309943"/>
                    <a:gd name="connsiteY317" fmla="*/ 242193 h 776946"/>
                    <a:gd name="connsiteX318" fmla="*/ 240948 w 309943"/>
                    <a:gd name="connsiteY318" fmla="*/ 224100 h 776946"/>
                    <a:gd name="connsiteX319" fmla="*/ 240948 w 309943"/>
                    <a:gd name="connsiteY319" fmla="*/ 152704 h 776946"/>
                    <a:gd name="connsiteX320" fmla="*/ 272289 w 309943"/>
                    <a:gd name="connsiteY320" fmla="*/ 170798 h 776946"/>
                    <a:gd name="connsiteX321" fmla="*/ 237814 w 309943"/>
                    <a:gd name="connsiteY321" fmla="*/ 150882 h 776946"/>
                    <a:gd name="connsiteX322" fmla="*/ 237814 w 309943"/>
                    <a:gd name="connsiteY322" fmla="*/ 222277 h 776946"/>
                    <a:gd name="connsiteX323" fmla="*/ 206473 w 309943"/>
                    <a:gd name="connsiteY323" fmla="*/ 204184 h 776946"/>
                    <a:gd name="connsiteX324" fmla="*/ 206473 w 309943"/>
                    <a:gd name="connsiteY324" fmla="*/ 132788 h 776946"/>
                    <a:gd name="connsiteX325" fmla="*/ 237814 w 309943"/>
                    <a:gd name="connsiteY325" fmla="*/ 150882 h 776946"/>
                    <a:gd name="connsiteX326" fmla="*/ 203295 w 309943"/>
                    <a:gd name="connsiteY326" fmla="*/ 130966 h 776946"/>
                    <a:gd name="connsiteX327" fmla="*/ 203295 w 309943"/>
                    <a:gd name="connsiteY327" fmla="*/ 202361 h 776946"/>
                    <a:gd name="connsiteX328" fmla="*/ 171954 w 309943"/>
                    <a:gd name="connsiteY328" fmla="*/ 184268 h 776946"/>
                    <a:gd name="connsiteX329" fmla="*/ 171954 w 309943"/>
                    <a:gd name="connsiteY329" fmla="*/ 112872 h 776946"/>
                    <a:gd name="connsiteX330" fmla="*/ 203295 w 309943"/>
                    <a:gd name="connsiteY330" fmla="*/ 130966 h 776946"/>
                    <a:gd name="connsiteX331" fmla="*/ 168819 w 309943"/>
                    <a:gd name="connsiteY331" fmla="*/ 111050 h 776946"/>
                    <a:gd name="connsiteX332" fmla="*/ 168819 w 309943"/>
                    <a:gd name="connsiteY332" fmla="*/ 182445 h 776946"/>
                    <a:gd name="connsiteX333" fmla="*/ 137478 w 309943"/>
                    <a:gd name="connsiteY333" fmla="*/ 164352 h 776946"/>
                    <a:gd name="connsiteX334" fmla="*/ 137478 w 309943"/>
                    <a:gd name="connsiteY334" fmla="*/ 92956 h 776946"/>
                    <a:gd name="connsiteX335" fmla="*/ 168819 w 309943"/>
                    <a:gd name="connsiteY335" fmla="*/ 111050 h 776946"/>
                    <a:gd name="connsiteX336" fmla="*/ 134344 w 309943"/>
                    <a:gd name="connsiteY336" fmla="*/ 91134 h 776946"/>
                    <a:gd name="connsiteX337" fmla="*/ 134344 w 309943"/>
                    <a:gd name="connsiteY337" fmla="*/ 162529 h 776946"/>
                    <a:gd name="connsiteX338" fmla="*/ 103003 w 309943"/>
                    <a:gd name="connsiteY338" fmla="*/ 144436 h 776946"/>
                    <a:gd name="connsiteX339" fmla="*/ 103003 w 309943"/>
                    <a:gd name="connsiteY339" fmla="*/ 73040 h 776946"/>
                    <a:gd name="connsiteX340" fmla="*/ 134344 w 309943"/>
                    <a:gd name="connsiteY340" fmla="*/ 91134 h 776946"/>
                    <a:gd name="connsiteX341" fmla="*/ 68484 w 309943"/>
                    <a:gd name="connsiteY341" fmla="*/ 53102 h 776946"/>
                    <a:gd name="connsiteX342" fmla="*/ 99825 w 309943"/>
                    <a:gd name="connsiteY342" fmla="*/ 71195 h 776946"/>
                    <a:gd name="connsiteX343" fmla="*/ 99825 w 309943"/>
                    <a:gd name="connsiteY343" fmla="*/ 142591 h 776946"/>
                    <a:gd name="connsiteX344" fmla="*/ 68484 w 309943"/>
                    <a:gd name="connsiteY344" fmla="*/ 124497 h 776946"/>
                    <a:gd name="connsiteX345" fmla="*/ 68484 w 309943"/>
                    <a:gd name="connsiteY345" fmla="*/ 53102 h 776946"/>
                    <a:gd name="connsiteX346" fmla="*/ 68484 w 309943"/>
                    <a:gd name="connsiteY346" fmla="*/ 128898 h 776946"/>
                    <a:gd name="connsiteX347" fmla="*/ 99825 w 309943"/>
                    <a:gd name="connsiteY347" fmla="*/ 146992 h 776946"/>
                    <a:gd name="connsiteX348" fmla="*/ 99825 w 309943"/>
                    <a:gd name="connsiteY348" fmla="*/ 185401 h 776946"/>
                    <a:gd name="connsiteX349" fmla="*/ 68484 w 309943"/>
                    <a:gd name="connsiteY349" fmla="*/ 167308 h 776946"/>
                    <a:gd name="connsiteX350" fmla="*/ 68484 w 309943"/>
                    <a:gd name="connsiteY350" fmla="*/ 128898 h 776946"/>
                    <a:gd name="connsiteX351" fmla="*/ 68484 w 309943"/>
                    <a:gd name="connsiteY351" fmla="*/ 171731 h 776946"/>
                    <a:gd name="connsiteX352" fmla="*/ 99825 w 309943"/>
                    <a:gd name="connsiteY352" fmla="*/ 189825 h 776946"/>
                    <a:gd name="connsiteX353" fmla="*/ 99825 w 309943"/>
                    <a:gd name="connsiteY353" fmla="*/ 261220 h 776946"/>
                    <a:gd name="connsiteX354" fmla="*/ 68484 w 309943"/>
                    <a:gd name="connsiteY354" fmla="*/ 243127 h 776946"/>
                    <a:gd name="connsiteX355" fmla="*/ 68484 w 309943"/>
                    <a:gd name="connsiteY355" fmla="*/ 171731 h 776946"/>
                    <a:gd name="connsiteX356" fmla="*/ 68484 w 309943"/>
                    <a:gd name="connsiteY356" fmla="*/ 247550 h 776946"/>
                    <a:gd name="connsiteX357" fmla="*/ 99825 w 309943"/>
                    <a:gd name="connsiteY357" fmla="*/ 265643 h 776946"/>
                    <a:gd name="connsiteX358" fmla="*/ 99825 w 309943"/>
                    <a:gd name="connsiteY358" fmla="*/ 302497 h 776946"/>
                    <a:gd name="connsiteX359" fmla="*/ 68484 w 309943"/>
                    <a:gd name="connsiteY359" fmla="*/ 284403 h 776946"/>
                    <a:gd name="connsiteX360" fmla="*/ 68484 w 309943"/>
                    <a:gd name="connsiteY360" fmla="*/ 247550 h 776946"/>
                    <a:gd name="connsiteX361" fmla="*/ 68484 w 309943"/>
                    <a:gd name="connsiteY361" fmla="*/ 288827 h 776946"/>
                    <a:gd name="connsiteX362" fmla="*/ 99825 w 309943"/>
                    <a:gd name="connsiteY362" fmla="*/ 306920 h 776946"/>
                    <a:gd name="connsiteX363" fmla="*/ 99825 w 309943"/>
                    <a:gd name="connsiteY363" fmla="*/ 378315 h 776946"/>
                    <a:gd name="connsiteX364" fmla="*/ 68484 w 309943"/>
                    <a:gd name="connsiteY364" fmla="*/ 360222 h 776946"/>
                    <a:gd name="connsiteX365" fmla="*/ 68484 w 309943"/>
                    <a:gd name="connsiteY365" fmla="*/ 288827 h 776946"/>
                    <a:gd name="connsiteX366" fmla="*/ 68484 w 309943"/>
                    <a:gd name="connsiteY366" fmla="*/ 364623 h 776946"/>
                    <a:gd name="connsiteX367" fmla="*/ 99825 w 309943"/>
                    <a:gd name="connsiteY367" fmla="*/ 382716 h 776946"/>
                    <a:gd name="connsiteX368" fmla="*/ 99825 w 309943"/>
                    <a:gd name="connsiteY368" fmla="*/ 420126 h 776946"/>
                    <a:gd name="connsiteX369" fmla="*/ 68484 w 309943"/>
                    <a:gd name="connsiteY369" fmla="*/ 402032 h 776946"/>
                    <a:gd name="connsiteX370" fmla="*/ 68484 w 309943"/>
                    <a:gd name="connsiteY370" fmla="*/ 364623 h 776946"/>
                    <a:gd name="connsiteX371" fmla="*/ 68484 w 309943"/>
                    <a:gd name="connsiteY371" fmla="*/ 406456 h 776946"/>
                    <a:gd name="connsiteX372" fmla="*/ 99825 w 309943"/>
                    <a:gd name="connsiteY372" fmla="*/ 424549 h 776946"/>
                    <a:gd name="connsiteX373" fmla="*/ 99825 w 309943"/>
                    <a:gd name="connsiteY373" fmla="*/ 495944 h 776946"/>
                    <a:gd name="connsiteX374" fmla="*/ 68484 w 309943"/>
                    <a:gd name="connsiteY374" fmla="*/ 477851 h 776946"/>
                    <a:gd name="connsiteX375" fmla="*/ 68484 w 309943"/>
                    <a:gd name="connsiteY375" fmla="*/ 406456 h 776946"/>
                    <a:gd name="connsiteX376" fmla="*/ 68484 w 309943"/>
                    <a:gd name="connsiteY376" fmla="*/ 482252 h 776946"/>
                    <a:gd name="connsiteX377" fmla="*/ 99825 w 309943"/>
                    <a:gd name="connsiteY377" fmla="*/ 500345 h 776946"/>
                    <a:gd name="connsiteX378" fmla="*/ 99825 w 309943"/>
                    <a:gd name="connsiteY378" fmla="*/ 537199 h 776946"/>
                    <a:gd name="connsiteX379" fmla="*/ 68484 w 309943"/>
                    <a:gd name="connsiteY379" fmla="*/ 519106 h 776946"/>
                    <a:gd name="connsiteX380" fmla="*/ 68484 w 309943"/>
                    <a:gd name="connsiteY380" fmla="*/ 482252 h 776946"/>
                    <a:gd name="connsiteX381" fmla="*/ 68484 w 309943"/>
                    <a:gd name="connsiteY381" fmla="*/ 594924 h 776946"/>
                    <a:gd name="connsiteX382" fmla="*/ 68484 w 309943"/>
                    <a:gd name="connsiteY382" fmla="*/ 523529 h 776946"/>
                    <a:gd name="connsiteX383" fmla="*/ 99825 w 309943"/>
                    <a:gd name="connsiteY383" fmla="*/ 541622 h 776946"/>
                    <a:gd name="connsiteX384" fmla="*/ 99825 w 309943"/>
                    <a:gd name="connsiteY384" fmla="*/ 613018 h 776946"/>
                    <a:gd name="connsiteX385" fmla="*/ 68484 w 309943"/>
                    <a:gd name="connsiteY385" fmla="*/ 594924 h 776946"/>
                    <a:gd name="connsiteX386" fmla="*/ 103003 w 309943"/>
                    <a:gd name="connsiteY386" fmla="*/ 614840 h 776946"/>
                    <a:gd name="connsiteX387" fmla="*/ 103003 w 309943"/>
                    <a:gd name="connsiteY387" fmla="*/ 543445 h 776946"/>
                    <a:gd name="connsiteX388" fmla="*/ 134344 w 309943"/>
                    <a:gd name="connsiteY388" fmla="*/ 561538 h 776946"/>
                    <a:gd name="connsiteX389" fmla="*/ 134344 w 309943"/>
                    <a:gd name="connsiteY389" fmla="*/ 632934 h 776946"/>
                    <a:gd name="connsiteX390" fmla="*/ 103003 w 309943"/>
                    <a:gd name="connsiteY390" fmla="*/ 614840 h 776946"/>
                    <a:gd name="connsiteX391" fmla="*/ 137478 w 309943"/>
                    <a:gd name="connsiteY391" fmla="*/ 634756 h 776946"/>
                    <a:gd name="connsiteX392" fmla="*/ 137478 w 309943"/>
                    <a:gd name="connsiteY392" fmla="*/ 563361 h 776946"/>
                    <a:gd name="connsiteX393" fmla="*/ 168819 w 309943"/>
                    <a:gd name="connsiteY393" fmla="*/ 581454 h 776946"/>
                    <a:gd name="connsiteX394" fmla="*/ 168819 w 309943"/>
                    <a:gd name="connsiteY394" fmla="*/ 652850 h 776946"/>
                    <a:gd name="connsiteX395" fmla="*/ 137478 w 309943"/>
                    <a:gd name="connsiteY395" fmla="*/ 634756 h 776946"/>
                    <a:gd name="connsiteX396" fmla="*/ 171954 w 309943"/>
                    <a:gd name="connsiteY396" fmla="*/ 654672 h 776946"/>
                    <a:gd name="connsiteX397" fmla="*/ 171954 w 309943"/>
                    <a:gd name="connsiteY397" fmla="*/ 583277 h 776946"/>
                    <a:gd name="connsiteX398" fmla="*/ 203295 w 309943"/>
                    <a:gd name="connsiteY398" fmla="*/ 601370 h 776946"/>
                    <a:gd name="connsiteX399" fmla="*/ 203295 w 309943"/>
                    <a:gd name="connsiteY399" fmla="*/ 672766 h 776946"/>
                    <a:gd name="connsiteX400" fmla="*/ 171954 w 309943"/>
                    <a:gd name="connsiteY400" fmla="*/ 654672 h 776946"/>
                    <a:gd name="connsiteX401" fmla="*/ 206473 w 309943"/>
                    <a:gd name="connsiteY401" fmla="*/ 674588 h 776946"/>
                    <a:gd name="connsiteX402" fmla="*/ 206473 w 309943"/>
                    <a:gd name="connsiteY402" fmla="*/ 603193 h 776946"/>
                    <a:gd name="connsiteX403" fmla="*/ 237814 w 309943"/>
                    <a:gd name="connsiteY403" fmla="*/ 621286 h 776946"/>
                    <a:gd name="connsiteX404" fmla="*/ 237814 w 309943"/>
                    <a:gd name="connsiteY404" fmla="*/ 692682 h 776946"/>
                    <a:gd name="connsiteX405" fmla="*/ 206473 w 309943"/>
                    <a:gd name="connsiteY405" fmla="*/ 674588 h 776946"/>
                    <a:gd name="connsiteX406" fmla="*/ 240948 w 309943"/>
                    <a:gd name="connsiteY406" fmla="*/ 694504 h 776946"/>
                    <a:gd name="connsiteX407" fmla="*/ 240948 w 309943"/>
                    <a:gd name="connsiteY407" fmla="*/ 623109 h 776946"/>
                    <a:gd name="connsiteX408" fmla="*/ 272289 w 309943"/>
                    <a:gd name="connsiteY408" fmla="*/ 641202 h 776946"/>
                    <a:gd name="connsiteX409" fmla="*/ 272289 w 309943"/>
                    <a:gd name="connsiteY409" fmla="*/ 712598 h 776946"/>
                    <a:gd name="connsiteX410" fmla="*/ 240948 w 309943"/>
                    <a:gd name="connsiteY410" fmla="*/ 694504 h 776946"/>
                    <a:gd name="connsiteX411" fmla="*/ 275424 w 309943"/>
                    <a:gd name="connsiteY411" fmla="*/ 714420 h 776946"/>
                    <a:gd name="connsiteX412" fmla="*/ 275424 w 309943"/>
                    <a:gd name="connsiteY412" fmla="*/ 643025 h 776946"/>
                    <a:gd name="connsiteX413" fmla="*/ 306765 w 309943"/>
                    <a:gd name="connsiteY413" fmla="*/ 661118 h 776946"/>
                    <a:gd name="connsiteX414" fmla="*/ 306765 w 309943"/>
                    <a:gd name="connsiteY414" fmla="*/ 732514 h 776946"/>
                    <a:gd name="connsiteX415" fmla="*/ 275424 w 309943"/>
                    <a:gd name="connsiteY415" fmla="*/ 714420 h 77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Lst>
                  <a:rect l="l" t="t" r="r" b="b"/>
                  <a:pathLst>
                    <a:path w="309943" h="776946">
                      <a:moveTo>
                        <a:pt x="306765" y="139412"/>
                      </a:moveTo>
                      <a:lnTo>
                        <a:pt x="306765" y="186313"/>
                      </a:lnTo>
                      <a:lnTo>
                        <a:pt x="275424" y="168219"/>
                      </a:lnTo>
                      <a:lnTo>
                        <a:pt x="275424" y="121297"/>
                      </a:lnTo>
                      <a:lnTo>
                        <a:pt x="272289" y="119496"/>
                      </a:lnTo>
                      <a:lnTo>
                        <a:pt x="272289" y="166419"/>
                      </a:lnTo>
                      <a:lnTo>
                        <a:pt x="240948" y="148325"/>
                      </a:lnTo>
                      <a:lnTo>
                        <a:pt x="240948" y="101403"/>
                      </a:lnTo>
                      <a:lnTo>
                        <a:pt x="237814" y="99602"/>
                      </a:lnTo>
                      <a:lnTo>
                        <a:pt x="237814" y="146525"/>
                      </a:lnTo>
                      <a:lnTo>
                        <a:pt x="206473" y="128432"/>
                      </a:lnTo>
                      <a:lnTo>
                        <a:pt x="206473" y="81509"/>
                      </a:lnTo>
                      <a:lnTo>
                        <a:pt x="203317" y="79686"/>
                      </a:lnTo>
                      <a:lnTo>
                        <a:pt x="203317" y="126609"/>
                      </a:lnTo>
                      <a:lnTo>
                        <a:pt x="171976" y="108516"/>
                      </a:lnTo>
                      <a:lnTo>
                        <a:pt x="171976" y="61593"/>
                      </a:lnTo>
                      <a:lnTo>
                        <a:pt x="168842" y="59770"/>
                      </a:lnTo>
                      <a:lnTo>
                        <a:pt x="168842" y="106693"/>
                      </a:lnTo>
                      <a:lnTo>
                        <a:pt x="137501" y="88600"/>
                      </a:lnTo>
                      <a:lnTo>
                        <a:pt x="137501" y="41677"/>
                      </a:lnTo>
                      <a:lnTo>
                        <a:pt x="134367" y="39854"/>
                      </a:lnTo>
                      <a:lnTo>
                        <a:pt x="134367" y="86777"/>
                      </a:lnTo>
                      <a:lnTo>
                        <a:pt x="103025" y="68684"/>
                      </a:lnTo>
                      <a:lnTo>
                        <a:pt x="103025" y="21761"/>
                      </a:lnTo>
                      <a:lnTo>
                        <a:pt x="99869" y="19916"/>
                      </a:lnTo>
                      <a:lnTo>
                        <a:pt x="99869" y="66861"/>
                      </a:lnTo>
                      <a:lnTo>
                        <a:pt x="68528" y="48768"/>
                      </a:lnTo>
                      <a:lnTo>
                        <a:pt x="68528" y="1823"/>
                      </a:lnTo>
                      <a:lnTo>
                        <a:pt x="65394" y="0"/>
                      </a:lnTo>
                      <a:lnTo>
                        <a:pt x="65394" y="46945"/>
                      </a:lnTo>
                      <a:lnTo>
                        <a:pt x="0" y="9180"/>
                      </a:lnTo>
                      <a:lnTo>
                        <a:pt x="0" y="13603"/>
                      </a:lnTo>
                      <a:lnTo>
                        <a:pt x="65394" y="51368"/>
                      </a:lnTo>
                      <a:lnTo>
                        <a:pt x="65394" y="122764"/>
                      </a:lnTo>
                      <a:lnTo>
                        <a:pt x="0" y="84999"/>
                      </a:lnTo>
                      <a:lnTo>
                        <a:pt x="0" y="89422"/>
                      </a:lnTo>
                      <a:lnTo>
                        <a:pt x="65394" y="127187"/>
                      </a:lnTo>
                      <a:lnTo>
                        <a:pt x="65394" y="165596"/>
                      </a:lnTo>
                      <a:lnTo>
                        <a:pt x="0" y="127831"/>
                      </a:lnTo>
                      <a:lnTo>
                        <a:pt x="0" y="132255"/>
                      </a:lnTo>
                      <a:lnTo>
                        <a:pt x="65394" y="170020"/>
                      </a:lnTo>
                      <a:lnTo>
                        <a:pt x="65394" y="241415"/>
                      </a:lnTo>
                      <a:lnTo>
                        <a:pt x="0" y="203650"/>
                      </a:lnTo>
                      <a:lnTo>
                        <a:pt x="0" y="208073"/>
                      </a:lnTo>
                      <a:lnTo>
                        <a:pt x="65394" y="245838"/>
                      </a:lnTo>
                      <a:lnTo>
                        <a:pt x="65394" y="282692"/>
                      </a:lnTo>
                      <a:lnTo>
                        <a:pt x="0" y="244927"/>
                      </a:lnTo>
                      <a:lnTo>
                        <a:pt x="0" y="249350"/>
                      </a:lnTo>
                      <a:lnTo>
                        <a:pt x="65394" y="287115"/>
                      </a:lnTo>
                      <a:lnTo>
                        <a:pt x="65394" y="358511"/>
                      </a:lnTo>
                      <a:lnTo>
                        <a:pt x="0" y="320746"/>
                      </a:lnTo>
                      <a:lnTo>
                        <a:pt x="0" y="325169"/>
                      </a:lnTo>
                      <a:lnTo>
                        <a:pt x="65394" y="362934"/>
                      </a:lnTo>
                      <a:lnTo>
                        <a:pt x="65394" y="400343"/>
                      </a:lnTo>
                      <a:lnTo>
                        <a:pt x="0" y="362578"/>
                      </a:lnTo>
                      <a:lnTo>
                        <a:pt x="0" y="367002"/>
                      </a:lnTo>
                      <a:lnTo>
                        <a:pt x="65394" y="404766"/>
                      </a:lnTo>
                      <a:lnTo>
                        <a:pt x="65394" y="476162"/>
                      </a:lnTo>
                      <a:lnTo>
                        <a:pt x="0" y="438397"/>
                      </a:lnTo>
                      <a:lnTo>
                        <a:pt x="0" y="442820"/>
                      </a:lnTo>
                      <a:lnTo>
                        <a:pt x="65394" y="480585"/>
                      </a:lnTo>
                      <a:lnTo>
                        <a:pt x="65394" y="517439"/>
                      </a:lnTo>
                      <a:lnTo>
                        <a:pt x="0" y="479674"/>
                      </a:lnTo>
                      <a:lnTo>
                        <a:pt x="0" y="484097"/>
                      </a:lnTo>
                      <a:lnTo>
                        <a:pt x="65394" y="521862"/>
                      </a:lnTo>
                      <a:lnTo>
                        <a:pt x="65394" y="593257"/>
                      </a:lnTo>
                      <a:lnTo>
                        <a:pt x="0" y="555492"/>
                      </a:lnTo>
                      <a:lnTo>
                        <a:pt x="0" y="559916"/>
                      </a:lnTo>
                      <a:lnTo>
                        <a:pt x="65394" y="597681"/>
                      </a:lnTo>
                      <a:lnTo>
                        <a:pt x="65394" y="656028"/>
                      </a:lnTo>
                      <a:lnTo>
                        <a:pt x="68528" y="656028"/>
                      </a:lnTo>
                      <a:lnTo>
                        <a:pt x="68528" y="599481"/>
                      </a:lnTo>
                      <a:lnTo>
                        <a:pt x="99869" y="617574"/>
                      </a:lnTo>
                      <a:lnTo>
                        <a:pt x="99869" y="673299"/>
                      </a:lnTo>
                      <a:lnTo>
                        <a:pt x="103025" y="673299"/>
                      </a:lnTo>
                      <a:lnTo>
                        <a:pt x="103025" y="619397"/>
                      </a:lnTo>
                      <a:lnTo>
                        <a:pt x="134367" y="637490"/>
                      </a:lnTo>
                      <a:lnTo>
                        <a:pt x="134367" y="690570"/>
                      </a:lnTo>
                      <a:lnTo>
                        <a:pt x="137501" y="690570"/>
                      </a:lnTo>
                      <a:lnTo>
                        <a:pt x="137501" y="639313"/>
                      </a:lnTo>
                      <a:lnTo>
                        <a:pt x="168842" y="657406"/>
                      </a:lnTo>
                      <a:lnTo>
                        <a:pt x="168842" y="707863"/>
                      </a:lnTo>
                      <a:lnTo>
                        <a:pt x="171976" y="707863"/>
                      </a:lnTo>
                      <a:lnTo>
                        <a:pt x="171976" y="659229"/>
                      </a:lnTo>
                      <a:lnTo>
                        <a:pt x="203317" y="677322"/>
                      </a:lnTo>
                      <a:lnTo>
                        <a:pt x="203317" y="725134"/>
                      </a:lnTo>
                      <a:lnTo>
                        <a:pt x="206473" y="725134"/>
                      </a:lnTo>
                      <a:lnTo>
                        <a:pt x="206473" y="679145"/>
                      </a:lnTo>
                      <a:lnTo>
                        <a:pt x="237814" y="697238"/>
                      </a:lnTo>
                      <a:lnTo>
                        <a:pt x="237814" y="742427"/>
                      </a:lnTo>
                      <a:lnTo>
                        <a:pt x="240948" y="742427"/>
                      </a:lnTo>
                      <a:lnTo>
                        <a:pt x="240948" y="699061"/>
                      </a:lnTo>
                      <a:lnTo>
                        <a:pt x="272289" y="717154"/>
                      </a:lnTo>
                      <a:lnTo>
                        <a:pt x="272289" y="759676"/>
                      </a:lnTo>
                      <a:lnTo>
                        <a:pt x="275424" y="759676"/>
                      </a:lnTo>
                      <a:lnTo>
                        <a:pt x="275424" y="718955"/>
                      </a:lnTo>
                      <a:lnTo>
                        <a:pt x="306765" y="737048"/>
                      </a:lnTo>
                      <a:lnTo>
                        <a:pt x="306765" y="776947"/>
                      </a:lnTo>
                      <a:lnTo>
                        <a:pt x="309943" y="776947"/>
                      </a:lnTo>
                      <a:lnTo>
                        <a:pt x="309943" y="141235"/>
                      </a:lnTo>
                      <a:lnTo>
                        <a:pt x="306765" y="139412"/>
                      </a:lnTo>
                      <a:close/>
                      <a:moveTo>
                        <a:pt x="306765" y="190736"/>
                      </a:moveTo>
                      <a:lnTo>
                        <a:pt x="306765" y="262131"/>
                      </a:lnTo>
                      <a:lnTo>
                        <a:pt x="275424" y="244038"/>
                      </a:lnTo>
                      <a:lnTo>
                        <a:pt x="275424" y="172643"/>
                      </a:lnTo>
                      <a:lnTo>
                        <a:pt x="306765" y="190736"/>
                      </a:lnTo>
                      <a:close/>
                      <a:moveTo>
                        <a:pt x="203295" y="366713"/>
                      </a:moveTo>
                      <a:lnTo>
                        <a:pt x="203295" y="438108"/>
                      </a:lnTo>
                      <a:lnTo>
                        <a:pt x="171954" y="420015"/>
                      </a:lnTo>
                      <a:lnTo>
                        <a:pt x="171954" y="348619"/>
                      </a:lnTo>
                      <a:lnTo>
                        <a:pt x="203295" y="366713"/>
                      </a:lnTo>
                      <a:close/>
                      <a:moveTo>
                        <a:pt x="171954" y="344196"/>
                      </a:moveTo>
                      <a:lnTo>
                        <a:pt x="171954" y="307342"/>
                      </a:lnTo>
                      <a:lnTo>
                        <a:pt x="203295" y="325436"/>
                      </a:lnTo>
                      <a:lnTo>
                        <a:pt x="203295" y="362289"/>
                      </a:lnTo>
                      <a:lnTo>
                        <a:pt x="171954" y="344196"/>
                      </a:lnTo>
                      <a:close/>
                      <a:moveTo>
                        <a:pt x="203295" y="442509"/>
                      </a:moveTo>
                      <a:lnTo>
                        <a:pt x="203295" y="479918"/>
                      </a:lnTo>
                      <a:lnTo>
                        <a:pt x="171954" y="461825"/>
                      </a:lnTo>
                      <a:lnTo>
                        <a:pt x="171954" y="424416"/>
                      </a:lnTo>
                      <a:lnTo>
                        <a:pt x="203295" y="442509"/>
                      </a:lnTo>
                      <a:close/>
                      <a:moveTo>
                        <a:pt x="206451" y="444332"/>
                      </a:moveTo>
                      <a:lnTo>
                        <a:pt x="237792" y="462425"/>
                      </a:lnTo>
                      <a:lnTo>
                        <a:pt x="237792" y="499834"/>
                      </a:lnTo>
                      <a:lnTo>
                        <a:pt x="206451" y="481741"/>
                      </a:lnTo>
                      <a:lnTo>
                        <a:pt x="206451" y="444332"/>
                      </a:lnTo>
                      <a:close/>
                      <a:moveTo>
                        <a:pt x="206451" y="439908"/>
                      </a:moveTo>
                      <a:lnTo>
                        <a:pt x="206451" y="368513"/>
                      </a:lnTo>
                      <a:lnTo>
                        <a:pt x="237792" y="386606"/>
                      </a:lnTo>
                      <a:lnTo>
                        <a:pt x="237792" y="458002"/>
                      </a:lnTo>
                      <a:lnTo>
                        <a:pt x="206451" y="439908"/>
                      </a:lnTo>
                      <a:close/>
                      <a:moveTo>
                        <a:pt x="206451" y="364090"/>
                      </a:moveTo>
                      <a:lnTo>
                        <a:pt x="206451" y="327236"/>
                      </a:lnTo>
                      <a:lnTo>
                        <a:pt x="237792" y="345330"/>
                      </a:lnTo>
                      <a:lnTo>
                        <a:pt x="237792" y="382183"/>
                      </a:lnTo>
                      <a:lnTo>
                        <a:pt x="206451" y="364090"/>
                      </a:lnTo>
                      <a:close/>
                      <a:moveTo>
                        <a:pt x="206451" y="322813"/>
                      </a:moveTo>
                      <a:lnTo>
                        <a:pt x="206451" y="251417"/>
                      </a:lnTo>
                      <a:lnTo>
                        <a:pt x="237792" y="269511"/>
                      </a:lnTo>
                      <a:lnTo>
                        <a:pt x="237792" y="340906"/>
                      </a:lnTo>
                      <a:lnTo>
                        <a:pt x="206451" y="322813"/>
                      </a:lnTo>
                      <a:close/>
                      <a:moveTo>
                        <a:pt x="203295" y="320990"/>
                      </a:moveTo>
                      <a:lnTo>
                        <a:pt x="171954" y="302897"/>
                      </a:lnTo>
                      <a:lnTo>
                        <a:pt x="171954" y="231501"/>
                      </a:lnTo>
                      <a:lnTo>
                        <a:pt x="203295" y="249595"/>
                      </a:lnTo>
                      <a:lnTo>
                        <a:pt x="203295" y="320990"/>
                      </a:lnTo>
                      <a:close/>
                      <a:moveTo>
                        <a:pt x="168819" y="301074"/>
                      </a:moveTo>
                      <a:lnTo>
                        <a:pt x="137478" y="282981"/>
                      </a:lnTo>
                      <a:lnTo>
                        <a:pt x="137478" y="211585"/>
                      </a:lnTo>
                      <a:lnTo>
                        <a:pt x="168819" y="229679"/>
                      </a:lnTo>
                      <a:lnTo>
                        <a:pt x="168819" y="301074"/>
                      </a:lnTo>
                      <a:close/>
                      <a:moveTo>
                        <a:pt x="168819" y="305497"/>
                      </a:moveTo>
                      <a:lnTo>
                        <a:pt x="168819" y="342351"/>
                      </a:lnTo>
                      <a:lnTo>
                        <a:pt x="137478" y="324258"/>
                      </a:lnTo>
                      <a:lnTo>
                        <a:pt x="137478" y="287404"/>
                      </a:lnTo>
                      <a:lnTo>
                        <a:pt x="168819" y="305497"/>
                      </a:lnTo>
                      <a:close/>
                      <a:moveTo>
                        <a:pt x="168819" y="346774"/>
                      </a:moveTo>
                      <a:lnTo>
                        <a:pt x="168819" y="418170"/>
                      </a:lnTo>
                      <a:lnTo>
                        <a:pt x="137478" y="400076"/>
                      </a:lnTo>
                      <a:lnTo>
                        <a:pt x="137478" y="328681"/>
                      </a:lnTo>
                      <a:lnTo>
                        <a:pt x="168819" y="346774"/>
                      </a:lnTo>
                      <a:close/>
                      <a:moveTo>
                        <a:pt x="168819" y="422571"/>
                      </a:moveTo>
                      <a:lnTo>
                        <a:pt x="168819" y="459980"/>
                      </a:lnTo>
                      <a:lnTo>
                        <a:pt x="137478" y="441887"/>
                      </a:lnTo>
                      <a:lnTo>
                        <a:pt x="137478" y="404477"/>
                      </a:lnTo>
                      <a:lnTo>
                        <a:pt x="168819" y="422571"/>
                      </a:lnTo>
                      <a:close/>
                      <a:moveTo>
                        <a:pt x="168819" y="464403"/>
                      </a:moveTo>
                      <a:lnTo>
                        <a:pt x="168819" y="535799"/>
                      </a:lnTo>
                      <a:lnTo>
                        <a:pt x="137478" y="517705"/>
                      </a:lnTo>
                      <a:lnTo>
                        <a:pt x="137478" y="446310"/>
                      </a:lnTo>
                      <a:lnTo>
                        <a:pt x="168819" y="464403"/>
                      </a:lnTo>
                      <a:close/>
                      <a:moveTo>
                        <a:pt x="171954" y="466226"/>
                      </a:moveTo>
                      <a:lnTo>
                        <a:pt x="203295" y="484319"/>
                      </a:lnTo>
                      <a:lnTo>
                        <a:pt x="203295" y="555715"/>
                      </a:lnTo>
                      <a:lnTo>
                        <a:pt x="171954" y="537621"/>
                      </a:lnTo>
                      <a:lnTo>
                        <a:pt x="171954" y="466226"/>
                      </a:lnTo>
                      <a:close/>
                      <a:moveTo>
                        <a:pt x="206473" y="486142"/>
                      </a:moveTo>
                      <a:lnTo>
                        <a:pt x="237814" y="504235"/>
                      </a:lnTo>
                      <a:lnTo>
                        <a:pt x="237814" y="575631"/>
                      </a:lnTo>
                      <a:lnTo>
                        <a:pt x="206473" y="557537"/>
                      </a:lnTo>
                      <a:lnTo>
                        <a:pt x="206473" y="486142"/>
                      </a:lnTo>
                      <a:close/>
                      <a:moveTo>
                        <a:pt x="240948" y="506058"/>
                      </a:moveTo>
                      <a:lnTo>
                        <a:pt x="272289" y="524151"/>
                      </a:lnTo>
                      <a:lnTo>
                        <a:pt x="272289" y="595547"/>
                      </a:lnTo>
                      <a:lnTo>
                        <a:pt x="240948" y="577453"/>
                      </a:lnTo>
                      <a:lnTo>
                        <a:pt x="240948" y="506058"/>
                      </a:lnTo>
                      <a:close/>
                      <a:moveTo>
                        <a:pt x="240948" y="501635"/>
                      </a:moveTo>
                      <a:lnTo>
                        <a:pt x="240948" y="464225"/>
                      </a:lnTo>
                      <a:lnTo>
                        <a:pt x="272289" y="482319"/>
                      </a:lnTo>
                      <a:lnTo>
                        <a:pt x="272289" y="519728"/>
                      </a:lnTo>
                      <a:lnTo>
                        <a:pt x="240948" y="501635"/>
                      </a:lnTo>
                      <a:close/>
                      <a:moveTo>
                        <a:pt x="240948" y="459802"/>
                      </a:moveTo>
                      <a:lnTo>
                        <a:pt x="240948" y="388407"/>
                      </a:lnTo>
                      <a:lnTo>
                        <a:pt x="272289" y="406500"/>
                      </a:lnTo>
                      <a:lnTo>
                        <a:pt x="272289" y="477895"/>
                      </a:lnTo>
                      <a:lnTo>
                        <a:pt x="240948" y="459802"/>
                      </a:lnTo>
                      <a:close/>
                      <a:moveTo>
                        <a:pt x="240948" y="383983"/>
                      </a:moveTo>
                      <a:lnTo>
                        <a:pt x="240948" y="347130"/>
                      </a:lnTo>
                      <a:lnTo>
                        <a:pt x="272289" y="365223"/>
                      </a:lnTo>
                      <a:lnTo>
                        <a:pt x="272289" y="402077"/>
                      </a:lnTo>
                      <a:lnTo>
                        <a:pt x="240948" y="383983"/>
                      </a:lnTo>
                      <a:close/>
                      <a:moveTo>
                        <a:pt x="240948" y="342707"/>
                      </a:moveTo>
                      <a:lnTo>
                        <a:pt x="240948" y="271311"/>
                      </a:lnTo>
                      <a:lnTo>
                        <a:pt x="272289" y="289405"/>
                      </a:lnTo>
                      <a:lnTo>
                        <a:pt x="272289" y="360800"/>
                      </a:lnTo>
                      <a:lnTo>
                        <a:pt x="240948" y="342707"/>
                      </a:lnTo>
                      <a:close/>
                      <a:moveTo>
                        <a:pt x="240948" y="266910"/>
                      </a:moveTo>
                      <a:lnTo>
                        <a:pt x="240948" y="228501"/>
                      </a:lnTo>
                      <a:lnTo>
                        <a:pt x="272289" y="246594"/>
                      </a:lnTo>
                      <a:lnTo>
                        <a:pt x="272289" y="285004"/>
                      </a:lnTo>
                      <a:lnTo>
                        <a:pt x="240948" y="266910"/>
                      </a:lnTo>
                      <a:close/>
                      <a:moveTo>
                        <a:pt x="237814" y="265088"/>
                      </a:moveTo>
                      <a:lnTo>
                        <a:pt x="206473" y="246994"/>
                      </a:lnTo>
                      <a:lnTo>
                        <a:pt x="206473" y="208585"/>
                      </a:lnTo>
                      <a:lnTo>
                        <a:pt x="237814" y="226678"/>
                      </a:lnTo>
                      <a:lnTo>
                        <a:pt x="237814" y="265088"/>
                      </a:lnTo>
                      <a:close/>
                      <a:moveTo>
                        <a:pt x="203295" y="245171"/>
                      </a:moveTo>
                      <a:lnTo>
                        <a:pt x="171954" y="227078"/>
                      </a:lnTo>
                      <a:lnTo>
                        <a:pt x="171954" y="188669"/>
                      </a:lnTo>
                      <a:lnTo>
                        <a:pt x="203295" y="206762"/>
                      </a:lnTo>
                      <a:lnTo>
                        <a:pt x="203295" y="245171"/>
                      </a:lnTo>
                      <a:close/>
                      <a:moveTo>
                        <a:pt x="168819" y="225255"/>
                      </a:moveTo>
                      <a:lnTo>
                        <a:pt x="137478" y="207162"/>
                      </a:lnTo>
                      <a:lnTo>
                        <a:pt x="137478" y="168753"/>
                      </a:lnTo>
                      <a:lnTo>
                        <a:pt x="168819" y="186846"/>
                      </a:lnTo>
                      <a:lnTo>
                        <a:pt x="168819" y="225255"/>
                      </a:lnTo>
                      <a:close/>
                      <a:moveTo>
                        <a:pt x="134344" y="205339"/>
                      </a:moveTo>
                      <a:lnTo>
                        <a:pt x="103003" y="187246"/>
                      </a:lnTo>
                      <a:lnTo>
                        <a:pt x="103003" y="148837"/>
                      </a:lnTo>
                      <a:lnTo>
                        <a:pt x="134344" y="166930"/>
                      </a:lnTo>
                      <a:lnTo>
                        <a:pt x="134344" y="205339"/>
                      </a:lnTo>
                      <a:close/>
                      <a:moveTo>
                        <a:pt x="134344" y="209763"/>
                      </a:moveTo>
                      <a:lnTo>
                        <a:pt x="134344" y="281158"/>
                      </a:lnTo>
                      <a:lnTo>
                        <a:pt x="103003" y="263065"/>
                      </a:lnTo>
                      <a:lnTo>
                        <a:pt x="103003" y="191669"/>
                      </a:lnTo>
                      <a:lnTo>
                        <a:pt x="134344" y="209763"/>
                      </a:lnTo>
                      <a:close/>
                      <a:moveTo>
                        <a:pt x="134344" y="285581"/>
                      </a:moveTo>
                      <a:lnTo>
                        <a:pt x="134344" y="322435"/>
                      </a:lnTo>
                      <a:lnTo>
                        <a:pt x="103003" y="304342"/>
                      </a:lnTo>
                      <a:lnTo>
                        <a:pt x="103003" y="267488"/>
                      </a:lnTo>
                      <a:lnTo>
                        <a:pt x="134344" y="285581"/>
                      </a:lnTo>
                      <a:close/>
                      <a:moveTo>
                        <a:pt x="134344" y="326858"/>
                      </a:moveTo>
                      <a:lnTo>
                        <a:pt x="134344" y="398254"/>
                      </a:lnTo>
                      <a:lnTo>
                        <a:pt x="103003" y="380160"/>
                      </a:lnTo>
                      <a:lnTo>
                        <a:pt x="103003" y="308765"/>
                      </a:lnTo>
                      <a:lnTo>
                        <a:pt x="134344" y="326858"/>
                      </a:lnTo>
                      <a:close/>
                      <a:moveTo>
                        <a:pt x="134344" y="402655"/>
                      </a:moveTo>
                      <a:lnTo>
                        <a:pt x="134344" y="440064"/>
                      </a:lnTo>
                      <a:lnTo>
                        <a:pt x="103003" y="421971"/>
                      </a:lnTo>
                      <a:lnTo>
                        <a:pt x="103003" y="384561"/>
                      </a:lnTo>
                      <a:lnTo>
                        <a:pt x="134344" y="402655"/>
                      </a:lnTo>
                      <a:close/>
                      <a:moveTo>
                        <a:pt x="134344" y="444487"/>
                      </a:moveTo>
                      <a:lnTo>
                        <a:pt x="134344" y="515883"/>
                      </a:lnTo>
                      <a:lnTo>
                        <a:pt x="103003" y="497789"/>
                      </a:lnTo>
                      <a:lnTo>
                        <a:pt x="103003" y="426394"/>
                      </a:lnTo>
                      <a:lnTo>
                        <a:pt x="134344" y="444487"/>
                      </a:lnTo>
                      <a:close/>
                      <a:moveTo>
                        <a:pt x="134344" y="520284"/>
                      </a:moveTo>
                      <a:lnTo>
                        <a:pt x="134344" y="557137"/>
                      </a:lnTo>
                      <a:lnTo>
                        <a:pt x="103003" y="539044"/>
                      </a:lnTo>
                      <a:lnTo>
                        <a:pt x="103003" y="502190"/>
                      </a:lnTo>
                      <a:lnTo>
                        <a:pt x="134344" y="520284"/>
                      </a:lnTo>
                      <a:close/>
                      <a:moveTo>
                        <a:pt x="137478" y="522106"/>
                      </a:moveTo>
                      <a:lnTo>
                        <a:pt x="168819" y="540200"/>
                      </a:lnTo>
                      <a:lnTo>
                        <a:pt x="168819" y="577053"/>
                      </a:lnTo>
                      <a:lnTo>
                        <a:pt x="137478" y="558960"/>
                      </a:lnTo>
                      <a:lnTo>
                        <a:pt x="137478" y="522106"/>
                      </a:lnTo>
                      <a:close/>
                      <a:moveTo>
                        <a:pt x="171954" y="542022"/>
                      </a:moveTo>
                      <a:lnTo>
                        <a:pt x="203295" y="560116"/>
                      </a:lnTo>
                      <a:lnTo>
                        <a:pt x="203295" y="596969"/>
                      </a:lnTo>
                      <a:lnTo>
                        <a:pt x="171954" y="578876"/>
                      </a:lnTo>
                      <a:lnTo>
                        <a:pt x="171954" y="542022"/>
                      </a:lnTo>
                      <a:close/>
                      <a:moveTo>
                        <a:pt x="206473" y="561938"/>
                      </a:moveTo>
                      <a:lnTo>
                        <a:pt x="237814" y="580032"/>
                      </a:lnTo>
                      <a:lnTo>
                        <a:pt x="237814" y="616885"/>
                      </a:lnTo>
                      <a:lnTo>
                        <a:pt x="206473" y="598792"/>
                      </a:lnTo>
                      <a:lnTo>
                        <a:pt x="206473" y="561938"/>
                      </a:lnTo>
                      <a:close/>
                      <a:moveTo>
                        <a:pt x="240948" y="581854"/>
                      </a:moveTo>
                      <a:lnTo>
                        <a:pt x="272289" y="599948"/>
                      </a:lnTo>
                      <a:lnTo>
                        <a:pt x="272289" y="636801"/>
                      </a:lnTo>
                      <a:lnTo>
                        <a:pt x="240948" y="618708"/>
                      </a:lnTo>
                      <a:lnTo>
                        <a:pt x="240948" y="581854"/>
                      </a:lnTo>
                      <a:close/>
                      <a:moveTo>
                        <a:pt x="275424" y="601770"/>
                      </a:moveTo>
                      <a:lnTo>
                        <a:pt x="306765" y="619864"/>
                      </a:lnTo>
                      <a:lnTo>
                        <a:pt x="306765" y="656717"/>
                      </a:lnTo>
                      <a:lnTo>
                        <a:pt x="275424" y="638624"/>
                      </a:lnTo>
                      <a:lnTo>
                        <a:pt x="275424" y="601770"/>
                      </a:lnTo>
                      <a:close/>
                      <a:moveTo>
                        <a:pt x="275424" y="597347"/>
                      </a:moveTo>
                      <a:lnTo>
                        <a:pt x="275424" y="525952"/>
                      </a:lnTo>
                      <a:lnTo>
                        <a:pt x="306765" y="544045"/>
                      </a:lnTo>
                      <a:lnTo>
                        <a:pt x="306765" y="615440"/>
                      </a:lnTo>
                      <a:lnTo>
                        <a:pt x="275424" y="597347"/>
                      </a:lnTo>
                      <a:close/>
                      <a:moveTo>
                        <a:pt x="275424" y="521551"/>
                      </a:moveTo>
                      <a:lnTo>
                        <a:pt x="275424" y="484141"/>
                      </a:lnTo>
                      <a:lnTo>
                        <a:pt x="306765" y="502235"/>
                      </a:lnTo>
                      <a:lnTo>
                        <a:pt x="306765" y="539644"/>
                      </a:lnTo>
                      <a:lnTo>
                        <a:pt x="275424" y="521551"/>
                      </a:lnTo>
                      <a:close/>
                      <a:moveTo>
                        <a:pt x="275424" y="479718"/>
                      </a:moveTo>
                      <a:lnTo>
                        <a:pt x="275424" y="408323"/>
                      </a:lnTo>
                      <a:lnTo>
                        <a:pt x="306765" y="426416"/>
                      </a:lnTo>
                      <a:lnTo>
                        <a:pt x="306765" y="497811"/>
                      </a:lnTo>
                      <a:lnTo>
                        <a:pt x="275424" y="479718"/>
                      </a:lnTo>
                      <a:close/>
                      <a:moveTo>
                        <a:pt x="275424" y="403899"/>
                      </a:moveTo>
                      <a:lnTo>
                        <a:pt x="275424" y="367046"/>
                      </a:lnTo>
                      <a:lnTo>
                        <a:pt x="306765" y="385139"/>
                      </a:lnTo>
                      <a:lnTo>
                        <a:pt x="306765" y="421993"/>
                      </a:lnTo>
                      <a:lnTo>
                        <a:pt x="275424" y="403899"/>
                      </a:lnTo>
                      <a:close/>
                      <a:moveTo>
                        <a:pt x="275424" y="362623"/>
                      </a:moveTo>
                      <a:lnTo>
                        <a:pt x="275424" y="291227"/>
                      </a:lnTo>
                      <a:lnTo>
                        <a:pt x="306765" y="309321"/>
                      </a:lnTo>
                      <a:lnTo>
                        <a:pt x="306765" y="380716"/>
                      </a:lnTo>
                      <a:lnTo>
                        <a:pt x="275424" y="362623"/>
                      </a:lnTo>
                      <a:close/>
                      <a:moveTo>
                        <a:pt x="275424" y="286826"/>
                      </a:moveTo>
                      <a:lnTo>
                        <a:pt x="275424" y="248417"/>
                      </a:lnTo>
                      <a:lnTo>
                        <a:pt x="306765" y="266510"/>
                      </a:lnTo>
                      <a:lnTo>
                        <a:pt x="306765" y="304920"/>
                      </a:lnTo>
                      <a:lnTo>
                        <a:pt x="275424" y="286826"/>
                      </a:lnTo>
                      <a:close/>
                      <a:moveTo>
                        <a:pt x="272289" y="170798"/>
                      </a:moveTo>
                      <a:lnTo>
                        <a:pt x="272289" y="242193"/>
                      </a:lnTo>
                      <a:lnTo>
                        <a:pt x="240948" y="224100"/>
                      </a:lnTo>
                      <a:lnTo>
                        <a:pt x="240948" y="152704"/>
                      </a:lnTo>
                      <a:lnTo>
                        <a:pt x="272289" y="170798"/>
                      </a:lnTo>
                      <a:close/>
                      <a:moveTo>
                        <a:pt x="237814" y="150882"/>
                      </a:moveTo>
                      <a:lnTo>
                        <a:pt x="237814" y="222277"/>
                      </a:lnTo>
                      <a:lnTo>
                        <a:pt x="206473" y="204184"/>
                      </a:lnTo>
                      <a:lnTo>
                        <a:pt x="206473" y="132788"/>
                      </a:lnTo>
                      <a:lnTo>
                        <a:pt x="237814" y="150882"/>
                      </a:lnTo>
                      <a:close/>
                      <a:moveTo>
                        <a:pt x="203295" y="130966"/>
                      </a:moveTo>
                      <a:lnTo>
                        <a:pt x="203295" y="202361"/>
                      </a:lnTo>
                      <a:lnTo>
                        <a:pt x="171954" y="184268"/>
                      </a:lnTo>
                      <a:lnTo>
                        <a:pt x="171954" y="112872"/>
                      </a:lnTo>
                      <a:lnTo>
                        <a:pt x="203295" y="130966"/>
                      </a:lnTo>
                      <a:close/>
                      <a:moveTo>
                        <a:pt x="168819" y="111050"/>
                      </a:moveTo>
                      <a:lnTo>
                        <a:pt x="168819" y="182445"/>
                      </a:lnTo>
                      <a:lnTo>
                        <a:pt x="137478" y="164352"/>
                      </a:lnTo>
                      <a:lnTo>
                        <a:pt x="137478" y="92956"/>
                      </a:lnTo>
                      <a:lnTo>
                        <a:pt x="168819" y="111050"/>
                      </a:lnTo>
                      <a:close/>
                      <a:moveTo>
                        <a:pt x="134344" y="91134"/>
                      </a:moveTo>
                      <a:lnTo>
                        <a:pt x="134344" y="162529"/>
                      </a:lnTo>
                      <a:lnTo>
                        <a:pt x="103003" y="144436"/>
                      </a:lnTo>
                      <a:lnTo>
                        <a:pt x="103003" y="73040"/>
                      </a:lnTo>
                      <a:lnTo>
                        <a:pt x="134344" y="91134"/>
                      </a:lnTo>
                      <a:close/>
                      <a:moveTo>
                        <a:pt x="68484" y="53102"/>
                      </a:moveTo>
                      <a:lnTo>
                        <a:pt x="99825" y="71195"/>
                      </a:lnTo>
                      <a:lnTo>
                        <a:pt x="99825" y="142591"/>
                      </a:lnTo>
                      <a:lnTo>
                        <a:pt x="68484" y="124497"/>
                      </a:lnTo>
                      <a:lnTo>
                        <a:pt x="68484" y="53102"/>
                      </a:lnTo>
                      <a:close/>
                      <a:moveTo>
                        <a:pt x="68484" y="128898"/>
                      </a:moveTo>
                      <a:lnTo>
                        <a:pt x="99825" y="146992"/>
                      </a:lnTo>
                      <a:lnTo>
                        <a:pt x="99825" y="185401"/>
                      </a:lnTo>
                      <a:lnTo>
                        <a:pt x="68484" y="167308"/>
                      </a:lnTo>
                      <a:lnTo>
                        <a:pt x="68484" y="128898"/>
                      </a:lnTo>
                      <a:close/>
                      <a:moveTo>
                        <a:pt x="68484" y="171731"/>
                      </a:moveTo>
                      <a:lnTo>
                        <a:pt x="99825" y="189825"/>
                      </a:lnTo>
                      <a:lnTo>
                        <a:pt x="99825" y="261220"/>
                      </a:lnTo>
                      <a:lnTo>
                        <a:pt x="68484" y="243127"/>
                      </a:lnTo>
                      <a:lnTo>
                        <a:pt x="68484" y="171731"/>
                      </a:lnTo>
                      <a:close/>
                      <a:moveTo>
                        <a:pt x="68484" y="247550"/>
                      </a:moveTo>
                      <a:lnTo>
                        <a:pt x="99825" y="265643"/>
                      </a:lnTo>
                      <a:lnTo>
                        <a:pt x="99825" y="302497"/>
                      </a:lnTo>
                      <a:lnTo>
                        <a:pt x="68484" y="284403"/>
                      </a:lnTo>
                      <a:lnTo>
                        <a:pt x="68484" y="247550"/>
                      </a:lnTo>
                      <a:close/>
                      <a:moveTo>
                        <a:pt x="68484" y="288827"/>
                      </a:moveTo>
                      <a:lnTo>
                        <a:pt x="99825" y="306920"/>
                      </a:lnTo>
                      <a:lnTo>
                        <a:pt x="99825" y="378315"/>
                      </a:lnTo>
                      <a:lnTo>
                        <a:pt x="68484" y="360222"/>
                      </a:lnTo>
                      <a:lnTo>
                        <a:pt x="68484" y="288827"/>
                      </a:lnTo>
                      <a:close/>
                      <a:moveTo>
                        <a:pt x="68484" y="364623"/>
                      </a:moveTo>
                      <a:lnTo>
                        <a:pt x="99825" y="382716"/>
                      </a:lnTo>
                      <a:lnTo>
                        <a:pt x="99825" y="420126"/>
                      </a:lnTo>
                      <a:lnTo>
                        <a:pt x="68484" y="402032"/>
                      </a:lnTo>
                      <a:lnTo>
                        <a:pt x="68484" y="364623"/>
                      </a:lnTo>
                      <a:close/>
                      <a:moveTo>
                        <a:pt x="68484" y="406456"/>
                      </a:moveTo>
                      <a:lnTo>
                        <a:pt x="99825" y="424549"/>
                      </a:lnTo>
                      <a:lnTo>
                        <a:pt x="99825" y="495944"/>
                      </a:lnTo>
                      <a:lnTo>
                        <a:pt x="68484" y="477851"/>
                      </a:lnTo>
                      <a:lnTo>
                        <a:pt x="68484" y="406456"/>
                      </a:lnTo>
                      <a:close/>
                      <a:moveTo>
                        <a:pt x="68484" y="482252"/>
                      </a:moveTo>
                      <a:lnTo>
                        <a:pt x="99825" y="500345"/>
                      </a:lnTo>
                      <a:lnTo>
                        <a:pt x="99825" y="537199"/>
                      </a:lnTo>
                      <a:lnTo>
                        <a:pt x="68484" y="519106"/>
                      </a:lnTo>
                      <a:lnTo>
                        <a:pt x="68484" y="482252"/>
                      </a:lnTo>
                      <a:close/>
                      <a:moveTo>
                        <a:pt x="68484" y="594924"/>
                      </a:moveTo>
                      <a:lnTo>
                        <a:pt x="68484" y="523529"/>
                      </a:lnTo>
                      <a:lnTo>
                        <a:pt x="99825" y="541622"/>
                      </a:lnTo>
                      <a:lnTo>
                        <a:pt x="99825" y="613018"/>
                      </a:lnTo>
                      <a:lnTo>
                        <a:pt x="68484" y="594924"/>
                      </a:lnTo>
                      <a:close/>
                      <a:moveTo>
                        <a:pt x="103003" y="614840"/>
                      </a:moveTo>
                      <a:lnTo>
                        <a:pt x="103003" y="543445"/>
                      </a:lnTo>
                      <a:lnTo>
                        <a:pt x="134344" y="561538"/>
                      </a:lnTo>
                      <a:lnTo>
                        <a:pt x="134344" y="632934"/>
                      </a:lnTo>
                      <a:lnTo>
                        <a:pt x="103003" y="614840"/>
                      </a:lnTo>
                      <a:close/>
                      <a:moveTo>
                        <a:pt x="137478" y="634756"/>
                      </a:moveTo>
                      <a:lnTo>
                        <a:pt x="137478" y="563361"/>
                      </a:lnTo>
                      <a:lnTo>
                        <a:pt x="168819" y="581454"/>
                      </a:lnTo>
                      <a:lnTo>
                        <a:pt x="168819" y="652850"/>
                      </a:lnTo>
                      <a:lnTo>
                        <a:pt x="137478" y="634756"/>
                      </a:lnTo>
                      <a:close/>
                      <a:moveTo>
                        <a:pt x="171954" y="654672"/>
                      </a:moveTo>
                      <a:lnTo>
                        <a:pt x="171954" y="583277"/>
                      </a:lnTo>
                      <a:lnTo>
                        <a:pt x="203295" y="601370"/>
                      </a:lnTo>
                      <a:lnTo>
                        <a:pt x="203295" y="672766"/>
                      </a:lnTo>
                      <a:lnTo>
                        <a:pt x="171954" y="654672"/>
                      </a:lnTo>
                      <a:close/>
                      <a:moveTo>
                        <a:pt x="206473" y="674588"/>
                      </a:moveTo>
                      <a:lnTo>
                        <a:pt x="206473" y="603193"/>
                      </a:lnTo>
                      <a:lnTo>
                        <a:pt x="237814" y="621286"/>
                      </a:lnTo>
                      <a:lnTo>
                        <a:pt x="237814" y="692682"/>
                      </a:lnTo>
                      <a:lnTo>
                        <a:pt x="206473" y="674588"/>
                      </a:lnTo>
                      <a:close/>
                      <a:moveTo>
                        <a:pt x="240948" y="694504"/>
                      </a:moveTo>
                      <a:lnTo>
                        <a:pt x="240948" y="623109"/>
                      </a:lnTo>
                      <a:lnTo>
                        <a:pt x="272289" y="641202"/>
                      </a:lnTo>
                      <a:lnTo>
                        <a:pt x="272289" y="712598"/>
                      </a:lnTo>
                      <a:lnTo>
                        <a:pt x="240948" y="694504"/>
                      </a:lnTo>
                      <a:close/>
                      <a:moveTo>
                        <a:pt x="275424" y="714420"/>
                      </a:moveTo>
                      <a:lnTo>
                        <a:pt x="275424" y="643025"/>
                      </a:lnTo>
                      <a:lnTo>
                        <a:pt x="306765" y="661118"/>
                      </a:lnTo>
                      <a:lnTo>
                        <a:pt x="306765" y="732514"/>
                      </a:lnTo>
                      <a:lnTo>
                        <a:pt x="275424" y="714420"/>
                      </a:lnTo>
                      <a:close/>
                    </a:path>
                  </a:pathLst>
                </a:custGeom>
                <a:solidFill>
                  <a:srgbClr val="29383D">
                    <a:alpha val="5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5" name="Freeform: Shape 784">
                  <a:extLst>
                    <a:ext uri="{FF2B5EF4-FFF2-40B4-BE49-F238E27FC236}">
                      <a16:creationId xmlns:a16="http://schemas.microsoft.com/office/drawing/2014/main" id="{6182376E-30BB-72D7-A128-9009B1239AEF}"/>
                    </a:ext>
                  </a:extLst>
                </p:cNvPr>
                <p:cNvSpPr/>
                <p:nvPr/>
              </p:nvSpPr>
              <p:spPr>
                <a:xfrm>
                  <a:off x="4223812" y="4766803"/>
                  <a:ext cx="255014" cy="158227"/>
                </a:xfrm>
                <a:custGeom>
                  <a:avLst/>
                  <a:gdLst>
                    <a:gd name="connsiteX0" fmla="*/ 309988 w 309987"/>
                    <a:gd name="connsiteY0" fmla="*/ 0 h 192336"/>
                    <a:gd name="connsiteX1" fmla="*/ 0 w 309987"/>
                    <a:gd name="connsiteY1" fmla="*/ 178977 h 192336"/>
                    <a:gd name="connsiteX2" fmla="*/ 0 w 309987"/>
                    <a:gd name="connsiteY2" fmla="*/ 192336 h 192336"/>
                    <a:gd name="connsiteX3" fmla="*/ 309988 w 309987"/>
                    <a:gd name="connsiteY3" fmla="*/ 13359 h 192336"/>
                    <a:gd name="connsiteX4" fmla="*/ 309988 w 309987"/>
                    <a:gd name="connsiteY4" fmla="*/ 0 h 192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987" h="192336">
                      <a:moveTo>
                        <a:pt x="309988" y="0"/>
                      </a:moveTo>
                      <a:lnTo>
                        <a:pt x="0" y="178977"/>
                      </a:lnTo>
                      <a:lnTo>
                        <a:pt x="0" y="192336"/>
                      </a:lnTo>
                      <a:lnTo>
                        <a:pt x="309988" y="13359"/>
                      </a:lnTo>
                      <a:lnTo>
                        <a:pt x="309988" y="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6" name="Freeform: Shape 785">
                  <a:extLst>
                    <a:ext uri="{FF2B5EF4-FFF2-40B4-BE49-F238E27FC236}">
                      <a16:creationId xmlns:a16="http://schemas.microsoft.com/office/drawing/2014/main" id="{D84FAA40-C60C-647D-2CF1-D04814AE2E5B}"/>
                    </a:ext>
                  </a:extLst>
                </p:cNvPr>
                <p:cNvSpPr/>
                <p:nvPr/>
              </p:nvSpPr>
              <p:spPr>
                <a:xfrm>
                  <a:off x="4022284" y="4272702"/>
                  <a:ext cx="201528" cy="155484"/>
                </a:xfrm>
                <a:custGeom>
                  <a:avLst/>
                  <a:gdLst>
                    <a:gd name="connsiteX0" fmla="*/ 244972 w 244971"/>
                    <a:gd name="connsiteY0" fmla="*/ 189002 h 189002"/>
                    <a:gd name="connsiteX1" fmla="*/ 0 w 244971"/>
                    <a:gd name="connsiteY1" fmla="*/ 47567 h 189002"/>
                    <a:gd name="connsiteX2" fmla="*/ 0 w 244971"/>
                    <a:gd name="connsiteY2" fmla="*/ 0 h 189002"/>
                    <a:gd name="connsiteX3" fmla="*/ 244972 w 244971"/>
                    <a:gd name="connsiteY3" fmla="*/ 141435 h 189002"/>
                    <a:gd name="connsiteX4" fmla="*/ 244972 w 244971"/>
                    <a:gd name="connsiteY4" fmla="*/ 189002 h 189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71" h="189002">
                      <a:moveTo>
                        <a:pt x="244972" y="189002"/>
                      </a:moveTo>
                      <a:lnTo>
                        <a:pt x="0" y="47567"/>
                      </a:lnTo>
                      <a:lnTo>
                        <a:pt x="0" y="0"/>
                      </a:lnTo>
                      <a:lnTo>
                        <a:pt x="244972" y="141435"/>
                      </a:lnTo>
                      <a:lnTo>
                        <a:pt x="244972" y="189002"/>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7" name="Freeform: Shape 786">
                  <a:extLst>
                    <a:ext uri="{FF2B5EF4-FFF2-40B4-BE49-F238E27FC236}">
                      <a16:creationId xmlns:a16="http://schemas.microsoft.com/office/drawing/2014/main" id="{DE813C03-6E27-8BBB-483A-B28F222FC142}"/>
                    </a:ext>
                  </a:extLst>
                </p:cNvPr>
                <p:cNvSpPr/>
                <p:nvPr/>
              </p:nvSpPr>
              <p:spPr>
                <a:xfrm>
                  <a:off x="4223812" y="4241817"/>
                  <a:ext cx="255014" cy="186369"/>
                </a:xfrm>
                <a:custGeom>
                  <a:avLst/>
                  <a:gdLst>
                    <a:gd name="connsiteX0" fmla="*/ 309988 w 309987"/>
                    <a:gd name="connsiteY0" fmla="*/ 0 h 226544"/>
                    <a:gd name="connsiteX1" fmla="*/ 0 w 309987"/>
                    <a:gd name="connsiteY1" fmla="*/ 178977 h 226544"/>
                    <a:gd name="connsiteX2" fmla="*/ 0 w 309987"/>
                    <a:gd name="connsiteY2" fmla="*/ 226545 h 226544"/>
                    <a:gd name="connsiteX3" fmla="*/ 309988 w 309987"/>
                    <a:gd name="connsiteY3" fmla="*/ 47567 h 226544"/>
                    <a:gd name="connsiteX4" fmla="*/ 309988 w 309987"/>
                    <a:gd name="connsiteY4" fmla="*/ 0 h 226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987" h="226544">
                      <a:moveTo>
                        <a:pt x="309988" y="0"/>
                      </a:moveTo>
                      <a:lnTo>
                        <a:pt x="0" y="178977"/>
                      </a:lnTo>
                      <a:lnTo>
                        <a:pt x="0" y="226545"/>
                      </a:lnTo>
                      <a:lnTo>
                        <a:pt x="309988" y="47567"/>
                      </a:lnTo>
                      <a:lnTo>
                        <a:pt x="309988" y="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8" name="Freeform: Shape 787">
                  <a:extLst>
                    <a:ext uri="{FF2B5EF4-FFF2-40B4-BE49-F238E27FC236}">
                      <a16:creationId xmlns:a16="http://schemas.microsoft.com/office/drawing/2014/main" id="{6621C75D-DDEF-98EA-3362-0E6C5204FA4E}"/>
                    </a:ext>
                  </a:extLst>
                </p:cNvPr>
                <p:cNvSpPr/>
                <p:nvPr/>
              </p:nvSpPr>
              <p:spPr>
                <a:xfrm>
                  <a:off x="3824852" y="4054516"/>
                  <a:ext cx="318247" cy="183754"/>
                </a:xfrm>
                <a:custGeom>
                  <a:avLst/>
                  <a:gdLst>
                    <a:gd name="connsiteX0" fmla="*/ 220254 w 386851"/>
                    <a:gd name="connsiteY0" fmla="*/ 0 h 223366"/>
                    <a:gd name="connsiteX1" fmla="*/ 0 w 386851"/>
                    <a:gd name="connsiteY1" fmla="*/ 127165 h 223366"/>
                    <a:gd name="connsiteX2" fmla="*/ 166597 w 386851"/>
                    <a:gd name="connsiteY2" fmla="*/ 223366 h 223366"/>
                    <a:gd name="connsiteX3" fmla="*/ 386851 w 386851"/>
                    <a:gd name="connsiteY3" fmla="*/ 96179 h 223366"/>
                    <a:gd name="connsiteX4" fmla="*/ 220254 w 386851"/>
                    <a:gd name="connsiteY4" fmla="*/ 0 h 22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851" h="223366">
                      <a:moveTo>
                        <a:pt x="220254" y="0"/>
                      </a:moveTo>
                      <a:lnTo>
                        <a:pt x="0" y="127165"/>
                      </a:lnTo>
                      <a:lnTo>
                        <a:pt x="166597" y="223366"/>
                      </a:lnTo>
                      <a:lnTo>
                        <a:pt x="386851" y="96179"/>
                      </a:lnTo>
                      <a:lnTo>
                        <a:pt x="220254" y="0"/>
                      </a:lnTo>
                      <a:close/>
                    </a:path>
                  </a:pathLst>
                </a:custGeom>
                <a:solidFill>
                  <a:srgbClr val="BCBCBC"/>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89" name="Freeform: Shape 788">
                  <a:extLst>
                    <a:ext uri="{FF2B5EF4-FFF2-40B4-BE49-F238E27FC236}">
                      <a16:creationId xmlns:a16="http://schemas.microsoft.com/office/drawing/2014/main" id="{67B657BC-EBAD-59A2-3458-0A52EC6FBFA9}"/>
                    </a:ext>
                  </a:extLst>
                </p:cNvPr>
                <p:cNvSpPr/>
                <p:nvPr/>
              </p:nvSpPr>
              <p:spPr>
                <a:xfrm>
                  <a:off x="3849885" y="4068961"/>
                  <a:ext cx="268180" cy="98414"/>
                </a:xfrm>
                <a:custGeom>
                  <a:avLst/>
                  <a:gdLst>
                    <a:gd name="connsiteX0" fmla="*/ 189825 w 325991"/>
                    <a:gd name="connsiteY0" fmla="*/ 20027 h 119629"/>
                    <a:gd name="connsiteX1" fmla="*/ 308654 w 325991"/>
                    <a:gd name="connsiteY1" fmla="*/ 88644 h 119629"/>
                    <a:gd name="connsiteX2" fmla="*/ 325992 w 325991"/>
                    <a:gd name="connsiteY2" fmla="*/ 78619 h 119629"/>
                    <a:gd name="connsiteX3" fmla="*/ 189825 w 325991"/>
                    <a:gd name="connsiteY3" fmla="*/ 0 h 119629"/>
                    <a:gd name="connsiteX4" fmla="*/ 0 w 325991"/>
                    <a:gd name="connsiteY4" fmla="*/ 109605 h 119629"/>
                    <a:gd name="connsiteX5" fmla="*/ 17338 w 325991"/>
                    <a:gd name="connsiteY5" fmla="*/ 119629 h 119629"/>
                    <a:gd name="connsiteX6" fmla="*/ 189825 w 325991"/>
                    <a:gd name="connsiteY6" fmla="*/ 20027 h 119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991" h="119629">
                      <a:moveTo>
                        <a:pt x="189825" y="20027"/>
                      </a:moveTo>
                      <a:lnTo>
                        <a:pt x="308654" y="88644"/>
                      </a:lnTo>
                      <a:lnTo>
                        <a:pt x="325992" y="78619"/>
                      </a:lnTo>
                      <a:lnTo>
                        <a:pt x="189825" y="0"/>
                      </a:lnTo>
                      <a:lnTo>
                        <a:pt x="0" y="109605"/>
                      </a:lnTo>
                      <a:lnTo>
                        <a:pt x="17338" y="119629"/>
                      </a:lnTo>
                      <a:lnTo>
                        <a:pt x="189825" y="20027"/>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0" name="Freeform: Shape 789">
                  <a:extLst>
                    <a:ext uri="{FF2B5EF4-FFF2-40B4-BE49-F238E27FC236}">
                      <a16:creationId xmlns:a16="http://schemas.microsoft.com/office/drawing/2014/main" id="{4B2A9FC3-0C7A-93FA-E597-9F9488FED88D}"/>
                    </a:ext>
                  </a:extLst>
                </p:cNvPr>
                <p:cNvSpPr/>
                <p:nvPr/>
              </p:nvSpPr>
              <p:spPr>
                <a:xfrm>
                  <a:off x="3864148" y="4085437"/>
                  <a:ext cx="239654" cy="138368"/>
                </a:xfrm>
                <a:custGeom>
                  <a:avLst/>
                  <a:gdLst>
                    <a:gd name="connsiteX0" fmla="*/ 0 w 291316"/>
                    <a:gd name="connsiteY0" fmla="*/ 99602 h 168196"/>
                    <a:gd name="connsiteX1" fmla="*/ 118829 w 291316"/>
                    <a:gd name="connsiteY1" fmla="*/ 168197 h 168196"/>
                    <a:gd name="connsiteX2" fmla="*/ 291316 w 291316"/>
                    <a:gd name="connsiteY2" fmla="*/ 68617 h 168196"/>
                    <a:gd name="connsiteX3" fmla="*/ 172487 w 291316"/>
                    <a:gd name="connsiteY3" fmla="*/ 0 h 168196"/>
                    <a:gd name="connsiteX4" fmla="*/ 0 w 291316"/>
                    <a:gd name="connsiteY4" fmla="*/ 99602 h 168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16" h="168196">
                      <a:moveTo>
                        <a:pt x="0" y="99602"/>
                      </a:moveTo>
                      <a:lnTo>
                        <a:pt x="118829" y="168197"/>
                      </a:lnTo>
                      <a:lnTo>
                        <a:pt x="291316" y="68617"/>
                      </a:lnTo>
                      <a:lnTo>
                        <a:pt x="172487" y="0"/>
                      </a:lnTo>
                      <a:lnTo>
                        <a:pt x="0" y="99602"/>
                      </a:lnTo>
                      <a:close/>
                    </a:path>
                  </a:pathLst>
                </a:custGeom>
                <a:solidFill>
                  <a:schemeClr val="bg1">
                    <a:lumMod val="6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1" name="Freeform: Shape 790">
                  <a:extLst>
                    <a:ext uri="{FF2B5EF4-FFF2-40B4-BE49-F238E27FC236}">
                      <a16:creationId xmlns:a16="http://schemas.microsoft.com/office/drawing/2014/main" id="{36F58CD6-C038-80F4-8995-A956DF01BE85}"/>
                    </a:ext>
                  </a:extLst>
                </p:cNvPr>
                <p:cNvSpPr/>
                <p:nvPr/>
              </p:nvSpPr>
              <p:spPr>
                <a:xfrm>
                  <a:off x="4149334" y="4070150"/>
                  <a:ext cx="304459" cy="304459"/>
                </a:xfrm>
                <a:custGeom>
                  <a:avLst/>
                  <a:gdLst>
                    <a:gd name="connsiteX0" fmla="*/ 8669 w 370091"/>
                    <a:gd name="connsiteY0" fmla="*/ 0 h 370091"/>
                    <a:gd name="connsiteX1" fmla="*/ 0 w 370091"/>
                    <a:gd name="connsiteY1" fmla="*/ 25028 h 370091"/>
                    <a:gd name="connsiteX2" fmla="*/ 335394 w 370091"/>
                    <a:gd name="connsiteY2" fmla="*/ 218698 h 370091"/>
                    <a:gd name="connsiteX3" fmla="*/ 81842 w 370091"/>
                    <a:gd name="connsiteY3" fmla="*/ 365090 h 370091"/>
                    <a:gd name="connsiteX4" fmla="*/ 90533 w 370091"/>
                    <a:gd name="connsiteY4" fmla="*/ 370091 h 370091"/>
                    <a:gd name="connsiteX5" fmla="*/ 370091 w 370091"/>
                    <a:gd name="connsiteY5" fmla="*/ 208674 h 370091"/>
                    <a:gd name="connsiteX6" fmla="*/ 8669 w 370091"/>
                    <a:gd name="connsiteY6" fmla="*/ 0 h 370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0091" h="370091">
                      <a:moveTo>
                        <a:pt x="8669" y="0"/>
                      </a:moveTo>
                      <a:lnTo>
                        <a:pt x="0" y="25028"/>
                      </a:lnTo>
                      <a:lnTo>
                        <a:pt x="335394" y="218698"/>
                      </a:lnTo>
                      <a:lnTo>
                        <a:pt x="81842" y="365090"/>
                      </a:lnTo>
                      <a:lnTo>
                        <a:pt x="90533" y="370091"/>
                      </a:lnTo>
                      <a:lnTo>
                        <a:pt x="370091" y="208674"/>
                      </a:lnTo>
                      <a:lnTo>
                        <a:pt x="8669" y="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2" name="Freeform: Shape 791">
                  <a:extLst>
                    <a:ext uri="{FF2B5EF4-FFF2-40B4-BE49-F238E27FC236}">
                      <a16:creationId xmlns:a16="http://schemas.microsoft.com/office/drawing/2014/main" id="{AF47A48E-877A-3B1E-B01A-AC0E0ED3A90C}"/>
                    </a:ext>
                  </a:extLst>
                </p:cNvPr>
                <p:cNvSpPr/>
                <p:nvPr/>
              </p:nvSpPr>
              <p:spPr>
                <a:xfrm>
                  <a:off x="3954772" y="4068961"/>
                  <a:ext cx="163292" cy="154844"/>
                </a:xfrm>
                <a:custGeom>
                  <a:avLst/>
                  <a:gdLst>
                    <a:gd name="connsiteX0" fmla="*/ 62326 w 198493"/>
                    <a:gd name="connsiteY0" fmla="*/ 0 h 188224"/>
                    <a:gd name="connsiteX1" fmla="*/ 53658 w 198493"/>
                    <a:gd name="connsiteY1" fmla="*/ 25051 h 188224"/>
                    <a:gd name="connsiteX2" fmla="*/ 163818 w 198493"/>
                    <a:gd name="connsiteY2" fmla="*/ 88644 h 188224"/>
                    <a:gd name="connsiteX3" fmla="*/ 0 w 198493"/>
                    <a:gd name="connsiteY3" fmla="*/ 183223 h 188224"/>
                    <a:gd name="connsiteX4" fmla="*/ 8669 w 198493"/>
                    <a:gd name="connsiteY4" fmla="*/ 188224 h 188224"/>
                    <a:gd name="connsiteX5" fmla="*/ 198493 w 198493"/>
                    <a:gd name="connsiteY5" fmla="*/ 78619 h 188224"/>
                    <a:gd name="connsiteX6" fmla="*/ 62326 w 198493"/>
                    <a:gd name="connsiteY6" fmla="*/ 0 h 18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493" h="188224">
                      <a:moveTo>
                        <a:pt x="62326" y="0"/>
                      </a:moveTo>
                      <a:lnTo>
                        <a:pt x="53658" y="25051"/>
                      </a:lnTo>
                      <a:lnTo>
                        <a:pt x="163818" y="88644"/>
                      </a:lnTo>
                      <a:lnTo>
                        <a:pt x="0" y="183223"/>
                      </a:lnTo>
                      <a:lnTo>
                        <a:pt x="8669" y="188224"/>
                      </a:lnTo>
                      <a:lnTo>
                        <a:pt x="198493" y="78619"/>
                      </a:lnTo>
                      <a:lnTo>
                        <a:pt x="62326" y="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793" name="Graphic 36">
                  <a:extLst>
                    <a:ext uri="{FF2B5EF4-FFF2-40B4-BE49-F238E27FC236}">
                      <a16:creationId xmlns:a16="http://schemas.microsoft.com/office/drawing/2014/main" id="{C27A63D8-C254-C92E-765F-F02A4D023B37}"/>
                    </a:ext>
                  </a:extLst>
                </p:cNvPr>
                <p:cNvGrpSpPr/>
                <p:nvPr/>
              </p:nvGrpSpPr>
              <p:grpSpPr>
                <a:xfrm>
                  <a:off x="4161659" y="4172148"/>
                  <a:ext cx="209355" cy="124526"/>
                  <a:chOff x="7219937" y="1060390"/>
                  <a:chExt cx="254485" cy="151370"/>
                </a:xfrm>
              </p:grpSpPr>
              <p:sp>
                <p:nvSpPr>
                  <p:cNvPr id="826" name="Freeform: Shape 825">
                    <a:extLst>
                      <a:ext uri="{FF2B5EF4-FFF2-40B4-BE49-F238E27FC236}">
                        <a16:creationId xmlns:a16="http://schemas.microsoft.com/office/drawing/2014/main" id="{D69DEAC2-DD2E-61FA-CE80-48F8065D1234}"/>
                      </a:ext>
                    </a:extLst>
                  </p:cNvPr>
                  <p:cNvSpPr/>
                  <p:nvPr/>
                </p:nvSpPr>
                <p:spPr>
                  <a:xfrm>
                    <a:off x="7219937" y="1090242"/>
                    <a:ext cx="250239" cy="121518"/>
                  </a:xfrm>
                  <a:custGeom>
                    <a:avLst/>
                    <a:gdLst>
                      <a:gd name="connsiteX0" fmla="*/ 131166 w 250239"/>
                      <a:gd name="connsiteY0" fmla="*/ 0 h 121518"/>
                      <a:gd name="connsiteX1" fmla="*/ 91400 w 250239"/>
                      <a:gd name="connsiteY1" fmla="*/ 0 h 121518"/>
                      <a:gd name="connsiteX2" fmla="*/ 0 w 250239"/>
                      <a:gd name="connsiteY2" fmla="*/ 52769 h 121518"/>
                      <a:gd name="connsiteX3" fmla="*/ 119052 w 250239"/>
                      <a:gd name="connsiteY3" fmla="*/ 121519 h 121518"/>
                      <a:gd name="connsiteX4" fmla="*/ 158817 w 250239"/>
                      <a:gd name="connsiteY4" fmla="*/ 121519 h 121518"/>
                      <a:gd name="connsiteX5" fmla="*/ 250240 w 250239"/>
                      <a:gd name="connsiteY5" fmla="*/ 68728 h 121518"/>
                      <a:gd name="connsiteX6" fmla="*/ 131166 w 250239"/>
                      <a:gd name="connsiteY6" fmla="*/ 0 h 12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239" h="121518">
                        <a:moveTo>
                          <a:pt x="131166" y="0"/>
                        </a:moveTo>
                        <a:lnTo>
                          <a:pt x="91400" y="0"/>
                        </a:lnTo>
                        <a:lnTo>
                          <a:pt x="0" y="52769"/>
                        </a:lnTo>
                        <a:lnTo>
                          <a:pt x="119052" y="121519"/>
                        </a:lnTo>
                        <a:lnTo>
                          <a:pt x="158817" y="121519"/>
                        </a:lnTo>
                        <a:lnTo>
                          <a:pt x="250240" y="68728"/>
                        </a:lnTo>
                        <a:lnTo>
                          <a:pt x="131166"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7" name="Freeform: Shape 826">
                    <a:extLst>
                      <a:ext uri="{FF2B5EF4-FFF2-40B4-BE49-F238E27FC236}">
                        <a16:creationId xmlns:a16="http://schemas.microsoft.com/office/drawing/2014/main" id="{4953CB3F-1CE1-473E-635E-5CA0120CAF55}"/>
                      </a:ext>
                    </a:extLst>
                  </p:cNvPr>
                  <p:cNvSpPr/>
                  <p:nvPr/>
                </p:nvSpPr>
                <p:spPr>
                  <a:xfrm>
                    <a:off x="7263948" y="1113181"/>
                    <a:ext cx="119073" cy="98579"/>
                  </a:xfrm>
                  <a:custGeom>
                    <a:avLst/>
                    <a:gdLst>
                      <a:gd name="connsiteX0" fmla="*/ 119074 w 119073"/>
                      <a:gd name="connsiteY0" fmla="*/ 68750 h 98579"/>
                      <a:gd name="connsiteX1" fmla="*/ 119074 w 119073"/>
                      <a:gd name="connsiteY1" fmla="*/ 98580 h 98579"/>
                      <a:gd name="connsiteX2" fmla="*/ 0 w 119073"/>
                      <a:gd name="connsiteY2" fmla="*/ 29830 h 98579"/>
                      <a:gd name="connsiteX3" fmla="*/ 0 w 119073"/>
                      <a:gd name="connsiteY3" fmla="*/ 0 h 98579"/>
                      <a:gd name="connsiteX4" fmla="*/ 119074 w 119073"/>
                      <a:gd name="connsiteY4" fmla="*/ 68750 h 9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73" h="98579">
                        <a:moveTo>
                          <a:pt x="119074" y="68750"/>
                        </a:moveTo>
                        <a:lnTo>
                          <a:pt x="119074" y="98580"/>
                        </a:lnTo>
                        <a:lnTo>
                          <a:pt x="0" y="29830"/>
                        </a:lnTo>
                        <a:lnTo>
                          <a:pt x="0" y="0"/>
                        </a:lnTo>
                        <a:lnTo>
                          <a:pt x="119074" y="68750"/>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8" name="Freeform: Shape 827">
                    <a:extLst>
                      <a:ext uri="{FF2B5EF4-FFF2-40B4-BE49-F238E27FC236}">
                        <a16:creationId xmlns:a16="http://schemas.microsoft.com/office/drawing/2014/main" id="{3E5C9267-07E3-882E-CC50-558B7B0104AE}"/>
                      </a:ext>
                    </a:extLst>
                  </p:cNvPr>
                  <p:cNvSpPr/>
                  <p:nvPr/>
                </p:nvSpPr>
                <p:spPr>
                  <a:xfrm>
                    <a:off x="7383021" y="1129141"/>
                    <a:ext cx="91400" cy="82620"/>
                  </a:xfrm>
                  <a:custGeom>
                    <a:avLst/>
                    <a:gdLst>
                      <a:gd name="connsiteX0" fmla="*/ 91400 w 91400"/>
                      <a:gd name="connsiteY0" fmla="*/ 29830 h 82620"/>
                      <a:gd name="connsiteX1" fmla="*/ 0 w 91400"/>
                      <a:gd name="connsiteY1" fmla="*/ 82620 h 82620"/>
                      <a:gd name="connsiteX2" fmla="*/ 0 w 91400"/>
                      <a:gd name="connsiteY2" fmla="*/ 52791 h 82620"/>
                      <a:gd name="connsiteX3" fmla="*/ 91400 w 91400"/>
                      <a:gd name="connsiteY3" fmla="*/ 0 h 82620"/>
                      <a:gd name="connsiteX4" fmla="*/ 91400 w 91400"/>
                      <a:gd name="connsiteY4" fmla="*/ 29830 h 82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00" h="82620">
                        <a:moveTo>
                          <a:pt x="91400" y="29830"/>
                        </a:moveTo>
                        <a:lnTo>
                          <a:pt x="0" y="82620"/>
                        </a:lnTo>
                        <a:lnTo>
                          <a:pt x="0" y="52791"/>
                        </a:lnTo>
                        <a:lnTo>
                          <a:pt x="91400" y="0"/>
                        </a:lnTo>
                        <a:lnTo>
                          <a:pt x="91400" y="2983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9" name="Freeform: Shape 828">
                    <a:extLst>
                      <a:ext uri="{FF2B5EF4-FFF2-40B4-BE49-F238E27FC236}">
                        <a16:creationId xmlns:a16="http://schemas.microsoft.com/office/drawing/2014/main" id="{7583D6EB-A8DC-7877-0CE2-44904CA6ADEF}"/>
                      </a:ext>
                    </a:extLst>
                  </p:cNvPr>
                  <p:cNvSpPr/>
                  <p:nvPr/>
                </p:nvSpPr>
                <p:spPr>
                  <a:xfrm>
                    <a:off x="7263948" y="1060390"/>
                    <a:ext cx="210474" cy="121541"/>
                  </a:xfrm>
                  <a:custGeom>
                    <a:avLst/>
                    <a:gdLst>
                      <a:gd name="connsiteX0" fmla="*/ 210474 w 210474"/>
                      <a:gd name="connsiteY0" fmla="*/ 68750 h 121541"/>
                      <a:gd name="connsiteX1" fmla="*/ 119074 w 210474"/>
                      <a:gd name="connsiteY1" fmla="*/ 121541 h 121541"/>
                      <a:gd name="connsiteX2" fmla="*/ 0 w 210474"/>
                      <a:gd name="connsiteY2" fmla="*/ 52791 h 121541"/>
                      <a:gd name="connsiteX3" fmla="*/ 91423 w 210474"/>
                      <a:gd name="connsiteY3" fmla="*/ 0 h 121541"/>
                      <a:gd name="connsiteX4" fmla="*/ 210474 w 210474"/>
                      <a:gd name="connsiteY4" fmla="*/ 68750 h 121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474" h="121541">
                        <a:moveTo>
                          <a:pt x="210474" y="68750"/>
                        </a:moveTo>
                        <a:lnTo>
                          <a:pt x="119074" y="121541"/>
                        </a:lnTo>
                        <a:lnTo>
                          <a:pt x="0" y="52791"/>
                        </a:lnTo>
                        <a:lnTo>
                          <a:pt x="91423" y="0"/>
                        </a:lnTo>
                        <a:lnTo>
                          <a:pt x="210474" y="68750"/>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794" name="Graphic 36">
                  <a:extLst>
                    <a:ext uri="{FF2B5EF4-FFF2-40B4-BE49-F238E27FC236}">
                      <a16:creationId xmlns:a16="http://schemas.microsoft.com/office/drawing/2014/main" id="{44E2D2A9-7090-B8C4-8ADF-8D65CE397D0D}"/>
                    </a:ext>
                  </a:extLst>
                </p:cNvPr>
                <p:cNvGrpSpPr/>
                <p:nvPr/>
              </p:nvGrpSpPr>
              <p:grpSpPr>
                <a:xfrm>
                  <a:off x="4145475" y="4254288"/>
                  <a:ext cx="60563" cy="38601"/>
                  <a:chOff x="7200265" y="1160237"/>
                  <a:chExt cx="73618" cy="46922"/>
                </a:xfrm>
              </p:grpSpPr>
              <p:sp>
                <p:nvSpPr>
                  <p:cNvPr id="822" name="Freeform: Shape 821">
                    <a:extLst>
                      <a:ext uri="{FF2B5EF4-FFF2-40B4-BE49-F238E27FC236}">
                        <a16:creationId xmlns:a16="http://schemas.microsoft.com/office/drawing/2014/main" id="{E8C1AA10-F31A-6670-7B03-DC1338BDA6B7}"/>
                      </a:ext>
                    </a:extLst>
                  </p:cNvPr>
                  <p:cNvSpPr/>
                  <p:nvPr/>
                </p:nvSpPr>
                <p:spPr>
                  <a:xfrm>
                    <a:off x="7200265" y="1175641"/>
                    <a:ext cx="72506" cy="31518"/>
                  </a:xfrm>
                  <a:custGeom>
                    <a:avLst/>
                    <a:gdLst>
                      <a:gd name="connsiteX0" fmla="*/ 41633 w 72506"/>
                      <a:gd name="connsiteY0" fmla="*/ 0 h 31518"/>
                      <a:gd name="connsiteX1" fmla="*/ 23695 w 72506"/>
                      <a:gd name="connsiteY1" fmla="*/ 0 h 31518"/>
                      <a:gd name="connsiteX2" fmla="*/ 0 w 72506"/>
                      <a:gd name="connsiteY2" fmla="*/ 13692 h 31518"/>
                      <a:gd name="connsiteX3" fmla="*/ 30874 w 72506"/>
                      <a:gd name="connsiteY3" fmla="*/ 31519 h 31518"/>
                      <a:gd name="connsiteX4" fmla="*/ 48790 w 72506"/>
                      <a:gd name="connsiteY4" fmla="*/ 31519 h 31518"/>
                      <a:gd name="connsiteX5" fmla="*/ 72507 w 72506"/>
                      <a:gd name="connsiteY5" fmla="*/ 17827 h 31518"/>
                      <a:gd name="connsiteX6" fmla="*/ 41633 w 72506"/>
                      <a:gd name="connsiteY6" fmla="*/ 0 h 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06" h="31518">
                        <a:moveTo>
                          <a:pt x="41633" y="0"/>
                        </a:moveTo>
                        <a:lnTo>
                          <a:pt x="23695" y="0"/>
                        </a:lnTo>
                        <a:lnTo>
                          <a:pt x="0" y="13692"/>
                        </a:lnTo>
                        <a:lnTo>
                          <a:pt x="30874" y="31519"/>
                        </a:lnTo>
                        <a:lnTo>
                          <a:pt x="48790" y="31519"/>
                        </a:lnTo>
                        <a:lnTo>
                          <a:pt x="72507" y="17827"/>
                        </a:lnTo>
                        <a:lnTo>
                          <a:pt x="41633"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3" name="Freeform: Shape 822">
                    <a:extLst>
                      <a:ext uri="{FF2B5EF4-FFF2-40B4-BE49-F238E27FC236}">
                        <a16:creationId xmlns:a16="http://schemas.microsoft.com/office/drawing/2014/main" id="{72E70C41-AB3A-669C-ED94-E4143411C043}"/>
                      </a:ext>
                    </a:extLst>
                  </p:cNvPr>
                  <p:cNvSpPr/>
                  <p:nvPr/>
                </p:nvSpPr>
                <p:spPr>
                  <a:xfrm>
                    <a:off x="7219270" y="1173974"/>
                    <a:ext cx="30896" cy="33185"/>
                  </a:xfrm>
                  <a:custGeom>
                    <a:avLst/>
                    <a:gdLst>
                      <a:gd name="connsiteX0" fmla="*/ 30897 w 30896"/>
                      <a:gd name="connsiteY0" fmla="*/ 17849 h 33185"/>
                      <a:gd name="connsiteX1" fmla="*/ 30897 w 30896"/>
                      <a:gd name="connsiteY1" fmla="*/ 33186 h 33185"/>
                      <a:gd name="connsiteX2" fmla="*/ 0 w 30896"/>
                      <a:gd name="connsiteY2" fmla="*/ 15359 h 33185"/>
                      <a:gd name="connsiteX3" fmla="*/ 0 w 30896"/>
                      <a:gd name="connsiteY3" fmla="*/ 0 h 33185"/>
                      <a:gd name="connsiteX4" fmla="*/ 30897 w 30896"/>
                      <a:gd name="connsiteY4" fmla="*/ 17849 h 3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96" h="33185">
                        <a:moveTo>
                          <a:pt x="30897" y="17849"/>
                        </a:moveTo>
                        <a:lnTo>
                          <a:pt x="30897" y="33186"/>
                        </a:lnTo>
                        <a:lnTo>
                          <a:pt x="0" y="15359"/>
                        </a:lnTo>
                        <a:lnTo>
                          <a:pt x="0" y="0"/>
                        </a:lnTo>
                        <a:lnTo>
                          <a:pt x="30897" y="17849"/>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4" name="Freeform: Shape 823">
                    <a:extLst>
                      <a:ext uri="{FF2B5EF4-FFF2-40B4-BE49-F238E27FC236}">
                        <a16:creationId xmlns:a16="http://schemas.microsoft.com/office/drawing/2014/main" id="{17C8776B-AFAB-5FA7-02FC-6D5BE397E00B}"/>
                      </a:ext>
                    </a:extLst>
                  </p:cNvPr>
                  <p:cNvSpPr/>
                  <p:nvPr/>
                </p:nvSpPr>
                <p:spPr>
                  <a:xfrm>
                    <a:off x="7250166" y="1178130"/>
                    <a:ext cx="23716" cy="29029"/>
                  </a:xfrm>
                  <a:custGeom>
                    <a:avLst/>
                    <a:gdLst>
                      <a:gd name="connsiteX0" fmla="*/ 23717 w 23716"/>
                      <a:gd name="connsiteY0" fmla="*/ 15337 h 29029"/>
                      <a:gd name="connsiteX1" fmla="*/ 0 w 23716"/>
                      <a:gd name="connsiteY1" fmla="*/ 29029 h 29029"/>
                      <a:gd name="connsiteX2" fmla="*/ 0 w 23716"/>
                      <a:gd name="connsiteY2" fmla="*/ 13692 h 29029"/>
                      <a:gd name="connsiteX3" fmla="*/ 23717 w 23716"/>
                      <a:gd name="connsiteY3" fmla="*/ 0 h 29029"/>
                      <a:gd name="connsiteX4" fmla="*/ 23717 w 23716"/>
                      <a:gd name="connsiteY4" fmla="*/ 15337 h 29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6" h="29029">
                        <a:moveTo>
                          <a:pt x="23717" y="15337"/>
                        </a:moveTo>
                        <a:lnTo>
                          <a:pt x="0" y="29029"/>
                        </a:lnTo>
                        <a:lnTo>
                          <a:pt x="0" y="13692"/>
                        </a:lnTo>
                        <a:lnTo>
                          <a:pt x="23717" y="0"/>
                        </a:lnTo>
                        <a:lnTo>
                          <a:pt x="23717" y="1533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5" name="Freeform: Shape 824">
                    <a:extLst>
                      <a:ext uri="{FF2B5EF4-FFF2-40B4-BE49-F238E27FC236}">
                        <a16:creationId xmlns:a16="http://schemas.microsoft.com/office/drawing/2014/main" id="{5EE76A4D-C522-E5FE-FFC9-5E557817F8FA}"/>
                      </a:ext>
                    </a:extLst>
                  </p:cNvPr>
                  <p:cNvSpPr/>
                  <p:nvPr/>
                </p:nvSpPr>
                <p:spPr>
                  <a:xfrm>
                    <a:off x="7219270" y="1160237"/>
                    <a:ext cx="54613" cy="31518"/>
                  </a:xfrm>
                  <a:custGeom>
                    <a:avLst/>
                    <a:gdLst>
                      <a:gd name="connsiteX0" fmla="*/ 54614 w 54613"/>
                      <a:gd name="connsiteY0" fmla="*/ 17827 h 31518"/>
                      <a:gd name="connsiteX1" fmla="*/ 30897 w 54613"/>
                      <a:gd name="connsiteY1" fmla="*/ 31519 h 31518"/>
                      <a:gd name="connsiteX2" fmla="*/ 0 w 54613"/>
                      <a:gd name="connsiteY2" fmla="*/ 13692 h 31518"/>
                      <a:gd name="connsiteX3" fmla="*/ 23717 w 54613"/>
                      <a:gd name="connsiteY3" fmla="*/ 0 h 31518"/>
                      <a:gd name="connsiteX4" fmla="*/ 54614 w 54613"/>
                      <a:gd name="connsiteY4" fmla="*/ 17827 h 3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3" h="31518">
                        <a:moveTo>
                          <a:pt x="54614" y="17827"/>
                        </a:moveTo>
                        <a:lnTo>
                          <a:pt x="30897" y="31519"/>
                        </a:lnTo>
                        <a:lnTo>
                          <a:pt x="0" y="13692"/>
                        </a:lnTo>
                        <a:lnTo>
                          <a:pt x="23717" y="0"/>
                        </a:lnTo>
                        <a:lnTo>
                          <a:pt x="54614" y="17827"/>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795" name="Graphic 36">
                  <a:extLst>
                    <a:ext uri="{FF2B5EF4-FFF2-40B4-BE49-F238E27FC236}">
                      <a16:creationId xmlns:a16="http://schemas.microsoft.com/office/drawing/2014/main" id="{D612F685-2478-7CF5-B99F-0851C4B8CD2E}"/>
                    </a:ext>
                  </a:extLst>
                </p:cNvPr>
                <p:cNvGrpSpPr/>
                <p:nvPr/>
              </p:nvGrpSpPr>
              <p:grpSpPr>
                <a:xfrm>
                  <a:off x="4189709" y="4279248"/>
                  <a:ext cx="60563" cy="38601"/>
                  <a:chOff x="7254034" y="1190578"/>
                  <a:chExt cx="73618" cy="46922"/>
                </a:xfrm>
              </p:grpSpPr>
              <p:sp>
                <p:nvSpPr>
                  <p:cNvPr id="818" name="Freeform: Shape 817">
                    <a:extLst>
                      <a:ext uri="{FF2B5EF4-FFF2-40B4-BE49-F238E27FC236}">
                        <a16:creationId xmlns:a16="http://schemas.microsoft.com/office/drawing/2014/main" id="{3305A6C9-2660-2B48-DCAF-2D3AAD17AF99}"/>
                      </a:ext>
                    </a:extLst>
                  </p:cNvPr>
                  <p:cNvSpPr/>
                  <p:nvPr/>
                </p:nvSpPr>
                <p:spPr>
                  <a:xfrm>
                    <a:off x="7254034" y="1205982"/>
                    <a:ext cx="72529" cy="31518"/>
                  </a:xfrm>
                  <a:custGeom>
                    <a:avLst/>
                    <a:gdLst>
                      <a:gd name="connsiteX0" fmla="*/ 41632 w 72529"/>
                      <a:gd name="connsiteY0" fmla="*/ 0 h 31518"/>
                      <a:gd name="connsiteX1" fmla="*/ 23717 w 72529"/>
                      <a:gd name="connsiteY1" fmla="*/ 0 h 31518"/>
                      <a:gd name="connsiteX2" fmla="*/ 0 w 72529"/>
                      <a:gd name="connsiteY2" fmla="*/ 13692 h 31518"/>
                      <a:gd name="connsiteX3" fmla="*/ 30897 w 72529"/>
                      <a:gd name="connsiteY3" fmla="*/ 31519 h 31518"/>
                      <a:gd name="connsiteX4" fmla="*/ 48812 w 72529"/>
                      <a:gd name="connsiteY4" fmla="*/ 31519 h 31518"/>
                      <a:gd name="connsiteX5" fmla="*/ 72529 w 72529"/>
                      <a:gd name="connsiteY5" fmla="*/ 17827 h 31518"/>
                      <a:gd name="connsiteX6" fmla="*/ 41632 w 72529"/>
                      <a:gd name="connsiteY6" fmla="*/ 0 h 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29" h="31518">
                        <a:moveTo>
                          <a:pt x="41632" y="0"/>
                        </a:moveTo>
                        <a:lnTo>
                          <a:pt x="23717" y="0"/>
                        </a:lnTo>
                        <a:lnTo>
                          <a:pt x="0" y="13692"/>
                        </a:lnTo>
                        <a:lnTo>
                          <a:pt x="30897" y="31519"/>
                        </a:lnTo>
                        <a:lnTo>
                          <a:pt x="48812" y="31519"/>
                        </a:lnTo>
                        <a:lnTo>
                          <a:pt x="72529" y="17827"/>
                        </a:lnTo>
                        <a:lnTo>
                          <a:pt x="41632"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9" name="Freeform: Shape 818">
                    <a:extLst>
                      <a:ext uri="{FF2B5EF4-FFF2-40B4-BE49-F238E27FC236}">
                        <a16:creationId xmlns:a16="http://schemas.microsoft.com/office/drawing/2014/main" id="{CDEEAF2C-6657-008E-2461-7B722886E25A}"/>
                      </a:ext>
                    </a:extLst>
                  </p:cNvPr>
                  <p:cNvSpPr/>
                  <p:nvPr/>
                </p:nvSpPr>
                <p:spPr>
                  <a:xfrm>
                    <a:off x="7273061" y="1204315"/>
                    <a:ext cx="30896" cy="33185"/>
                  </a:xfrm>
                  <a:custGeom>
                    <a:avLst/>
                    <a:gdLst>
                      <a:gd name="connsiteX0" fmla="*/ 30897 w 30896"/>
                      <a:gd name="connsiteY0" fmla="*/ 17849 h 33185"/>
                      <a:gd name="connsiteX1" fmla="*/ 30897 w 30896"/>
                      <a:gd name="connsiteY1" fmla="*/ 33186 h 33185"/>
                      <a:gd name="connsiteX2" fmla="*/ 0 w 30896"/>
                      <a:gd name="connsiteY2" fmla="*/ 15359 h 33185"/>
                      <a:gd name="connsiteX3" fmla="*/ 0 w 30896"/>
                      <a:gd name="connsiteY3" fmla="*/ 0 h 33185"/>
                      <a:gd name="connsiteX4" fmla="*/ 30897 w 30896"/>
                      <a:gd name="connsiteY4" fmla="*/ 17849 h 3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96" h="33185">
                        <a:moveTo>
                          <a:pt x="30897" y="17849"/>
                        </a:moveTo>
                        <a:lnTo>
                          <a:pt x="30897" y="33186"/>
                        </a:lnTo>
                        <a:lnTo>
                          <a:pt x="0" y="15359"/>
                        </a:lnTo>
                        <a:lnTo>
                          <a:pt x="0" y="0"/>
                        </a:lnTo>
                        <a:lnTo>
                          <a:pt x="30897" y="17849"/>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0" name="Freeform: Shape 819">
                    <a:extLst>
                      <a:ext uri="{FF2B5EF4-FFF2-40B4-BE49-F238E27FC236}">
                        <a16:creationId xmlns:a16="http://schemas.microsoft.com/office/drawing/2014/main" id="{D6D3FFCD-2307-D036-1B53-6F692C949A4A}"/>
                      </a:ext>
                    </a:extLst>
                  </p:cNvPr>
                  <p:cNvSpPr/>
                  <p:nvPr/>
                </p:nvSpPr>
                <p:spPr>
                  <a:xfrm>
                    <a:off x="7303957" y="1208471"/>
                    <a:ext cx="23694" cy="29029"/>
                  </a:xfrm>
                  <a:custGeom>
                    <a:avLst/>
                    <a:gdLst>
                      <a:gd name="connsiteX0" fmla="*/ 23695 w 23694"/>
                      <a:gd name="connsiteY0" fmla="*/ 15337 h 29029"/>
                      <a:gd name="connsiteX1" fmla="*/ 0 w 23694"/>
                      <a:gd name="connsiteY1" fmla="*/ 29029 h 29029"/>
                      <a:gd name="connsiteX2" fmla="*/ 0 w 23694"/>
                      <a:gd name="connsiteY2" fmla="*/ 13692 h 29029"/>
                      <a:gd name="connsiteX3" fmla="*/ 23695 w 23694"/>
                      <a:gd name="connsiteY3" fmla="*/ 0 h 29029"/>
                      <a:gd name="connsiteX4" fmla="*/ 23695 w 23694"/>
                      <a:gd name="connsiteY4" fmla="*/ 15337 h 29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4" h="29029">
                        <a:moveTo>
                          <a:pt x="23695" y="15337"/>
                        </a:moveTo>
                        <a:lnTo>
                          <a:pt x="0" y="29029"/>
                        </a:lnTo>
                        <a:lnTo>
                          <a:pt x="0" y="13692"/>
                        </a:lnTo>
                        <a:lnTo>
                          <a:pt x="23695" y="0"/>
                        </a:lnTo>
                        <a:lnTo>
                          <a:pt x="23695" y="1533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21" name="Freeform: Shape 820">
                    <a:extLst>
                      <a:ext uri="{FF2B5EF4-FFF2-40B4-BE49-F238E27FC236}">
                        <a16:creationId xmlns:a16="http://schemas.microsoft.com/office/drawing/2014/main" id="{1F05DFDD-0391-604A-0DD8-C7A96650AB90}"/>
                      </a:ext>
                    </a:extLst>
                  </p:cNvPr>
                  <p:cNvSpPr/>
                  <p:nvPr/>
                </p:nvSpPr>
                <p:spPr>
                  <a:xfrm>
                    <a:off x="7273061" y="1190578"/>
                    <a:ext cx="54591" cy="31518"/>
                  </a:xfrm>
                  <a:custGeom>
                    <a:avLst/>
                    <a:gdLst>
                      <a:gd name="connsiteX0" fmla="*/ 54591 w 54591"/>
                      <a:gd name="connsiteY0" fmla="*/ 17827 h 31518"/>
                      <a:gd name="connsiteX1" fmla="*/ 30897 w 54591"/>
                      <a:gd name="connsiteY1" fmla="*/ 31519 h 31518"/>
                      <a:gd name="connsiteX2" fmla="*/ 0 w 54591"/>
                      <a:gd name="connsiteY2" fmla="*/ 13692 h 31518"/>
                      <a:gd name="connsiteX3" fmla="*/ 23717 w 54591"/>
                      <a:gd name="connsiteY3" fmla="*/ 0 h 31518"/>
                      <a:gd name="connsiteX4" fmla="*/ 54591 w 54591"/>
                      <a:gd name="connsiteY4" fmla="*/ 17827 h 3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91" h="31518">
                        <a:moveTo>
                          <a:pt x="54591" y="17827"/>
                        </a:moveTo>
                        <a:lnTo>
                          <a:pt x="30897" y="31519"/>
                        </a:lnTo>
                        <a:lnTo>
                          <a:pt x="0" y="13692"/>
                        </a:lnTo>
                        <a:lnTo>
                          <a:pt x="23717" y="0"/>
                        </a:lnTo>
                        <a:lnTo>
                          <a:pt x="54591" y="17827"/>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796" name="Freeform: Shape 795">
                  <a:extLst>
                    <a:ext uri="{FF2B5EF4-FFF2-40B4-BE49-F238E27FC236}">
                      <a16:creationId xmlns:a16="http://schemas.microsoft.com/office/drawing/2014/main" id="{4049729B-9D22-C83E-6326-0B81ABDA84DA}"/>
                    </a:ext>
                  </a:extLst>
                </p:cNvPr>
                <p:cNvSpPr/>
                <p:nvPr/>
              </p:nvSpPr>
              <p:spPr>
                <a:xfrm>
                  <a:off x="3961904" y="4133639"/>
                  <a:ext cx="181194" cy="709892"/>
                </a:xfrm>
                <a:custGeom>
                  <a:avLst/>
                  <a:gdLst>
                    <a:gd name="connsiteX0" fmla="*/ 0 w 220254"/>
                    <a:gd name="connsiteY0" fmla="*/ 862924 h 862923"/>
                    <a:gd name="connsiteX1" fmla="*/ 73396 w 220254"/>
                    <a:gd name="connsiteY1" fmla="*/ 820558 h 862923"/>
                    <a:gd name="connsiteX2" fmla="*/ 73396 w 220254"/>
                    <a:gd name="connsiteY2" fmla="*/ 169042 h 862923"/>
                    <a:gd name="connsiteX3" fmla="*/ 220254 w 220254"/>
                    <a:gd name="connsiteY3" fmla="*/ 84243 h 862923"/>
                    <a:gd name="connsiteX4" fmla="*/ 220254 w 220254"/>
                    <a:gd name="connsiteY4" fmla="*/ 0 h 862923"/>
                    <a:gd name="connsiteX5" fmla="*/ 0 w 220254"/>
                    <a:gd name="connsiteY5" fmla="*/ 127187 h 862923"/>
                    <a:gd name="connsiteX6" fmla="*/ 0 w 220254"/>
                    <a:gd name="connsiteY6" fmla="*/ 862924 h 86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254" h="862923">
                      <a:moveTo>
                        <a:pt x="0" y="862924"/>
                      </a:moveTo>
                      <a:lnTo>
                        <a:pt x="73396" y="820558"/>
                      </a:lnTo>
                      <a:lnTo>
                        <a:pt x="73396" y="169042"/>
                      </a:lnTo>
                      <a:lnTo>
                        <a:pt x="220254" y="84243"/>
                      </a:lnTo>
                      <a:lnTo>
                        <a:pt x="220254" y="0"/>
                      </a:lnTo>
                      <a:lnTo>
                        <a:pt x="0" y="127187"/>
                      </a:lnTo>
                      <a:lnTo>
                        <a:pt x="0" y="862924"/>
                      </a:lnTo>
                      <a:close/>
                    </a:path>
                  </a:pathLst>
                </a:custGeom>
                <a:solidFill>
                  <a:srgbClr val="586A6C"/>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7" name="Freeform: Shape 796">
                  <a:extLst>
                    <a:ext uri="{FF2B5EF4-FFF2-40B4-BE49-F238E27FC236}">
                      <a16:creationId xmlns:a16="http://schemas.microsoft.com/office/drawing/2014/main" id="{33A31EB3-F140-24AB-A3A3-9E229DBD3F63}"/>
                    </a:ext>
                  </a:extLst>
                </p:cNvPr>
                <p:cNvSpPr/>
                <p:nvPr/>
              </p:nvSpPr>
              <p:spPr>
                <a:xfrm>
                  <a:off x="3961904" y="4272702"/>
                  <a:ext cx="60379" cy="570828"/>
                </a:xfrm>
                <a:custGeom>
                  <a:avLst/>
                  <a:gdLst>
                    <a:gd name="connsiteX0" fmla="*/ 0 w 73395"/>
                    <a:gd name="connsiteY0" fmla="*/ 693882 h 693881"/>
                    <a:gd name="connsiteX1" fmla="*/ 73396 w 73395"/>
                    <a:gd name="connsiteY1" fmla="*/ 651516 h 693881"/>
                    <a:gd name="connsiteX2" fmla="*/ 73396 w 73395"/>
                    <a:gd name="connsiteY2" fmla="*/ 0 h 693881"/>
                    <a:gd name="connsiteX3" fmla="*/ 0 w 73395"/>
                    <a:gd name="connsiteY3" fmla="*/ 82531 h 693881"/>
                    <a:gd name="connsiteX4" fmla="*/ 0 w 73395"/>
                    <a:gd name="connsiteY4" fmla="*/ 693882 h 693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95" h="693881">
                      <a:moveTo>
                        <a:pt x="0" y="693882"/>
                      </a:moveTo>
                      <a:lnTo>
                        <a:pt x="73396" y="651516"/>
                      </a:lnTo>
                      <a:lnTo>
                        <a:pt x="73396" y="0"/>
                      </a:lnTo>
                      <a:lnTo>
                        <a:pt x="0" y="82531"/>
                      </a:lnTo>
                      <a:lnTo>
                        <a:pt x="0" y="693882"/>
                      </a:lnTo>
                      <a:close/>
                    </a:path>
                  </a:pathLst>
                </a:custGeom>
                <a:solidFill>
                  <a:srgbClr val="586A6C"/>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8" name="Freeform: Shape 797">
                  <a:extLst>
                    <a:ext uri="{FF2B5EF4-FFF2-40B4-BE49-F238E27FC236}">
                      <a16:creationId xmlns:a16="http://schemas.microsoft.com/office/drawing/2014/main" id="{C1FF59AA-6C33-1144-59A0-EAE1C08CEB26}"/>
                    </a:ext>
                  </a:extLst>
                </p:cNvPr>
                <p:cNvSpPr/>
                <p:nvPr/>
              </p:nvSpPr>
              <p:spPr>
                <a:xfrm>
                  <a:off x="3961904" y="4697774"/>
                  <a:ext cx="60379" cy="145756"/>
                </a:xfrm>
                <a:custGeom>
                  <a:avLst/>
                  <a:gdLst>
                    <a:gd name="connsiteX0" fmla="*/ 0 w 73395"/>
                    <a:gd name="connsiteY0" fmla="*/ 177177 h 177176"/>
                    <a:gd name="connsiteX1" fmla="*/ 73396 w 73395"/>
                    <a:gd name="connsiteY1" fmla="*/ 134811 h 177176"/>
                    <a:gd name="connsiteX2" fmla="*/ 73396 w 73395"/>
                    <a:gd name="connsiteY2" fmla="*/ 0 h 177176"/>
                    <a:gd name="connsiteX3" fmla="*/ 0 w 73395"/>
                    <a:gd name="connsiteY3" fmla="*/ 38698 h 177176"/>
                    <a:gd name="connsiteX4" fmla="*/ 0 w 73395"/>
                    <a:gd name="connsiteY4" fmla="*/ 177177 h 177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95" h="177176">
                      <a:moveTo>
                        <a:pt x="0" y="177177"/>
                      </a:moveTo>
                      <a:lnTo>
                        <a:pt x="73396" y="134811"/>
                      </a:lnTo>
                      <a:lnTo>
                        <a:pt x="73396" y="0"/>
                      </a:lnTo>
                      <a:lnTo>
                        <a:pt x="0" y="38698"/>
                      </a:lnTo>
                      <a:lnTo>
                        <a:pt x="0" y="17717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799" name="Freeform: Shape 798">
                  <a:extLst>
                    <a:ext uri="{FF2B5EF4-FFF2-40B4-BE49-F238E27FC236}">
                      <a16:creationId xmlns:a16="http://schemas.microsoft.com/office/drawing/2014/main" id="{F84FA39D-2CEC-CF01-4FAC-9F5C28FACBE3}"/>
                    </a:ext>
                  </a:extLst>
                </p:cNvPr>
                <p:cNvSpPr/>
                <p:nvPr/>
              </p:nvSpPr>
              <p:spPr>
                <a:xfrm>
                  <a:off x="3961904" y="4832522"/>
                  <a:ext cx="201528" cy="127251"/>
                </a:xfrm>
                <a:custGeom>
                  <a:avLst/>
                  <a:gdLst>
                    <a:gd name="connsiteX0" fmla="*/ 0 w 244971"/>
                    <a:gd name="connsiteY0" fmla="*/ 13248 h 154682"/>
                    <a:gd name="connsiteX1" fmla="*/ 244972 w 244971"/>
                    <a:gd name="connsiteY1" fmla="*/ 154683 h 154682"/>
                    <a:gd name="connsiteX2" fmla="*/ 244972 w 244971"/>
                    <a:gd name="connsiteY2" fmla="*/ 141457 h 154682"/>
                    <a:gd name="connsiteX3" fmla="*/ 0 w 244971"/>
                    <a:gd name="connsiteY3" fmla="*/ 0 h 154682"/>
                    <a:gd name="connsiteX4" fmla="*/ 0 w 244971"/>
                    <a:gd name="connsiteY4" fmla="*/ 13248 h 154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71" h="154682">
                      <a:moveTo>
                        <a:pt x="0" y="13248"/>
                      </a:moveTo>
                      <a:lnTo>
                        <a:pt x="244972" y="154683"/>
                      </a:lnTo>
                      <a:lnTo>
                        <a:pt x="244972" y="141457"/>
                      </a:lnTo>
                      <a:lnTo>
                        <a:pt x="0" y="0"/>
                      </a:lnTo>
                      <a:lnTo>
                        <a:pt x="0" y="13248"/>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0" name="Freeform: Shape 799">
                  <a:extLst>
                    <a:ext uri="{FF2B5EF4-FFF2-40B4-BE49-F238E27FC236}">
                      <a16:creationId xmlns:a16="http://schemas.microsoft.com/office/drawing/2014/main" id="{7A9D694C-357F-2810-3FB5-0F2E5E4EFE76}"/>
                    </a:ext>
                  </a:extLst>
                </p:cNvPr>
                <p:cNvSpPr/>
                <p:nvPr/>
              </p:nvSpPr>
              <p:spPr>
                <a:xfrm>
                  <a:off x="4163432" y="4914022"/>
                  <a:ext cx="60379" cy="45751"/>
                </a:xfrm>
                <a:custGeom>
                  <a:avLst/>
                  <a:gdLst>
                    <a:gd name="connsiteX0" fmla="*/ 0 w 73395"/>
                    <a:gd name="connsiteY0" fmla="*/ 42388 h 55613"/>
                    <a:gd name="connsiteX1" fmla="*/ 0 w 73395"/>
                    <a:gd name="connsiteY1" fmla="*/ 55614 h 55613"/>
                    <a:gd name="connsiteX2" fmla="*/ 73396 w 73395"/>
                    <a:gd name="connsiteY2" fmla="*/ 13248 h 55613"/>
                    <a:gd name="connsiteX3" fmla="*/ 73396 w 73395"/>
                    <a:gd name="connsiteY3" fmla="*/ 0 h 55613"/>
                    <a:gd name="connsiteX4" fmla="*/ 0 w 73395"/>
                    <a:gd name="connsiteY4" fmla="*/ 42388 h 55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95" h="55613">
                      <a:moveTo>
                        <a:pt x="0" y="42388"/>
                      </a:moveTo>
                      <a:lnTo>
                        <a:pt x="0" y="55614"/>
                      </a:lnTo>
                      <a:lnTo>
                        <a:pt x="73396" y="13248"/>
                      </a:lnTo>
                      <a:lnTo>
                        <a:pt x="73396" y="0"/>
                      </a:lnTo>
                      <a:lnTo>
                        <a:pt x="0" y="42388"/>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1" name="Freeform: Shape 800">
                  <a:extLst>
                    <a:ext uri="{FF2B5EF4-FFF2-40B4-BE49-F238E27FC236}">
                      <a16:creationId xmlns:a16="http://schemas.microsoft.com/office/drawing/2014/main" id="{CEEC0978-16A2-BC67-2941-62CF5297A687}"/>
                    </a:ext>
                  </a:extLst>
                </p:cNvPr>
                <p:cNvSpPr/>
                <p:nvPr/>
              </p:nvSpPr>
              <p:spPr>
                <a:xfrm>
                  <a:off x="3961904" y="4797670"/>
                  <a:ext cx="261908" cy="151224"/>
                </a:xfrm>
                <a:custGeom>
                  <a:avLst/>
                  <a:gdLst>
                    <a:gd name="connsiteX0" fmla="*/ 0 w 318367"/>
                    <a:gd name="connsiteY0" fmla="*/ 42366 h 183823"/>
                    <a:gd name="connsiteX1" fmla="*/ 244972 w 318367"/>
                    <a:gd name="connsiteY1" fmla="*/ 183823 h 183823"/>
                    <a:gd name="connsiteX2" fmla="*/ 318367 w 318367"/>
                    <a:gd name="connsiteY2" fmla="*/ 141435 h 183823"/>
                    <a:gd name="connsiteX3" fmla="*/ 73374 w 318367"/>
                    <a:gd name="connsiteY3" fmla="*/ 0 h 183823"/>
                    <a:gd name="connsiteX4" fmla="*/ 0 w 318367"/>
                    <a:gd name="connsiteY4" fmla="*/ 42366 h 183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367" h="183823">
                      <a:moveTo>
                        <a:pt x="0" y="42366"/>
                      </a:moveTo>
                      <a:lnTo>
                        <a:pt x="244972" y="183823"/>
                      </a:lnTo>
                      <a:lnTo>
                        <a:pt x="318367" y="141435"/>
                      </a:lnTo>
                      <a:lnTo>
                        <a:pt x="73374" y="0"/>
                      </a:lnTo>
                      <a:lnTo>
                        <a:pt x="0" y="42366"/>
                      </a:lnTo>
                      <a:close/>
                    </a:path>
                  </a:pathLst>
                </a:custGeom>
                <a:solidFill>
                  <a:srgbClr val="F8FFFF"/>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2" name="Freeform: Shape 801">
                  <a:extLst>
                    <a:ext uri="{FF2B5EF4-FFF2-40B4-BE49-F238E27FC236}">
                      <a16:creationId xmlns:a16="http://schemas.microsoft.com/office/drawing/2014/main" id="{B6BA878D-E011-2E98-4306-C4995E42C3D8}"/>
                    </a:ext>
                  </a:extLst>
                </p:cNvPr>
                <p:cNvSpPr/>
                <p:nvPr/>
              </p:nvSpPr>
              <p:spPr>
                <a:xfrm>
                  <a:off x="3961904" y="4797670"/>
                  <a:ext cx="261908" cy="116352"/>
                </a:xfrm>
                <a:custGeom>
                  <a:avLst/>
                  <a:gdLst>
                    <a:gd name="connsiteX0" fmla="*/ 0 w 318367"/>
                    <a:gd name="connsiteY0" fmla="*/ 42366 h 141434"/>
                    <a:gd name="connsiteX1" fmla="*/ 171576 w 318367"/>
                    <a:gd name="connsiteY1" fmla="*/ 141435 h 141434"/>
                    <a:gd name="connsiteX2" fmla="*/ 318367 w 318367"/>
                    <a:gd name="connsiteY2" fmla="*/ 141435 h 141434"/>
                    <a:gd name="connsiteX3" fmla="*/ 73374 w 318367"/>
                    <a:gd name="connsiteY3" fmla="*/ 0 h 141434"/>
                    <a:gd name="connsiteX4" fmla="*/ 0 w 318367"/>
                    <a:gd name="connsiteY4" fmla="*/ 42366 h 14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367" h="141434">
                      <a:moveTo>
                        <a:pt x="0" y="42366"/>
                      </a:moveTo>
                      <a:lnTo>
                        <a:pt x="171576" y="141435"/>
                      </a:lnTo>
                      <a:lnTo>
                        <a:pt x="318367" y="141435"/>
                      </a:lnTo>
                      <a:lnTo>
                        <a:pt x="73374" y="0"/>
                      </a:lnTo>
                      <a:lnTo>
                        <a:pt x="0" y="42366"/>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3" name="Freeform: Shape 802">
                  <a:extLst>
                    <a:ext uri="{FF2B5EF4-FFF2-40B4-BE49-F238E27FC236}">
                      <a16:creationId xmlns:a16="http://schemas.microsoft.com/office/drawing/2014/main" id="{536B65DE-4952-D2F1-F168-6DAEE2E7F7C7}"/>
                    </a:ext>
                  </a:extLst>
                </p:cNvPr>
                <p:cNvSpPr/>
                <p:nvPr/>
              </p:nvSpPr>
              <p:spPr>
                <a:xfrm>
                  <a:off x="4122124" y="4925030"/>
                  <a:ext cx="42624" cy="15140"/>
                </a:xfrm>
                <a:custGeom>
                  <a:avLst/>
                  <a:gdLst>
                    <a:gd name="connsiteX0" fmla="*/ 51813 w 51812"/>
                    <a:gd name="connsiteY0" fmla="*/ 0 h 18404"/>
                    <a:gd name="connsiteX1" fmla="*/ 0 w 51812"/>
                    <a:gd name="connsiteY1" fmla="*/ 0 h 18404"/>
                    <a:gd name="connsiteX2" fmla="*/ 31897 w 51812"/>
                    <a:gd name="connsiteY2" fmla="*/ 18405 h 18404"/>
                    <a:gd name="connsiteX3" fmla="*/ 50212 w 51812"/>
                    <a:gd name="connsiteY3" fmla="*/ 18405 h 18404"/>
                    <a:gd name="connsiteX4" fmla="*/ 51813 w 51812"/>
                    <a:gd name="connsiteY4" fmla="*/ 0 h 18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12" h="18404">
                      <a:moveTo>
                        <a:pt x="51813" y="0"/>
                      </a:moveTo>
                      <a:lnTo>
                        <a:pt x="0" y="0"/>
                      </a:lnTo>
                      <a:lnTo>
                        <a:pt x="31897" y="18405"/>
                      </a:lnTo>
                      <a:lnTo>
                        <a:pt x="50212" y="18405"/>
                      </a:lnTo>
                      <a:lnTo>
                        <a:pt x="51813" y="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4" name="Freeform: Shape 803">
                  <a:extLst>
                    <a:ext uri="{FF2B5EF4-FFF2-40B4-BE49-F238E27FC236}">
                      <a16:creationId xmlns:a16="http://schemas.microsoft.com/office/drawing/2014/main" id="{50AA2BDF-A44E-6553-7D21-7BDB39FAD001}"/>
                    </a:ext>
                  </a:extLst>
                </p:cNvPr>
                <p:cNvSpPr/>
                <p:nvPr/>
              </p:nvSpPr>
              <p:spPr>
                <a:xfrm>
                  <a:off x="4163432" y="4839453"/>
                  <a:ext cx="14171" cy="100718"/>
                </a:xfrm>
                <a:custGeom>
                  <a:avLst/>
                  <a:gdLst>
                    <a:gd name="connsiteX0" fmla="*/ 17226 w 17226"/>
                    <a:gd name="connsiteY0" fmla="*/ 112494 h 122430"/>
                    <a:gd name="connsiteX1" fmla="*/ 0 w 17226"/>
                    <a:gd name="connsiteY1" fmla="*/ 122430 h 122430"/>
                    <a:gd name="connsiteX2" fmla="*/ 0 w 17226"/>
                    <a:gd name="connsiteY2" fmla="*/ 9936 h 122430"/>
                    <a:gd name="connsiteX3" fmla="*/ 17226 w 17226"/>
                    <a:gd name="connsiteY3" fmla="*/ 0 h 122430"/>
                    <a:gd name="connsiteX4" fmla="*/ 17226 w 17226"/>
                    <a:gd name="connsiteY4" fmla="*/ 112494 h 122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6" h="122430">
                      <a:moveTo>
                        <a:pt x="17226" y="112494"/>
                      </a:moveTo>
                      <a:lnTo>
                        <a:pt x="0" y="122430"/>
                      </a:lnTo>
                      <a:lnTo>
                        <a:pt x="0" y="9936"/>
                      </a:lnTo>
                      <a:lnTo>
                        <a:pt x="17226" y="0"/>
                      </a:lnTo>
                      <a:lnTo>
                        <a:pt x="17226" y="112494"/>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5" name="Freeform: Shape 804">
                  <a:extLst>
                    <a:ext uri="{FF2B5EF4-FFF2-40B4-BE49-F238E27FC236}">
                      <a16:creationId xmlns:a16="http://schemas.microsoft.com/office/drawing/2014/main" id="{8321DD42-78F8-B3D7-40F7-D2B37B444ACC}"/>
                    </a:ext>
                  </a:extLst>
                </p:cNvPr>
                <p:cNvSpPr/>
                <p:nvPr/>
              </p:nvSpPr>
              <p:spPr>
                <a:xfrm>
                  <a:off x="4149260" y="4839453"/>
                  <a:ext cx="14171" cy="100718"/>
                </a:xfrm>
                <a:custGeom>
                  <a:avLst/>
                  <a:gdLst>
                    <a:gd name="connsiteX0" fmla="*/ 17226 w 17226"/>
                    <a:gd name="connsiteY0" fmla="*/ 122430 h 122430"/>
                    <a:gd name="connsiteX1" fmla="*/ 17226 w 17226"/>
                    <a:gd name="connsiteY1" fmla="*/ 9936 h 122430"/>
                    <a:gd name="connsiteX2" fmla="*/ 0 w 17226"/>
                    <a:gd name="connsiteY2" fmla="*/ 0 h 122430"/>
                    <a:gd name="connsiteX3" fmla="*/ 0 w 17226"/>
                    <a:gd name="connsiteY3" fmla="*/ 112494 h 122430"/>
                    <a:gd name="connsiteX4" fmla="*/ 17226 w 17226"/>
                    <a:gd name="connsiteY4" fmla="*/ 122430 h 122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6" h="122430">
                      <a:moveTo>
                        <a:pt x="17226" y="122430"/>
                      </a:moveTo>
                      <a:lnTo>
                        <a:pt x="17226" y="9936"/>
                      </a:lnTo>
                      <a:lnTo>
                        <a:pt x="0" y="0"/>
                      </a:lnTo>
                      <a:lnTo>
                        <a:pt x="0" y="112494"/>
                      </a:lnTo>
                      <a:lnTo>
                        <a:pt x="17226" y="122430"/>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6" name="Freeform: Shape 805">
                  <a:extLst>
                    <a:ext uri="{FF2B5EF4-FFF2-40B4-BE49-F238E27FC236}">
                      <a16:creationId xmlns:a16="http://schemas.microsoft.com/office/drawing/2014/main" id="{2A5F55EC-22D8-A203-7938-9DEB8F6959DA}"/>
                    </a:ext>
                  </a:extLst>
                </p:cNvPr>
                <p:cNvSpPr/>
                <p:nvPr/>
              </p:nvSpPr>
              <p:spPr>
                <a:xfrm>
                  <a:off x="4163432" y="4839453"/>
                  <a:ext cx="14171" cy="25581"/>
                </a:xfrm>
                <a:custGeom>
                  <a:avLst/>
                  <a:gdLst>
                    <a:gd name="connsiteX0" fmla="*/ 17226 w 17226"/>
                    <a:gd name="connsiteY0" fmla="*/ 21161 h 31096"/>
                    <a:gd name="connsiteX1" fmla="*/ 0 w 17226"/>
                    <a:gd name="connsiteY1" fmla="*/ 31097 h 31096"/>
                    <a:gd name="connsiteX2" fmla="*/ 0 w 17226"/>
                    <a:gd name="connsiteY2" fmla="*/ 9936 h 31096"/>
                    <a:gd name="connsiteX3" fmla="*/ 17226 w 17226"/>
                    <a:gd name="connsiteY3" fmla="*/ 0 h 31096"/>
                    <a:gd name="connsiteX4" fmla="*/ 17226 w 17226"/>
                    <a:gd name="connsiteY4" fmla="*/ 21161 h 31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6" h="31096">
                      <a:moveTo>
                        <a:pt x="17226" y="21161"/>
                      </a:moveTo>
                      <a:lnTo>
                        <a:pt x="0" y="31097"/>
                      </a:lnTo>
                      <a:lnTo>
                        <a:pt x="0" y="9936"/>
                      </a:lnTo>
                      <a:lnTo>
                        <a:pt x="17226" y="0"/>
                      </a:lnTo>
                      <a:lnTo>
                        <a:pt x="17226" y="21161"/>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7" name="Freeform: Shape 806">
                  <a:extLst>
                    <a:ext uri="{FF2B5EF4-FFF2-40B4-BE49-F238E27FC236}">
                      <a16:creationId xmlns:a16="http://schemas.microsoft.com/office/drawing/2014/main" id="{3B980724-341A-7D7D-DA0C-8C94AF6A78E8}"/>
                    </a:ext>
                  </a:extLst>
                </p:cNvPr>
                <p:cNvSpPr/>
                <p:nvPr/>
              </p:nvSpPr>
              <p:spPr>
                <a:xfrm>
                  <a:off x="4149260" y="4839453"/>
                  <a:ext cx="14171" cy="25581"/>
                </a:xfrm>
                <a:custGeom>
                  <a:avLst/>
                  <a:gdLst>
                    <a:gd name="connsiteX0" fmla="*/ 17226 w 17226"/>
                    <a:gd name="connsiteY0" fmla="*/ 31097 h 31096"/>
                    <a:gd name="connsiteX1" fmla="*/ 17226 w 17226"/>
                    <a:gd name="connsiteY1" fmla="*/ 9936 h 31096"/>
                    <a:gd name="connsiteX2" fmla="*/ 0 w 17226"/>
                    <a:gd name="connsiteY2" fmla="*/ 0 h 31096"/>
                    <a:gd name="connsiteX3" fmla="*/ 0 w 17226"/>
                    <a:gd name="connsiteY3" fmla="*/ 21161 h 31096"/>
                    <a:gd name="connsiteX4" fmla="*/ 17226 w 17226"/>
                    <a:gd name="connsiteY4" fmla="*/ 31097 h 31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6" h="31096">
                      <a:moveTo>
                        <a:pt x="17226" y="31097"/>
                      </a:moveTo>
                      <a:lnTo>
                        <a:pt x="17226" y="9936"/>
                      </a:lnTo>
                      <a:lnTo>
                        <a:pt x="0" y="0"/>
                      </a:lnTo>
                      <a:lnTo>
                        <a:pt x="0" y="21161"/>
                      </a:lnTo>
                      <a:lnTo>
                        <a:pt x="17226" y="3109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8" name="Freeform: Shape 807">
                  <a:extLst>
                    <a:ext uri="{FF2B5EF4-FFF2-40B4-BE49-F238E27FC236}">
                      <a16:creationId xmlns:a16="http://schemas.microsoft.com/office/drawing/2014/main" id="{74F77B9E-8B12-53AF-812F-8B4FC88FB0FE}"/>
                    </a:ext>
                  </a:extLst>
                </p:cNvPr>
                <p:cNvSpPr/>
                <p:nvPr/>
              </p:nvSpPr>
              <p:spPr>
                <a:xfrm>
                  <a:off x="3961904" y="4729610"/>
                  <a:ext cx="201528" cy="127251"/>
                </a:xfrm>
                <a:custGeom>
                  <a:avLst/>
                  <a:gdLst>
                    <a:gd name="connsiteX0" fmla="*/ 0 w 244971"/>
                    <a:gd name="connsiteY0" fmla="*/ 13226 h 154682"/>
                    <a:gd name="connsiteX1" fmla="*/ 244972 w 244971"/>
                    <a:gd name="connsiteY1" fmla="*/ 154683 h 154682"/>
                    <a:gd name="connsiteX2" fmla="*/ 244972 w 244971"/>
                    <a:gd name="connsiteY2" fmla="*/ 141435 h 154682"/>
                    <a:gd name="connsiteX3" fmla="*/ 0 w 244971"/>
                    <a:gd name="connsiteY3" fmla="*/ 0 h 154682"/>
                    <a:gd name="connsiteX4" fmla="*/ 0 w 244971"/>
                    <a:gd name="connsiteY4" fmla="*/ 13226 h 154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71" h="154682">
                      <a:moveTo>
                        <a:pt x="0" y="13226"/>
                      </a:moveTo>
                      <a:lnTo>
                        <a:pt x="244972" y="154683"/>
                      </a:lnTo>
                      <a:lnTo>
                        <a:pt x="244972" y="141435"/>
                      </a:lnTo>
                      <a:lnTo>
                        <a:pt x="0" y="0"/>
                      </a:lnTo>
                      <a:lnTo>
                        <a:pt x="0" y="13226"/>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09" name="Freeform: Shape 808">
                  <a:extLst>
                    <a:ext uri="{FF2B5EF4-FFF2-40B4-BE49-F238E27FC236}">
                      <a16:creationId xmlns:a16="http://schemas.microsoft.com/office/drawing/2014/main" id="{1F209AF3-BA64-154A-BF65-92B48065C5D6}"/>
                    </a:ext>
                  </a:extLst>
                </p:cNvPr>
                <p:cNvSpPr/>
                <p:nvPr/>
              </p:nvSpPr>
              <p:spPr>
                <a:xfrm>
                  <a:off x="4163432" y="4811091"/>
                  <a:ext cx="60379" cy="45769"/>
                </a:xfrm>
                <a:custGeom>
                  <a:avLst/>
                  <a:gdLst>
                    <a:gd name="connsiteX0" fmla="*/ 0 w 73395"/>
                    <a:gd name="connsiteY0" fmla="*/ 42388 h 55635"/>
                    <a:gd name="connsiteX1" fmla="*/ 0 w 73395"/>
                    <a:gd name="connsiteY1" fmla="*/ 55636 h 55635"/>
                    <a:gd name="connsiteX2" fmla="*/ 73396 w 73395"/>
                    <a:gd name="connsiteY2" fmla="*/ 13248 h 55635"/>
                    <a:gd name="connsiteX3" fmla="*/ 73396 w 73395"/>
                    <a:gd name="connsiteY3" fmla="*/ 0 h 55635"/>
                    <a:gd name="connsiteX4" fmla="*/ 0 w 73395"/>
                    <a:gd name="connsiteY4" fmla="*/ 42388 h 55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95" h="55635">
                      <a:moveTo>
                        <a:pt x="0" y="42388"/>
                      </a:moveTo>
                      <a:lnTo>
                        <a:pt x="0" y="55636"/>
                      </a:lnTo>
                      <a:lnTo>
                        <a:pt x="73396" y="13248"/>
                      </a:lnTo>
                      <a:lnTo>
                        <a:pt x="73396" y="0"/>
                      </a:lnTo>
                      <a:lnTo>
                        <a:pt x="0" y="42388"/>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0" name="Freeform: Shape 809">
                  <a:extLst>
                    <a:ext uri="{FF2B5EF4-FFF2-40B4-BE49-F238E27FC236}">
                      <a16:creationId xmlns:a16="http://schemas.microsoft.com/office/drawing/2014/main" id="{DF5A433E-5BD3-2C10-2C7B-A3AE3471EBD8}"/>
                    </a:ext>
                  </a:extLst>
                </p:cNvPr>
                <p:cNvSpPr/>
                <p:nvPr/>
              </p:nvSpPr>
              <p:spPr>
                <a:xfrm>
                  <a:off x="3961904" y="4694739"/>
                  <a:ext cx="261908" cy="151224"/>
                </a:xfrm>
                <a:custGeom>
                  <a:avLst/>
                  <a:gdLst>
                    <a:gd name="connsiteX0" fmla="*/ 0 w 318367"/>
                    <a:gd name="connsiteY0" fmla="*/ 42388 h 183823"/>
                    <a:gd name="connsiteX1" fmla="*/ 244972 w 318367"/>
                    <a:gd name="connsiteY1" fmla="*/ 183823 h 183823"/>
                    <a:gd name="connsiteX2" fmla="*/ 318367 w 318367"/>
                    <a:gd name="connsiteY2" fmla="*/ 141435 h 183823"/>
                    <a:gd name="connsiteX3" fmla="*/ 73374 w 318367"/>
                    <a:gd name="connsiteY3" fmla="*/ 0 h 183823"/>
                    <a:gd name="connsiteX4" fmla="*/ 0 w 318367"/>
                    <a:gd name="connsiteY4" fmla="*/ 42388 h 183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367" h="183823">
                      <a:moveTo>
                        <a:pt x="0" y="42388"/>
                      </a:moveTo>
                      <a:lnTo>
                        <a:pt x="244972" y="183823"/>
                      </a:lnTo>
                      <a:lnTo>
                        <a:pt x="318367" y="141435"/>
                      </a:lnTo>
                      <a:lnTo>
                        <a:pt x="73374" y="0"/>
                      </a:lnTo>
                      <a:lnTo>
                        <a:pt x="0" y="42388"/>
                      </a:lnTo>
                      <a:close/>
                    </a:path>
                  </a:pathLst>
                </a:custGeom>
                <a:solidFill>
                  <a:srgbClr val="F8FFFF"/>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1" name="Freeform: Shape 810">
                  <a:extLst>
                    <a:ext uri="{FF2B5EF4-FFF2-40B4-BE49-F238E27FC236}">
                      <a16:creationId xmlns:a16="http://schemas.microsoft.com/office/drawing/2014/main" id="{CEC96C08-0417-ABC0-473F-94CD8970C720}"/>
                    </a:ext>
                  </a:extLst>
                </p:cNvPr>
                <p:cNvSpPr/>
                <p:nvPr/>
              </p:nvSpPr>
              <p:spPr>
                <a:xfrm>
                  <a:off x="3961904" y="4694739"/>
                  <a:ext cx="261908" cy="116352"/>
                </a:xfrm>
                <a:custGeom>
                  <a:avLst/>
                  <a:gdLst>
                    <a:gd name="connsiteX0" fmla="*/ 0 w 318367"/>
                    <a:gd name="connsiteY0" fmla="*/ 42388 h 141434"/>
                    <a:gd name="connsiteX1" fmla="*/ 171576 w 318367"/>
                    <a:gd name="connsiteY1" fmla="*/ 141435 h 141434"/>
                    <a:gd name="connsiteX2" fmla="*/ 318367 w 318367"/>
                    <a:gd name="connsiteY2" fmla="*/ 141435 h 141434"/>
                    <a:gd name="connsiteX3" fmla="*/ 73374 w 318367"/>
                    <a:gd name="connsiteY3" fmla="*/ 0 h 141434"/>
                    <a:gd name="connsiteX4" fmla="*/ 0 w 318367"/>
                    <a:gd name="connsiteY4" fmla="*/ 42388 h 14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367" h="141434">
                      <a:moveTo>
                        <a:pt x="0" y="42388"/>
                      </a:moveTo>
                      <a:lnTo>
                        <a:pt x="171576" y="141435"/>
                      </a:lnTo>
                      <a:lnTo>
                        <a:pt x="318367" y="141435"/>
                      </a:lnTo>
                      <a:lnTo>
                        <a:pt x="73374" y="0"/>
                      </a:lnTo>
                      <a:lnTo>
                        <a:pt x="0" y="42388"/>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2" name="Freeform: Shape 811">
                  <a:extLst>
                    <a:ext uri="{FF2B5EF4-FFF2-40B4-BE49-F238E27FC236}">
                      <a16:creationId xmlns:a16="http://schemas.microsoft.com/office/drawing/2014/main" id="{78109E9D-D2A2-7B44-255E-03780008C49F}"/>
                    </a:ext>
                  </a:extLst>
                </p:cNvPr>
                <p:cNvSpPr/>
                <p:nvPr/>
              </p:nvSpPr>
              <p:spPr>
                <a:xfrm>
                  <a:off x="3824852" y="4159129"/>
                  <a:ext cx="137052" cy="684402"/>
                </a:xfrm>
                <a:custGeom>
                  <a:avLst/>
                  <a:gdLst>
                    <a:gd name="connsiteX0" fmla="*/ 0 w 166596"/>
                    <a:gd name="connsiteY0" fmla="*/ 0 h 831938"/>
                    <a:gd name="connsiteX1" fmla="*/ 0 w 166596"/>
                    <a:gd name="connsiteY1" fmla="*/ 735759 h 831938"/>
                    <a:gd name="connsiteX2" fmla="*/ 166597 w 166596"/>
                    <a:gd name="connsiteY2" fmla="*/ 831938 h 831938"/>
                    <a:gd name="connsiteX3" fmla="*/ 166597 w 166596"/>
                    <a:gd name="connsiteY3" fmla="*/ 96201 h 831938"/>
                    <a:gd name="connsiteX4" fmla="*/ 0 w 166596"/>
                    <a:gd name="connsiteY4" fmla="*/ 0 h 831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596" h="831938">
                      <a:moveTo>
                        <a:pt x="0" y="0"/>
                      </a:moveTo>
                      <a:lnTo>
                        <a:pt x="0" y="735759"/>
                      </a:lnTo>
                      <a:lnTo>
                        <a:pt x="166597" y="831938"/>
                      </a:lnTo>
                      <a:lnTo>
                        <a:pt x="166597" y="96201"/>
                      </a:lnTo>
                      <a:lnTo>
                        <a:pt x="0" y="0"/>
                      </a:lnTo>
                      <a:close/>
                    </a:path>
                  </a:pathLst>
                </a:custGeom>
                <a:solidFill>
                  <a:srgbClr val="29383D"/>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813" name="Graphic 36">
                  <a:extLst>
                    <a:ext uri="{FF2B5EF4-FFF2-40B4-BE49-F238E27FC236}">
                      <a16:creationId xmlns:a16="http://schemas.microsoft.com/office/drawing/2014/main" id="{E48FD5F6-B792-9877-E218-9DFC0C5F6902}"/>
                    </a:ext>
                  </a:extLst>
                </p:cNvPr>
                <p:cNvGrpSpPr/>
                <p:nvPr/>
              </p:nvGrpSpPr>
              <p:grpSpPr>
                <a:xfrm>
                  <a:off x="3840194" y="4261403"/>
                  <a:ext cx="92855" cy="107082"/>
                  <a:chOff x="6829174" y="1168885"/>
                  <a:chExt cx="112872" cy="130166"/>
                </a:xfrm>
              </p:grpSpPr>
              <p:sp>
                <p:nvSpPr>
                  <p:cNvPr id="814" name="Freeform: Shape 813">
                    <a:extLst>
                      <a:ext uri="{FF2B5EF4-FFF2-40B4-BE49-F238E27FC236}">
                        <a16:creationId xmlns:a16="http://schemas.microsoft.com/office/drawing/2014/main" id="{6730CE32-5D3E-5C8C-E8E6-294AF7B65862}"/>
                      </a:ext>
                    </a:extLst>
                  </p:cNvPr>
                  <p:cNvSpPr/>
                  <p:nvPr/>
                </p:nvSpPr>
                <p:spPr>
                  <a:xfrm>
                    <a:off x="6850601" y="1168885"/>
                    <a:ext cx="91444" cy="118074"/>
                  </a:xfrm>
                  <a:custGeom>
                    <a:avLst/>
                    <a:gdLst>
                      <a:gd name="connsiteX0" fmla="*/ 22 w 91444"/>
                      <a:gd name="connsiteY0" fmla="*/ 32651 h 118074"/>
                      <a:gd name="connsiteX1" fmla="*/ 45745 w 91444"/>
                      <a:gd name="connsiteY1" fmla="*/ 111826 h 118074"/>
                      <a:gd name="connsiteX2" fmla="*/ 77908 w 91444"/>
                      <a:gd name="connsiteY2" fmla="*/ 115116 h 118074"/>
                      <a:gd name="connsiteX3" fmla="*/ 91445 w 91444"/>
                      <a:gd name="connsiteY3" fmla="*/ 85419 h 118074"/>
                      <a:gd name="connsiteX4" fmla="*/ 45722 w 91444"/>
                      <a:gd name="connsiteY4" fmla="*/ 6244 h 118074"/>
                      <a:gd name="connsiteX5" fmla="*/ 13514 w 91444"/>
                      <a:gd name="connsiteY5" fmla="*/ 2977 h 118074"/>
                      <a:gd name="connsiteX6" fmla="*/ 0 w 91444"/>
                      <a:gd name="connsiteY6" fmla="*/ 32629 h 11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4" h="118074">
                        <a:moveTo>
                          <a:pt x="22" y="32651"/>
                        </a:moveTo>
                        <a:cubicBezTo>
                          <a:pt x="22" y="61814"/>
                          <a:pt x="20494" y="97244"/>
                          <a:pt x="45745" y="111826"/>
                        </a:cubicBezTo>
                        <a:cubicBezTo>
                          <a:pt x="58303" y="119072"/>
                          <a:pt x="69662" y="119806"/>
                          <a:pt x="77908" y="115116"/>
                        </a:cubicBezTo>
                        <a:cubicBezTo>
                          <a:pt x="86266" y="110381"/>
                          <a:pt x="91445" y="100090"/>
                          <a:pt x="91445" y="85419"/>
                        </a:cubicBezTo>
                        <a:cubicBezTo>
                          <a:pt x="91445" y="56257"/>
                          <a:pt x="70995" y="20826"/>
                          <a:pt x="45722" y="6244"/>
                        </a:cubicBezTo>
                        <a:cubicBezTo>
                          <a:pt x="33164" y="-1002"/>
                          <a:pt x="21783" y="-1735"/>
                          <a:pt x="13514" y="2977"/>
                        </a:cubicBezTo>
                        <a:cubicBezTo>
                          <a:pt x="5179" y="7734"/>
                          <a:pt x="0" y="18003"/>
                          <a:pt x="0" y="32629"/>
                        </a:cubicBez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5" name="Freeform: Shape 814">
                    <a:extLst>
                      <a:ext uri="{FF2B5EF4-FFF2-40B4-BE49-F238E27FC236}">
                        <a16:creationId xmlns:a16="http://schemas.microsoft.com/office/drawing/2014/main" id="{958C3A5B-D35E-5F83-47FB-3C6490C50FDF}"/>
                      </a:ext>
                    </a:extLst>
                  </p:cNvPr>
                  <p:cNvSpPr/>
                  <p:nvPr/>
                </p:nvSpPr>
                <p:spPr>
                  <a:xfrm>
                    <a:off x="6829196" y="1173953"/>
                    <a:ext cx="103292" cy="125098"/>
                  </a:xfrm>
                  <a:custGeom>
                    <a:avLst/>
                    <a:gdLst>
                      <a:gd name="connsiteX0" fmla="*/ 13492 w 103292"/>
                      <a:gd name="connsiteY0" fmla="*/ 10001 h 125098"/>
                      <a:gd name="connsiteX1" fmla="*/ 25362 w 103292"/>
                      <a:gd name="connsiteY1" fmla="*/ 2977 h 125098"/>
                      <a:gd name="connsiteX2" fmla="*/ 57570 w 103292"/>
                      <a:gd name="connsiteY2" fmla="*/ 6244 h 125098"/>
                      <a:gd name="connsiteX3" fmla="*/ 103292 w 103292"/>
                      <a:gd name="connsiteY3" fmla="*/ 85419 h 125098"/>
                      <a:gd name="connsiteX4" fmla="*/ 89755 w 103292"/>
                      <a:gd name="connsiteY4" fmla="*/ 115116 h 125098"/>
                      <a:gd name="connsiteX5" fmla="*/ 77886 w 103292"/>
                      <a:gd name="connsiteY5" fmla="*/ 122140 h 125098"/>
                      <a:gd name="connsiteX6" fmla="*/ 45700 w 103292"/>
                      <a:gd name="connsiteY6" fmla="*/ 118850 h 125098"/>
                      <a:gd name="connsiteX7" fmla="*/ 0 w 103292"/>
                      <a:gd name="connsiteY7" fmla="*/ 39675 h 125098"/>
                      <a:gd name="connsiteX8" fmla="*/ 13514 w 103292"/>
                      <a:gd name="connsiteY8" fmla="*/ 10023 h 12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292" h="125098">
                        <a:moveTo>
                          <a:pt x="13492" y="10001"/>
                        </a:moveTo>
                        <a:lnTo>
                          <a:pt x="25362" y="2977"/>
                        </a:lnTo>
                        <a:cubicBezTo>
                          <a:pt x="33631" y="-1735"/>
                          <a:pt x="45011" y="-1002"/>
                          <a:pt x="57570" y="6244"/>
                        </a:cubicBezTo>
                        <a:cubicBezTo>
                          <a:pt x="82820" y="20826"/>
                          <a:pt x="103292" y="56279"/>
                          <a:pt x="103292" y="85419"/>
                        </a:cubicBezTo>
                        <a:cubicBezTo>
                          <a:pt x="103292" y="100090"/>
                          <a:pt x="98113" y="110359"/>
                          <a:pt x="89755" y="115116"/>
                        </a:cubicBezTo>
                        <a:lnTo>
                          <a:pt x="77886" y="122140"/>
                        </a:lnTo>
                        <a:cubicBezTo>
                          <a:pt x="69617" y="126830"/>
                          <a:pt x="58259" y="126096"/>
                          <a:pt x="45700" y="118850"/>
                        </a:cubicBezTo>
                        <a:cubicBezTo>
                          <a:pt x="20449" y="104268"/>
                          <a:pt x="0" y="68815"/>
                          <a:pt x="0" y="39675"/>
                        </a:cubicBezTo>
                        <a:cubicBezTo>
                          <a:pt x="0" y="25027"/>
                          <a:pt x="5157" y="14758"/>
                          <a:pt x="13514" y="10023"/>
                        </a:cubicBez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6" name="Freeform: Shape 815">
                    <a:extLst>
                      <a:ext uri="{FF2B5EF4-FFF2-40B4-BE49-F238E27FC236}">
                        <a16:creationId xmlns:a16="http://schemas.microsoft.com/office/drawing/2014/main" id="{60B76F19-1695-EF7B-80E5-E6E80E54B1A5}"/>
                      </a:ext>
                    </a:extLst>
                  </p:cNvPr>
                  <p:cNvSpPr/>
                  <p:nvPr/>
                </p:nvSpPr>
                <p:spPr>
                  <a:xfrm>
                    <a:off x="6829174" y="1180999"/>
                    <a:ext cx="91444" cy="118052"/>
                  </a:xfrm>
                  <a:custGeom>
                    <a:avLst/>
                    <a:gdLst>
                      <a:gd name="connsiteX0" fmla="*/ 0 w 91444"/>
                      <a:gd name="connsiteY0" fmla="*/ 32629 h 118052"/>
                      <a:gd name="connsiteX1" fmla="*/ 45700 w 91444"/>
                      <a:gd name="connsiteY1" fmla="*/ 111804 h 118052"/>
                      <a:gd name="connsiteX2" fmla="*/ 77886 w 91444"/>
                      <a:gd name="connsiteY2" fmla="*/ 115093 h 118052"/>
                      <a:gd name="connsiteX3" fmla="*/ 91445 w 91444"/>
                      <a:gd name="connsiteY3" fmla="*/ 85419 h 118052"/>
                      <a:gd name="connsiteX4" fmla="*/ 45722 w 91444"/>
                      <a:gd name="connsiteY4" fmla="*/ 6244 h 118052"/>
                      <a:gd name="connsiteX5" fmla="*/ 13514 w 91444"/>
                      <a:gd name="connsiteY5" fmla="*/ 2977 h 118052"/>
                      <a:gd name="connsiteX6" fmla="*/ 0 w 91444"/>
                      <a:gd name="connsiteY6" fmla="*/ 32629 h 11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4" h="118052">
                        <a:moveTo>
                          <a:pt x="0" y="32629"/>
                        </a:moveTo>
                        <a:cubicBezTo>
                          <a:pt x="0" y="61791"/>
                          <a:pt x="20472" y="97222"/>
                          <a:pt x="45700" y="111804"/>
                        </a:cubicBezTo>
                        <a:cubicBezTo>
                          <a:pt x="58259" y="119050"/>
                          <a:pt x="69617" y="119783"/>
                          <a:pt x="77886" y="115093"/>
                        </a:cubicBezTo>
                        <a:cubicBezTo>
                          <a:pt x="86244" y="110359"/>
                          <a:pt x="91445" y="100067"/>
                          <a:pt x="91445" y="85419"/>
                        </a:cubicBezTo>
                        <a:cubicBezTo>
                          <a:pt x="91445" y="56257"/>
                          <a:pt x="70973" y="20826"/>
                          <a:pt x="45722" y="6244"/>
                        </a:cubicBezTo>
                        <a:cubicBezTo>
                          <a:pt x="33164" y="-1002"/>
                          <a:pt x="21783" y="-1735"/>
                          <a:pt x="13514" y="2977"/>
                        </a:cubicBezTo>
                        <a:cubicBezTo>
                          <a:pt x="5179" y="7734"/>
                          <a:pt x="0" y="18003"/>
                          <a:pt x="0" y="32629"/>
                        </a:cubicBez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17" name="Freeform: Shape 816">
                    <a:extLst>
                      <a:ext uri="{FF2B5EF4-FFF2-40B4-BE49-F238E27FC236}">
                        <a16:creationId xmlns:a16="http://schemas.microsoft.com/office/drawing/2014/main" id="{7490CFFB-2425-A524-A60A-E2638C20543D}"/>
                      </a:ext>
                    </a:extLst>
                  </p:cNvPr>
                  <p:cNvSpPr/>
                  <p:nvPr/>
                </p:nvSpPr>
                <p:spPr>
                  <a:xfrm>
                    <a:off x="6836975" y="1191025"/>
                    <a:ext cx="75840" cy="97927"/>
                  </a:xfrm>
                  <a:custGeom>
                    <a:avLst/>
                    <a:gdLst>
                      <a:gd name="connsiteX0" fmla="*/ 0 w 75840"/>
                      <a:gd name="connsiteY0" fmla="*/ 27093 h 97927"/>
                      <a:gd name="connsiteX1" fmla="*/ 37898 w 75840"/>
                      <a:gd name="connsiteY1" fmla="*/ 92754 h 97927"/>
                      <a:gd name="connsiteX2" fmla="*/ 64594 w 75840"/>
                      <a:gd name="connsiteY2" fmla="*/ 95488 h 97927"/>
                      <a:gd name="connsiteX3" fmla="*/ 75841 w 75840"/>
                      <a:gd name="connsiteY3" fmla="*/ 70859 h 97927"/>
                      <a:gd name="connsiteX4" fmla="*/ 37920 w 75840"/>
                      <a:gd name="connsiteY4" fmla="*/ 5176 h 97927"/>
                      <a:gd name="connsiteX5" fmla="*/ 11203 w 75840"/>
                      <a:gd name="connsiteY5" fmla="*/ 2465 h 97927"/>
                      <a:gd name="connsiteX6" fmla="*/ 0 w 75840"/>
                      <a:gd name="connsiteY6" fmla="*/ 27071 h 97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40" h="97927">
                        <a:moveTo>
                          <a:pt x="0" y="27093"/>
                        </a:moveTo>
                        <a:cubicBezTo>
                          <a:pt x="0" y="51277"/>
                          <a:pt x="16982" y="80684"/>
                          <a:pt x="37898" y="92754"/>
                        </a:cubicBezTo>
                        <a:cubicBezTo>
                          <a:pt x="48301" y="98755"/>
                          <a:pt x="57725" y="99355"/>
                          <a:pt x="64594" y="95488"/>
                        </a:cubicBezTo>
                        <a:cubicBezTo>
                          <a:pt x="71529" y="91553"/>
                          <a:pt x="75841" y="83040"/>
                          <a:pt x="75841" y="70859"/>
                        </a:cubicBezTo>
                        <a:cubicBezTo>
                          <a:pt x="75841" y="46676"/>
                          <a:pt x="58859" y="17268"/>
                          <a:pt x="37920" y="5176"/>
                        </a:cubicBezTo>
                        <a:cubicBezTo>
                          <a:pt x="27496" y="-847"/>
                          <a:pt x="18071" y="-1425"/>
                          <a:pt x="11203" y="2465"/>
                        </a:cubicBezTo>
                        <a:cubicBezTo>
                          <a:pt x="4268" y="6399"/>
                          <a:pt x="0" y="14912"/>
                          <a:pt x="0" y="27071"/>
                        </a:cubicBezTo>
                        <a:close/>
                      </a:path>
                    </a:pathLst>
                  </a:custGeom>
                  <a:solidFill>
                    <a:srgbClr val="586A6C"/>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774" name="TextBox 773">
                <a:extLst>
                  <a:ext uri="{FF2B5EF4-FFF2-40B4-BE49-F238E27FC236}">
                    <a16:creationId xmlns:a16="http://schemas.microsoft.com/office/drawing/2014/main" id="{45144B04-E5AF-E5FB-698A-4DD9A687C26B}"/>
                  </a:ext>
                </a:extLst>
              </p:cNvPr>
              <p:cNvSpPr txBox="1"/>
              <p:nvPr/>
            </p:nvSpPr>
            <p:spPr>
              <a:xfrm>
                <a:off x="4619086" y="5309690"/>
                <a:ext cx="309380" cy="15388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USCG</a:t>
                </a:r>
              </a:p>
            </p:txBody>
          </p:sp>
        </p:grpSp>
      </p:grpSp>
      <p:grpSp>
        <p:nvGrpSpPr>
          <p:cNvPr id="3642" name="Group 3641">
            <a:extLst>
              <a:ext uri="{FF2B5EF4-FFF2-40B4-BE49-F238E27FC236}">
                <a16:creationId xmlns:a16="http://schemas.microsoft.com/office/drawing/2014/main" id="{DA042288-370A-30A0-0B6D-94AF09D4EB0E}"/>
              </a:ext>
              <a:ext uri="{C183D7F6-B498-43B3-948B-1728B52AA6E4}">
                <adec:decorative xmlns:adec="http://schemas.microsoft.com/office/drawing/2017/decorative" val="1"/>
              </a:ext>
            </a:extLst>
          </p:cNvPr>
          <p:cNvGrpSpPr/>
          <p:nvPr/>
        </p:nvGrpSpPr>
        <p:grpSpPr>
          <a:xfrm>
            <a:off x="194648" y="2978278"/>
            <a:ext cx="1051560" cy="1046949"/>
            <a:chOff x="194648" y="2978278"/>
            <a:chExt cx="1051560" cy="1046949"/>
          </a:xfrm>
        </p:grpSpPr>
        <p:sp>
          <p:nvSpPr>
            <p:cNvPr id="833" name="Oval 832">
              <a:extLst>
                <a:ext uri="{FF2B5EF4-FFF2-40B4-BE49-F238E27FC236}">
                  <a16:creationId xmlns:a16="http://schemas.microsoft.com/office/drawing/2014/main" id="{2D2132D1-7961-41D8-28A2-3B8D83410C92}"/>
                </a:ext>
              </a:extLst>
            </p:cNvPr>
            <p:cNvSpPr>
              <a:spLocks/>
            </p:cNvSpPr>
            <p:nvPr/>
          </p:nvSpPr>
          <p:spPr>
            <a:xfrm>
              <a:off x="194648" y="2978278"/>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834" name="Group 833">
              <a:extLst>
                <a:ext uri="{FF2B5EF4-FFF2-40B4-BE49-F238E27FC236}">
                  <a16:creationId xmlns:a16="http://schemas.microsoft.com/office/drawing/2014/main" id="{E2BE2D29-A738-4CAC-ECD2-3E10A95607FE}"/>
                </a:ext>
              </a:extLst>
            </p:cNvPr>
            <p:cNvGrpSpPr/>
            <p:nvPr/>
          </p:nvGrpSpPr>
          <p:grpSpPr>
            <a:xfrm>
              <a:off x="381751" y="3155120"/>
              <a:ext cx="677354" cy="728695"/>
              <a:chOff x="409658" y="3075668"/>
              <a:chExt cx="677354" cy="728695"/>
            </a:xfrm>
          </p:grpSpPr>
          <p:grpSp>
            <p:nvGrpSpPr>
              <p:cNvPr id="835" name="Group 834">
                <a:extLst>
                  <a:ext uri="{FF2B5EF4-FFF2-40B4-BE49-F238E27FC236}">
                    <a16:creationId xmlns:a16="http://schemas.microsoft.com/office/drawing/2014/main" id="{C7C9258A-2B62-C93C-709C-9935597BE5C7}"/>
                  </a:ext>
                </a:extLst>
              </p:cNvPr>
              <p:cNvGrpSpPr/>
              <p:nvPr/>
            </p:nvGrpSpPr>
            <p:grpSpPr>
              <a:xfrm>
                <a:off x="409658" y="3075668"/>
                <a:ext cx="677354" cy="545654"/>
                <a:chOff x="2259103" y="3853011"/>
                <a:chExt cx="662273" cy="708849"/>
              </a:xfrm>
            </p:grpSpPr>
            <p:sp>
              <p:nvSpPr>
                <p:cNvPr id="837" name="Freeform: Shape 836">
                  <a:extLst>
                    <a:ext uri="{FF2B5EF4-FFF2-40B4-BE49-F238E27FC236}">
                      <a16:creationId xmlns:a16="http://schemas.microsoft.com/office/drawing/2014/main" id="{96C436FF-A2DE-6CA5-7FCB-C9FDF3561DF2}"/>
                    </a:ext>
                  </a:extLst>
                </p:cNvPr>
                <p:cNvSpPr/>
                <p:nvPr/>
              </p:nvSpPr>
              <p:spPr>
                <a:xfrm>
                  <a:off x="2403406" y="4266967"/>
                  <a:ext cx="406717" cy="234886"/>
                </a:xfrm>
                <a:custGeom>
                  <a:avLst/>
                  <a:gdLst>
                    <a:gd name="connsiteX0" fmla="*/ 406718 w 406717"/>
                    <a:gd name="connsiteY0" fmla="*/ 92202 h 234886"/>
                    <a:gd name="connsiteX1" fmla="*/ 159734 w 406717"/>
                    <a:gd name="connsiteY1" fmla="*/ 234887 h 234886"/>
                    <a:gd name="connsiteX2" fmla="*/ 0 w 406717"/>
                    <a:gd name="connsiteY2" fmla="*/ 142589 h 234886"/>
                    <a:gd name="connsiteX3" fmla="*/ 246793 w 406717"/>
                    <a:gd name="connsiteY3" fmla="*/ 0 h 234886"/>
                    <a:gd name="connsiteX4" fmla="*/ 406718 w 406717"/>
                    <a:gd name="connsiteY4" fmla="*/ 92202 h 234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717" h="234886">
                      <a:moveTo>
                        <a:pt x="406718" y="92202"/>
                      </a:moveTo>
                      <a:lnTo>
                        <a:pt x="159734" y="234887"/>
                      </a:lnTo>
                      <a:lnTo>
                        <a:pt x="0" y="142589"/>
                      </a:lnTo>
                      <a:lnTo>
                        <a:pt x="246793" y="0"/>
                      </a:lnTo>
                      <a:lnTo>
                        <a:pt x="406718" y="92202"/>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38" name="Freeform: Shape 837">
                  <a:extLst>
                    <a:ext uri="{FF2B5EF4-FFF2-40B4-BE49-F238E27FC236}">
                      <a16:creationId xmlns:a16="http://schemas.microsoft.com/office/drawing/2014/main" id="{16B1DC9A-E82F-BDF7-4605-F82B49B63A6A}"/>
                    </a:ext>
                  </a:extLst>
                </p:cNvPr>
                <p:cNvSpPr/>
                <p:nvPr/>
              </p:nvSpPr>
              <p:spPr>
                <a:xfrm>
                  <a:off x="2397596" y="4513379"/>
                  <a:ext cx="761" cy="1523"/>
                </a:xfrm>
                <a:custGeom>
                  <a:avLst/>
                  <a:gdLst>
                    <a:gd name="connsiteX0" fmla="*/ 0 w 761"/>
                    <a:gd name="connsiteY0" fmla="*/ 476 h 1523"/>
                    <a:gd name="connsiteX1" fmla="*/ 762 w 761"/>
                    <a:gd name="connsiteY1" fmla="*/ 0 h 1523"/>
                    <a:gd name="connsiteX2" fmla="*/ 0 w 761"/>
                    <a:gd name="connsiteY2" fmla="*/ 1524 h 1523"/>
                    <a:gd name="connsiteX3" fmla="*/ 0 w 761"/>
                    <a:gd name="connsiteY3" fmla="*/ 476 h 1523"/>
                  </a:gdLst>
                  <a:ahLst/>
                  <a:cxnLst>
                    <a:cxn ang="0">
                      <a:pos x="connsiteX0" y="connsiteY0"/>
                    </a:cxn>
                    <a:cxn ang="0">
                      <a:pos x="connsiteX1" y="connsiteY1"/>
                    </a:cxn>
                    <a:cxn ang="0">
                      <a:pos x="connsiteX2" y="connsiteY2"/>
                    </a:cxn>
                    <a:cxn ang="0">
                      <a:pos x="connsiteX3" y="connsiteY3"/>
                    </a:cxn>
                  </a:cxnLst>
                  <a:rect l="l" t="t" r="r" b="b"/>
                  <a:pathLst>
                    <a:path w="761" h="1523">
                      <a:moveTo>
                        <a:pt x="0" y="476"/>
                      </a:moveTo>
                      <a:lnTo>
                        <a:pt x="762" y="0"/>
                      </a:lnTo>
                      <a:lnTo>
                        <a:pt x="0" y="1524"/>
                      </a:lnTo>
                      <a:lnTo>
                        <a:pt x="0" y="476"/>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39" name="Freeform: Shape 838">
                  <a:extLst>
                    <a:ext uri="{FF2B5EF4-FFF2-40B4-BE49-F238E27FC236}">
                      <a16:creationId xmlns:a16="http://schemas.microsoft.com/office/drawing/2014/main" id="{702AA1AE-421F-546A-5CCE-617CC892BDE6}"/>
                    </a:ext>
                  </a:extLst>
                </p:cNvPr>
                <p:cNvSpPr/>
                <p:nvPr/>
              </p:nvSpPr>
              <p:spPr>
                <a:xfrm>
                  <a:off x="2259103" y="3853011"/>
                  <a:ext cx="662273" cy="376046"/>
                </a:xfrm>
                <a:custGeom>
                  <a:avLst/>
                  <a:gdLst>
                    <a:gd name="connsiteX0" fmla="*/ 662273 w 662273"/>
                    <a:gd name="connsiteY0" fmla="*/ 80010 h 376046"/>
                    <a:gd name="connsiteX1" fmla="*/ 138494 w 662273"/>
                    <a:gd name="connsiteY1" fmla="*/ 376047 h 376046"/>
                    <a:gd name="connsiteX2" fmla="*/ 0 w 662273"/>
                    <a:gd name="connsiteY2" fmla="*/ 296037 h 376046"/>
                    <a:gd name="connsiteX3" fmla="*/ 523780 w 662273"/>
                    <a:gd name="connsiteY3" fmla="*/ 0 h 376046"/>
                    <a:gd name="connsiteX4" fmla="*/ 662273 w 662273"/>
                    <a:gd name="connsiteY4" fmla="*/ 80010 h 376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73" h="376046">
                      <a:moveTo>
                        <a:pt x="662273" y="80010"/>
                      </a:moveTo>
                      <a:lnTo>
                        <a:pt x="138494" y="376047"/>
                      </a:lnTo>
                      <a:lnTo>
                        <a:pt x="0" y="296037"/>
                      </a:lnTo>
                      <a:lnTo>
                        <a:pt x="523780" y="0"/>
                      </a:lnTo>
                      <a:lnTo>
                        <a:pt x="662273" y="80010"/>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0" name="Freeform: Shape 839">
                  <a:extLst>
                    <a:ext uri="{FF2B5EF4-FFF2-40B4-BE49-F238E27FC236}">
                      <a16:creationId xmlns:a16="http://schemas.microsoft.com/office/drawing/2014/main" id="{490F482C-095B-4DFE-E8CD-E9DF0CE10EBF}"/>
                    </a:ext>
                  </a:extLst>
                </p:cNvPr>
                <p:cNvSpPr/>
                <p:nvPr/>
              </p:nvSpPr>
              <p:spPr>
                <a:xfrm>
                  <a:off x="2397596" y="3932925"/>
                  <a:ext cx="523779" cy="628935"/>
                </a:xfrm>
                <a:custGeom>
                  <a:avLst/>
                  <a:gdLst>
                    <a:gd name="connsiteX0" fmla="*/ 523780 w 523779"/>
                    <a:gd name="connsiteY0" fmla="*/ 0 h 628935"/>
                    <a:gd name="connsiteX1" fmla="*/ 523780 w 523779"/>
                    <a:gd name="connsiteY1" fmla="*/ 332994 h 628935"/>
                    <a:gd name="connsiteX2" fmla="*/ 0 w 523779"/>
                    <a:gd name="connsiteY2" fmla="*/ 628936 h 628935"/>
                    <a:gd name="connsiteX3" fmla="*/ 0 w 523779"/>
                    <a:gd name="connsiteY3" fmla="*/ 296132 h 628935"/>
                    <a:gd name="connsiteX4" fmla="*/ 523780 w 523779"/>
                    <a:gd name="connsiteY4" fmla="*/ 0 h 628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779" h="628935">
                      <a:moveTo>
                        <a:pt x="523780" y="0"/>
                      </a:moveTo>
                      <a:lnTo>
                        <a:pt x="523780" y="332994"/>
                      </a:lnTo>
                      <a:lnTo>
                        <a:pt x="0" y="628936"/>
                      </a:lnTo>
                      <a:lnTo>
                        <a:pt x="0" y="296132"/>
                      </a:lnTo>
                      <a:lnTo>
                        <a:pt x="523780" y="0"/>
                      </a:lnTo>
                      <a:close/>
                    </a:path>
                  </a:pathLst>
                </a:custGeom>
                <a:solidFill>
                  <a:srgbClr val="E8EAE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1" name="Freeform: Shape 840">
                  <a:extLst>
                    <a:ext uri="{FF2B5EF4-FFF2-40B4-BE49-F238E27FC236}">
                      <a16:creationId xmlns:a16="http://schemas.microsoft.com/office/drawing/2014/main" id="{945FA637-4B1B-91DA-1937-136B9EE49C25}"/>
                    </a:ext>
                  </a:extLst>
                </p:cNvPr>
                <p:cNvSpPr/>
                <p:nvPr/>
              </p:nvSpPr>
              <p:spPr>
                <a:xfrm>
                  <a:off x="2259103" y="4149047"/>
                  <a:ext cx="138493" cy="412813"/>
                </a:xfrm>
                <a:custGeom>
                  <a:avLst/>
                  <a:gdLst>
                    <a:gd name="connsiteX0" fmla="*/ 138494 w 138493"/>
                    <a:gd name="connsiteY0" fmla="*/ 80010 h 412813"/>
                    <a:gd name="connsiteX1" fmla="*/ 138494 w 138493"/>
                    <a:gd name="connsiteY1" fmla="*/ 412813 h 412813"/>
                    <a:gd name="connsiteX2" fmla="*/ 0 w 138493"/>
                    <a:gd name="connsiteY2" fmla="*/ 332899 h 412813"/>
                    <a:gd name="connsiteX3" fmla="*/ 0 w 138493"/>
                    <a:gd name="connsiteY3" fmla="*/ 0 h 412813"/>
                    <a:gd name="connsiteX4" fmla="*/ 138494 w 138493"/>
                    <a:gd name="connsiteY4" fmla="*/ 80010 h 412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93" h="412813">
                      <a:moveTo>
                        <a:pt x="138494" y="80010"/>
                      </a:moveTo>
                      <a:lnTo>
                        <a:pt x="138494" y="412813"/>
                      </a:lnTo>
                      <a:lnTo>
                        <a:pt x="0" y="332899"/>
                      </a:lnTo>
                      <a:lnTo>
                        <a:pt x="0" y="0"/>
                      </a:lnTo>
                      <a:lnTo>
                        <a:pt x="138494" y="80010"/>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2" name="Freeform: Shape 841">
                  <a:extLst>
                    <a:ext uri="{FF2B5EF4-FFF2-40B4-BE49-F238E27FC236}">
                      <a16:creationId xmlns:a16="http://schemas.microsoft.com/office/drawing/2014/main" id="{00EDDABD-4510-C556-1D18-F2DD486480E2}"/>
                    </a:ext>
                  </a:extLst>
                </p:cNvPr>
                <p:cNvSpPr/>
                <p:nvPr/>
              </p:nvSpPr>
              <p:spPr>
                <a:xfrm>
                  <a:off x="2271866" y="3860440"/>
                  <a:ext cx="636746" cy="361188"/>
                </a:xfrm>
                <a:custGeom>
                  <a:avLst/>
                  <a:gdLst>
                    <a:gd name="connsiteX0" fmla="*/ 636746 w 636746"/>
                    <a:gd name="connsiteY0" fmla="*/ 72581 h 361188"/>
                    <a:gd name="connsiteX1" fmla="*/ 125730 w 636746"/>
                    <a:gd name="connsiteY1" fmla="*/ 361188 h 361188"/>
                    <a:gd name="connsiteX2" fmla="*/ 0 w 636746"/>
                    <a:gd name="connsiteY2" fmla="*/ 288608 h 361188"/>
                    <a:gd name="connsiteX3" fmla="*/ 511016 w 636746"/>
                    <a:gd name="connsiteY3" fmla="*/ 0 h 361188"/>
                    <a:gd name="connsiteX4" fmla="*/ 636746 w 636746"/>
                    <a:gd name="connsiteY4" fmla="*/ 72581 h 361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746" h="361188">
                      <a:moveTo>
                        <a:pt x="636746" y="72581"/>
                      </a:moveTo>
                      <a:lnTo>
                        <a:pt x="125730" y="361188"/>
                      </a:lnTo>
                      <a:lnTo>
                        <a:pt x="0" y="288608"/>
                      </a:lnTo>
                      <a:lnTo>
                        <a:pt x="511016" y="0"/>
                      </a:lnTo>
                      <a:lnTo>
                        <a:pt x="636746" y="72581"/>
                      </a:lnTo>
                      <a:close/>
                    </a:path>
                  </a:pathLst>
                </a:custGeom>
                <a:solidFill>
                  <a:srgbClr val="A6A6A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3" name="Freeform: Shape 842">
                  <a:extLst>
                    <a:ext uri="{FF2B5EF4-FFF2-40B4-BE49-F238E27FC236}">
                      <a16:creationId xmlns:a16="http://schemas.microsoft.com/office/drawing/2014/main" id="{CCFB606D-E762-7CC9-0A3B-45865E2FC70A}"/>
                    </a:ext>
                  </a:extLst>
                </p:cNvPr>
                <p:cNvSpPr/>
                <p:nvPr/>
              </p:nvSpPr>
              <p:spPr>
                <a:xfrm>
                  <a:off x="2292726" y="4223057"/>
                  <a:ext cx="104870" cy="79152"/>
                </a:xfrm>
                <a:custGeom>
                  <a:avLst/>
                  <a:gdLst>
                    <a:gd name="connsiteX0" fmla="*/ 0 w 104870"/>
                    <a:gd name="connsiteY0" fmla="*/ 0 h 79152"/>
                    <a:gd name="connsiteX1" fmla="*/ 0 w 104870"/>
                    <a:gd name="connsiteY1" fmla="*/ 18574 h 79152"/>
                    <a:gd name="connsiteX2" fmla="*/ 104870 w 104870"/>
                    <a:gd name="connsiteY2" fmla="*/ 79153 h 79152"/>
                    <a:gd name="connsiteX3" fmla="*/ 104870 w 104870"/>
                    <a:gd name="connsiteY3" fmla="*/ 60579 h 79152"/>
                    <a:gd name="connsiteX4" fmla="*/ 0 w 104870"/>
                    <a:gd name="connsiteY4" fmla="*/ 0 h 7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152">
                      <a:moveTo>
                        <a:pt x="0" y="0"/>
                      </a:moveTo>
                      <a:lnTo>
                        <a:pt x="0" y="18574"/>
                      </a:lnTo>
                      <a:lnTo>
                        <a:pt x="104870" y="79153"/>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4" name="Freeform: Shape 843">
                  <a:extLst>
                    <a:ext uri="{FF2B5EF4-FFF2-40B4-BE49-F238E27FC236}">
                      <a16:creationId xmlns:a16="http://schemas.microsoft.com/office/drawing/2014/main" id="{E50639AA-45A3-ADE8-553D-13B927B55829}"/>
                    </a:ext>
                  </a:extLst>
                </p:cNvPr>
                <p:cNvSpPr/>
                <p:nvPr/>
              </p:nvSpPr>
              <p:spPr>
                <a:xfrm>
                  <a:off x="2292726" y="4263062"/>
                  <a:ext cx="104870" cy="79152"/>
                </a:xfrm>
                <a:custGeom>
                  <a:avLst/>
                  <a:gdLst>
                    <a:gd name="connsiteX0" fmla="*/ 0 w 104870"/>
                    <a:gd name="connsiteY0" fmla="*/ 0 h 79152"/>
                    <a:gd name="connsiteX1" fmla="*/ 0 w 104870"/>
                    <a:gd name="connsiteY1" fmla="*/ 18574 h 79152"/>
                    <a:gd name="connsiteX2" fmla="*/ 104870 w 104870"/>
                    <a:gd name="connsiteY2" fmla="*/ 79153 h 79152"/>
                    <a:gd name="connsiteX3" fmla="*/ 104870 w 104870"/>
                    <a:gd name="connsiteY3" fmla="*/ 60579 h 79152"/>
                    <a:gd name="connsiteX4" fmla="*/ 0 w 104870"/>
                    <a:gd name="connsiteY4" fmla="*/ 0 h 7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152">
                      <a:moveTo>
                        <a:pt x="0" y="0"/>
                      </a:moveTo>
                      <a:lnTo>
                        <a:pt x="0" y="18574"/>
                      </a:lnTo>
                      <a:lnTo>
                        <a:pt x="104870" y="79153"/>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5" name="Freeform: Shape 844">
                  <a:extLst>
                    <a:ext uri="{FF2B5EF4-FFF2-40B4-BE49-F238E27FC236}">
                      <a16:creationId xmlns:a16="http://schemas.microsoft.com/office/drawing/2014/main" id="{73B1087A-2407-825F-CE3B-FF5B12C51E14}"/>
                    </a:ext>
                  </a:extLst>
                </p:cNvPr>
                <p:cNvSpPr/>
                <p:nvPr/>
              </p:nvSpPr>
              <p:spPr>
                <a:xfrm>
                  <a:off x="2292726" y="4303067"/>
                  <a:ext cx="104870" cy="79152"/>
                </a:xfrm>
                <a:custGeom>
                  <a:avLst/>
                  <a:gdLst>
                    <a:gd name="connsiteX0" fmla="*/ 0 w 104870"/>
                    <a:gd name="connsiteY0" fmla="*/ 0 h 79152"/>
                    <a:gd name="connsiteX1" fmla="*/ 0 w 104870"/>
                    <a:gd name="connsiteY1" fmla="*/ 18574 h 79152"/>
                    <a:gd name="connsiteX2" fmla="*/ 104870 w 104870"/>
                    <a:gd name="connsiteY2" fmla="*/ 79153 h 79152"/>
                    <a:gd name="connsiteX3" fmla="*/ 104870 w 104870"/>
                    <a:gd name="connsiteY3" fmla="*/ 60579 h 79152"/>
                    <a:gd name="connsiteX4" fmla="*/ 0 w 104870"/>
                    <a:gd name="connsiteY4" fmla="*/ 0 h 7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152">
                      <a:moveTo>
                        <a:pt x="0" y="0"/>
                      </a:moveTo>
                      <a:lnTo>
                        <a:pt x="0" y="18574"/>
                      </a:lnTo>
                      <a:lnTo>
                        <a:pt x="104870" y="79153"/>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6" name="Freeform: Shape 845">
                  <a:extLst>
                    <a:ext uri="{FF2B5EF4-FFF2-40B4-BE49-F238E27FC236}">
                      <a16:creationId xmlns:a16="http://schemas.microsoft.com/office/drawing/2014/main" id="{4FA83F75-F3F1-04D9-C898-A992F46D573B}"/>
                    </a:ext>
                  </a:extLst>
                </p:cNvPr>
                <p:cNvSpPr/>
                <p:nvPr/>
              </p:nvSpPr>
              <p:spPr>
                <a:xfrm>
                  <a:off x="2292726" y="4343072"/>
                  <a:ext cx="104870" cy="79152"/>
                </a:xfrm>
                <a:custGeom>
                  <a:avLst/>
                  <a:gdLst>
                    <a:gd name="connsiteX0" fmla="*/ 0 w 104870"/>
                    <a:gd name="connsiteY0" fmla="*/ 0 h 79152"/>
                    <a:gd name="connsiteX1" fmla="*/ 0 w 104870"/>
                    <a:gd name="connsiteY1" fmla="*/ 18574 h 79152"/>
                    <a:gd name="connsiteX2" fmla="*/ 104870 w 104870"/>
                    <a:gd name="connsiteY2" fmla="*/ 79153 h 79152"/>
                    <a:gd name="connsiteX3" fmla="*/ 104870 w 104870"/>
                    <a:gd name="connsiteY3" fmla="*/ 60579 h 79152"/>
                    <a:gd name="connsiteX4" fmla="*/ 0 w 104870"/>
                    <a:gd name="connsiteY4" fmla="*/ 0 h 7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152">
                      <a:moveTo>
                        <a:pt x="0" y="0"/>
                      </a:moveTo>
                      <a:lnTo>
                        <a:pt x="0" y="18574"/>
                      </a:lnTo>
                      <a:lnTo>
                        <a:pt x="104870" y="79153"/>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7" name="Freeform: Shape 846">
                  <a:extLst>
                    <a:ext uri="{FF2B5EF4-FFF2-40B4-BE49-F238E27FC236}">
                      <a16:creationId xmlns:a16="http://schemas.microsoft.com/office/drawing/2014/main" id="{4DBE5494-79A1-9F1D-B4D9-FB5B641929BE}"/>
                    </a:ext>
                  </a:extLst>
                </p:cNvPr>
                <p:cNvSpPr/>
                <p:nvPr/>
              </p:nvSpPr>
              <p:spPr>
                <a:xfrm>
                  <a:off x="2292726" y="4383077"/>
                  <a:ext cx="104870" cy="79152"/>
                </a:xfrm>
                <a:custGeom>
                  <a:avLst/>
                  <a:gdLst>
                    <a:gd name="connsiteX0" fmla="*/ 0 w 104870"/>
                    <a:gd name="connsiteY0" fmla="*/ 0 h 79152"/>
                    <a:gd name="connsiteX1" fmla="*/ 0 w 104870"/>
                    <a:gd name="connsiteY1" fmla="*/ 18574 h 79152"/>
                    <a:gd name="connsiteX2" fmla="*/ 104870 w 104870"/>
                    <a:gd name="connsiteY2" fmla="*/ 79153 h 79152"/>
                    <a:gd name="connsiteX3" fmla="*/ 104870 w 104870"/>
                    <a:gd name="connsiteY3" fmla="*/ 60579 h 79152"/>
                    <a:gd name="connsiteX4" fmla="*/ 0 w 104870"/>
                    <a:gd name="connsiteY4" fmla="*/ 0 h 7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152">
                      <a:moveTo>
                        <a:pt x="0" y="0"/>
                      </a:moveTo>
                      <a:lnTo>
                        <a:pt x="0" y="18574"/>
                      </a:lnTo>
                      <a:lnTo>
                        <a:pt x="104870" y="79153"/>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8" name="Freeform: Shape 847">
                  <a:extLst>
                    <a:ext uri="{FF2B5EF4-FFF2-40B4-BE49-F238E27FC236}">
                      <a16:creationId xmlns:a16="http://schemas.microsoft.com/office/drawing/2014/main" id="{3B445586-BA30-D57D-9D50-F530E416BB85}"/>
                    </a:ext>
                  </a:extLst>
                </p:cNvPr>
                <p:cNvSpPr/>
                <p:nvPr/>
              </p:nvSpPr>
              <p:spPr>
                <a:xfrm>
                  <a:off x="2292726" y="4423082"/>
                  <a:ext cx="104870" cy="79057"/>
                </a:xfrm>
                <a:custGeom>
                  <a:avLst/>
                  <a:gdLst>
                    <a:gd name="connsiteX0" fmla="*/ 0 w 104870"/>
                    <a:gd name="connsiteY0" fmla="*/ 0 h 79057"/>
                    <a:gd name="connsiteX1" fmla="*/ 0 w 104870"/>
                    <a:gd name="connsiteY1" fmla="*/ 18574 h 79057"/>
                    <a:gd name="connsiteX2" fmla="*/ 104870 w 104870"/>
                    <a:gd name="connsiteY2" fmla="*/ 79058 h 79057"/>
                    <a:gd name="connsiteX3" fmla="*/ 104870 w 104870"/>
                    <a:gd name="connsiteY3" fmla="*/ 60579 h 79057"/>
                    <a:gd name="connsiteX4" fmla="*/ 0 w 104870"/>
                    <a:gd name="connsiteY4" fmla="*/ 0 h 79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0" h="79057">
                      <a:moveTo>
                        <a:pt x="0" y="0"/>
                      </a:moveTo>
                      <a:lnTo>
                        <a:pt x="0" y="18574"/>
                      </a:lnTo>
                      <a:lnTo>
                        <a:pt x="104870" y="79058"/>
                      </a:lnTo>
                      <a:lnTo>
                        <a:pt x="104870" y="6057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49" name="Freeform: Shape 848">
                  <a:extLst>
                    <a:ext uri="{FF2B5EF4-FFF2-40B4-BE49-F238E27FC236}">
                      <a16:creationId xmlns:a16="http://schemas.microsoft.com/office/drawing/2014/main" id="{5406C338-95BE-573C-9301-98EDD51ED877}"/>
                    </a:ext>
                  </a:extLst>
                </p:cNvPr>
                <p:cNvSpPr/>
                <p:nvPr/>
              </p:nvSpPr>
              <p:spPr>
                <a:xfrm>
                  <a:off x="2397596" y="3987027"/>
                  <a:ext cx="523779" cy="314610"/>
                </a:xfrm>
                <a:custGeom>
                  <a:avLst/>
                  <a:gdLst>
                    <a:gd name="connsiteX0" fmla="*/ 523780 w 523779"/>
                    <a:gd name="connsiteY0" fmla="*/ 0 h 314610"/>
                    <a:gd name="connsiteX1" fmla="*/ 523780 w 523779"/>
                    <a:gd name="connsiteY1" fmla="*/ 18574 h 314610"/>
                    <a:gd name="connsiteX2" fmla="*/ 340995 w 523779"/>
                    <a:gd name="connsiteY2" fmla="*/ 121539 h 314610"/>
                    <a:gd name="connsiteX3" fmla="*/ 322707 w 523779"/>
                    <a:gd name="connsiteY3" fmla="*/ 131921 h 314610"/>
                    <a:gd name="connsiteX4" fmla="*/ 245745 w 523779"/>
                    <a:gd name="connsiteY4" fmla="*/ 175260 h 314610"/>
                    <a:gd name="connsiteX5" fmla="*/ 69723 w 523779"/>
                    <a:gd name="connsiteY5" fmla="*/ 274320 h 314610"/>
                    <a:gd name="connsiteX6" fmla="*/ 0 w 523779"/>
                    <a:gd name="connsiteY6" fmla="*/ 314611 h 314610"/>
                    <a:gd name="connsiteX7" fmla="*/ 0 w 523779"/>
                    <a:gd name="connsiteY7" fmla="*/ 296037 h 314610"/>
                    <a:gd name="connsiteX8" fmla="*/ 82010 w 523779"/>
                    <a:gd name="connsiteY8" fmla="*/ 248698 h 314610"/>
                    <a:gd name="connsiteX9" fmla="*/ 257461 w 523779"/>
                    <a:gd name="connsiteY9" fmla="*/ 149924 h 314610"/>
                    <a:gd name="connsiteX10" fmla="*/ 334423 w 523779"/>
                    <a:gd name="connsiteY10" fmla="*/ 106680 h 314610"/>
                    <a:gd name="connsiteX11" fmla="*/ 352711 w 523779"/>
                    <a:gd name="connsiteY11" fmla="*/ 96393 h 314610"/>
                    <a:gd name="connsiteX12" fmla="*/ 523780 w 523779"/>
                    <a:gd name="connsiteY12" fmla="*/ 0 h 3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779" h="314610">
                      <a:moveTo>
                        <a:pt x="523780" y="0"/>
                      </a:moveTo>
                      <a:lnTo>
                        <a:pt x="523780" y="18574"/>
                      </a:lnTo>
                      <a:lnTo>
                        <a:pt x="340995" y="121539"/>
                      </a:lnTo>
                      <a:lnTo>
                        <a:pt x="322707" y="131921"/>
                      </a:lnTo>
                      <a:lnTo>
                        <a:pt x="245745" y="175260"/>
                      </a:lnTo>
                      <a:lnTo>
                        <a:pt x="69723" y="274320"/>
                      </a:lnTo>
                      <a:lnTo>
                        <a:pt x="0" y="314611"/>
                      </a:lnTo>
                      <a:lnTo>
                        <a:pt x="0" y="296037"/>
                      </a:lnTo>
                      <a:lnTo>
                        <a:pt x="82010" y="248698"/>
                      </a:lnTo>
                      <a:lnTo>
                        <a:pt x="257461" y="149924"/>
                      </a:lnTo>
                      <a:lnTo>
                        <a:pt x="334423" y="106680"/>
                      </a:lnTo>
                      <a:lnTo>
                        <a:pt x="352711" y="96393"/>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0" name="Freeform: Shape 849">
                  <a:extLst>
                    <a:ext uri="{FF2B5EF4-FFF2-40B4-BE49-F238E27FC236}">
                      <a16:creationId xmlns:a16="http://schemas.microsoft.com/office/drawing/2014/main" id="{AC03488E-63D8-01E5-78F4-DC7FBB2F1718}"/>
                    </a:ext>
                  </a:extLst>
                </p:cNvPr>
                <p:cNvSpPr/>
                <p:nvPr/>
              </p:nvSpPr>
              <p:spPr>
                <a:xfrm>
                  <a:off x="2397596" y="4027032"/>
                  <a:ext cx="523779" cy="314610"/>
                </a:xfrm>
                <a:custGeom>
                  <a:avLst/>
                  <a:gdLst>
                    <a:gd name="connsiteX0" fmla="*/ 523780 w 523779"/>
                    <a:gd name="connsiteY0" fmla="*/ 0 h 314610"/>
                    <a:gd name="connsiteX1" fmla="*/ 523780 w 523779"/>
                    <a:gd name="connsiteY1" fmla="*/ 18574 h 314610"/>
                    <a:gd name="connsiteX2" fmla="*/ 315754 w 523779"/>
                    <a:gd name="connsiteY2" fmla="*/ 135922 h 314610"/>
                    <a:gd name="connsiteX3" fmla="*/ 297466 w 523779"/>
                    <a:gd name="connsiteY3" fmla="*/ 146304 h 314610"/>
                    <a:gd name="connsiteX4" fmla="*/ 220409 w 523779"/>
                    <a:gd name="connsiteY4" fmla="*/ 189738 h 314610"/>
                    <a:gd name="connsiteX5" fmla="*/ 43434 w 523779"/>
                    <a:gd name="connsiteY5" fmla="*/ 289560 h 314610"/>
                    <a:gd name="connsiteX6" fmla="*/ 0 w 523779"/>
                    <a:gd name="connsiteY6" fmla="*/ 314611 h 314610"/>
                    <a:gd name="connsiteX7" fmla="*/ 0 w 523779"/>
                    <a:gd name="connsiteY7" fmla="*/ 296037 h 314610"/>
                    <a:gd name="connsiteX8" fmla="*/ 55626 w 523779"/>
                    <a:gd name="connsiteY8" fmla="*/ 263938 h 314610"/>
                    <a:gd name="connsiteX9" fmla="*/ 232220 w 523779"/>
                    <a:gd name="connsiteY9" fmla="*/ 164401 h 314610"/>
                    <a:gd name="connsiteX10" fmla="*/ 309086 w 523779"/>
                    <a:gd name="connsiteY10" fmla="*/ 121063 h 314610"/>
                    <a:gd name="connsiteX11" fmla="*/ 327470 w 523779"/>
                    <a:gd name="connsiteY11" fmla="*/ 110680 h 314610"/>
                    <a:gd name="connsiteX12" fmla="*/ 523780 w 523779"/>
                    <a:gd name="connsiteY12" fmla="*/ 0 h 3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779" h="314610">
                      <a:moveTo>
                        <a:pt x="523780" y="0"/>
                      </a:moveTo>
                      <a:lnTo>
                        <a:pt x="523780" y="18574"/>
                      </a:lnTo>
                      <a:lnTo>
                        <a:pt x="315754" y="135922"/>
                      </a:lnTo>
                      <a:lnTo>
                        <a:pt x="297466" y="146304"/>
                      </a:lnTo>
                      <a:lnTo>
                        <a:pt x="220409" y="189738"/>
                      </a:lnTo>
                      <a:lnTo>
                        <a:pt x="43434" y="289560"/>
                      </a:lnTo>
                      <a:lnTo>
                        <a:pt x="0" y="314611"/>
                      </a:lnTo>
                      <a:lnTo>
                        <a:pt x="0" y="296037"/>
                      </a:lnTo>
                      <a:lnTo>
                        <a:pt x="55626" y="263938"/>
                      </a:lnTo>
                      <a:lnTo>
                        <a:pt x="232220" y="164401"/>
                      </a:lnTo>
                      <a:lnTo>
                        <a:pt x="309086" y="121063"/>
                      </a:lnTo>
                      <a:lnTo>
                        <a:pt x="327470" y="110680"/>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1" name="Freeform: Shape 850">
                  <a:extLst>
                    <a:ext uri="{FF2B5EF4-FFF2-40B4-BE49-F238E27FC236}">
                      <a16:creationId xmlns:a16="http://schemas.microsoft.com/office/drawing/2014/main" id="{64D7717B-EF62-6D2E-2DD2-C651629DA9E6}"/>
                    </a:ext>
                  </a:extLst>
                </p:cNvPr>
                <p:cNvSpPr/>
                <p:nvPr/>
              </p:nvSpPr>
              <p:spPr>
                <a:xfrm>
                  <a:off x="2397596" y="4066942"/>
                  <a:ext cx="523779" cy="314706"/>
                </a:xfrm>
                <a:custGeom>
                  <a:avLst/>
                  <a:gdLst>
                    <a:gd name="connsiteX0" fmla="*/ 523780 w 523779"/>
                    <a:gd name="connsiteY0" fmla="*/ 0 h 314706"/>
                    <a:gd name="connsiteX1" fmla="*/ 523780 w 523779"/>
                    <a:gd name="connsiteY1" fmla="*/ 18669 h 314706"/>
                    <a:gd name="connsiteX2" fmla="*/ 512064 w 523779"/>
                    <a:gd name="connsiteY2" fmla="*/ 25337 h 314706"/>
                    <a:gd name="connsiteX3" fmla="*/ 290417 w 523779"/>
                    <a:gd name="connsiteY3" fmla="*/ 150495 h 314706"/>
                    <a:gd name="connsiteX4" fmla="*/ 272034 w 523779"/>
                    <a:gd name="connsiteY4" fmla="*/ 160877 h 314706"/>
                    <a:gd name="connsiteX5" fmla="*/ 195072 w 523779"/>
                    <a:gd name="connsiteY5" fmla="*/ 204311 h 314706"/>
                    <a:gd name="connsiteX6" fmla="*/ 16954 w 523779"/>
                    <a:gd name="connsiteY6" fmla="*/ 304895 h 314706"/>
                    <a:gd name="connsiteX7" fmla="*/ 0 w 523779"/>
                    <a:gd name="connsiteY7" fmla="*/ 314706 h 314706"/>
                    <a:gd name="connsiteX8" fmla="*/ 0 w 523779"/>
                    <a:gd name="connsiteY8" fmla="*/ 296132 h 314706"/>
                    <a:gd name="connsiteX9" fmla="*/ 29242 w 523779"/>
                    <a:gd name="connsiteY9" fmla="*/ 279273 h 314706"/>
                    <a:gd name="connsiteX10" fmla="*/ 206883 w 523779"/>
                    <a:gd name="connsiteY10" fmla="*/ 178975 h 314706"/>
                    <a:gd name="connsiteX11" fmla="*/ 283845 w 523779"/>
                    <a:gd name="connsiteY11" fmla="*/ 135541 h 314706"/>
                    <a:gd name="connsiteX12" fmla="*/ 302228 w 523779"/>
                    <a:gd name="connsiteY12" fmla="*/ 125158 h 314706"/>
                    <a:gd name="connsiteX13" fmla="*/ 523780 w 523779"/>
                    <a:gd name="connsiteY13" fmla="*/ 0 h 31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3779" h="314706">
                      <a:moveTo>
                        <a:pt x="523780" y="0"/>
                      </a:moveTo>
                      <a:lnTo>
                        <a:pt x="523780" y="18669"/>
                      </a:lnTo>
                      <a:lnTo>
                        <a:pt x="512064" y="25337"/>
                      </a:lnTo>
                      <a:lnTo>
                        <a:pt x="290417" y="150495"/>
                      </a:lnTo>
                      <a:lnTo>
                        <a:pt x="272034" y="160877"/>
                      </a:lnTo>
                      <a:lnTo>
                        <a:pt x="195072" y="204311"/>
                      </a:lnTo>
                      <a:lnTo>
                        <a:pt x="16954" y="304895"/>
                      </a:lnTo>
                      <a:lnTo>
                        <a:pt x="0" y="314706"/>
                      </a:lnTo>
                      <a:lnTo>
                        <a:pt x="0" y="296132"/>
                      </a:lnTo>
                      <a:lnTo>
                        <a:pt x="29242" y="279273"/>
                      </a:lnTo>
                      <a:lnTo>
                        <a:pt x="206883" y="178975"/>
                      </a:lnTo>
                      <a:lnTo>
                        <a:pt x="283845" y="135541"/>
                      </a:lnTo>
                      <a:lnTo>
                        <a:pt x="302228" y="125158"/>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2" name="Freeform: Shape 851">
                  <a:extLst>
                    <a:ext uri="{FF2B5EF4-FFF2-40B4-BE49-F238E27FC236}">
                      <a16:creationId xmlns:a16="http://schemas.microsoft.com/office/drawing/2014/main" id="{5B830AA3-2332-9C6A-1821-EA151532D661}"/>
                    </a:ext>
                  </a:extLst>
                </p:cNvPr>
                <p:cNvSpPr/>
                <p:nvPr/>
              </p:nvSpPr>
              <p:spPr>
                <a:xfrm>
                  <a:off x="2397596" y="4107042"/>
                  <a:ext cx="523779" cy="314705"/>
                </a:xfrm>
                <a:custGeom>
                  <a:avLst/>
                  <a:gdLst>
                    <a:gd name="connsiteX0" fmla="*/ 523780 w 523779"/>
                    <a:gd name="connsiteY0" fmla="*/ 0 h 314705"/>
                    <a:gd name="connsiteX1" fmla="*/ 523780 w 523779"/>
                    <a:gd name="connsiteY1" fmla="*/ 18574 h 314705"/>
                    <a:gd name="connsiteX2" fmla="*/ 486728 w 523779"/>
                    <a:gd name="connsiteY2" fmla="*/ 39529 h 314705"/>
                    <a:gd name="connsiteX3" fmla="*/ 265176 w 523779"/>
                    <a:gd name="connsiteY3" fmla="*/ 164783 h 314705"/>
                    <a:gd name="connsiteX4" fmla="*/ 246793 w 523779"/>
                    <a:gd name="connsiteY4" fmla="*/ 175165 h 314705"/>
                    <a:gd name="connsiteX5" fmla="*/ 169831 w 523779"/>
                    <a:gd name="connsiteY5" fmla="*/ 218694 h 314705"/>
                    <a:gd name="connsiteX6" fmla="*/ 0 w 523779"/>
                    <a:gd name="connsiteY6" fmla="*/ 314706 h 314705"/>
                    <a:gd name="connsiteX7" fmla="*/ 0 w 523779"/>
                    <a:gd name="connsiteY7" fmla="*/ 296037 h 314705"/>
                    <a:gd name="connsiteX8" fmla="*/ 2857 w 523779"/>
                    <a:gd name="connsiteY8" fmla="*/ 294323 h 314705"/>
                    <a:gd name="connsiteX9" fmla="*/ 181546 w 523779"/>
                    <a:gd name="connsiteY9" fmla="*/ 193453 h 314705"/>
                    <a:gd name="connsiteX10" fmla="*/ 258509 w 523779"/>
                    <a:gd name="connsiteY10" fmla="*/ 149924 h 314705"/>
                    <a:gd name="connsiteX11" fmla="*/ 276892 w 523779"/>
                    <a:gd name="connsiteY11" fmla="*/ 139637 h 314705"/>
                    <a:gd name="connsiteX12" fmla="*/ 276892 w 523779"/>
                    <a:gd name="connsiteY12" fmla="*/ 139541 h 314705"/>
                    <a:gd name="connsiteX13" fmla="*/ 498539 w 523779"/>
                    <a:gd name="connsiteY13" fmla="*/ 14383 h 314705"/>
                    <a:gd name="connsiteX14" fmla="*/ 523780 w 523779"/>
                    <a:gd name="connsiteY14" fmla="*/ 0 h 314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3779" h="314705">
                      <a:moveTo>
                        <a:pt x="523780" y="0"/>
                      </a:moveTo>
                      <a:lnTo>
                        <a:pt x="523780" y="18574"/>
                      </a:lnTo>
                      <a:lnTo>
                        <a:pt x="486728" y="39529"/>
                      </a:lnTo>
                      <a:lnTo>
                        <a:pt x="265176" y="164783"/>
                      </a:lnTo>
                      <a:lnTo>
                        <a:pt x="246793" y="175165"/>
                      </a:lnTo>
                      <a:lnTo>
                        <a:pt x="169831" y="218694"/>
                      </a:lnTo>
                      <a:lnTo>
                        <a:pt x="0" y="314706"/>
                      </a:lnTo>
                      <a:lnTo>
                        <a:pt x="0" y="296037"/>
                      </a:lnTo>
                      <a:lnTo>
                        <a:pt x="2857" y="294323"/>
                      </a:lnTo>
                      <a:lnTo>
                        <a:pt x="181546" y="193453"/>
                      </a:lnTo>
                      <a:lnTo>
                        <a:pt x="258509" y="149924"/>
                      </a:lnTo>
                      <a:lnTo>
                        <a:pt x="276892" y="139637"/>
                      </a:lnTo>
                      <a:lnTo>
                        <a:pt x="276892" y="139541"/>
                      </a:lnTo>
                      <a:lnTo>
                        <a:pt x="498539" y="14383"/>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3" name="Freeform: Shape 852">
                  <a:extLst>
                    <a:ext uri="{FF2B5EF4-FFF2-40B4-BE49-F238E27FC236}">
                      <a16:creationId xmlns:a16="http://schemas.microsoft.com/office/drawing/2014/main" id="{EC5DD343-430D-C29F-7026-93E1587B2C79}"/>
                    </a:ext>
                  </a:extLst>
                </p:cNvPr>
                <p:cNvSpPr/>
                <p:nvPr/>
              </p:nvSpPr>
              <p:spPr>
                <a:xfrm>
                  <a:off x="2397596" y="4147142"/>
                  <a:ext cx="523779" cy="314515"/>
                </a:xfrm>
                <a:custGeom>
                  <a:avLst/>
                  <a:gdLst>
                    <a:gd name="connsiteX0" fmla="*/ 523780 w 523779"/>
                    <a:gd name="connsiteY0" fmla="*/ 0 h 314515"/>
                    <a:gd name="connsiteX1" fmla="*/ 523780 w 523779"/>
                    <a:gd name="connsiteY1" fmla="*/ 18479 h 314515"/>
                    <a:gd name="connsiteX2" fmla="*/ 510159 w 523779"/>
                    <a:gd name="connsiteY2" fmla="*/ 26384 h 314515"/>
                    <a:gd name="connsiteX3" fmla="*/ 461486 w 523779"/>
                    <a:gd name="connsiteY3" fmla="*/ 53816 h 314515"/>
                    <a:gd name="connsiteX4" fmla="*/ 239935 w 523779"/>
                    <a:gd name="connsiteY4" fmla="*/ 178975 h 314515"/>
                    <a:gd name="connsiteX5" fmla="*/ 221456 w 523779"/>
                    <a:gd name="connsiteY5" fmla="*/ 189357 h 314515"/>
                    <a:gd name="connsiteX6" fmla="*/ 144590 w 523779"/>
                    <a:gd name="connsiteY6" fmla="*/ 232791 h 314515"/>
                    <a:gd name="connsiteX7" fmla="*/ 0 w 523779"/>
                    <a:gd name="connsiteY7" fmla="*/ 314516 h 314515"/>
                    <a:gd name="connsiteX8" fmla="*/ 0 w 523779"/>
                    <a:gd name="connsiteY8" fmla="*/ 295942 h 314515"/>
                    <a:gd name="connsiteX9" fmla="*/ 156305 w 523779"/>
                    <a:gd name="connsiteY9" fmla="*/ 207645 h 314515"/>
                    <a:gd name="connsiteX10" fmla="*/ 233267 w 523779"/>
                    <a:gd name="connsiteY10" fmla="*/ 164116 h 314515"/>
                    <a:gd name="connsiteX11" fmla="*/ 251650 w 523779"/>
                    <a:gd name="connsiteY11" fmla="*/ 153734 h 314515"/>
                    <a:gd name="connsiteX12" fmla="*/ 251650 w 523779"/>
                    <a:gd name="connsiteY12" fmla="*/ 153638 h 314515"/>
                    <a:gd name="connsiteX13" fmla="*/ 473297 w 523779"/>
                    <a:gd name="connsiteY13" fmla="*/ 28480 h 314515"/>
                    <a:gd name="connsiteX14" fmla="*/ 473297 w 523779"/>
                    <a:gd name="connsiteY14" fmla="*/ 28385 h 314515"/>
                    <a:gd name="connsiteX15" fmla="*/ 522351 w 523779"/>
                    <a:gd name="connsiteY15" fmla="*/ 762 h 314515"/>
                    <a:gd name="connsiteX16" fmla="*/ 523780 w 523779"/>
                    <a:gd name="connsiteY16" fmla="*/ 0 h 31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23779" h="314515">
                      <a:moveTo>
                        <a:pt x="523780" y="0"/>
                      </a:moveTo>
                      <a:lnTo>
                        <a:pt x="523780" y="18479"/>
                      </a:lnTo>
                      <a:lnTo>
                        <a:pt x="510159" y="26384"/>
                      </a:lnTo>
                      <a:lnTo>
                        <a:pt x="461486" y="53816"/>
                      </a:lnTo>
                      <a:lnTo>
                        <a:pt x="239935" y="178975"/>
                      </a:lnTo>
                      <a:lnTo>
                        <a:pt x="221456" y="189357"/>
                      </a:lnTo>
                      <a:lnTo>
                        <a:pt x="144590" y="232791"/>
                      </a:lnTo>
                      <a:lnTo>
                        <a:pt x="0" y="314516"/>
                      </a:lnTo>
                      <a:lnTo>
                        <a:pt x="0" y="295942"/>
                      </a:lnTo>
                      <a:lnTo>
                        <a:pt x="156305" y="207645"/>
                      </a:lnTo>
                      <a:lnTo>
                        <a:pt x="233267" y="164116"/>
                      </a:lnTo>
                      <a:lnTo>
                        <a:pt x="251650" y="153734"/>
                      </a:lnTo>
                      <a:lnTo>
                        <a:pt x="251650" y="153638"/>
                      </a:lnTo>
                      <a:lnTo>
                        <a:pt x="473297" y="28480"/>
                      </a:lnTo>
                      <a:lnTo>
                        <a:pt x="473297" y="28385"/>
                      </a:lnTo>
                      <a:lnTo>
                        <a:pt x="522351" y="762"/>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4" name="Freeform: Shape 853">
                  <a:extLst>
                    <a:ext uri="{FF2B5EF4-FFF2-40B4-BE49-F238E27FC236}">
                      <a16:creationId xmlns:a16="http://schemas.microsoft.com/office/drawing/2014/main" id="{3E309A04-C925-B322-B746-A92626B36902}"/>
                    </a:ext>
                  </a:extLst>
                </p:cNvPr>
                <p:cNvSpPr/>
                <p:nvPr/>
              </p:nvSpPr>
              <p:spPr>
                <a:xfrm>
                  <a:off x="2397596" y="4187052"/>
                  <a:ext cx="523779" cy="314610"/>
                </a:xfrm>
                <a:custGeom>
                  <a:avLst/>
                  <a:gdLst>
                    <a:gd name="connsiteX0" fmla="*/ 523780 w 523779"/>
                    <a:gd name="connsiteY0" fmla="*/ 0 h 314610"/>
                    <a:gd name="connsiteX1" fmla="*/ 523780 w 523779"/>
                    <a:gd name="connsiteY1" fmla="*/ 18669 h 314610"/>
                    <a:gd name="connsiteX2" fmla="*/ 510540 w 523779"/>
                    <a:gd name="connsiteY2" fmla="*/ 26194 h 314610"/>
                    <a:gd name="connsiteX3" fmla="*/ 483680 w 523779"/>
                    <a:gd name="connsiteY3" fmla="*/ 41720 h 314610"/>
                    <a:gd name="connsiteX4" fmla="*/ 436150 w 523779"/>
                    <a:gd name="connsiteY4" fmla="*/ 68580 h 314610"/>
                    <a:gd name="connsiteX5" fmla="*/ 214598 w 523779"/>
                    <a:gd name="connsiteY5" fmla="*/ 193453 h 314610"/>
                    <a:gd name="connsiteX6" fmla="*/ 196215 w 523779"/>
                    <a:gd name="connsiteY6" fmla="*/ 203835 h 314610"/>
                    <a:gd name="connsiteX7" fmla="*/ 119348 w 523779"/>
                    <a:gd name="connsiteY7" fmla="*/ 247269 h 314610"/>
                    <a:gd name="connsiteX8" fmla="*/ 0 w 523779"/>
                    <a:gd name="connsiteY8" fmla="*/ 314611 h 314610"/>
                    <a:gd name="connsiteX9" fmla="*/ 0 w 523779"/>
                    <a:gd name="connsiteY9" fmla="*/ 296037 h 314610"/>
                    <a:gd name="connsiteX10" fmla="*/ 131064 w 523779"/>
                    <a:gd name="connsiteY10" fmla="*/ 222123 h 314610"/>
                    <a:gd name="connsiteX11" fmla="*/ 208026 w 523779"/>
                    <a:gd name="connsiteY11" fmla="*/ 178689 h 314610"/>
                    <a:gd name="connsiteX12" fmla="*/ 208026 w 523779"/>
                    <a:gd name="connsiteY12" fmla="*/ 178594 h 314610"/>
                    <a:gd name="connsiteX13" fmla="*/ 226409 w 523779"/>
                    <a:gd name="connsiteY13" fmla="*/ 168307 h 314610"/>
                    <a:gd name="connsiteX14" fmla="*/ 226409 w 523779"/>
                    <a:gd name="connsiteY14" fmla="*/ 168212 h 314610"/>
                    <a:gd name="connsiteX15" fmla="*/ 447866 w 523779"/>
                    <a:gd name="connsiteY15" fmla="*/ 43339 h 314610"/>
                    <a:gd name="connsiteX16" fmla="*/ 447866 w 523779"/>
                    <a:gd name="connsiteY16" fmla="*/ 43244 h 314610"/>
                    <a:gd name="connsiteX17" fmla="*/ 495967 w 523779"/>
                    <a:gd name="connsiteY17" fmla="*/ 16097 h 314610"/>
                    <a:gd name="connsiteX18" fmla="*/ 522827 w 523779"/>
                    <a:gd name="connsiteY18" fmla="*/ 572 h 314610"/>
                    <a:gd name="connsiteX19" fmla="*/ 523780 w 523779"/>
                    <a:gd name="connsiteY19" fmla="*/ 0 h 3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3779" h="314610">
                      <a:moveTo>
                        <a:pt x="523780" y="0"/>
                      </a:moveTo>
                      <a:lnTo>
                        <a:pt x="523780" y="18669"/>
                      </a:lnTo>
                      <a:lnTo>
                        <a:pt x="510540" y="26194"/>
                      </a:lnTo>
                      <a:lnTo>
                        <a:pt x="483680" y="41720"/>
                      </a:lnTo>
                      <a:lnTo>
                        <a:pt x="436150" y="68580"/>
                      </a:lnTo>
                      <a:lnTo>
                        <a:pt x="214598" y="193453"/>
                      </a:lnTo>
                      <a:lnTo>
                        <a:pt x="196215" y="203835"/>
                      </a:lnTo>
                      <a:lnTo>
                        <a:pt x="119348" y="247269"/>
                      </a:lnTo>
                      <a:lnTo>
                        <a:pt x="0" y="314611"/>
                      </a:lnTo>
                      <a:lnTo>
                        <a:pt x="0" y="296037"/>
                      </a:lnTo>
                      <a:lnTo>
                        <a:pt x="131064" y="222123"/>
                      </a:lnTo>
                      <a:lnTo>
                        <a:pt x="208026" y="178689"/>
                      </a:lnTo>
                      <a:lnTo>
                        <a:pt x="208026" y="178594"/>
                      </a:lnTo>
                      <a:lnTo>
                        <a:pt x="226409" y="168307"/>
                      </a:lnTo>
                      <a:lnTo>
                        <a:pt x="226409" y="168212"/>
                      </a:lnTo>
                      <a:lnTo>
                        <a:pt x="447866" y="43339"/>
                      </a:lnTo>
                      <a:lnTo>
                        <a:pt x="447866" y="43244"/>
                      </a:lnTo>
                      <a:lnTo>
                        <a:pt x="495967" y="16097"/>
                      </a:lnTo>
                      <a:lnTo>
                        <a:pt x="522827" y="572"/>
                      </a:lnTo>
                      <a:lnTo>
                        <a:pt x="52378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855" name="Graphic 41">
                  <a:extLst>
                    <a:ext uri="{FF2B5EF4-FFF2-40B4-BE49-F238E27FC236}">
                      <a16:creationId xmlns:a16="http://schemas.microsoft.com/office/drawing/2014/main" id="{09681B1C-151C-5988-B79B-7C3B17C1F2F1}"/>
                    </a:ext>
                  </a:extLst>
                </p:cNvPr>
                <p:cNvGrpSpPr/>
                <p:nvPr/>
              </p:nvGrpSpPr>
              <p:grpSpPr>
                <a:xfrm>
                  <a:off x="2331302" y="4097898"/>
                  <a:ext cx="123158" cy="95059"/>
                  <a:chOff x="4920252" y="912074"/>
                  <a:chExt cx="123158" cy="95059"/>
                </a:xfrm>
              </p:grpSpPr>
              <p:sp>
                <p:nvSpPr>
                  <p:cNvPr id="920" name="Freeform: Shape 919">
                    <a:extLst>
                      <a:ext uri="{FF2B5EF4-FFF2-40B4-BE49-F238E27FC236}">
                        <a16:creationId xmlns:a16="http://schemas.microsoft.com/office/drawing/2014/main" id="{AADA22AF-1024-4D2C-6B95-CFB2A12C8669}"/>
                      </a:ext>
                    </a:extLst>
                  </p:cNvPr>
                  <p:cNvSpPr/>
                  <p:nvPr/>
                </p:nvSpPr>
                <p:spPr>
                  <a:xfrm>
                    <a:off x="4968163" y="969510"/>
                    <a:ext cx="36766" cy="21240"/>
                  </a:xfrm>
                  <a:custGeom>
                    <a:avLst/>
                    <a:gdLst>
                      <a:gd name="connsiteX0" fmla="*/ 36766 w 36766"/>
                      <a:gd name="connsiteY0" fmla="*/ 8001 h 21240"/>
                      <a:gd name="connsiteX1" fmla="*/ 14002 w 36766"/>
                      <a:gd name="connsiteY1" fmla="*/ 21241 h 21240"/>
                      <a:gd name="connsiteX2" fmla="*/ 0 w 36766"/>
                      <a:gd name="connsiteY2" fmla="*/ 13144 h 21240"/>
                      <a:gd name="connsiteX3" fmla="*/ 22765 w 36766"/>
                      <a:gd name="connsiteY3" fmla="*/ 0 h 21240"/>
                      <a:gd name="connsiteX4" fmla="*/ 36766 w 36766"/>
                      <a:gd name="connsiteY4" fmla="*/ 8001 h 2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66" h="21240">
                        <a:moveTo>
                          <a:pt x="36766" y="8001"/>
                        </a:moveTo>
                        <a:lnTo>
                          <a:pt x="14002" y="21241"/>
                        </a:lnTo>
                        <a:lnTo>
                          <a:pt x="0" y="13144"/>
                        </a:lnTo>
                        <a:lnTo>
                          <a:pt x="22765" y="0"/>
                        </a:lnTo>
                        <a:lnTo>
                          <a:pt x="36766" y="8001"/>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921" name="Graphic 41">
                    <a:extLst>
                      <a:ext uri="{FF2B5EF4-FFF2-40B4-BE49-F238E27FC236}">
                        <a16:creationId xmlns:a16="http://schemas.microsoft.com/office/drawing/2014/main" id="{65AA13AA-8E1F-745B-E35E-874D889B2511}"/>
                      </a:ext>
                    </a:extLst>
                  </p:cNvPr>
                  <p:cNvGrpSpPr/>
                  <p:nvPr/>
                </p:nvGrpSpPr>
                <p:grpSpPr>
                  <a:xfrm>
                    <a:off x="4920252" y="912074"/>
                    <a:ext cx="123158" cy="95059"/>
                    <a:chOff x="4920252" y="912074"/>
                    <a:chExt cx="123158" cy="95059"/>
                  </a:xfrm>
                </p:grpSpPr>
                <p:grpSp>
                  <p:nvGrpSpPr>
                    <p:cNvPr id="922" name="Graphic 41">
                      <a:extLst>
                        <a:ext uri="{FF2B5EF4-FFF2-40B4-BE49-F238E27FC236}">
                          <a16:creationId xmlns:a16="http://schemas.microsoft.com/office/drawing/2014/main" id="{5F05757C-3C76-5B61-1D79-395C424CE699}"/>
                        </a:ext>
                      </a:extLst>
                    </p:cNvPr>
                    <p:cNvGrpSpPr/>
                    <p:nvPr/>
                  </p:nvGrpSpPr>
                  <p:grpSpPr>
                    <a:xfrm>
                      <a:off x="4977212" y="912074"/>
                      <a:ext cx="66198" cy="62484"/>
                      <a:chOff x="4977212" y="912074"/>
                      <a:chExt cx="66198" cy="62484"/>
                    </a:xfrm>
                  </p:grpSpPr>
                  <p:sp>
                    <p:nvSpPr>
                      <p:cNvPr id="947" name="Freeform: Shape 946">
                        <a:extLst>
                          <a:ext uri="{FF2B5EF4-FFF2-40B4-BE49-F238E27FC236}">
                            <a16:creationId xmlns:a16="http://schemas.microsoft.com/office/drawing/2014/main" id="{4A254A4C-BF3E-FAB6-89DB-27F4C1AD15F8}"/>
                          </a:ext>
                        </a:extLst>
                      </p:cNvPr>
                      <p:cNvSpPr/>
                      <p:nvPr/>
                    </p:nvSpPr>
                    <p:spPr>
                      <a:xfrm>
                        <a:off x="4977212" y="942459"/>
                        <a:ext cx="36766" cy="21240"/>
                      </a:xfrm>
                      <a:custGeom>
                        <a:avLst/>
                        <a:gdLst>
                          <a:gd name="connsiteX0" fmla="*/ 36767 w 36766"/>
                          <a:gd name="connsiteY0" fmla="*/ 8096 h 21240"/>
                          <a:gd name="connsiteX1" fmla="*/ 14002 w 36766"/>
                          <a:gd name="connsiteY1" fmla="*/ 21241 h 21240"/>
                          <a:gd name="connsiteX2" fmla="*/ 0 w 36766"/>
                          <a:gd name="connsiteY2" fmla="*/ 13240 h 21240"/>
                          <a:gd name="connsiteX3" fmla="*/ 22765 w 36766"/>
                          <a:gd name="connsiteY3" fmla="*/ 0 h 21240"/>
                          <a:gd name="connsiteX4" fmla="*/ 36767 w 36766"/>
                          <a:gd name="connsiteY4" fmla="*/ 8096 h 2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66" h="21240">
                            <a:moveTo>
                              <a:pt x="36767" y="8096"/>
                            </a:moveTo>
                            <a:lnTo>
                              <a:pt x="14002" y="21241"/>
                            </a:lnTo>
                            <a:lnTo>
                              <a:pt x="0" y="13240"/>
                            </a:lnTo>
                            <a:lnTo>
                              <a:pt x="22765" y="0"/>
                            </a:lnTo>
                            <a:lnTo>
                              <a:pt x="36767"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48" name="Freeform: Shape 947">
                        <a:extLst>
                          <a:ext uri="{FF2B5EF4-FFF2-40B4-BE49-F238E27FC236}">
                            <a16:creationId xmlns:a16="http://schemas.microsoft.com/office/drawing/2014/main" id="{25246878-24B3-60F0-352F-A23A6C52FA0A}"/>
                          </a:ext>
                        </a:extLst>
                      </p:cNvPr>
                      <p:cNvSpPr/>
                      <p:nvPr/>
                    </p:nvSpPr>
                    <p:spPr>
                      <a:xfrm>
                        <a:off x="4997881" y="953222"/>
                        <a:ext cx="36861" cy="21335"/>
                      </a:xfrm>
                      <a:custGeom>
                        <a:avLst/>
                        <a:gdLst>
                          <a:gd name="connsiteX0" fmla="*/ 36862 w 36861"/>
                          <a:gd name="connsiteY0" fmla="*/ 8096 h 21335"/>
                          <a:gd name="connsiteX1" fmla="*/ 14002 w 36861"/>
                          <a:gd name="connsiteY1" fmla="*/ 21336 h 21335"/>
                          <a:gd name="connsiteX2" fmla="*/ 0 w 36861"/>
                          <a:gd name="connsiteY2" fmla="*/ 13240 h 21335"/>
                          <a:gd name="connsiteX3" fmla="*/ 22860 w 36861"/>
                          <a:gd name="connsiteY3" fmla="*/ 0 h 21335"/>
                          <a:gd name="connsiteX4" fmla="*/ 36862 w 36861"/>
                          <a:gd name="connsiteY4" fmla="*/ 8096 h 2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5">
                            <a:moveTo>
                              <a:pt x="36862" y="8096"/>
                            </a:moveTo>
                            <a:lnTo>
                              <a:pt x="14002" y="21336"/>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949" name="Graphic 41">
                        <a:extLst>
                          <a:ext uri="{FF2B5EF4-FFF2-40B4-BE49-F238E27FC236}">
                            <a16:creationId xmlns:a16="http://schemas.microsoft.com/office/drawing/2014/main" id="{C5055449-5E62-8901-533F-50A9F5B83AD2}"/>
                          </a:ext>
                        </a:extLst>
                      </p:cNvPr>
                      <p:cNvGrpSpPr/>
                      <p:nvPr/>
                    </p:nvGrpSpPr>
                    <p:grpSpPr>
                      <a:xfrm>
                        <a:off x="4997881" y="912074"/>
                        <a:ext cx="26003" cy="40195"/>
                        <a:chOff x="4997881" y="912074"/>
                        <a:chExt cx="26003" cy="40195"/>
                      </a:xfrm>
                    </p:grpSpPr>
                    <p:sp>
                      <p:nvSpPr>
                        <p:cNvPr id="954" name="Freeform: Shape 953">
                          <a:extLst>
                            <a:ext uri="{FF2B5EF4-FFF2-40B4-BE49-F238E27FC236}">
                              <a16:creationId xmlns:a16="http://schemas.microsoft.com/office/drawing/2014/main" id="{E3409740-EE11-F812-FA31-C3DB1C14CFEA}"/>
                            </a:ext>
                          </a:extLst>
                        </p:cNvPr>
                        <p:cNvSpPr/>
                        <p:nvPr/>
                      </p:nvSpPr>
                      <p:spPr>
                        <a:xfrm>
                          <a:off x="4997881" y="912074"/>
                          <a:ext cx="26003" cy="15049"/>
                        </a:xfrm>
                        <a:custGeom>
                          <a:avLst/>
                          <a:gdLst>
                            <a:gd name="connsiteX0" fmla="*/ 26003 w 26003"/>
                            <a:gd name="connsiteY0" fmla="*/ 7525 h 15049"/>
                            <a:gd name="connsiteX1" fmla="*/ 13049 w 26003"/>
                            <a:gd name="connsiteY1" fmla="*/ 15050 h 15049"/>
                            <a:gd name="connsiteX2" fmla="*/ 0 w 26003"/>
                            <a:gd name="connsiteY2" fmla="*/ 7525 h 15049"/>
                            <a:gd name="connsiteX3" fmla="*/ 13049 w 26003"/>
                            <a:gd name="connsiteY3" fmla="*/ 0 h 15049"/>
                            <a:gd name="connsiteX4" fmla="*/ 26003 w 26003"/>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5049">
                              <a:moveTo>
                                <a:pt x="26003" y="7525"/>
                              </a:moveTo>
                              <a:lnTo>
                                <a:pt x="13049" y="15050"/>
                              </a:lnTo>
                              <a:lnTo>
                                <a:pt x="0" y="7525"/>
                              </a:lnTo>
                              <a:lnTo>
                                <a:pt x="13049" y="0"/>
                              </a:lnTo>
                              <a:lnTo>
                                <a:pt x="26003"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55" name="Freeform: Shape 954">
                          <a:extLst>
                            <a:ext uri="{FF2B5EF4-FFF2-40B4-BE49-F238E27FC236}">
                              <a16:creationId xmlns:a16="http://schemas.microsoft.com/office/drawing/2014/main" id="{C745510C-8409-2CD7-AB9B-EF06D89C9C1F}"/>
                            </a:ext>
                          </a:extLst>
                        </p:cNvPr>
                        <p:cNvSpPr/>
                        <p:nvPr/>
                      </p:nvSpPr>
                      <p:spPr>
                        <a:xfrm>
                          <a:off x="5010930" y="919599"/>
                          <a:ext cx="12954" cy="32670"/>
                        </a:xfrm>
                        <a:custGeom>
                          <a:avLst/>
                          <a:gdLst>
                            <a:gd name="connsiteX0" fmla="*/ 0 w 12954"/>
                            <a:gd name="connsiteY0" fmla="*/ 7525 h 32670"/>
                            <a:gd name="connsiteX1" fmla="*/ 0 w 12954"/>
                            <a:gd name="connsiteY1" fmla="*/ 32671 h 32670"/>
                            <a:gd name="connsiteX2" fmla="*/ 12954 w 12954"/>
                            <a:gd name="connsiteY2" fmla="*/ 25146 h 32670"/>
                            <a:gd name="connsiteX3" fmla="*/ 12954 w 12954"/>
                            <a:gd name="connsiteY3" fmla="*/ 0 h 32670"/>
                            <a:gd name="connsiteX4" fmla="*/ 0 w 12954"/>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670">
                              <a:moveTo>
                                <a:pt x="0" y="7525"/>
                              </a:moveTo>
                              <a:lnTo>
                                <a:pt x="0" y="32671"/>
                              </a:lnTo>
                              <a:lnTo>
                                <a:pt x="12954" y="25146"/>
                              </a:lnTo>
                              <a:lnTo>
                                <a:pt x="12954"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56" name="Freeform: Shape 955">
                          <a:extLst>
                            <a:ext uri="{FF2B5EF4-FFF2-40B4-BE49-F238E27FC236}">
                              <a16:creationId xmlns:a16="http://schemas.microsoft.com/office/drawing/2014/main" id="{048270E3-ECEB-00EE-4D13-BEA39F2453AA}"/>
                            </a:ext>
                          </a:extLst>
                        </p:cNvPr>
                        <p:cNvSpPr/>
                        <p:nvPr/>
                      </p:nvSpPr>
                      <p:spPr>
                        <a:xfrm>
                          <a:off x="4997881" y="919599"/>
                          <a:ext cx="13049" cy="32670"/>
                        </a:xfrm>
                        <a:custGeom>
                          <a:avLst/>
                          <a:gdLst>
                            <a:gd name="connsiteX0" fmla="*/ 13049 w 13049"/>
                            <a:gd name="connsiteY0" fmla="*/ 7525 h 32670"/>
                            <a:gd name="connsiteX1" fmla="*/ 13049 w 13049"/>
                            <a:gd name="connsiteY1" fmla="*/ 32671 h 32670"/>
                            <a:gd name="connsiteX2" fmla="*/ 0 w 13049"/>
                            <a:gd name="connsiteY2" fmla="*/ 25146 h 32670"/>
                            <a:gd name="connsiteX3" fmla="*/ 0 w 13049"/>
                            <a:gd name="connsiteY3" fmla="*/ 0 h 32670"/>
                            <a:gd name="connsiteX4" fmla="*/ 13049 w 13049"/>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670">
                              <a:moveTo>
                                <a:pt x="13049" y="7525"/>
                              </a:moveTo>
                              <a:lnTo>
                                <a:pt x="13049" y="32671"/>
                              </a:lnTo>
                              <a:lnTo>
                                <a:pt x="0" y="25146"/>
                              </a:lnTo>
                              <a:lnTo>
                                <a:pt x="0" y="0"/>
                              </a:lnTo>
                              <a:lnTo>
                                <a:pt x="13049"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50" name="Graphic 41">
                        <a:extLst>
                          <a:ext uri="{FF2B5EF4-FFF2-40B4-BE49-F238E27FC236}">
                            <a16:creationId xmlns:a16="http://schemas.microsoft.com/office/drawing/2014/main" id="{0684A754-813D-1930-17C7-9210D1412739}"/>
                          </a:ext>
                        </a:extLst>
                      </p:cNvPr>
                      <p:cNvGrpSpPr/>
                      <p:nvPr/>
                    </p:nvGrpSpPr>
                    <p:grpSpPr>
                      <a:xfrm>
                        <a:off x="5017407" y="923600"/>
                        <a:ext cx="26003" cy="40290"/>
                        <a:chOff x="5017407" y="923600"/>
                        <a:chExt cx="26003" cy="40290"/>
                      </a:xfrm>
                    </p:grpSpPr>
                    <p:sp>
                      <p:nvSpPr>
                        <p:cNvPr id="951" name="Freeform: Shape 950">
                          <a:extLst>
                            <a:ext uri="{FF2B5EF4-FFF2-40B4-BE49-F238E27FC236}">
                              <a16:creationId xmlns:a16="http://schemas.microsoft.com/office/drawing/2014/main" id="{BD107479-A7C4-4340-57CC-F831302810B9}"/>
                            </a:ext>
                          </a:extLst>
                        </p:cNvPr>
                        <p:cNvSpPr/>
                        <p:nvPr/>
                      </p:nvSpPr>
                      <p:spPr>
                        <a:xfrm>
                          <a:off x="5017407" y="923600"/>
                          <a:ext cx="26003" cy="15049"/>
                        </a:xfrm>
                        <a:custGeom>
                          <a:avLst/>
                          <a:gdLst>
                            <a:gd name="connsiteX0" fmla="*/ 26003 w 26003"/>
                            <a:gd name="connsiteY0" fmla="*/ 7525 h 15049"/>
                            <a:gd name="connsiteX1" fmla="*/ 12954 w 26003"/>
                            <a:gd name="connsiteY1" fmla="*/ 15049 h 15049"/>
                            <a:gd name="connsiteX2" fmla="*/ 0 w 26003"/>
                            <a:gd name="connsiteY2" fmla="*/ 7525 h 15049"/>
                            <a:gd name="connsiteX3" fmla="*/ 12954 w 26003"/>
                            <a:gd name="connsiteY3" fmla="*/ 0 h 15049"/>
                            <a:gd name="connsiteX4" fmla="*/ 26003 w 26003"/>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5049">
                              <a:moveTo>
                                <a:pt x="26003" y="7525"/>
                              </a:moveTo>
                              <a:lnTo>
                                <a:pt x="12954" y="15049"/>
                              </a:lnTo>
                              <a:lnTo>
                                <a:pt x="0" y="7525"/>
                              </a:lnTo>
                              <a:lnTo>
                                <a:pt x="12954" y="0"/>
                              </a:lnTo>
                              <a:lnTo>
                                <a:pt x="26003"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52" name="Freeform: Shape 951">
                          <a:extLst>
                            <a:ext uri="{FF2B5EF4-FFF2-40B4-BE49-F238E27FC236}">
                              <a16:creationId xmlns:a16="http://schemas.microsoft.com/office/drawing/2014/main" id="{4F8708D3-D546-A207-7D0B-BC8ABD511FB7}"/>
                            </a:ext>
                          </a:extLst>
                        </p:cNvPr>
                        <p:cNvSpPr/>
                        <p:nvPr/>
                      </p:nvSpPr>
                      <p:spPr>
                        <a:xfrm>
                          <a:off x="5030361" y="931124"/>
                          <a:ext cx="13049" cy="32766"/>
                        </a:xfrm>
                        <a:custGeom>
                          <a:avLst/>
                          <a:gdLst>
                            <a:gd name="connsiteX0" fmla="*/ 0 w 13049"/>
                            <a:gd name="connsiteY0" fmla="*/ 7525 h 32766"/>
                            <a:gd name="connsiteX1" fmla="*/ 0 w 13049"/>
                            <a:gd name="connsiteY1" fmla="*/ 32766 h 32766"/>
                            <a:gd name="connsiteX2" fmla="*/ 13049 w 13049"/>
                            <a:gd name="connsiteY2" fmla="*/ 25241 h 32766"/>
                            <a:gd name="connsiteX3" fmla="*/ 13049 w 13049"/>
                            <a:gd name="connsiteY3" fmla="*/ 0 h 32766"/>
                            <a:gd name="connsiteX4" fmla="*/ 0 w 13049"/>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766">
                              <a:moveTo>
                                <a:pt x="0" y="7525"/>
                              </a:moveTo>
                              <a:lnTo>
                                <a:pt x="0" y="32766"/>
                              </a:lnTo>
                              <a:lnTo>
                                <a:pt x="13049" y="25241"/>
                              </a:lnTo>
                              <a:lnTo>
                                <a:pt x="13049"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53" name="Freeform: Shape 952">
                          <a:extLst>
                            <a:ext uri="{FF2B5EF4-FFF2-40B4-BE49-F238E27FC236}">
                              <a16:creationId xmlns:a16="http://schemas.microsoft.com/office/drawing/2014/main" id="{29B31697-C7FA-F268-1D00-6BD2026EFD6C}"/>
                            </a:ext>
                          </a:extLst>
                        </p:cNvPr>
                        <p:cNvSpPr/>
                        <p:nvPr/>
                      </p:nvSpPr>
                      <p:spPr>
                        <a:xfrm>
                          <a:off x="5017407" y="931124"/>
                          <a:ext cx="12953" cy="32766"/>
                        </a:xfrm>
                        <a:custGeom>
                          <a:avLst/>
                          <a:gdLst>
                            <a:gd name="connsiteX0" fmla="*/ 12954 w 12953"/>
                            <a:gd name="connsiteY0" fmla="*/ 7525 h 32766"/>
                            <a:gd name="connsiteX1" fmla="*/ 12954 w 12953"/>
                            <a:gd name="connsiteY1" fmla="*/ 32766 h 32766"/>
                            <a:gd name="connsiteX2" fmla="*/ 0 w 12953"/>
                            <a:gd name="connsiteY2" fmla="*/ 25241 h 32766"/>
                            <a:gd name="connsiteX3" fmla="*/ 0 w 12953"/>
                            <a:gd name="connsiteY3" fmla="*/ 0 h 32766"/>
                            <a:gd name="connsiteX4" fmla="*/ 12954 w 12953"/>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3" h="32766">
                              <a:moveTo>
                                <a:pt x="12954" y="7525"/>
                              </a:moveTo>
                              <a:lnTo>
                                <a:pt x="12954" y="32766"/>
                              </a:lnTo>
                              <a:lnTo>
                                <a:pt x="0" y="25241"/>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923" name="Graphic 41">
                      <a:extLst>
                        <a:ext uri="{FF2B5EF4-FFF2-40B4-BE49-F238E27FC236}">
                          <a16:creationId xmlns:a16="http://schemas.microsoft.com/office/drawing/2014/main" id="{DDFFF25B-3725-ED74-3AAA-7A0548210C60}"/>
                        </a:ext>
                      </a:extLst>
                    </p:cNvPr>
                    <p:cNvGrpSpPr/>
                    <p:nvPr/>
                  </p:nvGrpSpPr>
                  <p:grpSpPr>
                    <a:xfrm>
                      <a:off x="4986451" y="953603"/>
                      <a:ext cx="34766" cy="29051"/>
                      <a:chOff x="4986451" y="953603"/>
                      <a:chExt cx="34766" cy="29051"/>
                    </a:xfrm>
                  </p:grpSpPr>
                  <p:grpSp>
                    <p:nvGrpSpPr>
                      <p:cNvPr id="935" name="Graphic 41">
                        <a:extLst>
                          <a:ext uri="{FF2B5EF4-FFF2-40B4-BE49-F238E27FC236}">
                            <a16:creationId xmlns:a16="http://schemas.microsoft.com/office/drawing/2014/main" id="{370234E7-4DB4-056D-19F1-10580B6F9249}"/>
                          </a:ext>
                        </a:extLst>
                      </p:cNvPr>
                      <p:cNvGrpSpPr/>
                      <p:nvPr/>
                    </p:nvGrpSpPr>
                    <p:grpSpPr>
                      <a:xfrm>
                        <a:off x="4999405" y="953603"/>
                        <a:ext cx="21812" cy="21431"/>
                        <a:chOff x="4999405" y="953603"/>
                        <a:chExt cx="21812" cy="21431"/>
                      </a:xfrm>
                    </p:grpSpPr>
                    <p:grpSp>
                      <p:nvGrpSpPr>
                        <p:cNvPr id="942" name="Graphic 41">
                          <a:extLst>
                            <a:ext uri="{FF2B5EF4-FFF2-40B4-BE49-F238E27FC236}">
                              <a16:creationId xmlns:a16="http://schemas.microsoft.com/office/drawing/2014/main" id="{6FF3B9D5-5882-5E71-FF34-D0722EF3229D}"/>
                            </a:ext>
                          </a:extLst>
                        </p:cNvPr>
                        <p:cNvGrpSpPr/>
                        <p:nvPr/>
                      </p:nvGrpSpPr>
                      <p:grpSpPr>
                        <a:xfrm>
                          <a:off x="4999405" y="953603"/>
                          <a:ext cx="21812" cy="21431"/>
                          <a:chOff x="4999405" y="953603"/>
                          <a:chExt cx="21812" cy="21431"/>
                        </a:xfrm>
                      </p:grpSpPr>
                      <p:sp>
                        <p:nvSpPr>
                          <p:cNvPr id="944" name="Freeform: Shape 943">
                            <a:extLst>
                              <a:ext uri="{FF2B5EF4-FFF2-40B4-BE49-F238E27FC236}">
                                <a16:creationId xmlns:a16="http://schemas.microsoft.com/office/drawing/2014/main" id="{73B575FA-12C2-B3AE-0605-DC6F1D3D10BF}"/>
                              </a:ext>
                            </a:extLst>
                          </p:cNvPr>
                          <p:cNvSpPr/>
                          <p:nvPr/>
                        </p:nvSpPr>
                        <p:spPr>
                          <a:xfrm>
                            <a:off x="4999405" y="953603"/>
                            <a:ext cx="21812" cy="12572"/>
                          </a:xfrm>
                          <a:custGeom>
                            <a:avLst/>
                            <a:gdLst>
                              <a:gd name="connsiteX0" fmla="*/ 21812 w 21812"/>
                              <a:gd name="connsiteY0" fmla="*/ 6286 h 12572"/>
                              <a:gd name="connsiteX1" fmla="*/ 10859 w 21812"/>
                              <a:gd name="connsiteY1" fmla="*/ 12573 h 12572"/>
                              <a:gd name="connsiteX2" fmla="*/ 0 w 21812"/>
                              <a:gd name="connsiteY2" fmla="*/ 6286 h 12572"/>
                              <a:gd name="connsiteX3" fmla="*/ 10859 w 21812"/>
                              <a:gd name="connsiteY3" fmla="*/ 0 h 12572"/>
                              <a:gd name="connsiteX4" fmla="*/ 21812 w 21812"/>
                              <a:gd name="connsiteY4" fmla="*/ 6286 h 1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12572">
                                <a:moveTo>
                                  <a:pt x="21812" y="6286"/>
                                </a:moveTo>
                                <a:lnTo>
                                  <a:pt x="10859" y="12573"/>
                                </a:lnTo>
                                <a:lnTo>
                                  <a:pt x="0" y="6286"/>
                                </a:lnTo>
                                <a:lnTo>
                                  <a:pt x="10859" y="0"/>
                                </a:lnTo>
                                <a:lnTo>
                                  <a:pt x="21812" y="6286"/>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45" name="Freeform: Shape 944">
                            <a:extLst>
                              <a:ext uri="{FF2B5EF4-FFF2-40B4-BE49-F238E27FC236}">
                                <a16:creationId xmlns:a16="http://schemas.microsoft.com/office/drawing/2014/main" id="{FF536447-0F76-D662-6AD3-708236C0605C}"/>
                              </a:ext>
                            </a:extLst>
                          </p:cNvPr>
                          <p:cNvSpPr/>
                          <p:nvPr/>
                        </p:nvSpPr>
                        <p:spPr>
                          <a:xfrm>
                            <a:off x="5010264" y="959890"/>
                            <a:ext cx="10953" cy="15144"/>
                          </a:xfrm>
                          <a:custGeom>
                            <a:avLst/>
                            <a:gdLst>
                              <a:gd name="connsiteX0" fmla="*/ 0 w 10953"/>
                              <a:gd name="connsiteY0" fmla="*/ 6286 h 15144"/>
                              <a:gd name="connsiteX1" fmla="*/ 0 w 10953"/>
                              <a:gd name="connsiteY1" fmla="*/ 15145 h 15144"/>
                              <a:gd name="connsiteX2" fmla="*/ 10954 w 10953"/>
                              <a:gd name="connsiteY2" fmla="*/ 8858 h 15144"/>
                              <a:gd name="connsiteX3" fmla="*/ 10954 w 10953"/>
                              <a:gd name="connsiteY3" fmla="*/ 0 h 15144"/>
                              <a:gd name="connsiteX4" fmla="*/ 0 w 10953"/>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 h="15144">
                                <a:moveTo>
                                  <a:pt x="0" y="6286"/>
                                </a:moveTo>
                                <a:lnTo>
                                  <a:pt x="0" y="15145"/>
                                </a:lnTo>
                                <a:lnTo>
                                  <a:pt x="10954" y="8858"/>
                                </a:lnTo>
                                <a:lnTo>
                                  <a:pt x="10954" y="0"/>
                                </a:lnTo>
                                <a:lnTo>
                                  <a:pt x="0" y="6286"/>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46" name="Freeform: Shape 945">
                            <a:extLst>
                              <a:ext uri="{FF2B5EF4-FFF2-40B4-BE49-F238E27FC236}">
                                <a16:creationId xmlns:a16="http://schemas.microsoft.com/office/drawing/2014/main" id="{91892C26-2302-FB3B-D0A5-91FDA42CB903}"/>
                              </a:ext>
                            </a:extLst>
                          </p:cNvPr>
                          <p:cNvSpPr/>
                          <p:nvPr/>
                        </p:nvSpPr>
                        <p:spPr>
                          <a:xfrm>
                            <a:off x="4999405" y="959890"/>
                            <a:ext cx="10858" cy="15144"/>
                          </a:xfrm>
                          <a:custGeom>
                            <a:avLst/>
                            <a:gdLst>
                              <a:gd name="connsiteX0" fmla="*/ 10859 w 10858"/>
                              <a:gd name="connsiteY0" fmla="*/ 6286 h 15144"/>
                              <a:gd name="connsiteX1" fmla="*/ 10859 w 10858"/>
                              <a:gd name="connsiteY1" fmla="*/ 15145 h 15144"/>
                              <a:gd name="connsiteX2" fmla="*/ 0 w 10858"/>
                              <a:gd name="connsiteY2" fmla="*/ 8858 h 15144"/>
                              <a:gd name="connsiteX3" fmla="*/ 0 w 10858"/>
                              <a:gd name="connsiteY3" fmla="*/ 0 h 15144"/>
                              <a:gd name="connsiteX4" fmla="*/ 10859 w 10858"/>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5144">
                                <a:moveTo>
                                  <a:pt x="10859" y="6286"/>
                                </a:moveTo>
                                <a:lnTo>
                                  <a:pt x="10859" y="15145"/>
                                </a:lnTo>
                                <a:lnTo>
                                  <a:pt x="0" y="8858"/>
                                </a:lnTo>
                                <a:lnTo>
                                  <a:pt x="0" y="0"/>
                                </a:lnTo>
                                <a:lnTo>
                                  <a:pt x="10859" y="6286"/>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943" name="Freeform: Shape 942">
                          <a:extLst>
                            <a:ext uri="{FF2B5EF4-FFF2-40B4-BE49-F238E27FC236}">
                              <a16:creationId xmlns:a16="http://schemas.microsoft.com/office/drawing/2014/main" id="{E8844621-4C09-C513-826F-8AC7240BFBD0}"/>
                            </a:ext>
                          </a:extLst>
                        </p:cNvPr>
                        <p:cNvSpPr/>
                        <p:nvPr/>
                      </p:nvSpPr>
                      <p:spPr>
                        <a:xfrm>
                          <a:off x="5011311" y="966048"/>
                          <a:ext cx="4476" cy="5834"/>
                        </a:xfrm>
                        <a:custGeom>
                          <a:avLst/>
                          <a:gdLst>
                            <a:gd name="connsiteX0" fmla="*/ 4477 w 4476"/>
                            <a:gd name="connsiteY0" fmla="*/ 1652 h 5834"/>
                            <a:gd name="connsiteX1" fmla="*/ 2191 w 4476"/>
                            <a:gd name="connsiteY1" fmla="*/ 5558 h 5834"/>
                            <a:gd name="connsiteX2" fmla="*/ 0 w 4476"/>
                            <a:gd name="connsiteY2" fmla="*/ 4224 h 5834"/>
                            <a:gd name="connsiteX3" fmla="*/ 2191 w 4476"/>
                            <a:gd name="connsiteY3" fmla="*/ 319 h 5834"/>
                            <a:gd name="connsiteX4" fmla="*/ 4477 w 4476"/>
                            <a:gd name="connsiteY4" fmla="*/ 1652 h 5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 h="5834">
                              <a:moveTo>
                                <a:pt x="4477" y="1652"/>
                              </a:moveTo>
                              <a:cubicBezTo>
                                <a:pt x="4477" y="3081"/>
                                <a:pt x="3429" y="4796"/>
                                <a:pt x="2191" y="5558"/>
                              </a:cubicBezTo>
                              <a:cubicBezTo>
                                <a:pt x="953" y="6224"/>
                                <a:pt x="0" y="5653"/>
                                <a:pt x="0" y="4224"/>
                              </a:cubicBezTo>
                              <a:cubicBezTo>
                                <a:pt x="0" y="2795"/>
                                <a:pt x="953" y="1081"/>
                                <a:pt x="2191" y="319"/>
                              </a:cubicBezTo>
                              <a:cubicBezTo>
                                <a:pt x="3429" y="-443"/>
                                <a:pt x="4477" y="224"/>
                                <a:pt x="4477" y="1652"/>
                              </a:cubicBezTo>
                              <a:close/>
                            </a:path>
                          </a:pathLst>
                        </a:custGeom>
                        <a:solidFill>
                          <a:srgbClr val="9495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36" name="Graphic 41">
                        <a:extLst>
                          <a:ext uri="{FF2B5EF4-FFF2-40B4-BE49-F238E27FC236}">
                            <a16:creationId xmlns:a16="http://schemas.microsoft.com/office/drawing/2014/main" id="{01A90E28-7CAA-0D10-7EB3-70412E80ACDC}"/>
                          </a:ext>
                        </a:extLst>
                      </p:cNvPr>
                      <p:cNvGrpSpPr/>
                      <p:nvPr/>
                    </p:nvGrpSpPr>
                    <p:grpSpPr>
                      <a:xfrm>
                        <a:off x="4986451" y="961223"/>
                        <a:ext cx="21812" cy="21431"/>
                        <a:chOff x="4986451" y="961223"/>
                        <a:chExt cx="21812" cy="21431"/>
                      </a:xfrm>
                    </p:grpSpPr>
                    <p:grpSp>
                      <p:nvGrpSpPr>
                        <p:cNvPr id="937" name="Graphic 41">
                          <a:extLst>
                            <a:ext uri="{FF2B5EF4-FFF2-40B4-BE49-F238E27FC236}">
                              <a16:creationId xmlns:a16="http://schemas.microsoft.com/office/drawing/2014/main" id="{9CDC3DA2-625B-8028-9BCE-F38E71F25411}"/>
                            </a:ext>
                          </a:extLst>
                        </p:cNvPr>
                        <p:cNvGrpSpPr/>
                        <p:nvPr/>
                      </p:nvGrpSpPr>
                      <p:grpSpPr>
                        <a:xfrm>
                          <a:off x="4986451" y="961223"/>
                          <a:ext cx="21812" cy="21431"/>
                          <a:chOff x="4986451" y="961223"/>
                          <a:chExt cx="21812" cy="21431"/>
                        </a:xfrm>
                      </p:grpSpPr>
                      <p:sp>
                        <p:nvSpPr>
                          <p:cNvPr id="939" name="Freeform: Shape 938">
                            <a:extLst>
                              <a:ext uri="{FF2B5EF4-FFF2-40B4-BE49-F238E27FC236}">
                                <a16:creationId xmlns:a16="http://schemas.microsoft.com/office/drawing/2014/main" id="{F2A45485-7BE0-6A63-AAA6-0F384D6BD7E5}"/>
                              </a:ext>
                            </a:extLst>
                          </p:cNvPr>
                          <p:cNvSpPr/>
                          <p:nvPr/>
                        </p:nvSpPr>
                        <p:spPr>
                          <a:xfrm>
                            <a:off x="4986451" y="961223"/>
                            <a:ext cx="21812" cy="12572"/>
                          </a:xfrm>
                          <a:custGeom>
                            <a:avLst/>
                            <a:gdLst>
                              <a:gd name="connsiteX0" fmla="*/ 21812 w 21812"/>
                              <a:gd name="connsiteY0" fmla="*/ 6286 h 12572"/>
                              <a:gd name="connsiteX1" fmla="*/ 10954 w 21812"/>
                              <a:gd name="connsiteY1" fmla="*/ 12573 h 12572"/>
                              <a:gd name="connsiteX2" fmla="*/ 0 w 21812"/>
                              <a:gd name="connsiteY2" fmla="*/ 6286 h 12572"/>
                              <a:gd name="connsiteX3" fmla="*/ 10954 w 21812"/>
                              <a:gd name="connsiteY3" fmla="*/ 0 h 12572"/>
                              <a:gd name="connsiteX4" fmla="*/ 21812 w 21812"/>
                              <a:gd name="connsiteY4" fmla="*/ 6286 h 1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12572">
                                <a:moveTo>
                                  <a:pt x="21812" y="6286"/>
                                </a:moveTo>
                                <a:lnTo>
                                  <a:pt x="10954" y="12573"/>
                                </a:lnTo>
                                <a:lnTo>
                                  <a:pt x="0" y="6286"/>
                                </a:lnTo>
                                <a:lnTo>
                                  <a:pt x="10954" y="0"/>
                                </a:lnTo>
                                <a:lnTo>
                                  <a:pt x="21812" y="6286"/>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40" name="Freeform: Shape 939">
                            <a:extLst>
                              <a:ext uri="{FF2B5EF4-FFF2-40B4-BE49-F238E27FC236}">
                                <a16:creationId xmlns:a16="http://schemas.microsoft.com/office/drawing/2014/main" id="{3301FC1D-8C6B-A81C-2981-29E6019B34BA}"/>
                              </a:ext>
                            </a:extLst>
                          </p:cNvPr>
                          <p:cNvSpPr/>
                          <p:nvPr/>
                        </p:nvSpPr>
                        <p:spPr>
                          <a:xfrm>
                            <a:off x="4997405" y="967510"/>
                            <a:ext cx="10858" cy="15144"/>
                          </a:xfrm>
                          <a:custGeom>
                            <a:avLst/>
                            <a:gdLst>
                              <a:gd name="connsiteX0" fmla="*/ 0 w 10858"/>
                              <a:gd name="connsiteY0" fmla="*/ 6286 h 15144"/>
                              <a:gd name="connsiteX1" fmla="*/ 0 w 10858"/>
                              <a:gd name="connsiteY1" fmla="*/ 15145 h 15144"/>
                              <a:gd name="connsiteX2" fmla="*/ 10858 w 10858"/>
                              <a:gd name="connsiteY2" fmla="*/ 8858 h 15144"/>
                              <a:gd name="connsiteX3" fmla="*/ 10858 w 10858"/>
                              <a:gd name="connsiteY3" fmla="*/ 0 h 15144"/>
                              <a:gd name="connsiteX4" fmla="*/ 0 w 10858"/>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5144">
                                <a:moveTo>
                                  <a:pt x="0" y="6286"/>
                                </a:moveTo>
                                <a:lnTo>
                                  <a:pt x="0" y="15145"/>
                                </a:lnTo>
                                <a:lnTo>
                                  <a:pt x="10858" y="8858"/>
                                </a:lnTo>
                                <a:lnTo>
                                  <a:pt x="10858" y="0"/>
                                </a:lnTo>
                                <a:lnTo>
                                  <a:pt x="0" y="6286"/>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41" name="Freeform: Shape 940">
                            <a:extLst>
                              <a:ext uri="{FF2B5EF4-FFF2-40B4-BE49-F238E27FC236}">
                                <a16:creationId xmlns:a16="http://schemas.microsoft.com/office/drawing/2014/main" id="{A4EFE1A8-1E40-77BA-0059-74596A6753B2}"/>
                              </a:ext>
                            </a:extLst>
                          </p:cNvPr>
                          <p:cNvSpPr/>
                          <p:nvPr/>
                        </p:nvSpPr>
                        <p:spPr>
                          <a:xfrm>
                            <a:off x="4986451" y="967510"/>
                            <a:ext cx="10953" cy="15144"/>
                          </a:xfrm>
                          <a:custGeom>
                            <a:avLst/>
                            <a:gdLst>
                              <a:gd name="connsiteX0" fmla="*/ 10954 w 10953"/>
                              <a:gd name="connsiteY0" fmla="*/ 6286 h 15144"/>
                              <a:gd name="connsiteX1" fmla="*/ 10954 w 10953"/>
                              <a:gd name="connsiteY1" fmla="*/ 15145 h 15144"/>
                              <a:gd name="connsiteX2" fmla="*/ 0 w 10953"/>
                              <a:gd name="connsiteY2" fmla="*/ 8858 h 15144"/>
                              <a:gd name="connsiteX3" fmla="*/ 0 w 10953"/>
                              <a:gd name="connsiteY3" fmla="*/ 0 h 15144"/>
                              <a:gd name="connsiteX4" fmla="*/ 10954 w 10953"/>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 h="15144">
                                <a:moveTo>
                                  <a:pt x="10954" y="6286"/>
                                </a:moveTo>
                                <a:lnTo>
                                  <a:pt x="10954" y="15145"/>
                                </a:lnTo>
                                <a:lnTo>
                                  <a:pt x="0" y="8858"/>
                                </a:lnTo>
                                <a:lnTo>
                                  <a:pt x="0" y="0"/>
                                </a:lnTo>
                                <a:lnTo>
                                  <a:pt x="10954" y="6286"/>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938" name="Freeform: Shape 937">
                          <a:extLst>
                            <a:ext uri="{FF2B5EF4-FFF2-40B4-BE49-F238E27FC236}">
                              <a16:creationId xmlns:a16="http://schemas.microsoft.com/office/drawing/2014/main" id="{8BE2C51F-232C-E5D7-A56D-B68DF7F8E945}"/>
                            </a:ext>
                          </a:extLst>
                        </p:cNvPr>
                        <p:cNvSpPr/>
                        <p:nvPr/>
                      </p:nvSpPr>
                      <p:spPr>
                        <a:xfrm>
                          <a:off x="4998453" y="973710"/>
                          <a:ext cx="4381" cy="5834"/>
                        </a:xfrm>
                        <a:custGeom>
                          <a:avLst/>
                          <a:gdLst>
                            <a:gd name="connsiteX0" fmla="*/ 4381 w 4381"/>
                            <a:gd name="connsiteY0" fmla="*/ 1706 h 5834"/>
                            <a:gd name="connsiteX1" fmla="*/ 2191 w 4381"/>
                            <a:gd name="connsiteY1" fmla="*/ 5516 h 5834"/>
                            <a:gd name="connsiteX2" fmla="*/ 0 w 4381"/>
                            <a:gd name="connsiteY2" fmla="*/ 4182 h 5834"/>
                            <a:gd name="connsiteX3" fmla="*/ 2191 w 4381"/>
                            <a:gd name="connsiteY3" fmla="*/ 277 h 5834"/>
                            <a:gd name="connsiteX4" fmla="*/ 4381 w 4381"/>
                            <a:gd name="connsiteY4" fmla="*/ 1611 h 5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1" h="5834">
                              <a:moveTo>
                                <a:pt x="4381" y="1706"/>
                              </a:moveTo>
                              <a:cubicBezTo>
                                <a:pt x="4381" y="3135"/>
                                <a:pt x="3429" y="4849"/>
                                <a:pt x="2191" y="5516"/>
                              </a:cubicBezTo>
                              <a:cubicBezTo>
                                <a:pt x="952" y="6278"/>
                                <a:pt x="0" y="5611"/>
                                <a:pt x="0" y="4182"/>
                              </a:cubicBezTo>
                              <a:cubicBezTo>
                                <a:pt x="0" y="2754"/>
                                <a:pt x="1048" y="1039"/>
                                <a:pt x="2191" y="277"/>
                              </a:cubicBezTo>
                              <a:cubicBezTo>
                                <a:pt x="3429" y="-390"/>
                                <a:pt x="4381" y="182"/>
                                <a:pt x="4381" y="1611"/>
                              </a:cubicBezTo>
                              <a:close/>
                            </a:path>
                          </a:pathLst>
                        </a:custGeom>
                        <a:solidFill>
                          <a:srgbClr val="9495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924" name="Graphic 41">
                      <a:extLst>
                        <a:ext uri="{FF2B5EF4-FFF2-40B4-BE49-F238E27FC236}">
                          <a16:creationId xmlns:a16="http://schemas.microsoft.com/office/drawing/2014/main" id="{9A1D5AEE-C57D-E6F2-6AD6-35C8098135D6}"/>
                        </a:ext>
                      </a:extLst>
                    </p:cNvPr>
                    <p:cNvGrpSpPr/>
                    <p:nvPr/>
                  </p:nvGrpSpPr>
                  <p:grpSpPr>
                    <a:xfrm>
                      <a:off x="4920252" y="944745"/>
                      <a:ext cx="66294" cy="62388"/>
                      <a:chOff x="4920252" y="944745"/>
                      <a:chExt cx="66294" cy="62388"/>
                    </a:xfrm>
                  </p:grpSpPr>
                  <p:sp>
                    <p:nvSpPr>
                      <p:cNvPr id="925" name="Freeform: Shape 924">
                        <a:extLst>
                          <a:ext uri="{FF2B5EF4-FFF2-40B4-BE49-F238E27FC236}">
                            <a16:creationId xmlns:a16="http://schemas.microsoft.com/office/drawing/2014/main" id="{40DD301C-BE2C-F177-9DC7-24F67A28FE3F}"/>
                          </a:ext>
                        </a:extLst>
                      </p:cNvPr>
                      <p:cNvSpPr/>
                      <p:nvPr/>
                    </p:nvSpPr>
                    <p:spPr>
                      <a:xfrm>
                        <a:off x="4920252" y="975034"/>
                        <a:ext cx="36861" cy="21336"/>
                      </a:xfrm>
                      <a:custGeom>
                        <a:avLst/>
                        <a:gdLst>
                          <a:gd name="connsiteX0" fmla="*/ 36862 w 36861"/>
                          <a:gd name="connsiteY0" fmla="*/ 8096 h 21336"/>
                          <a:gd name="connsiteX1" fmla="*/ 14002 w 36861"/>
                          <a:gd name="connsiteY1" fmla="*/ 21336 h 21336"/>
                          <a:gd name="connsiteX2" fmla="*/ 0 w 36861"/>
                          <a:gd name="connsiteY2" fmla="*/ 13240 h 21336"/>
                          <a:gd name="connsiteX3" fmla="*/ 22860 w 36861"/>
                          <a:gd name="connsiteY3" fmla="*/ 0 h 21336"/>
                          <a:gd name="connsiteX4" fmla="*/ 36862 w 36861"/>
                          <a:gd name="connsiteY4" fmla="*/ 8096 h 2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6">
                            <a:moveTo>
                              <a:pt x="36862" y="8096"/>
                            </a:moveTo>
                            <a:lnTo>
                              <a:pt x="14002" y="21336"/>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26" name="Freeform: Shape 925">
                        <a:extLst>
                          <a:ext uri="{FF2B5EF4-FFF2-40B4-BE49-F238E27FC236}">
                            <a16:creationId xmlns:a16="http://schemas.microsoft.com/office/drawing/2014/main" id="{F68B9571-80DE-528F-4434-D68B6F28F904}"/>
                          </a:ext>
                        </a:extLst>
                      </p:cNvPr>
                      <p:cNvSpPr/>
                      <p:nvPr/>
                    </p:nvSpPr>
                    <p:spPr>
                      <a:xfrm>
                        <a:off x="4941017" y="985798"/>
                        <a:ext cx="36861" cy="21335"/>
                      </a:xfrm>
                      <a:custGeom>
                        <a:avLst/>
                        <a:gdLst>
                          <a:gd name="connsiteX0" fmla="*/ 36862 w 36861"/>
                          <a:gd name="connsiteY0" fmla="*/ 8096 h 21335"/>
                          <a:gd name="connsiteX1" fmla="*/ 14002 w 36861"/>
                          <a:gd name="connsiteY1" fmla="*/ 21336 h 21335"/>
                          <a:gd name="connsiteX2" fmla="*/ 0 w 36861"/>
                          <a:gd name="connsiteY2" fmla="*/ 13240 h 21335"/>
                          <a:gd name="connsiteX3" fmla="*/ 22860 w 36861"/>
                          <a:gd name="connsiteY3" fmla="*/ 0 h 21335"/>
                          <a:gd name="connsiteX4" fmla="*/ 36862 w 36861"/>
                          <a:gd name="connsiteY4" fmla="*/ 8096 h 2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5">
                            <a:moveTo>
                              <a:pt x="36862" y="8096"/>
                            </a:moveTo>
                            <a:lnTo>
                              <a:pt x="14002" y="21336"/>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927" name="Graphic 41">
                        <a:extLst>
                          <a:ext uri="{FF2B5EF4-FFF2-40B4-BE49-F238E27FC236}">
                            <a16:creationId xmlns:a16="http://schemas.microsoft.com/office/drawing/2014/main" id="{66B344DB-6BA1-AC36-2E39-8033A0080DAA}"/>
                          </a:ext>
                        </a:extLst>
                      </p:cNvPr>
                      <p:cNvGrpSpPr/>
                      <p:nvPr/>
                    </p:nvGrpSpPr>
                    <p:grpSpPr>
                      <a:xfrm>
                        <a:off x="4941017" y="944745"/>
                        <a:ext cx="26003" cy="40195"/>
                        <a:chOff x="4941017" y="944745"/>
                        <a:chExt cx="26003" cy="40195"/>
                      </a:xfrm>
                    </p:grpSpPr>
                    <p:sp>
                      <p:nvSpPr>
                        <p:cNvPr id="932" name="Freeform: Shape 931">
                          <a:extLst>
                            <a:ext uri="{FF2B5EF4-FFF2-40B4-BE49-F238E27FC236}">
                              <a16:creationId xmlns:a16="http://schemas.microsoft.com/office/drawing/2014/main" id="{F71E5BC8-AD8C-76F6-E7E1-29BC1DEF8D03}"/>
                            </a:ext>
                          </a:extLst>
                        </p:cNvPr>
                        <p:cNvSpPr/>
                        <p:nvPr/>
                      </p:nvSpPr>
                      <p:spPr>
                        <a:xfrm>
                          <a:off x="4941017" y="944745"/>
                          <a:ext cx="26003" cy="14954"/>
                        </a:xfrm>
                        <a:custGeom>
                          <a:avLst/>
                          <a:gdLst>
                            <a:gd name="connsiteX0" fmla="*/ 26003 w 26003"/>
                            <a:gd name="connsiteY0" fmla="*/ 7430 h 14954"/>
                            <a:gd name="connsiteX1" fmla="*/ 12954 w 26003"/>
                            <a:gd name="connsiteY1" fmla="*/ 14954 h 14954"/>
                            <a:gd name="connsiteX2" fmla="*/ 0 w 26003"/>
                            <a:gd name="connsiteY2" fmla="*/ 7430 h 14954"/>
                            <a:gd name="connsiteX3" fmla="*/ 12954 w 26003"/>
                            <a:gd name="connsiteY3" fmla="*/ 0 h 14954"/>
                            <a:gd name="connsiteX4" fmla="*/ 26003 w 26003"/>
                            <a:gd name="connsiteY4" fmla="*/ 7430 h 14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4954">
                              <a:moveTo>
                                <a:pt x="26003" y="7430"/>
                              </a:moveTo>
                              <a:lnTo>
                                <a:pt x="12954" y="14954"/>
                              </a:lnTo>
                              <a:lnTo>
                                <a:pt x="0" y="7430"/>
                              </a:lnTo>
                              <a:lnTo>
                                <a:pt x="12954" y="0"/>
                              </a:lnTo>
                              <a:lnTo>
                                <a:pt x="26003" y="7430"/>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33" name="Freeform: Shape 932">
                          <a:extLst>
                            <a:ext uri="{FF2B5EF4-FFF2-40B4-BE49-F238E27FC236}">
                              <a16:creationId xmlns:a16="http://schemas.microsoft.com/office/drawing/2014/main" id="{4500177B-66A6-E5D2-D4A3-F9760FA7C452}"/>
                            </a:ext>
                          </a:extLst>
                        </p:cNvPr>
                        <p:cNvSpPr/>
                        <p:nvPr/>
                      </p:nvSpPr>
                      <p:spPr>
                        <a:xfrm>
                          <a:off x="4953971" y="952175"/>
                          <a:ext cx="13049" cy="32766"/>
                        </a:xfrm>
                        <a:custGeom>
                          <a:avLst/>
                          <a:gdLst>
                            <a:gd name="connsiteX0" fmla="*/ 0 w 13049"/>
                            <a:gd name="connsiteY0" fmla="*/ 7525 h 32766"/>
                            <a:gd name="connsiteX1" fmla="*/ 0 w 13049"/>
                            <a:gd name="connsiteY1" fmla="*/ 32766 h 32766"/>
                            <a:gd name="connsiteX2" fmla="*/ 13049 w 13049"/>
                            <a:gd name="connsiteY2" fmla="*/ 25241 h 32766"/>
                            <a:gd name="connsiteX3" fmla="*/ 13049 w 13049"/>
                            <a:gd name="connsiteY3" fmla="*/ 0 h 32766"/>
                            <a:gd name="connsiteX4" fmla="*/ 0 w 13049"/>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766">
                              <a:moveTo>
                                <a:pt x="0" y="7525"/>
                              </a:moveTo>
                              <a:lnTo>
                                <a:pt x="0" y="32766"/>
                              </a:lnTo>
                              <a:lnTo>
                                <a:pt x="13049" y="25241"/>
                              </a:lnTo>
                              <a:lnTo>
                                <a:pt x="13049"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34" name="Freeform: Shape 933">
                          <a:extLst>
                            <a:ext uri="{FF2B5EF4-FFF2-40B4-BE49-F238E27FC236}">
                              <a16:creationId xmlns:a16="http://schemas.microsoft.com/office/drawing/2014/main" id="{8BD60D62-2BC8-B5FB-04FE-BAF98EA01A43}"/>
                            </a:ext>
                          </a:extLst>
                        </p:cNvPr>
                        <p:cNvSpPr/>
                        <p:nvPr/>
                      </p:nvSpPr>
                      <p:spPr>
                        <a:xfrm>
                          <a:off x="4941017" y="952175"/>
                          <a:ext cx="12954" cy="32766"/>
                        </a:xfrm>
                        <a:custGeom>
                          <a:avLst/>
                          <a:gdLst>
                            <a:gd name="connsiteX0" fmla="*/ 12954 w 12954"/>
                            <a:gd name="connsiteY0" fmla="*/ 7525 h 32766"/>
                            <a:gd name="connsiteX1" fmla="*/ 12954 w 12954"/>
                            <a:gd name="connsiteY1" fmla="*/ 32766 h 32766"/>
                            <a:gd name="connsiteX2" fmla="*/ 0 w 12954"/>
                            <a:gd name="connsiteY2" fmla="*/ 25241 h 32766"/>
                            <a:gd name="connsiteX3" fmla="*/ 0 w 12954"/>
                            <a:gd name="connsiteY3" fmla="*/ 0 h 32766"/>
                            <a:gd name="connsiteX4" fmla="*/ 12954 w 12954"/>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766">
                              <a:moveTo>
                                <a:pt x="12954" y="7525"/>
                              </a:moveTo>
                              <a:lnTo>
                                <a:pt x="12954" y="32766"/>
                              </a:lnTo>
                              <a:lnTo>
                                <a:pt x="0" y="25241"/>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28" name="Graphic 41">
                        <a:extLst>
                          <a:ext uri="{FF2B5EF4-FFF2-40B4-BE49-F238E27FC236}">
                            <a16:creationId xmlns:a16="http://schemas.microsoft.com/office/drawing/2014/main" id="{4FE76982-4D1D-1676-CE1E-516587E8CFCE}"/>
                          </a:ext>
                        </a:extLst>
                      </p:cNvPr>
                      <p:cNvGrpSpPr/>
                      <p:nvPr/>
                    </p:nvGrpSpPr>
                    <p:grpSpPr>
                      <a:xfrm>
                        <a:off x="4960543" y="956270"/>
                        <a:ext cx="26003" cy="40195"/>
                        <a:chOff x="4960543" y="956270"/>
                        <a:chExt cx="26003" cy="40195"/>
                      </a:xfrm>
                    </p:grpSpPr>
                    <p:sp>
                      <p:nvSpPr>
                        <p:cNvPr id="929" name="Freeform: Shape 928">
                          <a:extLst>
                            <a:ext uri="{FF2B5EF4-FFF2-40B4-BE49-F238E27FC236}">
                              <a16:creationId xmlns:a16="http://schemas.microsoft.com/office/drawing/2014/main" id="{2948A603-AC35-8557-9082-FC488F55B29E}"/>
                            </a:ext>
                          </a:extLst>
                        </p:cNvPr>
                        <p:cNvSpPr/>
                        <p:nvPr/>
                      </p:nvSpPr>
                      <p:spPr>
                        <a:xfrm>
                          <a:off x="4960543" y="956270"/>
                          <a:ext cx="26003" cy="15049"/>
                        </a:xfrm>
                        <a:custGeom>
                          <a:avLst/>
                          <a:gdLst>
                            <a:gd name="connsiteX0" fmla="*/ 26003 w 26003"/>
                            <a:gd name="connsiteY0" fmla="*/ 7525 h 15049"/>
                            <a:gd name="connsiteX1" fmla="*/ 12954 w 26003"/>
                            <a:gd name="connsiteY1" fmla="*/ 15049 h 15049"/>
                            <a:gd name="connsiteX2" fmla="*/ 0 w 26003"/>
                            <a:gd name="connsiteY2" fmla="*/ 7525 h 15049"/>
                            <a:gd name="connsiteX3" fmla="*/ 12954 w 26003"/>
                            <a:gd name="connsiteY3" fmla="*/ 0 h 15049"/>
                            <a:gd name="connsiteX4" fmla="*/ 26003 w 26003"/>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5049">
                              <a:moveTo>
                                <a:pt x="26003" y="7525"/>
                              </a:moveTo>
                              <a:lnTo>
                                <a:pt x="12954" y="15049"/>
                              </a:lnTo>
                              <a:lnTo>
                                <a:pt x="0" y="7525"/>
                              </a:lnTo>
                              <a:lnTo>
                                <a:pt x="12954" y="0"/>
                              </a:lnTo>
                              <a:lnTo>
                                <a:pt x="26003"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30" name="Freeform: Shape 929">
                          <a:extLst>
                            <a:ext uri="{FF2B5EF4-FFF2-40B4-BE49-F238E27FC236}">
                              <a16:creationId xmlns:a16="http://schemas.microsoft.com/office/drawing/2014/main" id="{7DC42005-3AC7-EF02-5F62-B7FA97A87A45}"/>
                            </a:ext>
                          </a:extLst>
                        </p:cNvPr>
                        <p:cNvSpPr/>
                        <p:nvPr/>
                      </p:nvSpPr>
                      <p:spPr>
                        <a:xfrm>
                          <a:off x="4973497" y="963795"/>
                          <a:ext cx="13049" cy="32670"/>
                        </a:xfrm>
                        <a:custGeom>
                          <a:avLst/>
                          <a:gdLst>
                            <a:gd name="connsiteX0" fmla="*/ 0 w 13049"/>
                            <a:gd name="connsiteY0" fmla="*/ 7525 h 32670"/>
                            <a:gd name="connsiteX1" fmla="*/ 0 w 13049"/>
                            <a:gd name="connsiteY1" fmla="*/ 32671 h 32670"/>
                            <a:gd name="connsiteX2" fmla="*/ 13049 w 13049"/>
                            <a:gd name="connsiteY2" fmla="*/ 25146 h 32670"/>
                            <a:gd name="connsiteX3" fmla="*/ 13049 w 13049"/>
                            <a:gd name="connsiteY3" fmla="*/ 0 h 32670"/>
                            <a:gd name="connsiteX4" fmla="*/ 0 w 13049"/>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670">
                              <a:moveTo>
                                <a:pt x="0" y="7525"/>
                              </a:moveTo>
                              <a:lnTo>
                                <a:pt x="0" y="32671"/>
                              </a:lnTo>
                              <a:lnTo>
                                <a:pt x="13049" y="25146"/>
                              </a:lnTo>
                              <a:lnTo>
                                <a:pt x="13049"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31" name="Freeform: Shape 930">
                          <a:extLst>
                            <a:ext uri="{FF2B5EF4-FFF2-40B4-BE49-F238E27FC236}">
                              <a16:creationId xmlns:a16="http://schemas.microsoft.com/office/drawing/2014/main" id="{2DAE1A51-F272-1BA5-F694-265242A1438D}"/>
                            </a:ext>
                          </a:extLst>
                        </p:cNvPr>
                        <p:cNvSpPr/>
                        <p:nvPr/>
                      </p:nvSpPr>
                      <p:spPr>
                        <a:xfrm>
                          <a:off x="4960543" y="963795"/>
                          <a:ext cx="12954" cy="32670"/>
                        </a:xfrm>
                        <a:custGeom>
                          <a:avLst/>
                          <a:gdLst>
                            <a:gd name="connsiteX0" fmla="*/ 12954 w 12954"/>
                            <a:gd name="connsiteY0" fmla="*/ 7525 h 32670"/>
                            <a:gd name="connsiteX1" fmla="*/ 12954 w 12954"/>
                            <a:gd name="connsiteY1" fmla="*/ 32671 h 32670"/>
                            <a:gd name="connsiteX2" fmla="*/ 0 w 12954"/>
                            <a:gd name="connsiteY2" fmla="*/ 25146 h 32670"/>
                            <a:gd name="connsiteX3" fmla="*/ 0 w 12954"/>
                            <a:gd name="connsiteY3" fmla="*/ 0 h 32670"/>
                            <a:gd name="connsiteX4" fmla="*/ 12954 w 12954"/>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670">
                              <a:moveTo>
                                <a:pt x="12954" y="7525"/>
                              </a:moveTo>
                              <a:lnTo>
                                <a:pt x="12954" y="32671"/>
                              </a:lnTo>
                              <a:lnTo>
                                <a:pt x="0" y="25146"/>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grpSp>
              <p:nvGrpSpPr>
                <p:cNvPr id="856" name="Graphic 41">
                  <a:extLst>
                    <a:ext uri="{FF2B5EF4-FFF2-40B4-BE49-F238E27FC236}">
                      <a16:creationId xmlns:a16="http://schemas.microsoft.com/office/drawing/2014/main" id="{6CEFAB36-C872-F26B-0E33-BE65EE007F85}"/>
                    </a:ext>
                  </a:extLst>
                </p:cNvPr>
                <p:cNvGrpSpPr/>
                <p:nvPr/>
              </p:nvGrpSpPr>
              <p:grpSpPr>
                <a:xfrm>
                  <a:off x="2714398" y="3885491"/>
                  <a:ext cx="123062" cy="95059"/>
                  <a:chOff x="5303348" y="699667"/>
                  <a:chExt cx="123062" cy="95059"/>
                </a:xfrm>
              </p:grpSpPr>
              <p:sp>
                <p:nvSpPr>
                  <p:cNvPr id="883" name="Freeform: Shape 882">
                    <a:extLst>
                      <a:ext uri="{FF2B5EF4-FFF2-40B4-BE49-F238E27FC236}">
                        <a16:creationId xmlns:a16="http://schemas.microsoft.com/office/drawing/2014/main" id="{E196AEBA-59AE-10D9-4948-22FBD86AA5DE}"/>
                      </a:ext>
                    </a:extLst>
                  </p:cNvPr>
                  <p:cNvSpPr/>
                  <p:nvPr/>
                </p:nvSpPr>
                <p:spPr>
                  <a:xfrm>
                    <a:off x="5351163" y="757007"/>
                    <a:ext cx="36861" cy="21335"/>
                  </a:xfrm>
                  <a:custGeom>
                    <a:avLst/>
                    <a:gdLst>
                      <a:gd name="connsiteX0" fmla="*/ 36862 w 36861"/>
                      <a:gd name="connsiteY0" fmla="*/ 8096 h 21335"/>
                      <a:gd name="connsiteX1" fmla="*/ 14002 w 36861"/>
                      <a:gd name="connsiteY1" fmla="*/ 21336 h 21335"/>
                      <a:gd name="connsiteX2" fmla="*/ 0 w 36861"/>
                      <a:gd name="connsiteY2" fmla="*/ 13240 h 21335"/>
                      <a:gd name="connsiteX3" fmla="*/ 22860 w 36861"/>
                      <a:gd name="connsiteY3" fmla="*/ 0 h 21335"/>
                      <a:gd name="connsiteX4" fmla="*/ 36862 w 36861"/>
                      <a:gd name="connsiteY4" fmla="*/ 8096 h 2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5">
                        <a:moveTo>
                          <a:pt x="36862" y="8096"/>
                        </a:moveTo>
                        <a:lnTo>
                          <a:pt x="14002" y="21336"/>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884" name="Graphic 41">
                    <a:extLst>
                      <a:ext uri="{FF2B5EF4-FFF2-40B4-BE49-F238E27FC236}">
                        <a16:creationId xmlns:a16="http://schemas.microsoft.com/office/drawing/2014/main" id="{064DDA58-B870-35EC-519D-5B2EA7A22AE7}"/>
                      </a:ext>
                    </a:extLst>
                  </p:cNvPr>
                  <p:cNvGrpSpPr/>
                  <p:nvPr/>
                </p:nvGrpSpPr>
                <p:grpSpPr>
                  <a:xfrm>
                    <a:off x="5303348" y="699667"/>
                    <a:ext cx="123062" cy="95059"/>
                    <a:chOff x="5303348" y="699667"/>
                    <a:chExt cx="123062" cy="95059"/>
                  </a:xfrm>
                </p:grpSpPr>
                <p:grpSp>
                  <p:nvGrpSpPr>
                    <p:cNvPr id="885" name="Graphic 41">
                      <a:extLst>
                        <a:ext uri="{FF2B5EF4-FFF2-40B4-BE49-F238E27FC236}">
                          <a16:creationId xmlns:a16="http://schemas.microsoft.com/office/drawing/2014/main" id="{5C44B1CC-7209-C06D-036D-EA6010EEE45D}"/>
                        </a:ext>
                      </a:extLst>
                    </p:cNvPr>
                    <p:cNvGrpSpPr/>
                    <p:nvPr/>
                  </p:nvGrpSpPr>
                  <p:grpSpPr>
                    <a:xfrm>
                      <a:off x="5360212" y="699667"/>
                      <a:ext cx="66198" cy="62388"/>
                      <a:chOff x="5360212" y="699667"/>
                      <a:chExt cx="66198" cy="62388"/>
                    </a:xfrm>
                  </p:grpSpPr>
                  <p:sp>
                    <p:nvSpPr>
                      <p:cNvPr id="910" name="Freeform: Shape 909">
                        <a:extLst>
                          <a:ext uri="{FF2B5EF4-FFF2-40B4-BE49-F238E27FC236}">
                            <a16:creationId xmlns:a16="http://schemas.microsoft.com/office/drawing/2014/main" id="{E7013AB6-8FA1-C19A-E281-BC0AE34E0208}"/>
                          </a:ext>
                        </a:extLst>
                      </p:cNvPr>
                      <p:cNvSpPr/>
                      <p:nvPr/>
                    </p:nvSpPr>
                    <p:spPr>
                      <a:xfrm>
                        <a:off x="5360212" y="729956"/>
                        <a:ext cx="36861" cy="21335"/>
                      </a:xfrm>
                      <a:custGeom>
                        <a:avLst/>
                        <a:gdLst>
                          <a:gd name="connsiteX0" fmla="*/ 36862 w 36861"/>
                          <a:gd name="connsiteY0" fmla="*/ 8096 h 21335"/>
                          <a:gd name="connsiteX1" fmla="*/ 14002 w 36861"/>
                          <a:gd name="connsiteY1" fmla="*/ 21336 h 21335"/>
                          <a:gd name="connsiteX2" fmla="*/ 0 w 36861"/>
                          <a:gd name="connsiteY2" fmla="*/ 13240 h 21335"/>
                          <a:gd name="connsiteX3" fmla="*/ 22860 w 36861"/>
                          <a:gd name="connsiteY3" fmla="*/ 0 h 21335"/>
                          <a:gd name="connsiteX4" fmla="*/ 36862 w 36861"/>
                          <a:gd name="connsiteY4" fmla="*/ 8096 h 2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5">
                            <a:moveTo>
                              <a:pt x="36862" y="8096"/>
                            </a:moveTo>
                            <a:lnTo>
                              <a:pt x="14002" y="21336"/>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11" name="Freeform: Shape 910">
                        <a:extLst>
                          <a:ext uri="{FF2B5EF4-FFF2-40B4-BE49-F238E27FC236}">
                            <a16:creationId xmlns:a16="http://schemas.microsoft.com/office/drawing/2014/main" id="{5D7550CB-0711-4156-8371-7C5AD545381F}"/>
                          </a:ext>
                        </a:extLst>
                      </p:cNvPr>
                      <p:cNvSpPr/>
                      <p:nvPr/>
                    </p:nvSpPr>
                    <p:spPr>
                      <a:xfrm>
                        <a:off x="5380977" y="740719"/>
                        <a:ext cx="36861" cy="21336"/>
                      </a:xfrm>
                      <a:custGeom>
                        <a:avLst/>
                        <a:gdLst>
                          <a:gd name="connsiteX0" fmla="*/ 36862 w 36861"/>
                          <a:gd name="connsiteY0" fmla="*/ 8096 h 21336"/>
                          <a:gd name="connsiteX1" fmla="*/ 14002 w 36861"/>
                          <a:gd name="connsiteY1" fmla="*/ 21336 h 21336"/>
                          <a:gd name="connsiteX2" fmla="*/ 0 w 36861"/>
                          <a:gd name="connsiteY2" fmla="*/ 13240 h 21336"/>
                          <a:gd name="connsiteX3" fmla="*/ 22765 w 36861"/>
                          <a:gd name="connsiteY3" fmla="*/ 0 h 21336"/>
                          <a:gd name="connsiteX4" fmla="*/ 36862 w 36861"/>
                          <a:gd name="connsiteY4" fmla="*/ 8096 h 2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336">
                            <a:moveTo>
                              <a:pt x="36862" y="8096"/>
                            </a:moveTo>
                            <a:lnTo>
                              <a:pt x="14002" y="21336"/>
                            </a:lnTo>
                            <a:lnTo>
                              <a:pt x="0" y="13240"/>
                            </a:lnTo>
                            <a:lnTo>
                              <a:pt x="22765"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912" name="Graphic 41">
                        <a:extLst>
                          <a:ext uri="{FF2B5EF4-FFF2-40B4-BE49-F238E27FC236}">
                            <a16:creationId xmlns:a16="http://schemas.microsoft.com/office/drawing/2014/main" id="{AE0D0140-5028-AA44-2D11-93DED7D76876}"/>
                          </a:ext>
                        </a:extLst>
                      </p:cNvPr>
                      <p:cNvGrpSpPr/>
                      <p:nvPr/>
                    </p:nvGrpSpPr>
                    <p:grpSpPr>
                      <a:xfrm>
                        <a:off x="5380977" y="699667"/>
                        <a:ext cx="26003" cy="40195"/>
                        <a:chOff x="5380977" y="699667"/>
                        <a:chExt cx="26003" cy="40195"/>
                      </a:xfrm>
                    </p:grpSpPr>
                    <p:sp>
                      <p:nvSpPr>
                        <p:cNvPr id="917" name="Freeform: Shape 916">
                          <a:extLst>
                            <a:ext uri="{FF2B5EF4-FFF2-40B4-BE49-F238E27FC236}">
                              <a16:creationId xmlns:a16="http://schemas.microsoft.com/office/drawing/2014/main" id="{99D10B57-7D8A-66FE-4463-7777B2AE96E1}"/>
                            </a:ext>
                          </a:extLst>
                        </p:cNvPr>
                        <p:cNvSpPr/>
                        <p:nvPr/>
                      </p:nvSpPr>
                      <p:spPr>
                        <a:xfrm>
                          <a:off x="5380977" y="699667"/>
                          <a:ext cx="26003" cy="14954"/>
                        </a:xfrm>
                        <a:custGeom>
                          <a:avLst/>
                          <a:gdLst>
                            <a:gd name="connsiteX0" fmla="*/ 26003 w 26003"/>
                            <a:gd name="connsiteY0" fmla="*/ 7429 h 14954"/>
                            <a:gd name="connsiteX1" fmla="*/ 12954 w 26003"/>
                            <a:gd name="connsiteY1" fmla="*/ 14954 h 14954"/>
                            <a:gd name="connsiteX2" fmla="*/ 0 w 26003"/>
                            <a:gd name="connsiteY2" fmla="*/ 7429 h 14954"/>
                            <a:gd name="connsiteX3" fmla="*/ 12954 w 26003"/>
                            <a:gd name="connsiteY3" fmla="*/ 0 h 14954"/>
                            <a:gd name="connsiteX4" fmla="*/ 26003 w 26003"/>
                            <a:gd name="connsiteY4" fmla="*/ 7429 h 14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4954">
                              <a:moveTo>
                                <a:pt x="26003" y="7429"/>
                              </a:moveTo>
                              <a:lnTo>
                                <a:pt x="12954" y="14954"/>
                              </a:lnTo>
                              <a:lnTo>
                                <a:pt x="0" y="7429"/>
                              </a:lnTo>
                              <a:lnTo>
                                <a:pt x="12954" y="0"/>
                              </a:lnTo>
                              <a:lnTo>
                                <a:pt x="26003" y="7429"/>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18" name="Freeform: Shape 917">
                          <a:extLst>
                            <a:ext uri="{FF2B5EF4-FFF2-40B4-BE49-F238E27FC236}">
                              <a16:creationId xmlns:a16="http://schemas.microsoft.com/office/drawing/2014/main" id="{82422324-7993-3C64-C467-CDA2F37C893F}"/>
                            </a:ext>
                          </a:extLst>
                        </p:cNvPr>
                        <p:cNvSpPr/>
                        <p:nvPr/>
                      </p:nvSpPr>
                      <p:spPr>
                        <a:xfrm>
                          <a:off x="5393931" y="707096"/>
                          <a:ext cx="13049" cy="32766"/>
                        </a:xfrm>
                        <a:custGeom>
                          <a:avLst/>
                          <a:gdLst>
                            <a:gd name="connsiteX0" fmla="*/ 0 w 13049"/>
                            <a:gd name="connsiteY0" fmla="*/ 7525 h 32766"/>
                            <a:gd name="connsiteX1" fmla="*/ 0 w 13049"/>
                            <a:gd name="connsiteY1" fmla="*/ 32766 h 32766"/>
                            <a:gd name="connsiteX2" fmla="*/ 13049 w 13049"/>
                            <a:gd name="connsiteY2" fmla="*/ 25241 h 32766"/>
                            <a:gd name="connsiteX3" fmla="*/ 13049 w 13049"/>
                            <a:gd name="connsiteY3" fmla="*/ 0 h 32766"/>
                            <a:gd name="connsiteX4" fmla="*/ 0 w 13049"/>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766">
                              <a:moveTo>
                                <a:pt x="0" y="7525"/>
                              </a:moveTo>
                              <a:lnTo>
                                <a:pt x="0" y="32766"/>
                              </a:lnTo>
                              <a:lnTo>
                                <a:pt x="13049" y="25241"/>
                              </a:lnTo>
                              <a:lnTo>
                                <a:pt x="13049"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19" name="Freeform: Shape 918">
                          <a:extLst>
                            <a:ext uri="{FF2B5EF4-FFF2-40B4-BE49-F238E27FC236}">
                              <a16:creationId xmlns:a16="http://schemas.microsoft.com/office/drawing/2014/main" id="{843F3500-E373-BFA0-9E81-EA2A82C2B7CA}"/>
                            </a:ext>
                          </a:extLst>
                        </p:cNvPr>
                        <p:cNvSpPr/>
                        <p:nvPr/>
                      </p:nvSpPr>
                      <p:spPr>
                        <a:xfrm>
                          <a:off x="5380977" y="707096"/>
                          <a:ext cx="12954" cy="32766"/>
                        </a:xfrm>
                        <a:custGeom>
                          <a:avLst/>
                          <a:gdLst>
                            <a:gd name="connsiteX0" fmla="*/ 12954 w 12954"/>
                            <a:gd name="connsiteY0" fmla="*/ 7525 h 32766"/>
                            <a:gd name="connsiteX1" fmla="*/ 12954 w 12954"/>
                            <a:gd name="connsiteY1" fmla="*/ 32766 h 32766"/>
                            <a:gd name="connsiteX2" fmla="*/ 0 w 12954"/>
                            <a:gd name="connsiteY2" fmla="*/ 25241 h 32766"/>
                            <a:gd name="connsiteX3" fmla="*/ 0 w 12954"/>
                            <a:gd name="connsiteY3" fmla="*/ 0 h 32766"/>
                            <a:gd name="connsiteX4" fmla="*/ 12954 w 12954"/>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766">
                              <a:moveTo>
                                <a:pt x="12954" y="7525"/>
                              </a:moveTo>
                              <a:lnTo>
                                <a:pt x="12954" y="32766"/>
                              </a:lnTo>
                              <a:lnTo>
                                <a:pt x="0" y="25241"/>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13" name="Graphic 41">
                        <a:extLst>
                          <a:ext uri="{FF2B5EF4-FFF2-40B4-BE49-F238E27FC236}">
                            <a16:creationId xmlns:a16="http://schemas.microsoft.com/office/drawing/2014/main" id="{6C944167-09E5-FFC0-F278-EE88A72FC00A}"/>
                          </a:ext>
                        </a:extLst>
                      </p:cNvPr>
                      <p:cNvGrpSpPr/>
                      <p:nvPr/>
                    </p:nvGrpSpPr>
                    <p:grpSpPr>
                      <a:xfrm>
                        <a:off x="5400503" y="711192"/>
                        <a:ext cx="25907" cy="40195"/>
                        <a:chOff x="5400503" y="711192"/>
                        <a:chExt cx="25907" cy="40195"/>
                      </a:xfrm>
                    </p:grpSpPr>
                    <p:sp>
                      <p:nvSpPr>
                        <p:cNvPr id="914" name="Freeform: Shape 913">
                          <a:extLst>
                            <a:ext uri="{FF2B5EF4-FFF2-40B4-BE49-F238E27FC236}">
                              <a16:creationId xmlns:a16="http://schemas.microsoft.com/office/drawing/2014/main" id="{4DE267F3-6251-66DF-5EA9-7F8C5D6DCA93}"/>
                            </a:ext>
                          </a:extLst>
                        </p:cNvPr>
                        <p:cNvSpPr/>
                        <p:nvPr/>
                      </p:nvSpPr>
                      <p:spPr>
                        <a:xfrm>
                          <a:off x="5400503" y="711192"/>
                          <a:ext cx="25907" cy="15049"/>
                        </a:xfrm>
                        <a:custGeom>
                          <a:avLst/>
                          <a:gdLst>
                            <a:gd name="connsiteX0" fmla="*/ 25908 w 25907"/>
                            <a:gd name="connsiteY0" fmla="*/ 7525 h 15049"/>
                            <a:gd name="connsiteX1" fmla="*/ 12954 w 25907"/>
                            <a:gd name="connsiteY1" fmla="*/ 15049 h 15049"/>
                            <a:gd name="connsiteX2" fmla="*/ 0 w 25907"/>
                            <a:gd name="connsiteY2" fmla="*/ 7525 h 15049"/>
                            <a:gd name="connsiteX3" fmla="*/ 12954 w 25907"/>
                            <a:gd name="connsiteY3" fmla="*/ 0 h 15049"/>
                            <a:gd name="connsiteX4" fmla="*/ 25908 w 25907"/>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7" h="15049">
                              <a:moveTo>
                                <a:pt x="25908" y="7525"/>
                              </a:moveTo>
                              <a:lnTo>
                                <a:pt x="12954" y="15049"/>
                              </a:lnTo>
                              <a:lnTo>
                                <a:pt x="0" y="7525"/>
                              </a:lnTo>
                              <a:lnTo>
                                <a:pt x="12954" y="0"/>
                              </a:lnTo>
                              <a:lnTo>
                                <a:pt x="25908"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15" name="Freeform: Shape 914">
                          <a:extLst>
                            <a:ext uri="{FF2B5EF4-FFF2-40B4-BE49-F238E27FC236}">
                              <a16:creationId xmlns:a16="http://schemas.microsoft.com/office/drawing/2014/main" id="{195335B2-D3F2-AF02-DAE9-03062336195D}"/>
                            </a:ext>
                          </a:extLst>
                        </p:cNvPr>
                        <p:cNvSpPr/>
                        <p:nvPr/>
                      </p:nvSpPr>
                      <p:spPr>
                        <a:xfrm>
                          <a:off x="5413457" y="718717"/>
                          <a:ext cx="12954" cy="32670"/>
                        </a:xfrm>
                        <a:custGeom>
                          <a:avLst/>
                          <a:gdLst>
                            <a:gd name="connsiteX0" fmla="*/ 0 w 12954"/>
                            <a:gd name="connsiteY0" fmla="*/ 7525 h 32670"/>
                            <a:gd name="connsiteX1" fmla="*/ 0 w 12954"/>
                            <a:gd name="connsiteY1" fmla="*/ 32671 h 32670"/>
                            <a:gd name="connsiteX2" fmla="*/ 12954 w 12954"/>
                            <a:gd name="connsiteY2" fmla="*/ 25146 h 32670"/>
                            <a:gd name="connsiteX3" fmla="*/ 12954 w 12954"/>
                            <a:gd name="connsiteY3" fmla="*/ 0 h 32670"/>
                            <a:gd name="connsiteX4" fmla="*/ 0 w 12954"/>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670">
                              <a:moveTo>
                                <a:pt x="0" y="7525"/>
                              </a:moveTo>
                              <a:lnTo>
                                <a:pt x="0" y="32671"/>
                              </a:lnTo>
                              <a:lnTo>
                                <a:pt x="12954" y="25146"/>
                              </a:lnTo>
                              <a:lnTo>
                                <a:pt x="12954"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16" name="Freeform: Shape 915">
                          <a:extLst>
                            <a:ext uri="{FF2B5EF4-FFF2-40B4-BE49-F238E27FC236}">
                              <a16:creationId xmlns:a16="http://schemas.microsoft.com/office/drawing/2014/main" id="{86E27DBE-D279-213D-A8DE-E07578955AEB}"/>
                            </a:ext>
                          </a:extLst>
                        </p:cNvPr>
                        <p:cNvSpPr/>
                        <p:nvPr/>
                      </p:nvSpPr>
                      <p:spPr>
                        <a:xfrm>
                          <a:off x="5400503" y="718717"/>
                          <a:ext cx="12953" cy="32670"/>
                        </a:xfrm>
                        <a:custGeom>
                          <a:avLst/>
                          <a:gdLst>
                            <a:gd name="connsiteX0" fmla="*/ 12954 w 12953"/>
                            <a:gd name="connsiteY0" fmla="*/ 7525 h 32670"/>
                            <a:gd name="connsiteX1" fmla="*/ 12954 w 12953"/>
                            <a:gd name="connsiteY1" fmla="*/ 32671 h 32670"/>
                            <a:gd name="connsiteX2" fmla="*/ 0 w 12953"/>
                            <a:gd name="connsiteY2" fmla="*/ 25146 h 32670"/>
                            <a:gd name="connsiteX3" fmla="*/ 0 w 12953"/>
                            <a:gd name="connsiteY3" fmla="*/ 0 h 32670"/>
                            <a:gd name="connsiteX4" fmla="*/ 12954 w 12953"/>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3" h="32670">
                              <a:moveTo>
                                <a:pt x="12954" y="7525"/>
                              </a:moveTo>
                              <a:lnTo>
                                <a:pt x="12954" y="32671"/>
                              </a:lnTo>
                              <a:lnTo>
                                <a:pt x="0" y="25146"/>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886" name="Graphic 41">
                      <a:extLst>
                        <a:ext uri="{FF2B5EF4-FFF2-40B4-BE49-F238E27FC236}">
                          <a16:creationId xmlns:a16="http://schemas.microsoft.com/office/drawing/2014/main" id="{9FEB4648-3575-D479-D566-E7E052389216}"/>
                        </a:ext>
                      </a:extLst>
                    </p:cNvPr>
                    <p:cNvGrpSpPr/>
                    <p:nvPr/>
                  </p:nvGrpSpPr>
                  <p:grpSpPr>
                    <a:xfrm>
                      <a:off x="5369546" y="741101"/>
                      <a:ext cx="34671" cy="29051"/>
                      <a:chOff x="5369546" y="741101"/>
                      <a:chExt cx="34671" cy="29051"/>
                    </a:xfrm>
                  </p:grpSpPr>
                  <p:grpSp>
                    <p:nvGrpSpPr>
                      <p:cNvPr id="898" name="Graphic 41">
                        <a:extLst>
                          <a:ext uri="{FF2B5EF4-FFF2-40B4-BE49-F238E27FC236}">
                            <a16:creationId xmlns:a16="http://schemas.microsoft.com/office/drawing/2014/main" id="{118D160D-FFEE-3977-BB62-DAD195D17A83}"/>
                          </a:ext>
                        </a:extLst>
                      </p:cNvPr>
                      <p:cNvGrpSpPr/>
                      <p:nvPr/>
                    </p:nvGrpSpPr>
                    <p:grpSpPr>
                      <a:xfrm>
                        <a:off x="5382405" y="741101"/>
                        <a:ext cx="21812" cy="21431"/>
                        <a:chOff x="5382405" y="741101"/>
                        <a:chExt cx="21812" cy="21431"/>
                      </a:xfrm>
                    </p:grpSpPr>
                    <p:grpSp>
                      <p:nvGrpSpPr>
                        <p:cNvPr id="905" name="Graphic 41">
                          <a:extLst>
                            <a:ext uri="{FF2B5EF4-FFF2-40B4-BE49-F238E27FC236}">
                              <a16:creationId xmlns:a16="http://schemas.microsoft.com/office/drawing/2014/main" id="{950FB7C3-1639-E37E-BEFC-4E2C93F3BD91}"/>
                            </a:ext>
                          </a:extLst>
                        </p:cNvPr>
                        <p:cNvGrpSpPr/>
                        <p:nvPr/>
                      </p:nvGrpSpPr>
                      <p:grpSpPr>
                        <a:xfrm>
                          <a:off x="5382405" y="741101"/>
                          <a:ext cx="21812" cy="21431"/>
                          <a:chOff x="5382405" y="741101"/>
                          <a:chExt cx="21812" cy="21431"/>
                        </a:xfrm>
                      </p:grpSpPr>
                      <p:sp>
                        <p:nvSpPr>
                          <p:cNvPr id="907" name="Freeform: Shape 906">
                            <a:extLst>
                              <a:ext uri="{FF2B5EF4-FFF2-40B4-BE49-F238E27FC236}">
                                <a16:creationId xmlns:a16="http://schemas.microsoft.com/office/drawing/2014/main" id="{D20657E9-FC8D-1BA5-A0E3-A4687A52561C}"/>
                              </a:ext>
                            </a:extLst>
                          </p:cNvPr>
                          <p:cNvSpPr/>
                          <p:nvPr/>
                        </p:nvSpPr>
                        <p:spPr>
                          <a:xfrm>
                            <a:off x="5382405" y="741101"/>
                            <a:ext cx="21812" cy="12572"/>
                          </a:xfrm>
                          <a:custGeom>
                            <a:avLst/>
                            <a:gdLst>
                              <a:gd name="connsiteX0" fmla="*/ 21812 w 21812"/>
                              <a:gd name="connsiteY0" fmla="*/ 6286 h 12572"/>
                              <a:gd name="connsiteX1" fmla="*/ 10954 w 21812"/>
                              <a:gd name="connsiteY1" fmla="*/ 12573 h 12572"/>
                              <a:gd name="connsiteX2" fmla="*/ 0 w 21812"/>
                              <a:gd name="connsiteY2" fmla="*/ 6286 h 12572"/>
                              <a:gd name="connsiteX3" fmla="*/ 10954 w 21812"/>
                              <a:gd name="connsiteY3" fmla="*/ 0 h 12572"/>
                              <a:gd name="connsiteX4" fmla="*/ 21812 w 21812"/>
                              <a:gd name="connsiteY4" fmla="*/ 6286 h 1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12572">
                                <a:moveTo>
                                  <a:pt x="21812" y="6286"/>
                                </a:moveTo>
                                <a:lnTo>
                                  <a:pt x="10954" y="12573"/>
                                </a:lnTo>
                                <a:lnTo>
                                  <a:pt x="0" y="6286"/>
                                </a:lnTo>
                                <a:lnTo>
                                  <a:pt x="10954" y="0"/>
                                </a:lnTo>
                                <a:lnTo>
                                  <a:pt x="21812" y="6286"/>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08" name="Freeform: Shape 907">
                            <a:extLst>
                              <a:ext uri="{FF2B5EF4-FFF2-40B4-BE49-F238E27FC236}">
                                <a16:creationId xmlns:a16="http://schemas.microsoft.com/office/drawing/2014/main" id="{6662C813-358F-ED94-5556-4E004F361A88}"/>
                              </a:ext>
                            </a:extLst>
                          </p:cNvPr>
                          <p:cNvSpPr/>
                          <p:nvPr/>
                        </p:nvSpPr>
                        <p:spPr>
                          <a:xfrm>
                            <a:off x="5393359" y="747387"/>
                            <a:ext cx="10858" cy="15144"/>
                          </a:xfrm>
                          <a:custGeom>
                            <a:avLst/>
                            <a:gdLst>
                              <a:gd name="connsiteX0" fmla="*/ 0 w 10858"/>
                              <a:gd name="connsiteY0" fmla="*/ 6286 h 15144"/>
                              <a:gd name="connsiteX1" fmla="*/ 0 w 10858"/>
                              <a:gd name="connsiteY1" fmla="*/ 15145 h 15144"/>
                              <a:gd name="connsiteX2" fmla="*/ 10858 w 10858"/>
                              <a:gd name="connsiteY2" fmla="*/ 8858 h 15144"/>
                              <a:gd name="connsiteX3" fmla="*/ 10858 w 10858"/>
                              <a:gd name="connsiteY3" fmla="*/ 0 h 15144"/>
                              <a:gd name="connsiteX4" fmla="*/ 0 w 10858"/>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5144">
                                <a:moveTo>
                                  <a:pt x="0" y="6286"/>
                                </a:moveTo>
                                <a:lnTo>
                                  <a:pt x="0" y="15145"/>
                                </a:lnTo>
                                <a:lnTo>
                                  <a:pt x="10858" y="8858"/>
                                </a:lnTo>
                                <a:lnTo>
                                  <a:pt x="10858" y="0"/>
                                </a:lnTo>
                                <a:lnTo>
                                  <a:pt x="0" y="6286"/>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09" name="Freeform: Shape 908">
                            <a:extLst>
                              <a:ext uri="{FF2B5EF4-FFF2-40B4-BE49-F238E27FC236}">
                                <a16:creationId xmlns:a16="http://schemas.microsoft.com/office/drawing/2014/main" id="{9F10F246-60EA-F19B-DD09-C717BF23AE99}"/>
                              </a:ext>
                            </a:extLst>
                          </p:cNvPr>
                          <p:cNvSpPr/>
                          <p:nvPr/>
                        </p:nvSpPr>
                        <p:spPr>
                          <a:xfrm>
                            <a:off x="5382405" y="747387"/>
                            <a:ext cx="10953" cy="15144"/>
                          </a:xfrm>
                          <a:custGeom>
                            <a:avLst/>
                            <a:gdLst>
                              <a:gd name="connsiteX0" fmla="*/ 10954 w 10953"/>
                              <a:gd name="connsiteY0" fmla="*/ 6286 h 15144"/>
                              <a:gd name="connsiteX1" fmla="*/ 10954 w 10953"/>
                              <a:gd name="connsiteY1" fmla="*/ 15145 h 15144"/>
                              <a:gd name="connsiteX2" fmla="*/ 0 w 10953"/>
                              <a:gd name="connsiteY2" fmla="*/ 8858 h 15144"/>
                              <a:gd name="connsiteX3" fmla="*/ 0 w 10953"/>
                              <a:gd name="connsiteY3" fmla="*/ 0 h 15144"/>
                              <a:gd name="connsiteX4" fmla="*/ 10954 w 10953"/>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 h="15144">
                                <a:moveTo>
                                  <a:pt x="10954" y="6286"/>
                                </a:moveTo>
                                <a:lnTo>
                                  <a:pt x="10954" y="15145"/>
                                </a:lnTo>
                                <a:lnTo>
                                  <a:pt x="0" y="8858"/>
                                </a:lnTo>
                                <a:lnTo>
                                  <a:pt x="0" y="0"/>
                                </a:lnTo>
                                <a:lnTo>
                                  <a:pt x="10954" y="6286"/>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906" name="Freeform: Shape 905">
                          <a:extLst>
                            <a:ext uri="{FF2B5EF4-FFF2-40B4-BE49-F238E27FC236}">
                              <a16:creationId xmlns:a16="http://schemas.microsoft.com/office/drawing/2014/main" id="{FAE02E78-8224-75F0-E1B3-89F1F86BEF16}"/>
                            </a:ext>
                          </a:extLst>
                        </p:cNvPr>
                        <p:cNvSpPr/>
                        <p:nvPr/>
                      </p:nvSpPr>
                      <p:spPr>
                        <a:xfrm>
                          <a:off x="5394312" y="753640"/>
                          <a:ext cx="4476" cy="5834"/>
                        </a:xfrm>
                        <a:custGeom>
                          <a:avLst/>
                          <a:gdLst>
                            <a:gd name="connsiteX0" fmla="*/ 4477 w 4476"/>
                            <a:gd name="connsiteY0" fmla="*/ 1652 h 5834"/>
                            <a:gd name="connsiteX1" fmla="*/ 2286 w 4476"/>
                            <a:gd name="connsiteY1" fmla="*/ 5558 h 5834"/>
                            <a:gd name="connsiteX2" fmla="*/ 0 w 4476"/>
                            <a:gd name="connsiteY2" fmla="*/ 4224 h 5834"/>
                            <a:gd name="connsiteX3" fmla="*/ 2286 w 4476"/>
                            <a:gd name="connsiteY3" fmla="*/ 319 h 5834"/>
                            <a:gd name="connsiteX4" fmla="*/ 4477 w 4476"/>
                            <a:gd name="connsiteY4" fmla="*/ 1652 h 5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 h="5834">
                              <a:moveTo>
                                <a:pt x="4477" y="1652"/>
                              </a:moveTo>
                              <a:cubicBezTo>
                                <a:pt x="4477" y="3081"/>
                                <a:pt x="3524" y="4796"/>
                                <a:pt x="2286" y="5558"/>
                              </a:cubicBezTo>
                              <a:cubicBezTo>
                                <a:pt x="1048" y="6224"/>
                                <a:pt x="0" y="5653"/>
                                <a:pt x="0" y="4224"/>
                              </a:cubicBezTo>
                              <a:cubicBezTo>
                                <a:pt x="0" y="2795"/>
                                <a:pt x="1048" y="1081"/>
                                <a:pt x="2286" y="319"/>
                              </a:cubicBezTo>
                              <a:cubicBezTo>
                                <a:pt x="3524" y="-443"/>
                                <a:pt x="4477" y="224"/>
                                <a:pt x="4477" y="1652"/>
                              </a:cubicBezTo>
                              <a:close/>
                            </a:path>
                          </a:pathLst>
                        </a:custGeom>
                        <a:solidFill>
                          <a:srgbClr val="9495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899" name="Graphic 41">
                        <a:extLst>
                          <a:ext uri="{FF2B5EF4-FFF2-40B4-BE49-F238E27FC236}">
                            <a16:creationId xmlns:a16="http://schemas.microsoft.com/office/drawing/2014/main" id="{E3185752-0CD6-6A58-7008-6AAB6B34B102}"/>
                          </a:ext>
                        </a:extLst>
                      </p:cNvPr>
                      <p:cNvGrpSpPr/>
                      <p:nvPr/>
                    </p:nvGrpSpPr>
                    <p:grpSpPr>
                      <a:xfrm>
                        <a:off x="5369546" y="748721"/>
                        <a:ext cx="21812" cy="21431"/>
                        <a:chOff x="5369546" y="748721"/>
                        <a:chExt cx="21812" cy="21431"/>
                      </a:xfrm>
                    </p:grpSpPr>
                    <p:grpSp>
                      <p:nvGrpSpPr>
                        <p:cNvPr id="900" name="Graphic 41">
                          <a:extLst>
                            <a:ext uri="{FF2B5EF4-FFF2-40B4-BE49-F238E27FC236}">
                              <a16:creationId xmlns:a16="http://schemas.microsoft.com/office/drawing/2014/main" id="{2B8F0018-D8D3-5374-7F3E-0D504DCA7D20}"/>
                            </a:ext>
                          </a:extLst>
                        </p:cNvPr>
                        <p:cNvGrpSpPr/>
                        <p:nvPr/>
                      </p:nvGrpSpPr>
                      <p:grpSpPr>
                        <a:xfrm>
                          <a:off x="5369546" y="748721"/>
                          <a:ext cx="21812" cy="21431"/>
                          <a:chOff x="5369546" y="748721"/>
                          <a:chExt cx="21812" cy="21431"/>
                        </a:xfrm>
                      </p:grpSpPr>
                      <p:sp>
                        <p:nvSpPr>
                          <p:cNvPr id="902" name="Freeform: Shape 901">
                            <a:extLst>
                              <a:ext uri="{FF2B5EF4-FFF2-40B4-BE49-F238E27FC236}">
                                <a16:creationId xmlns:a16="http://schemas.microsoft.com/office/drawing/2014/main" id="{8BF1E100-8618-76FF-D470-7F852C7785C0}"/>
                              </a:ext>
                            </a:extLst>
                          </p:cNvPr>
                          <p:cNvSpPr/>
                          <p:nvPr/>
                        </p:nvSpPr>
                        <p:spPr>
                          <a:xfrm>
                            <a:off x="5369546" y="748721"/>
                            <a:ext cx="21812" cy="12572"/>
                          </a:xfrm>
                          <a:custGeom>
                            <a:avLst/>
                            <a:gdLst>
                              <a:gd name="connsiteX0" fmla="*/ 21812 w 21812"/>
                              <a:gd name="connsiteY0" fmla="*/ 6286 h 12572"/>
                              <a:gd name="connsiteX1" fmla="*/ 10858 w 21812"/>
                              <a:gd name="connsiteY1" fmla="*/ 12573 h 12572"/>
                              <a:gd name="connsiteX2" fmla="*/ 0 w 21812"/>
                              <a:gd name="connsiteY2" fmla="*/ 6286 h 12572"/>
                              <a:gd name="connsiteX3" fmla="*/ 10858 w 21812"/>
                              <a:gd name="connsiteY3" fmla="*/ 0 h 12572"/>
                              <a:gd name="connsiteX4" fmla="*/ 21812 w 21812"/>
                              <a:gd name="connsiteY4" fmla="*/ 6286 h 12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12572">
                                <a:moveTo>
                                  <a:pt x="21812" y="6286"/>
                                </a:moveTo>
                                <a:lnTo>
                                  <a:pt x="10858" y="12573"/>
                                </a:lnTo>
                                <a:lnTo>
                                  <a:pt x="0" y="6286"/>
                                </a:lnTo>
                                <a:lnTo>
                                  <a:pt x="10858" y="0"/>
                                </a:lnTo>
                                <a:lnTo>
                                  <a:pt x="21812" y="6286"/>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03" name="Freeform: Shape 902">
                            <a:extLst>
                              <a:ext uri="{FF2B5EF4-FFF2-40B4-BE49-F238E27FC236}">
                                <a16:creationId xmlns:a16="http://schemas.microsoft.com/office/drawing/2014/main" id="{4F423F5F-AB86-DE97-8F30-0C6BCD60D403}"/>
                              </a:ext>
                            </a:extLst>
                          </p:cNvPr>
                          <p:cNvSpPr/>
                          <p:nvPr/>
                        </p:nvSpPr>
                        <p:spPr>
                          <a:xfrm>
                            <a:off x="5380405" y="755007"/>
                            <a:ext cx="10953" cy="15144"/>
                          </a:xfrm>
                          <a:custGeom>
                            <a:avLst/>
                            <a:gdLst>
                              <a:gd name="connsiteX0" fmla="*/ 0 w 10953"/>
                              <a:gd name="connsiteY0" fmla="*/ 6286 h 15144"/>
                              <a:gd name="connsiteX1" fmla="*/ 0 w 10953"/>
                              <a:gd name="connsiteY1" fmla="*/ 15145 h 15144"/>
                              <a:gd name="connsiteX2" fmla="*/ 10954 w 10953"/>
                              <a:gd name="connsiteY2" fmla="*/ 8858 h 15144"/>
                              <a:gd name="connsiteX3" fmla="*/ 10954 w 10953"/>
                              <a:gd name="connsiteY3" fmla="*/ 0 h 15144"/>
                              <a:gd name="connsiteX4" fmla="*/ 0 w 10953"/>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 h="15144">
                                <a:moveTo>
                                  <a:pt x="0" y="6286"/>
                                </a:moveTo>
                                <a:lnTo>
                                  <a:pt x="0" y="15145"/>
                                </a:lnTo>
                                <a:lnTo>
                                  <a:pt x="10954" y="8858"/>
                                </a:lnTo>
                                <a:lnTo>
                                  <a:pt x="10954" y="0"/>
                                </a:lnTo>
                                <a:lnTo>
                                  <a:pt x="0" y="6286"/>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04" name="Freeform: Shape 903">
                            <a:extLst>
                              <a:ext uri="{FF2B5EF4-FFF2-40B4-BE49-F238E27FC236}">
                                <a16:creationId xmlns:a16="http://schemas.microsoft.com/office/drawing/2014/main" id="{50318723-BCF1-080F-AE46-BF505F6FB893}"/>
                              </a:ext>
                            </a:extLst>
                          </p:cNvPr>
                          <p:cNvSpPr/>
                          <p:nvPr/>
                        </p:nvSpPr>
                        <p:spPr>
                          <a:xfrm>
                            <a:off x="5369546" y="755007"/>
                            <a:ext cx="10858" cy="15144"/>
                          </a:xfrm>
                          <a:custGeom>
                            <a:avLst/>
                            <a:gdLst>
                              <a:gd name="connsiteX0" fmla="*/ 10858 w 10858"/>
                              <a:gd name="connsiteY0" fmla="*/ 6286 h 15144"/>
                              <a:gd name="connsiteX1" fmla="*/ 10858 w 10858"/>
                              <a:gd name="connsiteY1" fmla="*/ 15145 h 15144"/>
                              <a:gd name="connsiteX2" fmla="*/ 0 w 10858"/>
                              <a:gd name="connsiteY2" fmla="*/ 8858 h 15144"/>
                              <a:gd name="connsiteX3" fmla="*/ 0 w 10858"/>
                              <a:gd name="connsiteY3" fmla="*/ 0 h 15144"/>
                              <a:gd name="connsiteX4" fmla="*/ 10858 w 10858"/>
                              <a:gd name="connsiteY4" fmla="*/ 6286 h 1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5144">
                                <a:moveTo>
                                  <a:pt x="10858" y="6286"/>
                                </a:moveTo>
                                <a:lnTo>
                                  <a:pt x="10858" y="15145"/>
                                </a:lnTo>
                                <a:lnTo>
                                  <a:pt x="0" y="8858"/>
                                </a:lnTo>
                                <a:lnTo>
                                  <a:pt x="0" y="0"/>
                                </a:lnTo>
                                <a:lnTo>
                                  <a:pt x="10858" y="6286"/>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901" name="Freeform: Shape 900">
                          <a:extLst>
                            <a:ext uri="{FF2B5EF4-FFF2-40B4-BE49-F238E27FC236}">
                              <a16:creationId xmlns:a16="http://schemas.microsoft.com/office/drawing/2014/main" id="{C53B12BB-91A2-DB4E-A316-9760B8AAA8F7}"/>
                            </a:ext>
                          </a:extLst>
                        </p:cNvPr>
                        <p:cNvSpPr/>
                        <p:nvPr/>
                      </p:nvSpPr>
                      <p:spPr>
                        <a:xfrm>
                          <a:off x="5381358" y="761260"/>
                          <a:ext cx="4476" cy="5876"/>
                        </a:xfrm>
                        <a:custGeom>
                          <a:avLst/>
                          <a:gdLst>
                            <a:gd name="connsiteX0" fmla="*/ 4477 w 4476"/>
                            <a:gd name="connsiteY0" fmla="*/ 1652 h 5876"/>
                            <a:gd name="connsiteX1" fmla="*/ 2191 w 4476"/>
                            <a:gd name="connsiteY1" fmla="*/ 5558 h 5876"/>
                            <a:gd name="connsiteX2" fmla="*/ 0 w 4476"/>
                            <a:gd name="connsiteY2" fmla="*/ 4224 h 5876"/>
                            <a:gd name="connsiteX3" fmla="*/ 2191 w 4476"/>
                            <a:gd name="connsiteY3" fmla="*/ 319 h 5876"/>
                            <a:gd name="connsiteX4" fmla="*/ 4477 w 4476"/>
                            <a:gd name="connsiteY4" fmla="*/ 1652 h 5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6" h="5876">
                              <a:moveTo>
                                <a:pt x="4477" y="1652"/>
                              </a:moveTo>
                              <a:cubicBezTo>
                                <a:pt x="4477" y="3081"/>
                                <a:pt x="3429" y="4796"/>
                                <a:pt x="2191" y="5558"/>
                              </a:cubicBezTo>
                              <a:cubicBezTo>
                                <a:pt x="952" y="6320"/>
                                <a:pt x="0" y="5653"/>
                                <a:pt x="0" y="4224"/>
                              </a:cubicBezTo>
                              <a:cubicBezTo>
                                <a:pt x="0" y="2795"/>
                                <a:pt x="1048" y="1081"/>
                                <a:pt x="2191" y="319"/>
                              </a:cubicBezTo>
                              <a:cubicBezTo>
                                <a:pt x="3429" y="-443"/>
                                <a:pt x="4477" y="224"/>
                                <a:pt x="4477" y="1652"/>
                              </a:cubicBezTo>
                              <a:close/>
                            </a:path>
                          </a:pathLst>
                        </a:custGeom>
                        <a:solidFill>
                          <a:srgbClr val="94959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887" name="Graphic 41">
                      <a:extLst>
                        <a:ext uri="{FF2B5EF4-FFF2-40B4-BE49-F238E27FC236}">
                          <a16:creationId xmlns:a16="http://schemas.microsoft.com/office/drawing/2014/main" id="{80673D2C-AD16-1377-C555-A71BFB1DF154}"/>
                        </a:ext>
                      </a:extLst>
                    </p:cNvPr>
                    <p:cNvGrpSpPr/>
                    <p:nvPr/>
                  </p:nvGrpSpPr>
                  <p:grpSpPr>
                    <a:xfrm>
                      <a:off x="5303348" y="732242"/>
                      <a:ext cx="66198" cy="62484"/>
                      <a:chOff x="5303348" y="732242"/>
                      <a:chExt cx="66198" cy="62484"/>
                    </a:xfrm>
                  </p:grpSpPr>
                  <p:sp>
                    <p:nvSpPr>
                      <p:cNvPr id="888" name="Freeform: Shape 887">
                        <a:extLst>
                          <a:ext uri="{FF2B5EF4-FFF2-40B4-BE49-F238E27FC236}">
                            <a16:creationId xmlns:a16="http://schemas.microsoft.com/office/drawing/2014/main" id="{1E941002-7D3F-2186-A413-772B681B30B1}"/>
                          </a:ext>
                        </a:extLst>
                      </p:cNvPr>
                      <p:cNvSpPr/>
                      <p:nvPr/>
                    </p:nvSpPr>
                    <p:spPr>
                      <a:xfrm>
                        <a:off x="5303348" y="762627"/>
                        <a:ext cx="36861" cy="21240"/>
                      </a:xfrm>
                      <a:custGeom>
                        <a:avLst/>
                        <a:gdLst>
                          <a:gd name="connsiteX0" fmla="*/ 36862 w 36861"/>
                          <a:gd name="connsiteY0" fmla="*/ 8096 h 21240"/>
                          <a:gd name="connsiteX1" fmla="*/ 14002 w 36861"/>
                          <a:gd name="connsiteY1" fmla="*/ 21241 h 21240"/>
                          <a:gd name="connsiteX2" fmla="*/ 0 w 36861"/>
                          <a:gd name="connsiteY2" fmla="*/ 13240 h 21240"/>
                          <a:gd name="connsiteX3" fmla="*/ 22860 w 36861"/>
                          <a:gd name="connsiteY3" fmla="*/ 0 h 21240"/>
                          <a:gd name="connsiteX4" fmla="*/ 36862 w 36861"/>
                          <a:gd name="connsiteY4" fmla="*/ 8096 h 21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61" h="21240">
                            <a:moveTo>
                              <a:pt x="36862" y="8096"/>
                            </a:moveTo>
                            <a:lnTo>
                              <a:pt x="14002" y="21241"/>
                            </a:lnTo>
                            <a:lnTo>
                              <a:pt x="0" y="13240"/>
                            </a:lnTo>
                            <a:lnTo>
                              <a:pt x="22860" y="0"/>
                            </a:lnTo>
                            <a:lnTo>
                              <a:pt x="36862"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89" name="Freeform: Shape 888">
                        <a:extLst>
                          <a:ext uri="{FF2B5EF4-FFF2-40B4-BE49-F238E27FC236}">
                            <a16:creationId xmlns:a16="http://schemas.microsoft.com/office/drawing/2014/main" id="{624BE697-C0E8-ABFF-5C56-F3EB1E270687}"/>
                          </a:ext>
                        </a:extLst>
                      </p:cNvPr>
                      <p:cNvSpPr/>
                      <p:nvPr/>
                    </p:nvSpPr>
                    <p:spPr>
                      <a:xfrm>
                        <a:off x="5324112" y="773390"/>
                        <a:ext cx="36766" cy="21336"/>
                      </a:xfrm>
                      <a:custGeom>
                        <a:avLst/>
                        <a:gdLst>
                          <a:gd name="connsiteX0" fmla="*/ 36767 w 36766"/>
                          <a:gd name="connsiteY0" fmla="*/ 8096 h 21336"/>
                          <a:gd name="connsiteX1" fmla="*/ 14002 w 36766"/>
                          <a:gd name="connsiteY1" fmla="*/ 21336 h 21336"/>
                          <a:gd name="connsiteX2" fmla="*/ 0 w 36766"/>
                          <a:gd name="connsiteY2" fmla="*/ 13240 h 21336"/>
                          <a:gd name="connsiteX3" fmla="*/ 22765 w 36766"/>
                          <a:gd name="connsiteY3" fmla="*/ 0 h 21336"/>
                          <a:gd name="connsiteX4" fmla="*/ 36767 w 36766"/>
                          <a:gd name="connsiteY4" fmla="*/ 8096 h 2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66" h="21336">
                            <a:moveTo>
                              <a:pt x="36767" y="8096"/>
                            </a:moveTo>
                            <a:lnTo>
                              <a:pt x="14002" y="21336"/>
                            </a:lnTo>
                            <a:lnTo>
                              <a:pt x="0" y="13240"/>
                            </a:lnTo>
                            <a:lnTo>
                              <a:pt x="22765" y="0"/>
                            </a:lnTo>
                            <a:lnTo>
                              <a:pt x="36767" y="8096"/>
                            </a:lnTo>
                            <a:close/>
                          </a:path>
                        </a:pathLst>
                      </a:custGeom>
                      <a:solidFill>
                        <a:srgbClr val="E4E8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890" name="Graphic 41">
                        <a:extLst>
                          <a:ext uri="{FF2B5EF4-FFF2-40B4-BE49-F238E27FC236}">
                            <a16:creationId xmlns:a16="http://schemas.microsoft.com/office/drawing/2014/main" id="{C9B09B1F-DE3D-6DE8-3686-B1AD32C66B49}"/>
                          </a:ext>
                        </a:extLst>
                      </p:cNvPr>
                      <p:cNvGrpSpPr/>
                      <p:nvPr/>
                    </p:nvGrpSpPr>
                    <p:grpSpPr>
                      <a:xfrm>
                        <a:off x="5324112" y="732242"/>
                        <a:ext cx="25908" cy="40195"/>
                        <a:chOff x="5324112" y="732242"/>
                        <a:chExt cx="25908" cy="40195"/>
                      </a:xfrm>
                    </p:grpSpPr>
                    <p:sp>
                      <p:nvSpPr>
                        <p:cNvPr id="895" name="Freeform: Shape 894">
                          <a:extLst>
                            <a:ext uri="{FF2B5EF4-FFF2-40B4-BE49-F238E27FC236}">
                              <a16:creationId xmlns:a16="http://schemas.microsoft.com/office/drawing/2014/main" id="{9940968C-480A-1C95-29E2-DA47E8B33D0A}"/>
                            </a:ext>
                          </a:extLst>
                        </p:cNvPr>
                        <p:cNvSpPr/>
                        <p:nvPr/>
                      </p:nvSpPr>
                      <p:spPr>
                        <a:xfrm>
                          <a:off x="5324112" y="732242"/>
                          <a:ext cx="25908" cy="15049"/>
                        </a:xfrm>
                        <a:custGeom>
                          <a:avLst/>
                          <a:gdLst>
                            <a:gd name="connsiteX0" fmla="*/ 25908 w 25908"/>
                            <a:gd name="connsiteY0" fmla="*/ 7525 h 15049"/>
                            <a:gd name="connsiteX1" fmla="*/ 12954 w 25908"/>
                            <a:gd name="connsiteY1" fmla="*/ 15049 h 15049"/>
                            <a:gd name="connsiteX2" fmla="*/ 0 w 25908"/>
                            <a:gd name="connsiteY2" fmla="*/ 7525 h 15049"/>
                            <a:gd name="connsiteX3" fmla="*/ 12954 w 25908"/>
                            <a:gd name="connsiteY3" fmla="*/ 0 h 15049"/>
                            <a:gd name="connsiteX4" fmla="*/ 25908 w 25908"/>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 h="15049">
                              <a:moveTo>
                                <a:pt x="25908" y="7525"/>
                              </a:moveTo>
                              <a:lnTo>
                                <a:pt x="12954" y="15049"/>
                              </a:lnTo>
                              <a:lnTo>
                                <a:pt x="0" y="7525"/>
                              </a:lnTo>
                              <a:lnTo>
                                <a:pt x="12954" y="0"/>
                              </a:lnTo>
                              <a:lnTo>
                                <a:pt x="25908"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96" name="Freeform: Shape 895">
                          <a:extLst>
                            <a:ext uri="{FF2B5EF4-FFF2-40B4-BE49-F238E27FC236}">
                              <a16:creationId xmlns:a16="http://schemas.microsoft.com/office/drawing/2014/main" id="{D38D909F-30CE-4F1A-AB03-3130F69CA500}"/>
                            </a:ext>
                          </a:extLst>
                        </p:cNvPr>
                        <p:cNvSpPr/>
                        <p:nvPr/>
                      </p:nvSpPr>
                      <p:spPr>
                        <a:xfrm>
                          <a:off x="5337066" y="739767"/>
                          <a:ext cx="12954" cy="32670"/>
                        </a:xfrm>
                        <a:custGeom>
                          <a:avLst/>
                          <a:gdLst>
                            <a:gd name="connsiteX0" fmla="*/ 0 w 12954"/>
                            <a:gd name="connsiteY0" fmla="*/ 7525 h 32670"/>
                            <a:gd name="connsiteX1" fmla="*/ 0 w 12954"/>
                            <a:gd name="connsiteY1" fmla="*/ 32671 h 32670"/>
                            <a:gd name="connsiteX2" fmla="*/ 12954 w 12954"/>
                            <a:gd name="connsiteY2" fmla="*/ 25146 h 32670"/>
                            <a:gd name="connsiteX3" fmla="*/ 12954 w 12954"/>
                            <a:gd name="connsiteY3" fmla="*/ 0 h 32670"/>
                            <a:gd name="connsiteX4" fmla="*/ 0 w 12954"/>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670">
                              <a:moveTo>
                                <a:pt x="0" y="7525"/>
                              </a:moveTo>
                              <a:lnTo>
                                <a:pt x="0" y="32671"/>
                              </a:lnTo>
                              <a:lnTo>
                                <a:pt x="12954" y="25146"/>
                              </a:lnTo>
                              <a:lnTo>
                                <a:pt x="12954"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97" name="Freeform: Shape 896">
                          <a:extLst>
                            <a:ext uri="{FF2B5EF4-FFF2-40B4-BE49-F238E27FC236}">
                              <a16:creationId xmlns:a16="http://schemas.microsoft.com/office/drawing/2014/main" id="{D640AFCD-9D1D-4004-CF1F-9A4C0CACF120}"/>
                            </a:ext>
                          </a:extLst>
                        </p:cNvPr>
                        <p:cNvSpPr/>
                        <p:nvPr/>
                      </p:nvSpPr>
                      <p:spPr>
                        <a:xfrm>
                          <a:off x="5324112" y="739767"/>
                          <a:ext cx="12954" cy="32670"/>
                        </a:xfrm>
                        <a:custGeom>
                          <a:avLst/>
                          <a:gdLst>
                            <a:gd name="connsiteX0" fmla="*/ 12954 w 12954"/>
                            <a:gd name="connsiteY0" fmla="*/ 7525 h 32670"/>
                            <a:gd name="connsiteX1" fmla="*/ 12954 w 12954"/>
                            <a:gd name="connsiteY1" fmla="*/ 32671 h 32670"/>
                            <a:gd name="connsiteX2" fmla="*/ 0 w 12954"/>
                            <a:gd name="connsiteY2" fmla="*/ 25146 h 32670"/>
                            <a:gd name="connsiteX3" fmla="*/ 0 w 12954"/>
                            <a:gd name="connsiteY3" fmla="*/ 0 h 32670"/>
                            <a:gd name="connsiteX4" fmla="*/ 12954 w 12954"/>
                            <a:gd name="connsiteY4" fmla="*/ 7525 h 32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670">
                              <a:moveTo>
                                <a:pt x="12954" y="7525"/>
                              </a:moveTo>
                              <a:lnTo>
                                <a:pt x="12954" y="32671"/>
                              </a:lnTo>
                              <a:lnTo>
                                <a:pt x="0" y="25146"/>
                              </a:lnTo>
                              <a:lnTo>
                                <a:pt x="0" y="0"/>
                              </a:lnTo>
                              <a:lnTo>
                                <a:pt x="12954"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891" name="Graphic 41">
                        <a:extLst>
                          <a:ext uri="{FF2B5EF4-FFF2-40B4-BE49-F238E27FC236}">
                            <a16:creationId xmlns:a16="http://schemas.microsoft.com/office/drawing/2014/main" id="{D603B083-A431-7B14-68D5-991835B83D95}"/>
                          </a:ext>
                        </a:extLst>
                      </p:cNvPr>
                      <p:cNvGrpSpPr/>
                      <p:nvPr/>
                    </p:nvGrpSpPr>
                    <p:grpSpPr>
                      <a:xfrm>
                        <a:off x="5343543" y="743767"/>
                        <a:ext cx="26003" cy="40290"/>
                        <a:chOff x="5343543" y="743767"/>
                        <a:chExt cx="26003" cy="40290"/>
                      </a:xfrm>
                    </p:grpSpPr>
                    <p:sp>
                      <p:nvSpPr>
                        <p:cNvPr id="892" name="Freeform: Shape 891">
                          <a:extLst>
                            <a:ext uri="{FF2B5EF4-FFF2-40B4-BE49-F238E27FC236}">
                              <a16:creationId xmlns:a16="http://schemas.microsoft.com/office/drawing/2014/main" id="{A1D39828-2B88-1D1B-F646-4D44A5D182B6}"/>
                            </a:ext>
                          </a:extLst>
                        </p:cNvPr>
                        <p:cNvSpPr/>
                        <p:nvPr/>
                      </p:nvSpPr>
                      <p:spPr>
                        <a:xfrm>
                          <a:off x="5343543" y="743767"/>
                          <a:ext cx="26003" cy="15049"/>
                        </a:xfrm>
                        <a:custGeom>
                          <a:avLst/>
                          <a:gdLst>
                            <a:gd name="connsiteX0" fmla="*/ 26003 w 26003"/>
                            <a:gd name="connsiteY0" fmla="*/ 7525 h 15049"/>
                            <a:gd name="connsiteX1" fmla="*/ 13049 w 26003"/>
                            <a:gd name="connsiteY1" fmla="*/ 15049 h 15049"/>
                            <a:gd name="connsiteX2" fmla="*/ 0 w 26003"/>
                            <a:gd name="connsiteY2" fmla="*/ 7525 h 15049"/>
                            <a:gd name="connsiteX3" fmla="*/ 13049 w 26003"/>
                            <a:gd name="connsiteY3" fmla="*/ 0 h 15049"/>
                            <a:gd name="connsiteX4" fmla="*/ 26003 w 26003"/>
                            <a:gd name="connsiteY4" fmla="*/ 7525 h 1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03" h="15049">
                              <a:moveTo>
                                <a:pt x="26003" y="7525"/>
                              </a:moveTo>
                              <a:lnTo>
                                <a:pt x="13049" y="15049"/>
                              </a:lnTo>
                              <a:lnTo>
                                <a:pt x="0" y="7525"/>
                              </a:lnTo>
                              <a:lnTo>
                                <a:pt x="13049" y="0"/>
                              </a:lnTo>
                              <a:lnTo>
                                <a:pt x="26003" y="7525"/>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93" name="Freeform: Shape 892">
                          <a:extLst>
                            <a:ext uri="{FF2B5EF4-FFF2-40B4-BE49-F238E27FC236}">
                              <a16:creationId xmlns:a16="http://schemas.microsoft.com/office/drawing/2014/main" id="{616ED750-9D14-8F39-F854-B66D0A3ED048}"/>
                            </a:ext>
                          </a:extLst>
                        </p:cNvPr>
                        <p:cNvSpPr/>
                        <p:nvPr/>
                      </p:nvSpPr>
                      <p:spPr>
                        <a:xfrm>
                          <a:off x="5356592" y="751292"/>
                          <a:ext cx="12954" cy="32766"/>
                        </a:xfrm>
                        <a:custGeom>
                          <a:avLst/>
                          <a:gdLst>
                            <a:gd name="connsiteX0" fmla="*/ 0 w 12954"/>
                            <a:gd name="connsiteY0" fmla="*/ 7525 h 32766"/>
                            <a:gd name="connsiteX1" fmla="*/ 0 w 12954"/>
                            <a:gd name="connsiteY1" fmla="*/ 32766 h 32766"/>
                            <a:gd name="connsiteX2" fmla="*/ 12954 w 12954"/>
                            <a:gd name="connsiteY2" fmla="*/ 25241 h 32766"/>
                            <a:gd name="connsiteX3" fmla="*/ 12954 w 12954"/>
                            <a:gd name="connsiteY3" fmla="*/ 0 h 32766"/>
                            <a:gd name="connsiteX4" fmla="*/ 0 w 12954"/>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 h="32766">
                              <a:moveTo>
                                <a:pt x="0" y="7525"/>
                              </a:moveTo>
                              <a:lnTo>
                                <a:pt x="0" y="32766"/>
                              </a:lnTo>
                              <a:lnTo>
                                <a:pt x="12954" y="25241"/>
                              </a:lnTo>
                              <a:lnTo>
                                <a:pt x="12954" y="0"/>
                              </a:lnTo>
                              <a:lnTo>
                                <a:pt x="0" y="7525"/>
                              </a:lnTo>
                              <a:close/>
                            </a:path>
                          </a:pathLst>
                        </a:custGeom>
                        <a:solidFill>
                          <a:srgbClr val="E0E2E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94" name="Freeform: Shape 893">
                          <a:extLst>
                            <a:ext uri="{FF2B5EF4-FFF2-40B4-BE49-F238E27FC236}">
                              <a16:creationId xmlns:a16="http://schemas.microsoft.com/office/drawing/2014/main" id="{2788AC14-C2C8-08CA-D25D-AD9F97B98EE5}"/>
                            </a:ext>
                          </a:extLst>
                        </p:cNvPr>
                        <p:cNvSpPr/>
                        <p:nvPr/>
                      </p:nvSpPr>
                      <p:spPr>
                        <a:xfrm>
                          <a:off x="5343543" y="751292"/>
                          <a:ext cx="13049" cy="32766"/>
                        </a:xfrm>
                        <a:custGeom>
                          <a:avLst/>
                          <a:gdLst>
                            <a:gd name="connsiteX0" fmla="*/ 13049 w 13049"/>
                            <a:gd name="connsiteY0" fmla="*/ 7525 h 32766"/>
                            <a:gd name="connsiteX1" fmla="*/ 13049 w 13049"/>
                            <a:gd name="connsiteY1" fmla="*/ 32766 h 32766"/>
                            <a:gd name="connsiteX2" fmla="*/ 0 w 13049"/>
                            <a:gd name="connsiteY2" fmla="*/ 25241 h 32766"/>
                            <a:gd name="connsiteX3" fmla="*/ 0 w 13049"/>
                            <a:gd name="connsiteY3" fmla="*/ 0 h 32766"/>
                            <a:gd name="connsiteX4" fmla="*/ 13049 w 13049"/>
                            <a:gd name="connsiteY4" fmla="*/ 7525 h 3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 h="32766">
                              <a:moveTo>
                                <a:pt x="13049" y="7525"/>
                              </a:moveTo>
                              <a:lnTo>
                                <a:pt x="13049" y="32766"/>
                              </a:lnTo>
                              <a:lnTo>
                                <a:pt x="0" y="25241"/>
                              </a:lnTo>
                              <a:lnTo>
                                <a:pt x="0" y="0"/>
                              </a:lnTo>
                              <a:lnTo>
                                <a:pt x="13049" y="7525"/>
                              </a:lnTo>
                              <a:close/>
                            </a:path>
                          </a:pathLst>
                        </a:custGeom>
                        <a:solidFill>
                          <a:srgbClr val="C0C1C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sp>
              <p:nvSpPr>
                <p:cNvPr id="857" name="Freeform: Shape 856">
                  <a:extLst>
                    <a:ext uri="{FF2B5EF4-FFF2-40B4-BE49-F238E27FC236}">
                      <a16:creationId xmlns:a16="http://schemas.microsoft.com/office/drawing/2014/main" id="{9513D680-1E3E-DAB7-03F9-C3A2D4CFBF1F}"/>
                    </a:ext>
                  </a:extLst>
                </p:cNvPr>
                <p:cNvSpPr/>
                <p:nvPr/>
              </p:nvSpPr>
              <p:spPr>
                <a:xfrm>
                  <a:off x="2643817" y="4393364"/>
                  <a:ext cx="23050" cy="29337"/>
                </a:xfrm>
                <a:custGeom>
                  <a:avLst/>
                  <a:gdLst>
                    <a:gd name="connsiteX0" fmla="*/ 23051 w 23050"/>
                    <a:gd name="connsiteY0" fmla="*/ 16097 h 29337"/>
                    <a:gd name="connsiteX1" fmla="*/ 0 w 23050"/>
                    <a:gd name="connsiteY1" fmla="*/ 29337 h 29337"/>
                    <a:gd name="connsiteX2" fmla="*/ 0 w 23050"/>
                    <a:gd name="connsiteY2" fmla="*/ 13240 h 29337"/>
                    <a:gd name="connsiteX3" fmla="*/ 23051 w 23050"/>
                    <a:gd name="connsiteY3" fmla="*/ 0 h 29337"/>
                    <a:gd name="connsiteX4" fmla="*/ 23051 w 23050"/>
                    <a:gd name="connsiteY4" fmla="*/ 16097 h 29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0" h="29337">
                      <a:moveTo>
                        <a:pt x="23051" y="16097"/>
                      </a:moveTo>
                      <a:lnTo>
                        <a:pt x="0" y="29337"/>
                      </a:lnTo>
                      <a:lnTo>
                        <a:pt x="0" y="13240"/>
                      </a:lnTo>
                      <a:lnTo>
                        <a:pt x="23051" y="0"/>
                      </a:lnTo>
                      <a:lnTo>
                        <a:pt x="23051" y="16097"/>
                      </a:lnTo>
                      <a:close/>
                    </a:path>
                  </a:pathLst>
                </a:custGeom>
                <a:solidFill>
                  <a:srgbClr val="55585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8" name="Freeform: Shape 857">
                  <a:extLst>
                    <a:ext uri="{FF2B5EF4-FFF2-40B4-BE49-F238E27FC236}">
                      <a16:creationId xmlns:a16="http://schemas.microsoft.com/office/drawing/2014/main" id="{DC8D5218-75A9-7EBF-4B9E-6D2E1B3FEB13}"/>
                    </a:ext>
                  </a:extLst>
                </p:cNvPr>
                <p:cNvSpPr/>
                <p:nvPr/>
              </p:nvSpPr>
              <p:spPr>
                <a:xfrm>
                  <a:off x="2671726" y="4377648"/>
                  <a:ext cx="22955" cy="29336"/>
                </a:xfrm>
                <a:custGeom>
                  <a:avLst/>
                  <a:gdLst>
                    <a:gd name="connsiteX0" fmla="*/ 22955 w 22955"/>
                    <a:gd name="connsiteY0" fmla="*/ 16097 h 29336"/>
                    <a:gd name="connsiteX1" fmla="*/ 0 w 22955"/>
                    <a:gd name="connsiteY1" fmla="*/ 29337 h 29336"/>
                    <a:gd name="connsiteX2" fmla="*/ 0 w 22955"/>
                    <a:gd name="connsiteY2" fmla="*/ 13240 h 29336"/>
                    <a:gd name="connsiteX3" fmla="*/ 22955 w 22955"/>
                    <a:gd name="connsiteY3" fmla="*/ 0 h 29336"/>
                    <a:gd name="connsiteX4" fmla="*/ 22955 w 22955"/>
                    <a:gd name="connsiteY4" fmla="*/ 16097 h 2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5" h="29336">
                      <a:moveTo>
                        <a:pt x="22955" y="16097"/>
                      </a:moveTo>
                      <a:lnTo>
                        <a:pt x="0" y="29337"/>
                      </a:lnTo>
                      <a:lnTo>
                        <a:pt x="0" y="13240"/>
                      </a:lnTo>
                      <a:lnTo>
                        <a:pt x="22955" y="0"/>
                      </a:lnTo>
                      <a:lnTo>
                        <a:pt x="22955" y="16097"/>
                      </a:lnTo>
                      <a:close/>
                    </a:path>
                  </a:pathLst>
                </a:custGeom>
                <a:solidFill>
                  <a:srgbClr val="55585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59" name="Freeform: Shape 858">
                  <a:extLst>
                    <a:ext uri="{FF2B5EF4-FFF2-40B4-BE49-F238E27FC236}">
                      <a16:creationId xmlns:a16="http://schemas.microsoft.com/office/drawing/2014/main" id="{175D9BFA-56E5-7DD4-E733-AC73618E2861}"/>
                    </a:ext>
                  </a:extLst>
                </p:cNvPr>
                <p:cNvSpPr/>
                <p:nvPr/>
              </p:nvSpPr>
              <p:spPr>
                <a:xfrm>
                  <a:off x="2802314" y="4320688"/>
                  <a:ext cx="3905" cy="40576"/>
                </a:xfrm>
                <a:custGeom>
                  <a:avLst/>
                  <a:gdLst>
                    <a:gd name="connsiteX0" fmla="*/ 3905 w 3905"/>
                    <a:gd name="connsiteY0" fmla="*/ 40577 h 40576"/>
                    <a:gd name="connsiteX1" fmla="*/ 0 w 3905"/>
                    <a:gd name="connsiteY1" fmla="*/ 38291 h 40576"/>
                    <a:gd name="connsiteX2" fmla="*/ 0 w 3905"/>
                    <a:gd name="connsiteY2" fmla="*/ 0 h 40576"/>
                    <a:gd name="connsiteX3" fmla="*/ 3905 w 3905"/>
                    <a:gd name="connsiteY3" fmla="*/ 2286 h 40576"/>
                    <a:gd name="connsiteX4" fmla="*/ 3905 w 3905"/>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576">
                      <a:moveTo>
                        <a:pt x="3905" y="40577"/>
                      </a:moveTo>
                      <a:lnTo>
                        <a:pt x="0" y="38291"/>
                      </a:lnTo>
                      <a:lnTo>
                        <a:pt x="0" y="0"/>
                      </a:lnTo>
                      <a:lnTo>
                        <a:pt x="3905" y="2286"/>
                      </a:lnTo>
                      <a:lnTo>
                        <a:pt x="3905"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0" name="Freeform: Shape 859">
                  <a:extLst>
                    <a:ext uri="{FF2B5EF4-FFF2-40B4-BE49-F238E27FC236}">
                      <a16:creationId xmlns:a16="http://schemas.microsoft.com/office/drawing/2014/main" id="{EED8564D-A241-1B75-1503-EAE8591917DC}"/>
                    </a:ext>
                  </a:extLst>
                </p:cNvPr>
                <p:cNvSpPr/>
                <p:nvPr/>
              </p:nvSpPr>
              <p:spPr>
                <a:xfrm>
                  <a:off x="2806219" y="4320688"/>
                  <a:ext cx="3905" cy="40576"/>
                </a:xfrm>
                <a:custGeom>
                  <a:avLst/>
                  <a:gdLst>
                    <a:gd name="connsiteX0" fmla="*/ 0 w 3905"/>
                    <a:gd name="connsiteY0" fmla="*/ 40577 h 40576"/>
                    <a:gd name="connsiteX1" fmla="*/ 3905 w 3905"/>
                    <a:gd name="connsiteY1" fmla="*/ 38291 h 40576"/>
                    <a:gd name="connsiteX2" fmla="*/ 3905 w 3905"/>
                    <a:gd name="connsiteY2" fmla="*/ 0 h 40576"/>
                    <a:gd name="connsiteX3" fmla="*/ 0 w 3905"/>
                    <a:gd name="connsiteY3" fmla="*/ 2286 h 40576"/>
                    <a:gd name="connsiteX4" fmla="*/ 0 w 3905"/>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576">
                      <a:moveTo>
                        <a:pt x="0" y="40577"/>
                      </a:moveTo>
                      <a:lnTo>
                        <a:pt x="3905" y="38291"/>
                      </a:lnTo>
                      <a:lnTo>
                        <a:pt x="3905" y="0"/>
                      </a:lnTo>
                      <a:lnTo>
                        <a:pt x="0" y="2286"/>
                      </a:lnTo>
                      <a:lnTo>
                        <a:pt x="0"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1" name="Freeform: Shape 860">
                  <a:extLst>
                    <a:ext uri="{FF2B5EF4-FFF2-40B4-BE49-F238E27FC236}">
                      <a16:creationId xmlns:a16="http://schemas.microsoft.com/office/drawing/2014/main" id="{3C30CAD7-6A65-3A3F-3F08-6DFD9FC8938D}"/>
                    </a:ext>
                  </a:extLst>
                </p:cNvPr>
                <p:cNvSpPr/>
                <p:nvPr/>
              </p:nvSpPr>
              <p:spPr>
                <a:xfrm>
                  <a:off x="2742687" y="4355549"/>
                  <a:ext cx="3810" cy="40576"/>
                </a:xfrm>
                <a:custGeom>
                  <a:avLst/>
                  <a:gdLst>
                    <a:gd name="connsiteX0" fmla="*/ 3810 w 3810"/>
                    <a:gd name="connsiteY0" fmla="*/ 40577 h 40576"/>
                    <a:gd name="connsiteX1" fmla="*/ 0 w 3810"/>
                    <a:gd name="connsiteY1" fmla="*/ 38291 h 40576"/>
                    <a:gd name="connsiteX2" fmla="*/ 0 w 3810"/>
                    <a:gd name="connsiteY2" fmla="*/ 0 h 40576"/>
                    <a:gd name="connsiteX3" fmla="*/ 3810 w 3810"/>
                    <a:gd name="connsiteY3" fmla="*/ 2286 h 40576"/>
                    <a:gd name="connsiteX4" fmla="*/ 3810 w 3810"/>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 h="40576">
                      <a:moveTo>
                        <a:pt x="3810" y="40577"/>
                      </a:moveTo>
                      <a:lnTo>
                        <a:pt x="0" y="38291"/>
                      </a:lnTo>
                      <a:lnTo>
                        <a:pt x="0" y="0"/>
                      </a:lnTo>
                      <a:lnTo>
                        <a:pt x="3810" y="2286"/>
                      </a:lnTo>
                      <a:lnTo>
                        <a:pt x="3810"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2" name="Freeform: Shape 861">
                  <a:extLst>
                    <a:ext uri="{FF2B5EF4-FFF2-40B4-BE49-F238E27FC236}">
                      <a16:creationId xmlns:a16="http://schemas.microsoft.com/office/drawing/2014/main" id="{1B7E37AA-BB1E-8F43-1637-65465131CA25}"/>
                    </a:ext>
                  </a:extLst>
                </p:cNvPr>
                <p:cNvSpPr/>
                <p:nvPr/>
              </p:nvSpPr>
              <p:spPr>
                <a:xfrm>
                  <a:off x="2746497" y="4355549"/>
                  <a:ext cx="3905" cy="40576"/>
                </a:xfrm>
                <a:custGeom>
                  <a:avLst/>
                  <a:gdLst>
                    <a:gd name="connsiteX0" fmla="*/ 0 w 3905"/>
                    <a:gd name="connsiteY0" fmla="*/ 40577 h 40576"/>
                    <a:gd name="connsiteX1" fmla="*/ 3905 w 3905"/>
                    <a:gd name="connsiteY1" fmla="*/ 38291 h 40576"/>
                    <a:gd name="connsiteX2" fmla="*/ 3905 w 3905"/>
                    <a:gd name="connsiteY2" fmla="*/ 0 h 40576"/>
                    <a:gd name="connsiteX3" fmla="*/ 0 w 3905"/>
                    <a:gd name="connsiteY3" fmla="*/ 2286 h 40576"/>
                    <a:gd name="connsiteX4" fmla="*/ 0 w 3905"/>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576">
                      <a:moveTo>
                        <a:pt x="0" y="40577"/>
                      </a:moveTo>
                      <a:lnTo>
                        <a:pt x="3905" y="38291"/>
                      </a:lnTo>
                      <a:lnTo>
                        <a:pt x="3905" y="0"/>
                      </a:lnTo>
                      <a:lnTo>
                        <a:pt x="0" y="2286"/>
                      </a:lnTo>
                      <a:lnTo>
                        <a:pt x="0"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3" name="Freeform: Shape 862">
                  <a:extLst>
                    <a:ext uri="{FF2B5EF4-FFF2-40B4-BE49-F238E27FC236}">
                      <a16:creationId xmlns:a16="http://schemas.microsoft.com/office/drawing/2014/main" id="{E00112F5-2698-6BD7-A991-A3B689CC5181}"/>
                    </a:ext>
                  </a:extLst>
                </p:cNvPr>
                <p:cNvSpPr/>
                <p:nvPr/>
              </p:nvSpPr>
              <p:spPr>
                <a:xfrm>
                  <a:off x="2620862" y="4425463"/>
                  <a:ext cx="3905" cy="40481"/>
                </a:xfrm>
                <a:custGeom>
                  <a:avLst/>
                  <a:gdLst>
                    <a:gd name="connsiteX0" fmla="*/ 3905 w 3905"/>
                    <a:gd name="connsiteY0" fmla="*/ 40481 h 40481"/>
                    <a:gd name="connsiteX1" fmla="*/ 0 w 3905"/>
                    <a:gd name="connsiteY1" fmla="*/ 38291 h 40481"/>
                    <a:gd name="connsiteX2" fmla="*/ 0 w 3905"/>
                    <a:gd name="connsiteY2" fmla="*/ 0 h 40481"/>
                    <a:gd name="connsiteX3" fmla="*/ 3905 w 3905"/>
                    <a:gd name="connsiteY3" fmla="*/ 2286 h 40481"/>
                    <a:gd name="connsiteX4" fmla="*/ 3905 w 3905"/>
                    <a:gd name="connsiteY4" fmla="*/ 40481 h 40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481">
                      <a:moveTo>
                        <a:pt x="3905" y="40481"/>
                      </a:moveTo>
                      <a:lnTo>
                        <a:pt x="0" y="38291"/>
                      </a:lnTo>
                      <a:lnTo>
                        <a:pt x="0" y="0"/>
                      </a:lnTo>
                      <a:lnTo>
                        <a:pt x="3905" y="2286"/>
                      </a:lnTo>
                      <a:lnTo>
                        <a:pt x="3905" y="40481"/>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4" name="Freeform: Shape 863">
                  <a:extLst>
                    <a:ext uri="{FF2B5EF4-FFF2-40B4-BE49-F238E27FC236}">
                      <a16:creationId xmlns:a16="http://schemas.microsoft.com/office/drawing/2014/main" id="{2E9FC79E-05E6-42C2-372A-9F94600ECBDB}"/>
                    </a:ext>
                  </a:extLst>
                </p:cNvPr>
                <p:cNvSpPr/>
                <p:nvPr/>
              </p:nvSpPr>
              <p:spPr>
                <a:xfrm>
                  <a:off x="2624767" y="4425463"/>
                  <a:ext cx="3905" cy="40481"/>
                </a:xfrm>
                <a:custGeom>
                  <a:avLst/>
                  <a:gdLst>
                    <a:gd name="connsiteX0" fmla="*/ 0 w 3905"/>
                    <a:gd name="connsiteY0" fmla="*/ 40481 h 40481"/>
                    <a:gd name="connsiteX1" fmla="*/ 3905 w 3905"/>
                    <a:gd name="connsiteY1" fmla="*/ 38291 h 40481"/>
                    <a:gd name="connsiteX2" fmla="*/ 3905 w 3905"/>
                    <a:gd name="connsiteY2" fmla="*/ 0 h 40481"/>
                    <a:gd name="connsiteX3" fmla="*/ 0 w 3905"/>
                    <a:gd name="connsiteY3" fmla="*/ 2286 h 40481"/>
                    <a:gd name="connsiteX4" fmla="*/ 0 w 3905"/>
                    <a:gd name="connsiteY4" fmla="*/ 40481 h 40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481">
                      <a:moveTo>
                        <a:pt x="0" y="40481"/>
                      </a:moveTo>
                      <a:lnTo>
                        <a:pt x="3905" y="38291"/>
                      </a:lnTo>
                      <a:lnTo>
                        <a:pt x="3905" y="0"/>
                      </a:lnTo>
                      <a:lnTo>
                        <a:pt x="0" y="2286"/>
                      </a:lnTo>
                      <a:lnTo>
                        <a:pt x="0" y="40481"/>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5" name="Freeform: Shape 864">
                  <a:extLst>
                    <a:ext uri="{FF2B5EF4-FFF2-40B4-BE49-F238E27FC236}">
                      <a16:creationId xmlns:a16="http://schemas.microsoft.com/office/drawing/2014/main" id="{DC114816-D248-1387-0009-CB0D42309269}"/>
                    </a:ext>
                  </a:extLst>
                </p:cNvPr>
                <p:cNvSpPr/>
                <p:nvPr/>
              </p:nvSpPr>
              <p:spPr>
                <a:xfrm>
                  <a:off x="2699729" y="4361931"/>
                  <a:ext cx="22955" cy="29336"/>
                </a:xfrm>
                <a:custGeom>
                  <a:avLst/>
                  <a:gdLst>
                    <a:gd name="connsiteX0" fmla="*/ 22955 w 22955"/>
                    <a:gd name="connsiteY0" fmla="*/ 16097 h 29336"/>
                    <a:gd name="connsiteX1" fmla="*/ 0 w 22955"/>
                    <a:gd name="connsiteY1" fmla="*/ 29337 h 29336"/>
                    <a:gd name="connsiteX2" fmla="*/ 0 w 22955"/>
                    <a:gd name="connsiteY2" fmla="*/ 13240 h 29336"/>
                    <a:gd name="connsiteX3" fmla="*/ 22955 w 22955"/>
                    <a:gd name="connsiteY3" fmla="*/ 0 h 29336"/>
                    <a:gd name="connsiteX4" fmla="*/ 22955 w 22955"/>
                    <a:gd name="connsiteY4" fmla="*/ 16097 h 29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5" h="29336">
                      <a:moveTo>
                        <a:pt x="22955" y="16097"/>
                      </a:moveTo>
                      <a:lnTo>
                        <a:pt x="0" y="29337"/>
                      </a:lnTo>
                      <a:lnTo>
                        <a:pt x="0" y="13240"/>
                      </a:lnTo>
                      <a:lnTo>
                        <a:pt x="22955" y="0"/>
                      </a:lnTo>
                      <a:lnTo>
                        <a:pt x="22955" y="16097"/>
                      </a:lnTo>
                      <a:close/>
                    </a:path>
                  </a:pathLst>
                </a:custGeom>
                <a:solidFill>
                  <a:srgbClr val="555859"/>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866" name="Graphic 41">
                  <a:extLst>
                    <a:ext uri="{FF2B5EF4-FFF2-40B4-BE49-F238E27FC236}">
                      <a16:creationId xmlns:a16="http://schemas.microsoft.com/office/drawing/2014/main" id="{7A633F7C-C815-3CFF-E2D3-00B0DED4D828}"/>
                    </a:ext>
                  </a:extLst>
                </p:cNvPr>
                <p:cNvGrpSpPr/>
                <p:nvPr/>
              </p:nvGrpSpPr>
              <p:grpSpPr>
                <a:xfrm>
                  <a:off x="2540662" y="4306115"/>
                  <a:ext cx="269462" cy="157829"/>
                  <a:chOff x="5129612" y="1120291"/>
                  <a:chExt cx="269462" cy="157829"/>
                </a:xfrm>
              </p:grpSpPr>
              <p:sp>
                <p:nvSpPr>
                  <p:cNvPr id="881" name="Freeform: Shape 880">
                    <a:extLst>
                      <a:ext uri="{FF2B5EF4-FFF2-40B4-BE49-F238E27FC236}">
                        <a16:creationId xmlns:a16="http://schemas.microsoft.com/office/drawing/2014/main" id="{537551B7-F388-1885-CE63-CDE83A1789E9}"/>
                      </a:ext>
                    </a:extLst>
                  </p:cNvPr>
                  <p:cNvSpPr/>
                  <p:nvPr/>
                </p:nvSpPr>
                <p:spPr>
                  <a:xfrm>
                    <a:off x="5129612" y="1122481"/>
                    <a:ext cx="269462" cy="155638"/>
                  </a:xfrm>
                  <a:custGeom>
                    <a:avLst/>
                    <a:gdLst>
                      <a:gd name="connsiteX0" fmla="*/ 269462 w 269462"/>
                      <a:gd name="connsiteY0" fmla="*/ 12859 h 155638"/>
                      <a:gd name="connsiteX1" fmla="*/ 22193 w 269462"/>
                      <a:gd name="connsiteY1" fmla="*/ 155639 h 155638"/>
                      <a:gd name="connsiteX2" fmla="*/ 0 w 269462"/>
                      <a:gd name="connsiteY2" fmla="*/ 142780 h 155638"/>
                      <a:gd name="connsiteX3" fmla="*/ 0 w 269462"/>
                      <a:gd name="connsiteY3" fmla="*/ 140589 h 155638"/>
                      <a:gd name="connsiteX4" fmla="*/ 247269 w 269462"/>
                      <a:gd name="connsiteY4" fmla="*/ 0 h 155638"/>
                      <a:gd name="connsiteX5" fmla="*/ 269462 w 269462"/>
                      <a:gd name="connsiteY5" fmla="*/ 10573 h 155638"/>
                      <a:gd name="connsiteX6" fmla="*/ 269462 w 269462"/>
                      <a:gd name="connsiteY6" fmla="*/ 12859 h 1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462" h="155638">
                        <a:moveTo>
                          <a:pt x="269462" y="12859"/>
                        </a:moveTo>
                        <a:lnTo>
                          <a:pt x="22193" y="155639"/>
                        </a:lnTo>
                        <a:lnTo>
                          <a:pt x="0" y="142780"/>
                        </a:lnTo>
                        <a:lnTo>
                          <a:pt x="0" y="140589"/>
                        </a:lnTo>
                        <a:lnTo>
                          <a:pt x="247269" y="0"/>
                        </a:lnTo>
                        <a:lnTo>
                          <a:pt x="269462" y="10573"/>
                        </a:lnTo>
                        <a:lnTo>
                          <a:pt x="269462" y="12859"/>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82" name="Freeform: Shape 881">
                    <a:extLst>
                      <a:ext uri="{FF2B5EF4-FFF2-40B4-BE49-F238E27FC236}">
                        <a16:creationId xmlns:a16="http://schemas.microsoft.com/office/drawing/2014/main" id="{C4159484-0E49-72AD-120D-A7E49EE8AAFF}"/>
                      </a:ext>
                    </a:extLst>
                  </p:cNvPr>
                  <p:cNvSpPr/>
                  <p:nvPr/>
                </p:nvSpPr>
                <p:spPr>
                  <a:xfrm>
                    <a:off x="5129612" y="1120291"/>
                    <a:ext cx="269462" cy="155543"/>
                  </a:xfrm>
                  <a:custGeom>
                    <a:avLst/>
                    <a:gdLst>
                      <a:gd name="connsiteX0" fmla="*/ 269462 w 269462"/>
                      <a:gd name="connsiteY0" fmla="*/ 12764 h 155543"/>
                      <a:gd name="connsiteX1" fmla="*/ 22193 w 269462"/>
                      <a:gd name="connsiteY1" fmla="*/ 155543 h 155543"/>
                      <a:gd name="connsiteX2" fmla="*/ 0 w 269462"/>
                      <a:gd name="connsiteY2" fmla="*/ 142780 h 155543"/>
                      <a:gd name="connsiteX3" fmla="*/ 247269 w 269462"/>
                      <a:gd name="connsiteY3" fmla="*/ 0 h 155543"/>
                      <a:gd name="connsiteX4" fmla="*/ 269462 w 269462"/>
                      <a:gd name="connsiteY4" fmla="*/ 12764 h 155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462" h="155543">
                        <a:moveTo>
                          <a:pt x="269462" y="12764"/>
                        </a:moveTo>
                        <a:lnTo>
                          <a:pt x="22193" y="155543"/>
                        </a:lnTo>
                        <a:lnTo>
                          <a:pt x="0" y="142780"/>
                        </a:lnTo>
                        <a:lnTo>
                          <a:pt x="247269" y="0"/>
                        </a:lnTo>
                        <a:lnTo>
                          <a:pt x="269462" y="12764"/>
                        </a:lnTo>
                        <a:close/>
                      </a:path>
                    </a:pathLst>
                  </a:custGeom>
                  <a:solidFill>
                    <a:srgbClr val="F7F7F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867" name="Freeform: Shape 866">
                  <a:extLst>
                    <a:ext uri="{FF2B5EF4-FFF2-40B4-BE49-F238E27FC236}">
                      <a16:creationId xmlns:a16="http://schemas.microsoft.com/office/drawing/2014/main" id="{70B04A1D-484D-2F46-C17D-EED244D6B3DC}"/>
                    </a:ext>
                  </a:extLst>
                </p:cNvPr>
                <p:cNvSpPr/>
                <p:nvPr/>
              </p:nvSpPr>
              <p:spPr>
                <a:xfrm>
                  <a:off x="2559235" y="4461277"/>
                  <a:ext cx="3905" cy="40576"/>
                </a:xfrm>
                <a:custGeom>
                  <a:avLst/>
                  <a:gdLst>
                    <a:gd name="connsiteX0" fmla="*/ 3905 w 3905"/>
                    <a:gd name="connsiteY0" fmla="*/ 40577 h 40576"/>
                    <a:gd name="connsiteX1" fmla="*/ 0 w 3905"/>
                    <a:gd name="connsiteY1" fmla="*/ 38290 h 40576"/>
                    <a:gd name="connsiteX2" fmla="*/ 0 w 3905"/>
                    <a:gd name="connsiteY2" fmla="*/ 0 h 40576"/>
                    <a:gd name="connsiteX3" fmla="*/ 3905 w 3905"/>
                    <a:gd name="connsiteY3" fmla="*/ 2286 h 40576"/>
                    <a:gd name="connsiteX4" fmla="*/ 3905 w 3905"/>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576">
                      <a:moveTo>
                        <a:pt x="3905" y="40577"/>
                      </a:moveTo>
                      <a:lnTo>
                        <a:pt x="0" y="38290"/>
                      </a:lnTo>
                      <a:lnTo>
                        <a:pt x="0" y="0"/>
                      </a:lnTo>
                      <a:lnTo>
                        <a:pt x="3905" y="2286"/>
                      </a:lnTo>
                      <a:lnTo>
                        <a:pt x="3905"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8" name="Freeform: Shape 867">
                  <a:extLst>
                    <a:ext uri="{FF2B5EF4-FFF2-40B4-BE49-F238E27FC236}">
                      <a16:creationId xmlns:a16="http://schemas.microsoft.com/office/drawing/2014/main" id="{0A5B0907-815A-1622-BAF8-16CA8C1618FF}"/>
                    </a:ext>
                  </a:extLst>
                </p:cNvPr>
                <p:cNvSpPr/>
                <p:nvPr/>
              </p:nvSpPr>
              <p:spPr>
                <a:xfrm>
                  <a:off x="2563141" y="4461277"/>
                  <a:ext cx="3905" cy="40576"/>
                </a:xfrm>
                <a:custGeom>
                  <a:avLst/>
                  <a:gdLst>
                    <a:gd name="connsiteX0" fmla="*/ 0 w 3905"/>
                    <a:gd name="connsiteY0" fmla="*/ 40577 h 40576"/>
                    <a:gd name="connsiteX1" fmla="*/ 3905 w 3905"/>
                    <a:gd name="connsiteY1" fmla="*/ 38290 h 40576"/>
                    <a:gd name="connsiteX2" fmla="*/ 3905 w 3905"/>
                    <a:gd name="connsiteY2" fmla="*/ 0 h 40576"/>
                    <a:gd name="connsiteX3" fmla="*/ 0 w 3905"/>
                    <a:gd name="connsiteY3" fmla="*/ 2286 h 40576"/>
                    <a:gd name="connsiteX4" fmla="*/ 0 w 3905"/>
                    <a:gd name="connsiteY4" fmla="*/ 40577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 h="40576">
                      <a:moveTo>
                        <a:pt x="0" y="40577"/>
                      </a:moveTo>
                      <a:lnTo>
                        <a:pt x="3905" y="38290"/>
                      </a:lnTo>
                      <a:lnTo>
                        <a:pt x="3905" y="0"/>
                      </a:lnTo>
                      <a:lnTo>
                        <a:pt x="0" y="2286"/>
                      </a:lnTo>
                      <a:lnTo>
                        <a:pt x="0" y="40577"/>
                      </a:lnTo>
                      <a:close/>
                    </a:path>
                  </a:pathLst>
                </a:custGeom>
                <a:solidFill>
                  <a:srgbClr val="CECEC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69" name="Freeform: Shape 868">
                  <a:extLst>
                    <a:ext uri="{FF2B5EF4-FFF2-40B4-BE49-F238E27FC236}">
                      <a16:creationId xmlns:a16="http://schemas.microsoft.com/office/drawing/2014/main" id="{C4636EC4-368E-C2C4-7D65-1730AB56453C}"/>
                    </a:ext>
                  </a:extLst>
                </p:cNvPr>
                <p:cNvSpPr/>
                <p:nvPr/>
              </p:nvSpPr>
              <p:spPr>
                <a:xfrm>
                  <a:off x="2516944" y="4365741"/>
                  <a:ext cx="88677" cy="68579"/>
                </a:xfrm>
                <a:custGeom>
                  <a:avLst/>
                  <a:gdLst>
                    <a:gd name="connsiteX0" fmla="*/ 11716 w 88677"/>
                    <a:gd name="connsiteY0" fmla="*/ 43434 h 68579"/>
                    <a:gd name="connsiteX1" fmla="*/ 88678 w 88677"/>
                    <a:gd name="connsiteY1" fmla="*/ 0 h 68579"/>
                    <a:gd name="connsiteX2" fmla="*/ 76867 w 88677"/>
                    <a:gd name="connsiteY2" fmla="*/ 25146 h 68579"/>
                    <a:gd name="connsiteX3" fmla="*/ 0 w 88677"/>
                    <a:gd name="connsiteY3" fmla="*/ 68580 h 68579"/>
                    <a:gd name="connsiteX4" fmla="*/ 11716 w 88677"/>
                    <a:gd name="connsiteY4" fmla="*/ 43434 h 6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7" h="68579">
                      <a:moveTo>
                        <a:pt x="11716" y="43434"/>
                      </a:moveTo>
                      <a:lnTo>
                        <a:pt x="88678" y="0"/>
                      </a:lnTo>
                      <a:lnTo>
                        <a:pt x="76867" y="25146"/>
                      </a:lnTo>
                      <a:lnTo>
                        <a:pt x="0" y="68580"/>
                      </a:lnTo>
                      <a:lnTo>
                        <a:pt x="11716" y="43434"/>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0" name="Freeform: Shape 869">
                  <a:extLst>
                    <a:ext uri="{FF2B5EF4-FFF2-40B4-BE49-F238E27FC236}">
                      <a16:creationId xmlns:a16="http://schemas.microsoft.com/office/drawing/2014/main" id="{CBB8973A-7384-4781-3E3A-EF45A357CB83}"/>
                    </a:ext>
                  </a:extLst>
                </p:cNvPr>
                <p:cNvSpPr/>
                <p:nvPr/>
              </p:nvSpPr>
              <p:spPr>
                <a:xfrm>
                  <a:off x="2542186" y="4311258"/>
                  <a:ext cx="88677" cy="68675"/>
                </a:xfrm>
                <a:custGeom>
                  <a:avLst/>
                  <a:gdLst>
                    <a:gd name="connsiteX0" fmla="*/ 11716 w 88677"/>
                    <a:gd name="connsiteY0" fmla="*/ 43529 h 68675"/>
                    <a:gd name="connsiteX1" fmla="*/ 88678 w 88677"/>
                    <a:gd name="connsiteY1" fmla="*/ 0 h 68675"/>
                    <a:gd name="connsiteX2" fmla="*/ 76867 w 88677"/>
                    <a:gd name="connsiteY2" fmla="*/ 25241 h 68675"/>
                    <a:gd name="connsiteX3" fmla="*/ 0 w 88677"/>
                    <a:gd name="connsiteY3" fmla="*/ 68675 h 68675"/>
                    <a:gd name="connsiteX4" fmla="*/ 11716 w 88677"/>
                    <a:gd name="connsiteY4" fmla="*/ 43529 h 68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7" h="68675">
                      <a:moveTo>
                        <a:pt x="11716" y="43529"/>
                      </a:moveTo>
                      <a:lnTo>
                        <a:pt x="88678" y="0"/>
                      </a:lnTo>
                      <a:lnTo>
                        <a:pt x="76867" y="25241"/>
                      </a:lnTo>
                      <a:lnTo>
                        <a:pt x="0" y="68675"/>
                      </a:lnTo>
                      <a:lnTo>
                        <a:pt x="11716" y="43529"/>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1" name="Freeform: Shape 870">
                  <a:extLst>
                    <a:ext uri="{FF2B5EF4-FFF2-40B4-BE49-F238E27FC236}">
                      <a16:creationId xmlns:a16="http://schemas.microsoft.com/office/drawing/2014/main" id="{0CE94A72-FCA5-2514-F6A9-ACC187CF60FD}"/>
                    </a:ext>
                  </a:extLst>
                </p:cNvPr>
                <p:cNvSpPr/>
                <p:nvPr/>
              </p:nvSpPr>
              <p:spPr>
                <a:xfrm>
                  <a:off x="2567427" y="4256966"/>
                  <a:ext cx="88677" cy="68770"/>
                </a:xfrm>
                <a:custGeom>
                  <a:avLst/>
                  <a:gdLst>
                    <a:gd name="connsiteX0" fmla="*/ 11716 w 88677"/>
                    <a:gd name="connsiteY0" fmla="*/ 43529 h 68770"/>
                    <a:gd name="connsiteX1" fmla="*/ 88678 w 88677"/>
                    <a:gd name="connsiteY1" fmla="*/ 0 h 68770"/>
                    <a:gd name="connsiteX2" fmla="*/ 76962 w 88677"/>
                    <a:gd name="connsiteY2" fmla="*/ 25241 h 68770"/>
                    <a:gd name="connsiteX3" fmla="*/ 0 w 88677"/>
                    <a:gd name="connsiteY3" fmla="*/ 68771 h 68770"/>
                    <a:gd name="connsiteX4" fmla="*/ 11716 w 88677"/>
                    <a:gd name="connsiteY4" fmla="*/ 43529 h 68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7" h="68770">
                      <a:moveTo>
                        <a:pt x="11716" y="43529"/>
                      </a:moveTo>
                      <a:lnTo>
                        <a:pt x="88678" y="0"/>
                      </a:lnTo>
                      <a:lnTo>
                        <a:pt x="76962" y="25241"/>
                      </a:lnTo>
                      <a:lnTo>
                        <a:pt x="0" y="68771"/>
                      </a:lnTo>
                      <a:lnTo>
                        <a:pt x="11716" y="43529"/>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2" name="Freeform: Shape 871">
                  <a:extLst>
                    <a:ext uri="{FF2B5EF4-FFF2-40B4-BE49-F238E27FC236}">
                      <a16:creationId xmlns:a16="http://schemas.microsoft.com/office/drawing/2014/main" id="{0243BA97-A9D4-0518-90BF-C44A3CFEC26C}"/>
                    </a:ext>
                  </a:extLst>
                </p:cNvPr>
                <p:cNvSpPr/>
                <p:nvPr/>
              </p:nvSpPr>
              <p:spPr>
                <a:xfrm>
                  <a:off x="2592668" y="4202483"/>
                  <a:ext cx="88772" cy="68770"/>
                </a:xfrm>
                <a:custGeom>
                  <a:avLst/>
                  <a:gdLst>
                    <a:gd name="connsiteX0" fmla="*/ 11811 w 88772"/>
                    <a:gd name="connsiteY0" fmla="*/ 43434 h 68770"/>
                    <a:gd name="connsiteX1" fmla="*/ 88773 w 88772"/>
                    <a:gd name="connsiteY1" fmla="*/ 0 h 68770"/>
                    <a:gd name="connsiteX2" fmla="*/ 76962 w 88772"/>
                    <a:gd name="connsiteY2" fmla="*/ 25336 h 68770"/>
                    <a:gd name="connsiteX3" fmla="*/ 0 w 88772"/>
                    <a:gd name="connsiteY3" fmla="*/ 68771 h 68770"/>
                    <a:gd name="connsiteX4" fmla="*/ 11811 w 88772"/>
                    <a:gd name="connsiteY4" fmla="*/ 43434 h 68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72" h="68770">
                      <a:moveTo>
                        <a:pt x="11811" y="43434"/>
                      </a:moveTo>
                      <a:lnTo>
                        <a:pt x="88773" y="0"/>
                      </a:lnTo>
                      <a:lnTo>
                        <a:pt x="76962" y="25336"/>
                      </a:lnTo>
                      <a:lnTo>
                        <a:pt x="0" y="68771"/>
                      </a:lnTo>
                      <a:lnTo>
                        <a:pt x="11811" y="43434"/>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3" name="Freeform: Shape 872">
                  <a:extLst>
                    <a:ext uri="{FF2B5EF4-FFF2-40B4-BE49-F238E27FC236}">
                      <a16:creationId xmlns:a16="http://schemas.microsoft.com/office/drawing/2014/main" id="{A968D1F4-5747-3B40-2E5E-E76C8D412948}"/>
                    </a:ext>
                  </a:extLst>
                </p:cNvPr>
                <p:cNvSpPr/>
                <p:nvPr/>
              </p:nvSpPr>
              <p:spPr>
                <a:xfrm>
                  <a:off x="2618005" y="4148095"/>
                  <a:ext cx="88677" cy="68675"/>
                </a:xfrm>
                <a:custGeom>
                  <a:avLst/>
                  <a:gdLst>
                    <a:gd name="connsiteX0" fmla="*/ 88678 w 88677"/>
                    <a:gd name="connsiteY0" fmla="*/ 0 h 68675"/>
                    <a:gd name="connsiteX1" fmla="*/ 77057 w 88677"/>
                    <a:gd name="connsiteY1" fmla="*/ 25241 h 68675"/>
                    <a:gd name="connsiteX2" fmla="*/ 0 w 88677"/>
                    <a:gd name="connsiteY2" fmla="*/ 68675 h 68675"/>
                    <a:gd name="connsiteX3" fmla="*/ 11811 w 88677"/>
                    <a:gd name="connsiteY3" fmla="*/ 43339 h 68675"/>
                    <a:gd name="connsiteX4" fmla="*/ 88678 w 88677"/>
                    <a:gd name="connsiteY4" fmla="*/ 0 h 68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7" h="68675">
                      <a:moveTo>
                        <a:pt x="88678" y="0"/>
                      </a:moveTo>
                      <a:lnTo>
                        <a:pt x="77057" y="25241"/>
                      </a:lnTo>
                      <a:lnTo>
                        <a:pt x="0" y="68675"/>
                      </a:lnTo>
                      <a:lnTo>
                        <a:pt x="11811" y="43339"/>
                      </a:lnTo>
                      <a:lnTo>
                        <a:pt x="88678"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4" name="Freeform: Shape 873">
                  <a:extLst>
                    <a:ext uri="{FF2B5EF4-FFF2-40B4-BE49-F238E27FC236}">
                      <a16:creationId xmlns:a16="http://schemas.microsoft.com/office/drawing/2014/main" id="{F62560FA-3F1A-A4D5-AF9F-D5F1B978F197}"/>
                    </a:ext>
                  </a:extLst>
                </p:cNvPr>
                <p:cNvSpPr/>
                <p:nvPr/>
              </p:nvSpPr>
              <p:spPr>
                <a:xfrm>
                  <a:off x="2643341" y="4093707"/>
                  <a:ext cx="88677" cy="68580"/>
                </a:xfrm>
                <a:custGeom>
                  <a:avLst/>
                  <a:gdLst>
                    <a:gd name="connsiteX0" fmla="*/ 88678 w 88677"/>
                    <a:gd name="connsiteY0" fmla="*/ 0 h 68580"/>
                    <a:gd name="connsiteX1" fmla="*/ 76962 w 88677"/>
                    <a:gd name="connsiteY1" fmla="*/ 25241 h 68580"/>
                    <a:gd name="connsiteX2" fmla="*/ 0 w 88677"/>
                    <a:gd name="connsiteY2" fmla="*/ 68580 h 68580"/>
                    <a:gd name="connsiteX3" fmla="*/ 11716 w 88677"/>
                    <a:gd name="connsiteY3" fmla="*/ 43243 h 68580"/>
                    <a:gd name="connsiteX4" fmla="*/ 88678 w 88677"/>
                    <a:gd name="connsiteY4" fmla="*/ 0 h 68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77" h="68580">
                      <a:moveTo>
                        <a:pt x="88678" y="0"/>
                      </a:moveTo>
                      <a:lnTo>
                        <a:pt x="76962" y="25241"/>
                      </a:lnTo>
                      <a:lnTo>
                        <a:pt x="0" y="68580"/>
                      </a:lnTo>
                      <a:lnTo>
                        <a:pt x="11716" y="43243"/>
                      </a:lnTo>
                      <a:lnTo>
                        <a:pt x="88678"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5" name="Freeform: Shape 874">
                  <a:extLst>
                    <a:ext uri="{FF2B5EF4-FFF2-40B4-BE49-F238E27FC236}">
                      <a16:creationId xmlns:a16="http://schemas.microsoft.com/office/drawing/2014/main" id="{0EDAF01B-AE7F-DE5B-9846-03DBBA2D447F}"/>
                    </a:ext>
                  </a:extLst>
                </p:cNvPr>
                <p:cNvSpPr/>
                <p:nvPr/>
              </p:nvSpPr>
              <p:spPr>
                <a:xfrm>
                  <a:off x="2612194" y="4230391"/>
                  <a:ext cx="233267" cy="150114"/>
                </a:xfrm>
                <a:custGeom>
                  <a:avLst/>
                  <a:gdLst>
                    <a:gd name="connsiteX0" fmla="*/ 11811 w 233267"/>
                    <a:gd name="connsiteY0" fmla="*/ 124873 h 150114"/>
                    <a:gd name="connsiteX1" fmla="*/ 233267 w 233267"/>
                    <a:gd name="connsiteY1" fmla="*/ 0 h 150114"/>
                    <a:gd name="connsiteX2" fmla="*/ 221551 w 233267"/>
                    <a:gd name="connsiteY2" fmla="*/ 25241 h 150114"/>
                    <a:gd name="connsiteX3" fmla="*/ 0 w 233267"/>
                    <a:gd name="connsiteY3" fmla="*/ 150114 h 150114"/>
                    <a:gd name="connsiteX4" fmla="*/ 11811 w 233267"/>
                    <a:gd name="connsiteY4" fmla="*/ 124968 h 150114"/>
                    <a:gd name="connsiteX5" fmla="*/ 11811 w 233267"/>
                    <a:gd name="connsiteY5" fmla="*/ 124873 h 1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267" h="150114">
                      <a:moveTo>
                        <a:pt x="11811" y="124873"/>
                      </a:moveTo>
                      <a:lnTo>
                        <a:pt x="233267" y="0"/>
                      </a:lnTo>
                      <a:lnTo>
                        <a:pt x="221551" y="25241"/>
                      </a:lnTo>
                      <a:lnTo>
                        <a:pt x="0" y="150114"/>
                      </a:lnTo>
                      <a:lnTo>
                        <a:pt x="11811" y="124968"/>
                      </a:lnTo>
                      <a:lnTo>
                        <a:pt x="11811" y="124873"/>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6" name="Freeform: Shape 875">
                  <a:extLst>
                    <a:ext uri="{FF2B5EF4-FFF2-40B4-BE49-F238E27FC236}">
                      <a16:creationId xmlns:a16="http://schemas.microsoft.com/office/drawing/2014/main" id="{9F2FC954-D9DF-DADF-D9AE-592FB78AAB8A}"/>
                    </a:ext>
                  </a:extLst>
                </p:cNvPr>
                <p:cNvSpPr/>
                <p:nvPr/>
              </p:nvSpPr>
              <p:spPr>
                <a:xfrm>
                  <a:off x="2637531" y="4175622"/>
                  <a:ext cx="233362" cy="150494"/>
                </a:xfrm>
                <a:custGeom>
                  <a:avLst/>
                  <a:gdLst>
                    <a:gd name="connsiteX0" fmla="*/ 233363 w 233362"/>
                    <a:gd name="connsiteY0" fmla="*/ 0 h 150494"/>
                    <a:gd name="connsiteX1" fmla="*/ 221552 w 233362"/>
                    <a:gd name="connsiteY1" fmla="*/ 25336 h 150494"/>
                    <a:gd name="connsiteX2" fmla="*/ 0 w 233362"/>
                    <a:gd name="connsiteY2" fmla="*/ 150495 h 150494"/>
                    <a:gd name="connsiteX3" fmla="*/ 11716 w 233362"/>
                    <a:gd name="connsiteY3" fmla="*/ 125254 h 150494"/>
                    <a:gd name="connsiteX4" fmla="*/ 11716 w 233362"/>
                    <a:gd name="connsiteY4" fmla="*/ 125158 h 150494"/>
                    <a:gd name="connsiteX5" fmla="*/ 233363 w 233362"/>
                    <a:gd name="connsiteY5" fmla="*/ 0 h 15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62" h="150494">
                      <a:moveTo>
                        <a:pt x="233363" y="0"/>
                      </a:moveTo>
                      <a:lnTo>
                        <a:pt x="221552" y="25336"/>
                      </a:lnTo>
                      <a:lnTo>
                        <a:pt x="0" y="150495"/>
                      </a:lnTo>
                      <a:lnTo>
                        <a:pt x="11716" y="125254"/>
                      </a:lnTo>
                      <a:lnTo>
                        <a:pt x="11716" y="125158"/>
                      </a:lnTo>
                      <a:lnTo>
                        <a:pt x="233363"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7" name="Freeform: Shape 876">
                  <a:extLst>
                    <a:ext uri="{FF2B5EF4-FFF2-40B4-BE49-F238E27FC236}">
                      <a16:creationId xmlns:a16="http://schemas.microsoft.com/office/drawing/2014/main" id="{060CD707-6E53-8BC7-2BD3-44F9EF32BD89}"/>
                    </a:ext>
                  </a:extLst>
                </p:cNvPr>
                <p:cNvSpPr/>
                <p:nvPr/>
              </p:nvSpPr>
              <p:spPr>
                <a:xfrm>
                  <a:off x="2662772" y="4121425"/>
                  <a:ext cx="233362" cy="150399"/>
                </a:xfrm>
                <a:custGeom>
                  <a:avLst/>
                  <a:gdLst>
                    <a:gd name="connsiteX0" fmla="*/ 233363 w 233362"/>
                    <a:gd name="connsiteY0" fmla="*/ 0 h 150399"/>
                    <a:gd name="connsiteX1" fmla="*/ 221552 w 233362"/>
                    <a:gd name="connsiteY1" fmla="*/ 25146 h 150399"/>
                    <a:gd name="connsiteX2" fmla="*/ 0 w 233362"/>
                    <a:gd name="connsiteY2" fmla="*/ 150400 h 150399"/>
                    <a:gd name="connsiteX3" fmla="*/ 11716 w 233362"/>
                    <a:gd name="connsiteY3" fmla="*/ 125254 h 150399"/>
                    <a:gd name="connsiteX4" fmla="*/ 11716 w 233362"/>
                    <a:gd name="connsiteY4" fmla="*/ 125158 h 150399"/>
                    <a:gd name="connsiteX5" fmla="*/ 233363 w 233362"/>
                    <a:gd name="connsiteY5" fmla="*/ 0 h 15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62" h="150399">
                      <a:moveTo>
                        <a:pt x="233363" y="0"/>
                      </a:moveTo>
                      <a:lnTo>
                        <a:pt x="221552" y="25146"/>
                      </a:lnTo>
                      <a:lnTo>
                        <a:pt x="0" y="150400"/>
                      </a:lnTo>
                      <a:lnTo>
                        <a:pt x="11716" y="125254"/>
                      </a:lnTo>
                      <a:lnTo>
                        <a:pt x="11716" y="125158"/>
                      </a:lnTo>
                      <a:lnTo>
                        <a:pt x="233363"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8" name="Freeform: Shape 877">
                  <a:extLst>
                    <a:ext uri="{FF2B5EF4-FFF2-40B4-BE49-F238E27FC236}">
                      <a16:creationId xmlns:a16="http://schemas.microsoft.com/office/drawing/2014/main" id="{A10AAA08-55D9-CEAD-8786-A14AFA9C04DE}"/>
                    </a:ext>
                  </a:extLst>
                </p:cNvPr>
                <p:cNvSpPr/>
                <p:nvPr/>
              </p:nvSpPr>
              <p:spPr>
                <a:xfrm>
                  <a:off x="2688013" y="4066942"/>
                  <a:ext cx="233362" cy="150494"/>
                </a:xfrm>
                <a:custGeom>
                  <a:avLst/>
                  <a:gdLst>
                    <a:gd name="connsiteX0" fmla="*/ 233363 w 233362"/>
                    <a:gd name="connsiteY0" fmla="*/ 0 h 150494"/>
                    <a:gd name="connsiteX1" fmla="*/ 221647 w 233362"/>
                    <a:gd name="connsiteY1" fmla="*/ 25337 h 150494"/>
                    <a:gd name="connsiteX2" fmla="*/ 0 w 233362"/>
                    <a:gd name="connsiteY2" fmla="*/ 150495 h 150494"/>
                    <a:gd name="connsiteX3" fmla="*/ 11811 w 233362"/>
                    <a:gd name="connsiteY3" fmla="*/ 125158 h 150494"/>
                    <a:gd name="connsiteX4" fmla="*/ 233363 w 233362"/>
                    <a:gd name="connsiteY4" fmla="*/ 0 h 15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2" h="150494">
                      <a:moveTo>
                        <a:pt x="233363" y="0"/>
                      </a:moveTo>
                      <a:lnTo>
                        <a:pt x="221647" y="25337"/>
                      </a:lnTo>
                      <a:lnTo>
                        <a:pt x="0" y="150495"/>
                      </a:lnTo>
                      <a:lnTo>
                        <a:pt x="11811" y="125158"/>
                      </a:lnTo>
                      <a:lnTo>
                        <a:pt x="233363"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79" name="Freeform: Shape 878">
                  <a:extLst>
                    <a:ext uri="{FF2B5EF4-FFF2-40B4-BE49-F238E27FC236}">
                      <a16:creationId xmlns:a16="http://schemas.microsoft.com/office/drawing/2014/main" id="{7D99F053-9B9A-6CFE-3ECC-5AB882370855}"/>
                    </a:ext>
                  </a:extLst>
                </p:cNvPr>
                <p:cNvSpPr/>
                <p:nvPr/>
              </p:nvSpPr>
              <p:spPr>
                <a:xfrm>
                  <a:off x="2738591" y="3987027"/>
                  <a:ext cx="182784" cy="121539"/>
                </a:xfrm>
                <a:custGeom>
                  <a:avLst/>
                  <a:gdLst>
                    <a:gd name="connsiteX0" fmla="*/ 182785 w 182784"/>
                    <a:gd name="connsiteY0" fmla="*/ 0 h 121539"/>
                    <a:gd name="connsiteX1" fmla="*/ 182785 w 182784"/>
                    <a:gd name="connsiteY1" fmla="*/ 18574 h 121539"/>
                    <a:gd name="connsiteX2" fmla="*/ 0 w 182784"/>
                    <a:gd name="connsiteY2" fmla="*/ 121539 h 121539"/>
                    <a:gd name="connsiteX3" fmla="*/ 11716 w 182784"/>
                    <a:gd name="connsiteY3" fmla="*/ 96393 h 121539"/>
                    <a:gd name="connsiteX4" fmla="*/ 182785 w 182784"/>
                    <a:gd name="connsiteY4" fmla="*/ 0 h 121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84" h="121539">
                      <a:moveTo>
                        <a:pt x="182785" y="0"/>
                      </a:moveTo>
                      <a:lnTo>
                        <a:pt x="182785" y="18574"/>
                      </a:lnTo>
                      <a:lnTo>
                        <a:pt x="0" y="121539"/>
                      </a:lnTo>
                      <a:lnTo>
                        <a:pt x="11716" y="96393"/>
                      </a:lnTo>
                      <a:lnTo>
                        <a:pt x="182785" y="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880" name="Freeform: Shape 879">
                  <a:extLst>
                    <a:ext uri="{FF2B5EF4-FFF2-40B4-BE49-F238E27FC236}">
                      <a16:creationId xmlns:a16="http://schemas.microsoft.com/office/drawing/2014/main" id="{5C55509B-BC4E-FF54-BD94-C7FD91BB676F}"/>
                    </a:ext>
                  </a:extLst>
                </p:cNvPr>
                <p:cNvSpPr/>
                <p:nvPr/>
              </p:nvSpPr>
              <p:spPr>
                <a:xfrm>
                  <a:off x="2713350" y="4027032"/>
                  <a:ext cx="208026" cy="135921"/>
                </a:xfrm>
                <a:custGeom>
                  <a:avLst/>
                  <a:gdLst>
                    <a:gd name="connsiteX0" fmla="*/ 11716 w 208026"/>
                    <a:gd name="connsiteY0" fmla="*/ 110680 h 135921"/>
                    <a:gd name="connsiteX1" fmla="*/ 208026 w 208026"/>
                    <a:gd name="connsiteY1" fmla="*/ 0 h 135921"/>
                    <a:gd name="connsiteX2" fmla="*/ 208026 w 208026"/>
                    <a:gd name="connsiteY2" fmla="*/ 18574 h 135921"/>
                    <a:gd name="connsiteX3" fmla="*/ 0 w 208026"/>
                    <a:gd name="connsiteY3" fmla="*/ 135922 h 135921"/>
                    <a:gd name="connsiteX4" fmla="*/ 11716 w 208026"/>
                    <a:gd name="connsiteY4" fmla="*/ 110680 h 135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026" h="135921">
                      <a:moveTo>
                        <a:pt x="11716" y="110680"/>
                      </a:moveTo>
                      <a:lnTo>
                        <a:pt x="208026" y="0"/>
                      </a:lnTo>
                      <a:lnTo>
                        <a:pt x="208026" y="18574"/>
                      </a:lnTo>
                      <a:lnTo>
                        <a:pt x="0" y="135922"/>
                      </a:lnTo>
                      <a:lnTo>
                        <a:pt x="11716" y="110680"/>
                      </a:lnTo>
                      <a:close/>
                    </a:path>
                  </a:pathLst>
                </a:custGeom>
                <a:solidFill>
                  <a:srgbClr val="FFFFFF">
                    <a:alpha val="6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836" name="TextBox 835">
                <a:extLst>
                  <a:ext uri="{FF2B5EF4-FFF2-40B4-BE49-F238E27FC236}">
                    <a16:creationId xmlns:a16="http://schemas.microsoft.com/office/drawing/2014/main" id="{D04DA346-DFD5-72DA-AB3D-A80BCCEAEE62}"/>
                  </a:ext>
                </a:extLst>
              </p:cNvPr>
              <p:cNvSpPr txBox="1"/>
              <p:nvPr/>
            </p:nvSpPr>
            <p:spPr>
              <a:xfrm>
                <a:off x="551594" y="3650475"/>
                <a:ext cx="387927" cy="15388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USDOE</a:t>
                </a:r>
              </a:p>
            </p:txBody>
          </p:sp>
        </p:grpSp>
      </p:grpSp>
      <p:grpSp>
        <p:nvGrpSpPr>
          <p:cNvPr id="3641" name="Group 3640">
            <a:extLst>
              <a:ext uri="{FF2B5EF4-FFF2-40B4-BE49-F238E27FC236}">
                <a16:creationId xmlns:a16="http://schemas.microsoft.com/office/drawing/2014/main" id="{222ED2F9-4B00-29F3-B3F6-B64BF79B8AF7}"/>
              </a:ext>
              <a:ext uri="{C183D7F6-B498-43B3-948B-1728B52AA6E4}">
                <adec:decorative xmlns:adec="http://schemas.microsoft.com/office/drawing/2017/decorative" val="1"/>
              </a:ext>
            </a:extLst>
          </p:cNvPr>
          <p:cNvGrpSpPr/>
          <p:nvPr/>
        </p:nvGrpSpPr>
        <p:grpSpPr>
          <a:xfrm>
            <a:off x="297666" y="1524128"/>
            <a:ext cx="1051560" cy="1046949"/>
            <a:chOff x="297666" y="1524128"/>
            <a:chExt cx="1051560" cy="1046949"/>
          </a:xfrm>
        </p:grpSpPr>
        <p:sp>
          <p:nvSpPr>
            <p:cNvPr id="958" name="Oval 957">
              <a:extLst>
                <a:ext uri="{FF2B5EF4-FFF2-40B4-BE49-F238E27FC236}">
                  <a16:creationId xmlns:a16="http://schemas.microsoft.com/office/drawing/2014/main" id="{10F57755-EEB0-9C71-6479-AA7D1D920AF1}"/>
                </a:ext>
              </a:extLst>
            </p:cNvPr>
            <p:cNvSpPr>
              <a:spLocks/>
            </p:cNvSpPr>
            <p:nvPr/>
          </p:nvSpPr>
          <p:spPr>
            <a:xfrm>
              <a:off x="297666" y="1524128"/>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959" name="Group 958">
              <a:extLst>
                <a:ext uri="{FF2B5EF4-FFF2-40B4-BE49-F238E27FC236}">
                  <a16:creationId xmlns:a16="http://schemas.microsoft.com/office/drawing/2014/main" id="{7366069B-60C5-62AD-CFA4-B366E30B9D6A}"/>
                </a:ext>
              </a:extLst>
            </p:cNvPr>
            <p:cNvGrpSpPr/>
            <p:nvPr/>
          </p:nvGrpSpPr>
          <p:grpSpPr>
            <a:xfrm>
              <a:off x="553242" y="1642317"/>
              <a:ext cx="540408" cy="845999"/>
              <a:chOff x="553242" y="1510564"/>
              <a:chExt cx="540408" cy="845999"/>
            </a:xfrm>
          </p:grpSpPr>
          <p:grpSp>
            <p:nvGrpSpPr>
              <p:cNvPr id="960" name="Group 959">
                <a:extLst>
                  <a:ext uri="{FF2B5EF4-FFF2-40B4-BE49-F238E27FC236}">
                    <a16:creationId xmlns:a16="http://schemas.microsoft.com/office/drawing/2014/main" id="{49F15680-91BC-7681-13A3-7DADA49D633B}"/>
                  </a:ext>
                </a:extLst>
              </p:cNvPr>
              <p:cNvGrpSpPr/>
              <p:nvPr/>
            </p:nvGrpSpPr>
            <p:grpSpPr>
              <a:xfrm>
                <a:off x="553242" y="1510564"/>
                <a:ext cx="540408" cy="646818"/>
                <a:chOff x="1786972" y="3312003"/>
                <a:chExt cx="528376" cy="840270"/>
              </a:xfrm>
            </p:grpSpPr>
            <p:grpSp>
              <p:nvGrpSpPr>
                <p:cNvPr id="962" name="Group 961">
                  <a:extLst>
                    <a:ext uri="{FF2B5EF4-FFF2-40B4-BE49-F238E27FC236}">
                      <a16:creationId xmlns:a16="http://schemas.microsoft.com/office/drawing/2014/main" id="{C94B3594-D6E0-58DC-66A9-A8E4E8605C3F}"/>
                    </a:ext>
                  </a:extLst>
                </p:cNvPr>
                <p:cNvGrpSpPr/>
                <p:nvPr/>
              </p:nvGrpSpPr>
              <p:grpSpPr>
                <a:xfrm>
                  <a:off x="1786972" y="3312003"/>
                  <a:ext cx="528376" cy="840270"/>
                  <a:chOff x="1799672" y="2796383"/>
                  <a:chExt cx="528376" cy="840270"/>
                </a:xfrm>
              </p:grpSpPr>
              <p:sp>
                <p:nvSpPr>
                  <p:cNvPr id="1032" name="Freeform: Shape 1031">
                    <a:extLst>
                      <a:ext uri="{FF2B5EF4-FFF2-40B4-BE49-F238E27FC236}">
                        <a16:creationId xmlns:a16="http://schemas.microsoft.com/office/drawing/2014/main" id="{805D153B-FA97-C9D2-40F3-FC1A512E6BE9}"/>
                      </a:ext>
                    </a:extLst>
                  </p:cNvPr>
                  <p:cNvSpPr/>
                  <p:nvPr/>
                </p:nvSpPr>
                <p:spPr>
                  <a:xfrm>
                    <a:off x="1799687" y="2796383"/>
                    <a:ext cx="528361" cy="305105"/>
                  </a:xfrm>
                  <a:custGeom>
                    <a:avLst/>
                    <a:gdLst>
                      <a:gd name="connsiteX0" fmla="*/ 333869 w 528361"/>
                      <a:gd name="connsiteY0" fmla="*/ 0 h 305105"/>
                      <a:gd name="connsiteX1" fmla="*/ 528362 w 528361"/>
                      <a:gd name="connsiteY1" fmla="*/ 112295 h 305105"/>
                      <a:gd name="connsiteX2" fmla="*/ 194508 w 528361"/>
                      <a:gd name="connsiteY2" fmla="*/ 305105 h 305105"/>
                      <a:gd name="connsiteX3" fmla="*/ 0 w 528361"/>
                      <a:gd name="connsiteY3" fmla="*/ 192811 h 305105"/>
                      <a:gd name="connsiteX4" fmla="*/ 333869 w 528361"/>
                      <a:gd name="connsiteY4" fmla="*/ 0 h 305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61" h="305105">
                        <a:moveTo>
                          <a:pt x="333869" y="0"/>
                        </a:moveTo>
                        <a:lnTo>
                          <a:pt x="528362" y="112295"/>
                        </a:lnTo>
                        <a:lnTo>
                          <a:pt x="194508" y="305105"/>
                        </a:lnTo>
                        <a:lnTo>
                          <a:pt x="0" y="192811"/>
                        </a:lnTo>
                        <a:lnTo>
                          <a:pt x="333869" y="0"/>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3" name="Freeform: Shape 1032">
                    <a:extLst>
                      <a:ext uri="{FF2B5EF4-FFF2-40B4-BE49-F238E27FC236}">
                        <a16:creationId xmlns:a16="http://schemas.microsoft.com/office/drawing/2014/main" id="{65EC6E34-8360-6571-1DC3-A8AD8646C73E}"/>
                      </a:ext>
                    </a:extLst>
                  </p:cNvPr>
                  <p:cNvSpPr/>
                  <p:nvPr/>
                </p:nvSpPr>
                <p:spPr>
                  <a:xfrm>
                    <a:off x="1808082" y="2801232"/>
                    <a:ext cx="511570" cy="194204"/>
                  </a:xfrm>
                  <a:custGeom>
                    <a:avLst/>
                    <a:gdLst>
                      <a:gd name="connsiteX0" fmla="*/ 325473 w 511570"/>
                      <a:gd name="connsiteY0" fmla="*/ 12487 h 194204"/>
                      <a:gd name="connsiteX1" fmla="*/ 10805 w 511570"/>
                      <a:gd name="connsiteY1" fmla="*/ 194205 h 194204"/>
                      <a:gd name="connsiteX2" fmla="*/ 0 w 511570"/>
                      <a:gd name="connsiteY2" fmla="*/ 187961 h 194204"/>
                      <a:gd name="connsiteX3" fmla="*/ 325473 w 511570"/>
                      <a:gd name="connsiteY3" fmla="*/ 0 h 194204"/>
                      <a:gd name="connsiteX4" fmla="*/ 511570 w 511570"/>
                      <a:gd name="connsiteY4" fmla="*/ 107445 h 194204"/>
                      <a:gd name="connsiteX5" fmla="*/ 500765 w 511570"/>
                      <a:gd name="connsiteY5" fmla="*/ 113689 h 194204"/>
                      <a:gd name="connsiteX6" fmla="*/ 325473 w 511570"/>
                      <a:gd name="connsiteY6" fmla="*/ 12487 h 19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1570" h="194204">
                        <a:moveTo>
                          <a:pt x="325473" y="12487"/>
                        </a:moveTo>
                        <a:lnTo>
                          <a:pt x="10805" y="194205"/>
                        </a:lnTo>
                        <a:lnTo>
                          <a:pt x="0" y="187961"/>
                        </a:lnTo>
                        <a:lnTo>
                          <a:pt x="325473" y="0"/>
                        </a:lnTo>
                        <a:lnTo>
                          <a:pt x="511570" y="107445"/>
                        </a:lnTo>
                        <a:lnTo>
                          <a:pt x="500765" y="113689"/>
                        </a:lnTo>
                        <a:lnTo>
                          <a:pt x="325473" y="12487"/>
                        </a:lnTo>
                        <a:close/>
                      </a:path>
                    </a:pathLst>
                  </a:custGeom>
                  <a:solidFill>
                    <a:srgbClr val="9EA5A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4" name="Freeform: Shape 1033">
                    <a:extLst>
                      <a:ext uri="{FF2B5EF4-FFF2-40B4-BE49-F238E27FC236}">
                        <a16:creationId xmlns:a16="http://schemas.microsoft.com/office/drawing/2014/main" id="{CD02C501-DE1F-444F-E293-326332528DC3}"/>
                      </a:ext>
                    </a:extLst>
                  </p:cNvPr>
                  <p:cNvSpPr/>
                  <p:nvPr/>
                </p:nvSpPr>
                <p:spPr>
                  <a:xfrm>
                    <a:off x="1808082" y="2801232"/>
                    <a:ext cx="325473" cy="194204"/>
                  </a:xfrm>
                  <a:custGeom>
                    <a:avLst/>
                    <a:gdLst>
                      <a:gd name="connsiteX0" fmla="*/ 325473 w 325473"/>
                      <a:gd name="connsiteY0" fmla="*/ 0 h 194204"/>
                      <a:gd name="connsiteX1" fmla="*/ 325473 w 325473"/>
                      <a:gd name="connsiteY1" fmla="*/ 12487 h 194204"/>
                      <a:gd name="connsiteX2" fmla="*/ 10805 w 325473"/>
                      <a:gd name="connsiteY2" fmla="*/ 194205 h 194204"/>
                      <a:gd name="connsiteX3" fmla="*/ 0 w 325473"/>
                      <a:gd name="connsiteY3" fmla="*/ 187961 h 194204"/>
                      <a:gd name="connsiteX4" fmla="*/ 325473 w 325473"/>
                      <a:gd name="connsiteY4" fmla="*/ 0 h 194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73" h="194204">
                        <a:moveTo>
                          <a:pt x="325473" y="0"/>
                        </a:moveTo>
                        <a:lnTo>
                          <a:pt x="325473" y="12487"/>
                        </a:lnTo>
                        <a:lnTo>
                          <a:pt x="10805" y="194205"/>
                        </a:lnTo>
                        <a:lnTo>
                          <a:pt x="0" y="187961"/>
                        </a:lnTo>
                        <a:lnTo>
                          <a:pt x="325473" y="0"/>
                        </a:lnTo>
                        <a:close/>
                      </a:path>
                    </a:pathLst>
                  </a:custGeom>
                  <a:solidFill>
                    <a:srgbClr val="DEE5E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5" name="Freeform: Shape 1034">
                    <a:extLst>
                      <a:ext uri="{FF2B5EF4-FFF2-40B4-BE49-F238E27FC236}">
                        <a16:creationId xmlns:a16="http://schemas.microsoft.com/office/drawing/2014/main" id="{52C6B4EC-4236-48C3-EA9E-07BDD5ABBD2D}"/>
                      </a:ext>
                    </a:extLst>
                  </p:cNvPr>
                  <p:cNvSpPr/>
                  <p:nvPr/>
                </p:nvSpPr>
                <p:spPr>
                  <a:xfrm>
                    <a:off x="1818888" y="2813719"/>
                    <a:ext cx="489960" cy="282919"/>
                  </a:xfrm>
                  <a:custGeom>
                    <a:avLst/>
                    <a:gdLst>
                      <a:gd name="connsiteX0" fmla="*/ 489960 w 489960"/>
                      <a:gd name="connsiteY0" fmla="*/ 101202 h 282919"/>
                      <a:gd name="connsiteX1" fmla="*/ 175307 w 489960"/>
                      <a:gd name="connsiteY1" fmla="*/ 282919 h 282919"/>
                      <a:gd name="connsiteX2" fmla="*/ 0 w 489960"/>
                      <a:gd name="connsiteY2" fmla="*/ 181718 h 282919"/>
                      <a:gd name="connsiteX3" fmla="*/ 314668 w 489960"/>
                      <a:gd name="connsiteY3" fmla="*/ 0 h 282919"/>
                      <a:gd name="connsiteX4" fmla="*/ 489960 w 489960"/>
                      <a:gd name="connsiteY4" fmla="*/ 101202 h 282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960" h="282919">
                        <a:moveTo>
                          <a:pt x="489960" y="101202"/>
                        </a:moveTo>
                        <a:lnTo>
                          <a:pt x="175307" y="282919"/>
                        </a:lnTo>
                        <a:lnTo>
                          <a:pt x="0" y="181718"/>
                        </a:lnTo>
                        <a:lnTo>
                          <a:pt x="314668" y="0"/>
                        </a:lnTo>
                        <a:lnTo>
                          <a:pt x="489960" y="101202"/>
                        </a:lnTo>
                        <a:close/>
                      </a:path>
                    </a:pathLst>
                  </a:custGeom>
                  <a:solidFill>
                    <a:schemeClr val="bg1">
                      <a:lumMod val="65000"/>
                    </a:scheme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6" name="Freeform: Shape 1035">
                    <a:extLst>
                      <a:ext uri="{FF2B5EF4-FFF2-40B4-BE49-F238E27FC236}">
                        <a16:creationId xmlns:a16="http://schemas.microsoft.com/office/drawing/2014/main" id="{8D2887F1-ECF6-B1C8-6314-ADEA9DDCBE74}"/>
                      </a:ext>
                    </a:extLst>
                  </p:cNvPr>
                  <p:cNvSpPr/>
                  <p:nvPr/>
                </p:nvSpPr>
                <p:spPr>
                  <a:xfrm>
                    <a:off x="1985405" y="2801232"/>
                    <a:ext cx="334247" cy="295406"/>
                  </a:xfrm>
                  <a:custGeom>
                    <a:avLst/>
                    <a:gdLst>
                      <a:gd name="connsiteX0" fmla="*/ 148150 w 334247"/>
                      <a:gd name="connsiteY0" fmla="*/ 0 h 295406"/>
                      <a:gd name="connsiteX1" fmla="*/ 139376 w 334247"/>
                      <a:gd name="connsiteY1" fmla="*/ 17549 h 295406"/>
                      <a:gd name="connsiteX2" fmla="*/ 305878 w 334247"/>
                      <a:gd name="connsiteY2" fmla="*/ 113689 h 295406"/>
                      <a:gd name="connsiteX3" fmla="*/ 0 w 334247"/>
                      <a:gd name="connsiteY3" fmla="*/ 290345 h 295406"/>
                      <a:gd name="connsiteX4" fmla="*/ 8790 w 334247"/>
                      <a:gd name="connsiteY4" fmla="*/ 295407 h 295406"/>
                      <a:gd name="connsiteX5" fmla="*/ 334248 w 334247"/>
                      <a:gd name="connsiteY5" fmla="*/ 107445 h 295406"/>
                      <a:gd name="connsiteX6" fmla="*/ 148150 w 334247"/>
                      <a:gd name="connsiteY6" fmla="*/ 0 h 29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247" h="295406">
                        <a:moveTo>
                          <a:pt x="148150" y="0"/>
                        </a:moveTo>
                        <a:lnTo>
                          <a:pt x="139376" y="17549"/>
                        </a:lnTo>
                        <a:lnTo>
                          <a:pt x="305878" y="113689"/>
                        </a:lnTo>
                        <a:lnTo>
                          <a:pt x="0" y="290345"/>
                        </a:lnTo>
                        <a:lnTo>
                          <a:pt x="8790" y="295407"/>
                        </a:lnTo>
                        <a:lnTo>
                          <a:pt x="334248" y="107445"/>
                        </a:lnTo>
                        <a:lnTo>
                          <a:pt x="148150" y="0"/>
                        </a:lnTo>
                        <a:close/>
                      </a:path>
                    </a:pathLst>
                  </a:custGeom>
                  <a:solidFill>
                    <a:srgbClr val="000000">
                      <a:alpha val="1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7" name="Freeform: Shape 1036">
                    <a:extLst>
                      <a:ext uri="{FF2B5EF4-FFF2-40B4-BE49-F238E27FC236}">
                        <a16:creationId xmlns:a16="http://schemas.microsoft.com/office/drawing/2014/main" id="{C0945A39-4AF2-9C6A-2E5A-233C4A0629E1}"/>
                      </a:ext>
                    </a:extLst>
                  </p:cNvPr>
                  <p:cNvSpPr/>
                  <p:nvPr/>
                </p:nvSpPr>
                <p:spPr>
                  <a:xfrm>
                    <a:off x="1799672" y="2989193"/>
                    <a:ext cx="194523" cy="647460"/>
                  </a:xfrm>
                  <a:custGeom>
                    <a:avLst/>
                    <a:gdLst>
                      <a:gd name="connsiteX0" fmla="*/ 0 w 194523"/>
                      <a:gd name="connsiteY0" fmla="*/ 535166 h 647460"/>
                      <a:gd name="connsiteX1" fmla="*/ 194508 w 194523"/>
                      <a:gd name="connsiteY1" fmla="*/ 647461 h 647460"/>
                      <a:gd name="connsiteX2" fmla="*/ 194523 w 194523"/>
                      <a:gd name="connsiteY2" fmla="*/ 112295 h 647460"/>
                      <a:gd name="connsiteX3" fmla="*/ 15 w 194523"/>
                      <a:gd name="connsiteY3" fmla="*/ 0 h 647460"/>
                      <a:gd name="connsiteX4" fmla="*/ 0 w 194523"/>
                      <a:gd name="connsiteY4" fmla="*/ 535166 h 647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23" h="647460">
                        <a:moveTo>
                          <a:pt x="0" y="535166"/>
                        </a:moveTo>
                        <a:lnTo>
                          <a:pt x="194508" y="647461"/>
                        </a:lnTo>
                        <a:lnTo>
                          <a:pt x="194523" y="112295"/>
                        </a:lnTo>
                        <a:lnTo>
                          <a:pt x="15" y="0"/>
                        </a:lnTo>
                        <a:lnTo>
                          <a:pt x="0" y="535166"/>
                        </a:lnTo>
                        <a:close/>
                      </a:path>
                    </a:pathLst>
                  </a:custGeom>
                  <a:solidFill>
                    <a:srgbClr val="A9AFB1"/>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8" name="Freeform: Shape 1037">
                    <a:extLst>
                      <a:ext uri="{FF2B5EF4-FFF2-40B4-BE49-F238E27FC236}">
                        <a16:creationId xmlns:a16="http://schemas.microsoft.com/office/drawing/2014/main" id="{56B67901-2909-7D37-446B-018D66E3D19B}"/>
                      </a:ext>
                    </a:extLst>
                  </p:cNvPr>
                  <p:cNvSpPr/>
                  <p:nvPr/>
                </p:nvSpPr>
                <p:spPr>
                  <a:xfrm>
                    <a:off x="1994195" y="2908692"/>
                    <a:ext cx="333853" cy="727915"/>
                  </a:xfrm>
                  <a:custGeom>
                    <a:avLst/>
                    <a:gdLst>
                      <a:gd name="connsiteX0" fmla="*/ 0 w 333853"/>
                      <a:gd name="connsiteY0" fmla="*/ 727916 h 727915"/>
                      <a:gd name="connsiteX1" fmla="*/ 333854 w 333853"/>
                      <a:gd name="connsiteY1" fmla="*/ 535166 h 727915"/>
                      <a:gd name="connsiteX2" fmla="*/ 333854 w 333853"/>
                      <a:gd name="connsiteY2" fmla="*/ 0 h 727915"/>
                      <a:gd name="connsiteX3" fmla="*/ 0 w 333853"/>
                      <a:gd name="connsiteY3" fmla="*/ 192750 h 727915"/>
                      <a:gd name="connsiteX4" fmla="*/ 0 w 333853"/>
                      <a:gd name="connsiteY4" fmla="*/ 727916 h 727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853" h="727915">
                        <a:moveTo>
                          <a:pt x="0" y="727916"/>
                        </a:moveTo>
                        <a:lnTo>
                          <a:pt x="333854" y="535166"/>
                        </a:lnTo>
                        <a:lnTo>
                          <a:pt x="333854" y="0"/>
                        </a:lnTo>
                        <a:lnTo>
                          <a:pt x="0" y="192750"/>
                        </a:lnTo>
                        <a:lnTo>
                          <a:pt x="0" y="727916"/>
                        </a:lnTo>
                        <a:close/>
                      </a:path>
                    </a:pathLst>
                  </a:custGeom>
                  <a:solidFill>
                    <a:srgbClr val="A9AFB1"/>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9" name="Freeform: Shape 1038">
                    <a:extLst>
                      <a:ext uri="{FF2B5EF4-FFF2-40B4-BE49-F238E27FC236}">
                        <a16:creationId xmlns:a16="http://schemas.microsoft.com/office/drawing/2014/main" id="{CC4AA58E-6681-1500-137C-0B52ACD78241}"/>
                      </a:ext>
                    </a:extLst>
                  </p:cNvPr>
                  <p:cNvSpPr/>
                  <p:nvPr/>
                </p:nvSpPr>
                <p:spPr>
                  <a:xfrm>
                    <a:off x="1799687" y="3039794"/>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310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310"/>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0" name="Freeform: Shape 1039">
                    <a:extLst>
                      <a:ext uri="{FF2B5EF4-FFF2-40B4-BE49-F238E27FC236}">
                        <a16:creationId xmlns:a16="http://schemas.microsoft.com/office/drawing/2014/main" id="{B1896843-84AB-C8D3-3AA6-D4194AA799BD}"/>
                      </a:ext>
                    </a:extLst>
                  </p:cNvPr>
                  <p:cNvSpPr/>
                  <p:nvPr/>
                </p:nvSpPr>
                <p:spPr>
                  <a:xfrm>
                    <a:off x="1799687" y="3061950"/>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1" name="Freeform: Shape 1040">
                    <a:extLst>
                      <a:ext uri="{FF2B5EF4-FFF2-40B4-BE49-F238E27FC236}">
                        <a16:creationId xmlns:a16="http://schemas.microsoft.com/office/drawing/2014/main" id="{560C5243-2D84-434F-3448-C1F910C14DE4}"/>
                      </a:ext>
                    </a:extLst>
                  </p:cNvPr>
                  <p:cNvSpPr/>
                  <p:nvPr/>
                </p:nvSpPr>
                <p:spPr>
                  <a:xfrm>
                    <a:off x="1994195" y="3039506"/>
                    <a:ext cx="194492" cy="136617"/>
                  </a:xfrm>
                  <a:custGeom>
                    <a:avLst/>
                    <a:gdLst>
                      <a:gd name="connsiteX0" fmla="*/ 192780 w 194492"/>
                      <a:gd name="connsiteY0" fmla="*/ 23399 h 136617"/>
                      <a:gd name="connsiteX1" fmla="*/ 192780 w 194492"/>
                      <a:gd name="connsiteY1" fmla="*/ 985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399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399"/>
                        </a:moveTo>
                        <a:lnTo>
                          <a:pt x="192780" y="985"/>
                        </a:lnTo>
                        <a:lnTo>
                          <a:pt x="194493" y="0"/>
                        </a:lnTo>
                        <a:lnTo>
                          <a:pt x="194493" y="24323"/>
                        </a:lnTo>
                        <a:lnTo>
                          <a:pt x="0" y="136618"/>
                        </a:lnTo>
                        <a:lnTo>
                          <a:pt x="0" y="134708"/>
                        </a:lnTo>
                        <a:lnTo>
                          <a:pt x="192780" y="23399"/>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2" name="Freeform: Shape 1041">
                    <a:extLst>
                      <a:ext uri="{FF2B5EF4-FFF2-40B4-BE49-F238E27FC236}">
                        <a16:creationId xmlns:a16="http://schemas.microsoft.com/office/drawing/2014/main" id="{4EB0CA01-C12B-278B-616E-2FDCC15E881A}"/>
                      </a:ext>
                    </a:extLst>
                  </p:cNvPr>
                  <p:cNvSpPr/>
                  <p:nvPr/>
                </p:nvSpPr>
                <p:spPr>
                  <a:xfrm>
                    <a:off x="2186975" y="3039506"/>
                    <a:ext cx="1712" cy="24322"/>
                  </a:xfrm>
                  <a:custGeom>
                    <a:avLst/>
                    <a:gdLst>
                      <a:gd name="connsiteX0" fmla="*/ 1712 w 1712"/>
                      <a:gd name="connsiteY0" fmla="*/ 0 h 24322"/>
                      <a:gd name="connsiteX1" fmla="*/ 1712 w 1712"/>
                      <a:gd name="connsiteY1" fmla="*/ 24323 h 24322"/>
                      <a:gd name="connsiteX2" fmla="*/ 0 w 1712"/>
                      <a:gd name="connsiteY2" fmla="*/ 23399 h 24322"/>
                      <a:gd name="connsiteX3" fmla="*/ 0 w 1712"/>
                      <a:gd name="connsiteY3" fmla="*/ 985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399"/>
                        </a:lnTo>
                        <a:lnTo>
                          <a:pt x="0" y="985"/>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3" name="Freeform: Shape 1042">
                    <a:extLst>
                      <a:ext uri="{FF2B5EF4-FFF2-40B4-BE49-F238E27FC236}">
                        <a16:creationId xmlns:a16="http://schemas.microsoft.com/office/drawing/2014/main" id="{5ED0A222-C48E-A0BD-82C2-F49F59E7A1B2}"/>
                      </a:ext>
                    </a:extLst>
                  </p:cNvPr>
                  <p:cNvSpPr/>
                  <p:nvPr/>
                </p:nvSpPr>
                <p:spPr>
                  <a:xfrm>
                    <a:off x="1994195" y="3040491"/>
                    <a:ext cx="192780" cy="133723"/>
                  </a:xfrm>
                  <a:custGeom>
                    <a:avLst/>
                    <a:gdLst>
                      <a:gd name="connsiteX0" fmla="*/ 192780 w 192780"/>
                      <a:gd name="connsiteY0" fmla="*/ 22413 h 133723"/>
                      <a:gd name="connsiteX1" fmla="*/ 0 w 192780"/>
                      <a:gd name="connsiteY1" fmla="*/ 133723 h 133723"/>
                      <a:gd name="connsiteX2" fmla="*/ 0 w 192780"/>
                      <a:gd name="connsiteY2" fmla="*/ 111310 h 133723"/>
                      <a:gd name="connsiteX3" fmla="*/ 192780 w 192780"/>
                      <a:gd name="connsiteY3" fmla="*/ 0 h 133723"/>
                      <a:gd name="connsiteX4" fmla="*/ 192780 w 192780"/>
                      <a:gd name="connsiteY4" fmla="*/ 22413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3"/>
                        </a:moveTo>
                        <a:lnTo>
                          <a:pt x="0" y="133723"/>
                        </a:lnTo>
                        <a:lnTo>
                          <a:pt x="0" y="111310"/>
                        </a:lnTo>
                        <a:lnTo>
                          <a:pt x="192780" y="0"/>
                        </a:lnTo>
                        <a:lnTo>
                          <a:pt x="192780" y="2241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4" name="Freeform: Shape 1043">
                    <a:extLst>
                      <a:ext uri="{FF2B5EF4-FFF2-40B4-BE49-F238E27FC236}">
                        <a16:creationId xmlns:a16="http://schemas.microsoft.com/office/drawing/2014/main" id="{10D527A1-F9C1-C78A-7051-CACC64C9204D}"/>
                      </a:ext>
                    </a:extLst>
                  </p:cNvPr>
                  <p:cNvSpPr/>
                  <p:nvPr/>
                </p:nvSpPr>
                <p:spPr>
                  <a:xfrm>
                    <a:off x="1994195" y="3039506"/>
                    <a:ext cx="194492" cy="116295"/>
                  </a:xfrm>
                  <a:custGeom>
                    <a:avLst/>
                    <a:gdLst>
                      <a:gd name="connsiteX0" fmla="*/ 192780 w 194492"/>
                      <a:gd name="connsiteY0" fmla="*/ 5001 h 116295"/>
                      <a:gd name="connsiteX1" fmla="*/ 0 w 194492"/>
                      <a:gd name="connsiteY1" fmla="*/ 116296 h 116295"/>
                      <a:gd name="connsiteX2" fmla="*/ 0 w 194492"/>
                      <a:gd name="connsiteY2" fmla="*/ 112295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5" name="Freeform: Shape 1044">
                    <a:extLst>
                      <a:ext uri="{FF2B5EF4-FFF2-40B4-BE49-F238E27FC236}">
                        <a16:creationId xmlns:a16="http://schemas.microsoft.com/office/drawing/2014/main" id="{470AC2A1-DBCD-E346-8CF3-4288AC30B08A}"/>
                      </a:ext>
                    </a:extLst>
                  </p:cNvPr>
                  <p:cNvSpPr/>
                  <p:nvPr/>
                </p:nvSpPr>
                <p:spPr>
                  <a:xfrm>
                    <a:off x="1799687" y="3039506"/>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6" name="Freeform: Shape 1045">
                    <a:extLst>
                      <a:ext uri="{FF2B5EF4-FFF2-40B4-BE49-F238E27FC236}">
                        <a16:creationId xmlns:a16="http://schemas.microsoft.com/office/drawing/2014/main" id="{F284865E-2AFE-E8D3-609A-734ED2FB42AF}"/>
                      </a:ext>
                    </a:extLst>
                  </p:cNvPr>
                  <p:cNvSpPr/>
                  <p:nvPr/>
                </p:nvSpPr>
                <p:spPr>
                  <a:xfrm>
                    <a:off x="1799687" y="3078226"/>
                    <a:ext cx="194507" cy="136617"/>
                  </a:xfrm>
                  <a:custGeom>
                    <a:avLst/>
                    <a:gdLst>
                      <a:gd name="connsiteX0" fmla="*/ 194508 w 194507"/>
                      <a:gd name="connsiteY0" fmla="*/ 136618 h 136617"/>
                      <a:gd name="connsiteX1" fmla="*/ 0 w 194507"/>
                      <a:gd name="connsiteY1" fmla="*/ 24323 h 136617"/>
                      <a:gd name="connsiteX2" fmla="*/ 0 w 194507"/>
                      <a:gd name="connsiteY2" fmla="*/ 0 h 136617"/>
                      <a:gd name="connsiteX3" fmla="*/ 194508 w 194507"/>
                      <a:gd name="connsiteY3" fmla="*/ 112295 h 136617"/>
                      <a:gd name="connsiteX4" fmla="*/ 194508 w 194507"/>
                      <a:gd name="connsiteY4" fmla="*/ 136618 h 136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17">
                        <a:moveTo>
                          <a:pt x="194508" y="136618"/>
                        </a:moveTo>
                        <a:lnTo>
                          <a:pt x="0" y="24323"/>
                        </a:lnTo>
                        <a:lnTo>
                          <a:pt x="0" y="0"/>
                        </a:lnTo>
                        <a:lnTo>
                          <a:pt x="194508" y="112295"/>
                        </a:lnTo>
                        <a:lnTo>
                          <a:pt x="194508" y="136618"/>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7" name="Freeform: Shape 1046">
                    <a:extLst>
                      <a:ext uri="{FF2B5EF4-FFF2-40B4-BE49-F238E27FC236}">
                        <a16:creationId xmlns:a16="http://schemas.microsoft.com/office/drawing/2014/main" id="{863B4B47-CE6B-5CA6-2E52-5B6D6242D30A}"/>
                      </a:ext>
                    </a:extLst>
                  </p:cNvPr>
                  <p:cNvSpPr/>
                  <p:nvPr/>
                </p:nvSpPr>
                <p:spPr>
                  <a:xfrm>
                    <a:off x="1799687" y="3100382"/>
                    <a:ext cx="194507" cy="114173"/>
                  </a:xfrm>
                  <a:custGeom>
                    <a:avLst/>
                    <a:gdLst>
                      <a:gd name="connsiteX0" fmla="*/ 194508 w 194507"/>
                      <a:gd name="connsiteY0" fmla="*/ 114174 h 114173"/>
                      <a:gd name="connsiteX1" fmla="*/ 0 w 194507"/>
                      <a:gd name="connsiteY1" fmla="*/ 1864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64"/>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8" name="Freeform: Shape 1047">
                    <a:extLst>
                      <a:ext uri="{FF2B5EF4-FFF2-40B4-BE49-F238E27FC236}">
                        <a16:creationId xmlns:a16="http://schemas.microsoft.com/office/drawing/2014/main" id="{2072193D-3126-9E6A-2424-3B3BC509F721}"/>
                      </a:ext>
                    </a:extLst>
                  </p:cNvPr>
                  <p:cNvSpPr/>
                  <p:nvPr/>
                </p:nvSpPr>
                <p:spPr>
                  <a:xfrm>
                    <a:off x="1994195" y="3077923"/>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23 h 136632"/>
                      <a:gd name="connsiteX4" fmla="*/ 0 w 194492"/>
                      <a:gd name="connsiteY4" fmla="*/ 136633 h 136632"/>
                      <a:gd name="connsiteX5" fmla="*/ 0 w 194492"/>
                      <a:gd name="connsiteY5" fmla="*/ 134708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23"/>
                        </a:lnTo>
                        <a:lnTo>
                          <a:pt x="0" y="136633"/>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49" name="Freeform: Shape 1048">
                    <a:extLst>
                      <a:ext uri="{FF2B5EF4-FFF2-40B4-BE49-F238E27FC236}">
                        <a16:creationId xmlns:a16="http://schemas.microsoft.com/office/drawing/2014/main" id="{4233B826-F2E5-7F91-F217-4C09F5BE50FD}"/>
                      </a:ext>
                    </a:extLst>
                  </p:cNvPr>
                  <p:cNvSpPr/>
                  <p:nvPr/>
                </p:nvSpPr>
                <p:spPr>
                  <a:xfrm>
                    <a:off x="2186975" y="3077923"/>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0" name="Freeform: Shape 1049">
                    <a:extLst>
                      <a:ext uri="{FF2B5EF4-FFF2-40B4-BE49-F238E27FC236}">
                        <a16:creationId xmlns:a16="http://schemas.microsoft.com/office/drawing/2014/main" id="{2258A06B-B415-2290-83BB-B29A94DE3272}"/>
                      </a:ext>
                    </a:extLst>
                  </p:cNvPr>
                  <p:cNvSpPr/>
                  <p:nvPr/>
                </p:nvSpPr>
                <p:spPr>
                  <a:xfrm>
                    <a:off x="1994195" y="3078923"/>
                    <a:ext cx="192780" cy="133708"/>
                  </a:xfrm>
                  <a:custGeom>
                    <a:avLst/>
                    <a:gdLst>
                      <a:gd name="connsiteX0" fmla="*/ 192780 w 192780"/>
                      <a:gd name="connsiteY0" fmla="*/ 22413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3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3"/>
                        </a:moveTo>
                        <a:lnTo>
                          <a:pt x="0" y="133708"/>
                        </a:lnTo>
                        <a:lnTo>
                          <a:pt x="0" y="111295"/>
                        </a:lnTo>
                        <a:lnTo>
                          <a:pt x="192780" y="0"/>
                        </a:lnTo>
                        <a:lnTo>
                          <a:pt x="192780" y="2241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1" name="Freeform: Shape 1050">
                    <a:extLst>
                      <a:ext uri="{FF2B5EF4-FFF2-40B4-BE49-F238E27FC236}">
                        <a16:creationId xmlns:a16="http://schemas.microsoft.com/office/drawing/2014/main" id="{228664E7-FF83-0FD1-651F-B701A1C97F9F}"/>
                      </a:ext>
                    </a:extLst>
                  </p:cNvPr>
                  <p:cNvSpPr/>
                  <p:nvPr/>
                </p:nvSpPr>
                <p:spPr>
                  <a:xfrm>
                    <a:off x="1994195" y="3077923"/>
                    <a:ext cx="194492" cy="116310"/>
                  </a:xfrm>
                  <a:custGeom>
                    <a:avLst/>
                    <a:gdLst>
                      <a:gd name="connsiteX0" fmla="*/ 192780 w 194492"/>
                      <a:gd name="connsiteY0" fmla="*/ 5001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01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01"/>
                        </a:moveTo>
                        <a:lnTo>
                          <a:pt x="0" y="116311"/>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2" name="Freeform: Shape 1051">
                    <a:extLst>
                      <a:ext uri="{FF2B5EF4-FFF2-40B4-BE49-F238E27FC236}">
                        <a16:creationId xmlns:a16="http://schemas.microsoft.com/office/drawing/2014/main" id="{D075EEF6-6A9F-1BA5-972C-57FB7BFFCA8A}"/>
                      </a:ext>
                    </a:extLst>
                  </p:cNvPr>
                  <p:cNvSpPr/>
                  <p:nvPr/>
                </p:nvSpPr>
                <p:spPr>
                  <a:xfrm>
                    <a:off x="1799687" y="3077923"/>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3" name="Freeform: Shape 1052">
                    <a:extLst>
                      <a:ext uri="{FF2B5EF4-FFF2-40B4-BE49-F238E27FC236}">
                        <a16:creationId xmlns:a16="http://schemas.microsoft.com/office/drawing/2014/main" id="{01675A1B-3C24-1687-82C7-8171362DE323}"/>
                      </a:ext>
                    </a:extLst>
                  </p:cNvPr>
                  <p:cNvSpPr/>
                  <p:nvPr/>
                </p:nvSpPr>
                <p:spPr>
                  <a:xfrm>
                    <a:off x="1799687" y="3116642"/>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310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310"/>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4" name="Freeform: Shape 1053">
                    <a:extLst>
                      <a:ext uri="{FF2B5EF4-FFF2-40B4-BE49-F238E27FC236}">
                        <a16:creationId xmlns:a16="http://schemas.microsoft.com/office/drawing/2014/main" id="{7104F3BC-1AAE-7705-D54B-6619EC359ED8}"/>
                      </a:ext>
                    </a:extLst>
                  </p:cNvPr>
                  <p:cNvSpPr/>
                  <p:nvPr/>
                </p:nvSpPr>
                <p:spPr>
                  <a:xfrm>
                    <a:off x="1799687" y="3138798"/>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5" name="Freeform: Shape 1054">
                    <a:extLst>
                      <a:ext uri="{FF2B5EF4-FFF2-40B4-BE49-F238E27FC236}">
                        <a16:creationId xmlns:a16="http://schemas.microsoft.com/office/drawing/2014/main" id="{3174E366-2C93-2538-956A-EB9E34BAE1B2}"/>
                      </a:ext>
                    </a:extLst>
                  </p:cNvPr>
                  <p:cNvSpPr/>
                  <p:nvPr/>
                </p:nvSpPr>
                <p:spPr>
                  <a:xfrm>
                    <a:off x="1994195" y="3116354"/>
                    <a:ext cx="194492" cy="136617"/>
                  </a:xfrm>
                  <a:custGeom>
                    <a:avLst/>
                    <a:gdLst>
                      <a:gd name="connsiteX0" fmla="*/ 192780 w 194492"/>
                      <a:gd name="connsiteY0" fmla="*/ 23399 h 136617"/>
                      <a:gd name="connsiteX1" fmla="*/ 192780 w 194492"/>
                      <a:gd name="connsiteY1" fmla="*/ 985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399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399"/>
                        </a:moveTo>
                        <a:lnTo>
                          <a:pt x="192780" y="985"/>
                        </a:lnTo>
                        <a:lnTo>
                          <a:pt x="194493" y="0"/>
                        </a:lnTo>
                        <a:lnTo>
                          <a:pt x="194493" y="24323"/>
                        </a:lnTo>
                        <a:lnTo>
                          <a:pt x="0" y="136618"/>
                        </a:lnTo>
                        <a:lnTo>
                          <a:pt x="0" y="134708"/>
                        </a:lnTo>
                        <a:lnTo>
                          <a:pt x="192780" y="23399"/>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6" name="Freeform: Shape 1055">
                    <a:extLst>
                      <a:ext uri="{FF2B5EF4-FFF2-40B4-BE49-F238E27FC236}">
                        <a16:creationId xmlns:a16="http://schemas.microsoft.com/office/drawing/2014/main" id="{917845CE-8043-8C95-9F49-E0B7915C18ED}"/>
                      </a:ext>
                    </a:extLst>
                  </p:cNvPr>
                  <p:cNvSpPr/>
                  <p:nvPr/>
                </p:nvSpPr>
                <p:spPr>
                  <a:xfrm>
                    <a:off x="2186975" y="3116354"/>
                    <a:ext cx="1712" cy="24322"/>
                  </a:xfrm>
                  <a:custGeom>
                    <a:avLst/>
                    <a:gdLst>
                      <a:gd name="connsiteX0" fmla="*/ 1712 w 1712"/>
                      <a:gd name="connsiteY0" fmla="*/ 0 h 24322"/>
                      <a:gd name="connsiteX1" fmla="*/ 1712 w 1712"/>
                      <a:gd name="connsiteY1" fmla="*/ 24323 h 24322"/>
                      <a:gd name="connsiteX2" fmla="*/ 0 w 1712"/>
                      <a:gd name="connsiteY2" fmla="*/ 23399 h 24322"/>
                      <a:gd name="connsiteX3" fmla="*/ 0 w 1712"/>
                      <a:gd name="connsiteY3" fmla="*/ 985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399"/>
                        </a:lnTo>
                        <a:lnTo>
                          <a:pt x="0" y="985"/>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7" name="Freeform: Shape 1056">
                    <a:extLst>
                      <a:ext uri="{FF2B5EF4-FFF2-40B4-BE49-F238E27FC236}">
                        <a16:creationId xmlns:a16="http://schemas.microsoft.com/office/drawing/2014/main" id="{9801F59D-674E-1AF9-9B3E-1827AB803D13}"/>
                      </a:ext>
                    </a:extLst>
                  </p:cNvPr>
                  <p:cNvSpPr/>
                  <p:nvPr/>
                </p:nvSpPr>
                <p:spPr>
                  <a:xfrm>
                    <a:off x="1994195" y="3117340"/>
                    <a:ext cx="192780" cy="133723"/>
                  </a:xfrm>
                  <a:custGeom>
                    <a:avLst/>
                    <a:gdLst>
                      <a:gd name="connsiteX0" fmla="*/ 192780 w 192780"/>
                      <a:gd name="connsiteY0" fmla="*/ 22414 h 133723"/>
                      <a:gd name="connsiteX1" fmla="*/ 0 w 192780"/>
                      <a:gd name="connsiteY1" fmla="*/ 133723 h 133723"/>
                      <a:gd name="connsiteX2" fmla="*/ 0 w 192780"/>
                      <a:gd name="connsiteY2" fmla="*/ 111295 h 133723"/>
                      <a:gd name="connsiteX3" fmla="*/ 192780 w 192780"/>
                      <a:gd name="connsiteY3" fmla="*/ 0 h 133723"/>
                      <a:gd name="connsiteX4" fmla="*/ 192780 w 192780"/>
                      <a:gd name="connsiteY4" fmla="*/ 22414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4"/>
                        </a:moveTo>
                        <a:lnTo>
                          <a:pt x="0" y="133723"/>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8" name="Freeform: Shape 1057">
                    <a:extLst>
                      <a:ext uri="{FF2B5EF4-FFF2-40B4-BE49-F238E27FC236}">
                        <a16:creationId xmlns:a16="http://schemas.microsoft.com/office/drawing/2014/main" id="{8C8023E7-0569-D169-CB4E-8B1564E61B98}"/>
                      </a:ext>
                    </a:extLst>
                  </p:cNvPr>
                  <p:cNvSpPr/>
                  <p:nvPr/>
                </p:nvSpPr>
                <p:spPr>
                  <a:xfrm>
                    <a:off x="1994195" y="3116354"/>
                    <a:ext cx="194492" cy="116295"/>
                  </a:xfrm>
                  <a:custGeom>
                    <a:avLst/>
                    <a:gdLst>
                      <a:gd name="connsiteX0" fmla="*/ 192780 w 194492"/>
                      <a:gd name="connsiteY0" fmla="*/ 5001 h 116295"/>
                      <a:gd name="connsiteX1" fmla="*/ 0 w 194492"/>
                      <a:gd name="connsiteY1" fmla="*/ 116296 h 116295"/>
                      <a:gd name="connsiteX2" fmla="*/ 0 w 194492"/>
                      <a:gd name="connsiteY2" fmla="*/ 112280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80"/>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59" name="Freeform: Shape 1058">
                    <a:extLst>
                      <a:ext uri="{FF2B5EF4-FFF2-40B4-BE49-F238E27FC236}">
                        <a16:creationId xmlns:a16="http://schemas.microsoft.com/office/drawing/2014/main" id="{0DC53205-844E-17A3-2B39-5DD1A618663B}"/>
                      </a:ext>
                    </a:extLst>
                  </p:cNvPr>
                  <p:cNvSpPr/>
                  <p:nvPr/>
                </p:nvSpPr>
                <p:spPr>
                  <a:xfrm>
                    <a:off x="1799687" y="3116354"/>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0" name="Freeform: Shape 1059">
                    <a:extLst>
                      <a:ext uri="{FF2B5EF4-FFF2-40B4-BE49-F238E27FC236}">
                        <a16:creationId xmlns:a16="http://schemas.microsoft.com/office/drawing/2014/main" id="{B58E53C4-D543-86EB-9E50-57EBCC3CE8FC}"/>
                      </a:ext>
                    </a:extLst>
                  </p:cNvPr>
                  <p:cNvSpPr/>
                  <p:nvPr/>
                </p:nvSpPr>
                <p:spPr>
                  <a:xfrm>
                    <a:off x="1799687" y="3154771"/>
                    <a:ext cx="194507" cy="136632"/>
                  </a:xfrm>
                  <a:custGeom>
                    <a:avLst/>
                    <a:gdLst>
                      <a:gd name="connsiteX0" fmla="*/ 194508 w 194507"/>
                      <a:gd name="connsiteY0" fmla="*/ 136633 h 136632"/>
                      <a:gd name="connsiteX1" fmla="*/ 0 w 194507"/>
                      <a:gd name="connsiteY1" fmla="*/ 24323 h 136632"/>
                      <a:gd name="connsiteX2" fmla="*/ 0 w 194507"/>
                      <a:gd name="connsiteY2" fmla="*/ 0 h 136632"/>
                      <a:gd name="connsiteX3" fmla="*/ 194508 w 194507"/>
                      <a:gd name="connsiteY3" fmla="*/ 112295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23"/>
                        </a:lnTo>
                        <a:lnTo>
                          <a:pt x="0" y="0"/>
                        </a:lnTo>
                        <a:lnTo>
                          <a:pt x="194508" y="112295"/>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1" name="Freeform: Shape 1060">
                    <a:extLst>
                      <a:ext uri="{FF2B5EF4-FFF2-40B4-BE49-F238E27FC236}">
                        <a16:creationId xmlns:a16="http://schemas.microsoft.com/office/drawing/2014/main" id="{18B06E59-F4DC-97D9-2ABE-6D9C2361C6D1}"/>
                      </a:ext>
                    </a:extLst>
                  </p:cNvPr>
                  <p:cNvSpPr/>
                  <p:nvPr/>
                </p:nvSpPr>
                <p:spPr>
                  <a:xfrm>
                    <a:off x="1799687" y="3177215"/>
                    <a:ext cx="194507" cy="114189"/>
                  </a:xfrm>
                  <a:custGeom>
                    <a:avLst/>
                    <a:gdLst>
                      <a:gd name="connsiteX0" fmla="*/ 194508 w 194507"/>
                      <a:gd name="connsiteY0" fmla="*/ 114189 h 114189"/>
                      <a:gd name="connsiteX1" fmla="*/ 0 w 194507"/>
                      <a:gd name="connsiteY1" fmla="*/ 1879 h 114189"/>
                      <a:gd name="connsiteX2" fmla="*/ 0 w 194507"/>
                      <a:gd name="connsiteY2" fmla="*/ 0 h 114189"/>
                      <a:gd name="connsiteX3" fmla="*/ 194508 w 194507"/>
                      <a:gd name="connsiteY3" fmla="*/ 112310 h 114189"/>
                      <a:gd name="connsiteX4" fmla="*/ 194508 w 194507"/>
                      <a:gd name="connsiteY4" fmla="*/ 114189 h 114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89">
                        <a:moveTo>
                          <a:pt x="194508" y="114189"/>
                        </a:moveTo>
                        <a:lnTo>
                          <a:pt x="0" y="1879"/>
                        </a:lnTo>
                        <a:lnTo>
                          <a:pt x="0" y="0"/>
                        </a:lnTo>
                        <a:lnTo>
                          <a:pt x="194508" y="112310"/>
                        </a:lnTo>
                        <a:lnTo>
                          <a:pt x="194508" y="114189"/>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2" name="Freeform: Shape 1061">
                    <a:extLst>
                      <a:ext uri="{FF2B5EF4-FFF2-40B4-BE49-F238E27FC236}">
                        <a16:creationId xmlns:a16="http://schemas.microsoft.com/office/drawing/2014/main" id="{060B5A97-F672-CA06-C215-F6D286A5F0E2}"/>
                      </a:ext>
                    </a:extLst>
                  </p:cNvPr>
                  <p:cNvSpPr/>
                  <p:nvPr/>
                </p:nvSpPr>
                <p:spPr>
                  <a:xfrm>
                    <a:off x="1994195" y="3154771"/>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23 h 136632"/>
                      <a:gd name="connsiteX4" fmla="*/ 0 w 194492"/>
                      <a:gd name="connsiteY4" fmla="*/ 136633 h 136632"/>
                      <a:gd name="connsiteX5" fmla="*/ 0 w 194492"/>
                      <a:gd name="connsiteY5" fmla="*/ 134708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23"/>
                        </a:lnTo>
                        <a:lnTo>
                          <a:pt x="0" y="136633"/>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3" name="Freeform: Shape 1062">
                    <a:extLst>
                      <a:ext uri="{FF2B5EF4-FFF2-40B4-BE49-F238E27FC236}">
                        <a16:creationId xmlns:a16="http://schemas.microsoft.com/office/drawing/2014/main" id="{853FF7B2-E504-9CC1-D14A-652EA268B9F5}"/>
                      </a:ext>
                    </a:extLst>
                  </p:cNvPr>
                  <p:cNvSpPr/>
                  <p:nvPr/>
                </p:nvSpPr>
                <p:spPr>
                  <a:xfrm>
                    <a:off x="2186975" y="3154771"/>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4" name="Freeform: Shape 1063">
                    <a:extLst>
                      <a:ext uri="{FF2B5EF4-FFF2-40B4-BE49-F238E27FC236}">
                        <a16:creationId xmlns:a16="http://schemas.microsoft.com/office/drawing/2014/main" id="{096523B0-B1DE-466E-A924-AF5EC3EBA4FC}"/>
                      </a:ext>
                    </a:extLst>
                  </p:cNvPr>
                  <p:cNvSpPr/>
                  <p:nvPr/>
                </p:nvSpPr>
                <p:spPr>
                  <a:xfrm>
                    <a:off x="1994195" y="3155771"/>
                    <a:ext cx="192780" cy="133708"/>
                  </a:xfrm>
                  <a:custGeom>
                    <a:avLst/>
                    <a:gdLst>
                      <a:gd name="connsiteX0" fmla="*/ 192780 w 192780"/>
                      <a:gd name="connsiteY0" fmla="*/ 22414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4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4"/>
                        </a:moveTo>
                        <a:lnTo>
                          <a:pt x="0" y="133708"/>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5" name="Freeform: Shape 1064">
                    <a:extLst>
                      <a:ext uri="{FF2B5EF4-FFF2-40B4-BE49-F238E27FC236}">
                        <a16:creationId xmlns:a16="http://schemas.microsoft.com/office/drawing/2014/main" id="{544CAEA3-7BB6-85D8-4E1B-0F910ED850A3}"/>
                      </a:ext>
                    </a:extLst>
                  </p:cNvPr>
                  <p:cNvSpPr/>
                  <p:nvPr/>
                </p:nvSpPr>
                <p:spPr>
                  <a:xfrm>
                    <a:off x="1994195" y="3154771"/>
                    <a:ext cx="194492" cy="116310"/>
                  </a:xfrm>
                  <a:custGeom>
                    <a:avLst/>
                    <a:gdLst>
                      <a:gd name="connsiteX0" fmla="*/ 192780 w 194492"/>
                      <a:gd name="connsiteY0" fmla="*/ 5001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01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01"/>
                        </a:moveTo>
                        <a:lnTo>
                          <a:pt x="0" y="116311"/>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6" name="Freeform: Shape 1065">
                    <a:extLst>
                      <a:ext uri="{FF2B5EF4-FFF2-40B4-BE49-F238E27FC236}">
                        <a16:creationId xmlns:a16="http://schemas.microsoft.com/office/drawing/2014/main" id="{F3A6A2C5-12A6-6202-866E-4DC960729FA8}"/>
                      </a:ext>
                    </a:extLst>
                  </p:cNvPr>
                  <p:cNvSpPr/>
                  <p:nvPr/>
                </p:nvSpPr>
                <p:spPr>
                  <a:xfrm>
                    <a:off x="1799687" y="3154771"/>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7" name="Freeform: Shape 1066">
                    <a:extLst>
                      <a:ext uri="{FF2B5EF4-FFF2-40B4-BE49-F238E27FC236}">
                        <a16:creationId xmlns:a16="http://schemas.microsoft.com/office/drawing/2014/main" id="{04488608-9906-D267-2D5B-02C9AE30EC4B}"/>
                      </a:ext>
                    </a:extLst>
                  </p:cNvPr>
                  <p:cNvSpPr/>
                  <p:nvPr/>
                </p:nvSpPr>
                <p:spPr>
                  <a:xfrm>
                    <a:off x="1799687" y="3193188"/>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310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310"/>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8" name="Freeform: Shape 1067">
                    <a:extLst>
                      <a:ext uri="{FF2B5EF4-FFF2-40B4-BE49-F238E27FC236}">
                        <a16:creationId xmlns:a16="http://schemas.microsoft.com/office/drawing/2014/main" id="{8DD76A80-3926-1AFF-2600-32EF8D5EF756}"/>
                      </a:ext>
                    </a:extLst>
                  </p:cNvPr>
                  <p:cNvSpPr/>
                  <p:nvPr/>
                </p:nvSpPr>
                <p:spPr>
                  <a:xfrm>
                    <a:off x="1799687" y="3215647"/>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69" name="Freeform: Shape 1068">
                    <a:extLst>
                      <a:ext uri="{FF2B5EF4-FFF2-40B4-BE49-F238E27FC236}">
                        <a16:creationId xmlns:a16="http://schemas.microsoft.com/office/drawing/2014/main" id="{3237903B-F7E1-0288-6B38-2C21A6674F69}"/>
                      </a:ext>
                    </a:extLst>
                  </p:cNvPr>
                  <p:cNvSpPr/>
                  <p:nvPr/>
                </p:nvSpPr>
                <p:spPr>
                  <a:xfrm>
                    <a:off x="1994195" y="3193188"/>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38 h 136632"/>
                      <a:gd name="connsiteX4" fmla="*/ 0 w 194492"/>
                      <a:gd name="connsiteY4" fmla="*/ 136633 h 136632"/>
                      <a:gd name="connsiteX5" fmla="*/ 0 w 194492"/>
                      <a:gd name="connsiteY5" fmla="*/ 134723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38"/>
                        </a:lnTo>
                        <a:lnTo>
                          <a:pt x="0" y="136633"/>
                        </a:lnTo>
                        <a:lnTo>
                          <a:pt x="0" y="134723"/>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0" name="Freeform: Shape 1069">
                    <a:extLst>
                      <a:ext uri="{FF2B5EF4-FFF2-40B4-BE49-F238E27FC236}">
                        <a16:creationId xmlns:a16="http://schemas.microsoft.com/office/drawing/2014/main" id="{99B37840-1FEC-CA80-1C39-90C091D513A9}"/>
                      </a:ext>
                    </a:extLst>
                  </p:cNvPr>
                  <p:cNvSpPr/>
                  <p:nvPr/>
                </p:nvSpPr>
                <p:spPr>
                  <a:xfrm>
                    <a:off x="2186975" y="3193188"/>
                    <a:ext cx="1712" cy="24338"/>
                  </a:xfrm>
                  <a:custGeom>
                    <a:avLst/>
                    <a:gdLst>
                      <a:gd name="connsiteX0" fmla="*/ 1712 w 1712"/>
                      <a:gd name="connsiteY0" fmla="*/ 0 h 24338"/>
                      <a:gd name="connsiteX1" fmla="*/ 1712 w 1712"/>
                      <a:gd name="connsiteY1" fmla="*/ 24338 h 24338"/>
                      <a:gd name="connsiteX2" fmla="*/ 0 w 1712"/>
                      <a:gd name="connsiteY2" fmla="*/ 23414 h 24338"/>
                      <a:gd name="connsiteX3" fmla="*/ 0 w 1712"/>
                      <a:gd name="connsiteY3" fmla="*/ 1000 h 24338"/>
                      <a:gd name="connsiteX4" fmla="*/ 1712 w 1712"/>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38">
                        <a:moveTo>
                          <a:pt x="1712" y="0"/>
                        </a:moveTo>
                        <a:lnTo>
                          <a:pt x="1712" y="24338"/>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1" name="Freeform: Shape 1070">
                    <a:extLst>
                      <a:ext uri="{FF2B5EF4-FFF2-40B4-BE49-F238E27FC236}">
                        <a16:creationId xmlns:a16="http://schemas.microsoft.com/office/drawing/2014/main" id="{96C07F3E-2AFB-5A76-D6C7-BD45B0626AE4}"/>
                      </a:ext>
                    </a:extLst>
                  </p:cNvPr>
                  <p:cNvSpPr/>
                  <p:nvPr/>
                </p:nvSpPr>
                <p:spPr>
                  <a:xfrm>
                    <a:off x="1994195" y="3194188"/>
                    <a:ext cx="192780" cy="133723"/>
                  </a:xfrm>
                  <a:custGeom>
                    <a:avLst/>
                    <a:gdLst>
                      <a:gd name="connsiteX0" fmla="*/ 192780 w 192780"/>
                      <a:gd name="connsiteY0" fmla="*/ 22414 h 133723"/>
                      <a:gd name="connsiteX1" fmla="*/ 0 w 192780"/>
                      <a:gd name="connsiteY1" fmla="*/ 133723 h 133723"/>
                      <a:gd name="connsiteX2" fmla="*/ 0 w 192780"/>
                      <a:gd name="connsiteY2" fmla="*/ 111295 h 133723"/>
                      <a:gd name="connsiteX3" fmla="*/ 192780 w 192780"/>
                      <a:gd name="connsiteY3" fmla="*/ 0 h 133723"/>
                      <a:gd name="connsiteX4" fmla="*/ 192780 w 192780"/>
                      <a:gd name="connsiteY4" fmla="*/ 22414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4"/>
                        </a:moveTo>
                        <a:lnTo>
                          <a:pt x="0" y="133723"/>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2" name="Freeform: Shape 1071">
                    <a:extLst>
                      <a:ext uri="{FF2B5EF4-FFF2-40B4-BE49-F238E27FC236}">
                        <a16:creationId xmlns:a16="http://schemas.microsoft.com/office/drawing/2014/main" id="{3AD3856A-6185-F5A9-B4DD-995E3AD6996F}"/>
                      </a:ext>
                    </a:extLst>
                  </p:cNvPr>
                  <p:cNvSpPr/>
                  <p:nvPr/>
                </p:nvSpPr>
                <p:spPr>
                  <a:xfrm>
                    <a:off x="1994195" y="3193188"/>
                    <a:ext cx="194492" cy="116310"/>
                  </a:xfrm>
                  <a:custGeom>
                    <a:avLst/>
                    <a:gdLst>
                      <a:gd name="connsiteX0" fmla="*/ 192780 w 194492"/>
                      <a:gd name="connsiteY0" fmla="*/ 5001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01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01"/>
                        </a:moveTo>
                        <a:lnTo>
                          <a:pt x="0" y="116311"/>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3" name="Freeform: Shape 1072">
                    <a:extLst>
                      <a:ext uri="{FF2B5EF4-FFF2-40B4-BE49-F238E27FC236}">
                        <a16:creationId xmlns:a16="http://schemas.microsoft.com/office/drawing/2014/main" id="{1DA65CD7-0C54-031D-B5E5-1BA6F9AE25A1}"/>
                      </a:ext>
                    </a:extLst>
                  </p:cNvPr>
                  <p:cNvSpPr/>
                  <p:nvPr/>
                </p:nvSpPr>
                <p:spPr>
                  <a:xfrm>
                    <a:off x="1799687" y="3193188"/>
                    <a:ext cx="194507" cy="116280"/>
                  </a:xfrm>
                  <a:custGeom>
                    <a:avLst/>
                    <a:gdLst>
                      <a:gd name="connsiteX0" fmla="*/ 194508 w 194507"/>
                      <a:gd name="connsiteY0" fmla="*/ 116280 h 116280"/>
                      <a:gd name="connsiteX1" fmla="*/ 0 w 194507"/>
                      <a:gd name="connsiteY1" fmla="*/ 3986 h 116280"/>
                      <a:gd name="connsiteX2" fmla="*/ 0 w 194507"/>
                      <a:gd name="connsiteY2" fmla="*/ 0 h 116280"/>
                      <a:gd name="connsiteX3" fmla="*/ 194508 w 194507"/>
                      <a:gd name="connsiteY3" fmla="*/ 112310 h 116280"/>
                      <a:gd name="connsiteX4" fmla="*/ 194508 w 194507"/>
                      <a:gd name="connsiteY4" fmla="*/ 116280 h 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80">
                        <a:moveTo>
                          <a:pt x="194508" y="116280"/>
                        </a:moveTo>
                        <a:lnTo>
                          <a:pt x="0" y="3986"/>
                        </a:lnTo>
                        <a:lnTo>
                          <a:pt x="0" y="0"/>
                        </a:lnTo>
                        <a:lnTo>
                          <a:pt x="194508" y="112310"/>
                        </a:lnTo>
                        <a:lnTo>
                          <a:pt x="194508" y="116280"/>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4" name="Freeform: Shape 1073">
                    <a:extLst>
                      <a:ext uri="{FF2B5EF4-FFF2-40B4-BE49-F238E27FC236}">
                        <a16:creationId xmlns:a16="http://schemas.microsoft.com/office/drawing/2014/main" id="{C61ABE69-3DD6-6AE2-2655-75A8228EFCF8}"/>
                      </a:ext>
                    </a:extLst>
                  </p:cNvPr>
                  <p:cNvSpPr/>
                  <p:nvPr/>
                </p:nvSpPr>
                <p:spPr>
                  <a:xfrm>
                    <a:off x="1799687" y="3231620"/>
                    <a:ext cx="194507" cy="136617"/>
                  </a:xfrm>
                  <a:custGeom>
                    <a:avLst/>
                    <a:gdLst>
                      <a:gd name="connsiteX0" fmla="*/ 194508 w 194507"/>
                      <a:gd name="connsiteY0" fmla="*/ 136618 h 136617"/>
                      <a:gd name="connsiteX1" fmla="*/ 0 w 194507"/>
                      <a:gd name="connsiteY1" fmla="*/ 24323 h 136617"/>
                      <a:gd name="connsiteX2" fmla="*/ 0 w 194507"/>
                      <a:gd name="connsiteY2" fmla="*/ 0 h 136617"/>
                      <a:gd name="connsiteX3" fmla="*/ 194508 w 194507"/>
                      <a:gd name="connsiteY3" fmla="*/ 112295 h 136617"/>
                      <a:gd name="connsiteX4" fmla="*/ 194508 w 194507"/>
                      <a:gd name="connsiteY4" fmla="*/ 136618 h 136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17">
                        <a:moveTo>
                          <a:pt x="194508" y="136618"/>
                        </a:moveTo>
                        <a:lnTo>
                          <a:pt x="0" y="24323"/>
                        </a:lnTo>
                        <a:lnTo>
                          <a:pt x="0" y="0"/>
                        </a:lnTo>
                        <a:lnTo>
                          <a:pt x="194508" y="112295"/>
                        </a:lnTo>
                        <a:lnTo>
                          <a:pt x="194508" y="136618"/>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5" name="Freeform: Shape 1074">
                    <a:extLst>
                      <a:ext uri="{FF2B5EF4-FFF2-40B4-BE49-F238E27FC236}">
                        <a16:creationId xmlns:a16="http://schemas.microsoft.com/office/drawing/2014/main" id="{91F01F0C-65ED-00C7-5FB9-DF713F82893A}"/>
                      </a:ext>
                    </a:extLst>
                  </p:cNvPr>
                  <p:cNvSpPr/>
                  <p:nvPr/>
                </p:nvSpPr>
                <p:spPr>
                  <a:xfrm>
                    <a:off x="1799687" y="3254063"/>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310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310"/>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6" name="Freeform: Shape 1075">
                    <a:extLst>
                      <a:ext uri="{FF2B5EF4-FFF2-40B4-BE49-F238E27FC236}">
                        <a16:creationId xmlns:a16="http://schemas.microsoft.com/office/drawing/2014/main" id="{67E4F949-8893-B91B-4DDD-ACD2A4E8BB9D}"/>
                      </a:ext>
                    </a:extLst>
                  </p:cNvPr>
                  <p:cNvSpPr/>
                  <p:nvPr/>
                </p:nvSpPr>
                <p:spPr>
                  <a:xfrm>
                    <a:off x="1994195" y="3231620"/>
                    <a:ext cx="194492" cy="136617"/>
                  </a:xfrm>
                  <a:custGeom>
                    <a:avLst/>
                    <a:gdLst>
                      <a:gd name="connsiteX0" fmla="*/ 192780 w 194492"/>
                      <a:gd name="connsiteY0" fmla="*/ 23414 h 136617"/>
                      <a:gd name="connsiteX1" fmla="*/ 192780 w 194492"/>
                      <a:gd name="connsiteY1" fmla="*/ 1000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414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414"/>
                        </a:moveTo>
                        <a:lnTo>
                          <a:pt x="192780" y="1000"/>
                        </a:lnTo>
                        <a:lnTo>
                          <a:pt x="194493" y="0"/>
                        </a:lnTo>
                        <a:lnTo>
                          <a:pt x="194493" y="24323"/>
                        </a:lnTo>
                        <a:lnTo>
                          <a:pt x="0" y="136618"/>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7" name="Freeform: Shape 1076">
                    <a:extLst>
                      <a:ext uri="{FF2B5EF4-FFF2-40B4-BE49-F238E27FC236}">
                        <a16:creationId xmlns:a16="http://schemas.microsoft.com/office/drawing/2014/main" id="{6E5B321F-A628-236E-D072-C22098DBB840}"/>
                      </a:ext>
                    </a:extLst>
                  </p:cNvPr>
                  <p:cNvSpPr/>
                  <p:nvPr/>
                </p:nvSpPr>
                <p:spPr>
                  <a:xfrm>
                    <a:off x="2186975" y="3231620"/>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8" name="Freeform: Shape 1077">
                    <a:extLst>
                      <a:ext uri="{FF2B5EF4-FFF2-40B4-BE49-F238E27FC236}">
                        <a16:creationId xmlns:a16="http://schemas.microsoft.com/office/drawing/2014/main" id="{57DFE563-A4D0-2B09-315A-AE92A5A08D6C}"/>
                      </a:ext>
                    </a:extLst>
                  </p:cNvPr>
                  <p:cNvSpPr/>
                  <p:nvPr/>
                </p:nvSpPr>
                <p:spPr>
                  <a:xfrm>
                    <a:off x="1994195" y="3232620"/>
                    <a:ext cx="192780" cy="133708"/>
                  </a:xfrm>
                  <a:custGeom>
                    <a:avLst/>
                    <a:gdLst>
                      <a:gd name="connsiteX0" fmla="*/ 192780 w 192780"/>
                      <a:gd name="connsiteY0" fmla="*/ 22414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4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4"/>
                        </a:moveTo>
                        <a:lnTo>
                          <a:pt x="0" y="133708"/>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79" name="Freeform: Shape 1078">
                    <a:extLst>
                      <a:ext uri="{FF2B5EF4-FFF2-40B4-BE49-F238E27FC236}">
                        <a16:creationId xmlns:a16="http://schemas.microsoft.com/office/drawing/2014/main" id="{FBCA82A4-C745-D073-464E-DFF615E5D5C4}"/>
                      </a:ext>
                    </a:extLst>
                  </p:cNvPr>
                  <p:cNvSpPr/>
                  <p:nvPr/>
                </p:nvSpPr>
                <p:spPr>
                  <a:xfrm>
                    <a:off x="1994195" y="3231620"/>
                    <a:ext cx="194492" cy="116295"/>
                  </a:xfrm>
                  <a:custGeom>
                    <a:avLst/>
                    <a:gdLst>
                      <a:gd name="connsiteX0" fmla="*/ 192780 w 194492"/>
                      <a:gd name="connsiteY0" fmla="*/ 5001 h 116295"/>
                      <a:gd name="connsiteX1" fmla="*/ 0 w 194492"/>
                      <a:gd name="connsiteY1" fmla="*/ 116296 h 116295"/>
                      <a:gd name="connsiteX2" fmla="*/ 0 w 194492"/>
                      <a:gd name="connsiteY2" fmla="*/ 112295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0" name="Freeform: Shape 1079">
                    <a:extLst>
                      <a:ext uri="{FF2B5EF4-FFF2-40B4-BE49-F238E27FC236}">
                        <a16:creationId xmlns:a16="http://schemas.microsoft.com/office/drawing/2014/main" id="{22468C7E-0FC1-3F49-4E45-7FEA396BD5FF}"/>
                      </a:ext>
                    </a:extLst>
                  </p:cNvPr>
                  <p:cNvSpPr/>
                  <p:nvPr/>
                </p:nvSpPr>
                <p:spPr>
                  <a:xfrm>
                    <a:off x="1799687" y="3231620"/>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1" name="Freeform: Shape 1080">
                    <a:extLst>
                      <a:ext uri="{FF2B5EF4-FFF2-40B4-BE49-F238E27FC236}">
                        <a16:creationId xmlns:a16="http://schemas.microsoft.com/office/drawing/2014/main" id="{689E9DB2-13EE-C26D-9C42-0EF1CED90228}"/>
                      </a:ext>
                    </a:extLst>
                  </p:cNvPr>
                  <p:cNvSpPr/>
                  <p:nvPr/>
                </p:nvSpPr>
                <p:spPr>
                  <a:xfrm>
                    <a:off x="1799687" y="3270036"/>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295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295"/>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2" name="Freeform: Shape 1081">
                    <a:extLst>
                      <a:ext uri="{FF2B5EF4-FFF2-40B4-BE49-F238E27FC236}">
                        <a16:creationId xmlns:a16="http://schemas.microsoft.com/office/drawing/2014/main" id="{5B71CB60-387E-EFD5-77F7-E7621C912DD4}"/>
                      </a:ext>
                    </a:extLst>
                  </p:cNvPr>
                  <p:cNvSpPr/>
                  <p:nvPr/>
                </p:nvSpPr>
                <p:spPr>
                  <a:xfrm>
                    <a:off x="1799687" y="3292495"/>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3" name="Freeform: Shape 1082">
                    <a:extLst>
                      <a:ext uri="{FF2B5EF4-FFF2-40B4-BE49-F238E27FC236}">
                        <a16:creationId xmlns:a16="http://schemas.microsoft.com/office/drawing/2014/main" id="{55C4B09D-6C96-BFF2-202A-41D22B5F8283}"/>
                      </a:ext>
                    </a:extLst>
                  </p:cNvPr>
                  <p:cNvSpPr/>
                  <p:nvPr/>
                </p:nvSpPr>
                <p:spPr>
                  <a:xfrm>
                    <a:off x="1994195" y="3270036"/>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38 h 136632"/>
                      <a:gd name="connsiteX4" fmla="*/ 0 w 194492"/>
                      <a:gd name="connsiteY4" fmla="*/ 136633 h 136632"/>
                      <a:gd name="connsiteX5" fmla="*/ 0 w 194492"/>
                      <a:gd name="connsiteY5" fmla="*/ 134724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38"/>
                        </a:lnTo>
                        <a:lnTo>
                          <a:pt x="0" y="136633"/>
                        </a:lnTo>
                        <a:lnTo>
                          <a:pt x="0" y="134724"/>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4" name="Freeform: Shape 1083">
                    <a:extLst>
                      <a:ext uri="{FF2B5EF4-FFF2-40B4-BE49-F238E27FC236}">
                        <a16:creationId xmlns:a16="http://schemas.microsoft.com/office/drawing/2014/main" id="{4C992741-188F-EC52-7E91-00F2F0334912}"/>
                      </a:ext>
                    </a:extLst>
                  </p:cNvPr>
                  <p:cNvSpPr/>
                  <p:nvPr/>
                </p:nvSpPr>
                <p:spPr>
                  <a:xfrm>
                    <a:off x="2186975" y="3270036"/>
                    <a:ext cx="1712" cy="24338"/>
                  </a:xfrm>
                  <a:custGeom>
                    <a:avLst/>
                    <a:gdLst>
                      <a:gd name="connsiteX0" fmla="*/ 1712 w 1712"/>
                      <a:gd name="connsiteY0" fmla="*/ 0 h 24338"/>
                      <a:gd name="connsiteX1" fmla="*/ 1712 w 1712"/>
                      <a:gd name="connsiteY1" fmla="*/ 24338 h 24338"/>
                      <a:gd name="connsiteX2" fmla="*/ 0 w 1712"/>
                      <a:gd name="connsiteY2" fmla="*/ 23414 h 24338"/>
                      <a:gd name="connsiteX3" fmla="*/ 0 w 1712"/>
                      <a:gd name="connsiteY3" fmla="*/ 1000 h 24338"/>
                      <a:gd name="connsiteX4" fmla="*/ 1712 w 1712"/>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38">
                        <a:moveTo>
                          <a:pt x="1712" y="0"/>
                        </a:moveTo>
                        <a:lnTo>
                          <a:pt x="1712" y="24338"/>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5" name="Freeform: Shape 1084">
                    <a:extLst>
                      <a:ext uri="{FF2B5EF4-FFF2-40B4-BE49-F238E27FC236}">
                        <a16:creationId xmlns:a16="http://schemas.microsoft.com/office/drawing/2014/main" id="{C17801E8-7467-A8B6-A88B-4F9616B1AFEE}"/>
                      </a:ext>
                    </a:extLst>
                  </p:cNvPr>
                  <p:cNvSpPr/>
                  <p:nvPr/>
                </p:nvSpPr>
                <p:spPr>
                  <a:xfrm>
                    <a:off x="1994195" y="3271036"/>
                    <a:ext cx="192780" cy="133723"/>
                  </a:xfrm>
                  <a:custGeom>
                    <a:avLst/>
                    <a:gdLst>
                      <a:gd name="connsiteX0" fmla="*/ 192780 w 192780"/>
                      <a:gd name="connsiteY0" fmla="*/ 22414 h 133723"/>
                      <a:gd name="connsiteX1" fmla="*/ 0 w 192780"/>
                      <a:gd name="connsiteY1" fmla="*/ 133723 h 133723"/>
                      <a:gd name="connsiteX2" fmla="*/ 0 w 192780"/>
                      <a:gd name="connsiteY2" fmla="*/ 111295 h 133723"/>
                      <a:gd name="connsiteX3" fmla="*/ 192780 w 192780"/>
                      <a:gd name="connsiteY3" fmla="*/ 0 h 133723"/>
                      <a:gd name="connsiteX4" fmla="*/ 192780 w 192780"/>
                      <a:gd name="connsiteY4" fmla="*/ 22414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4"/>
                        </a:moveTo>
                        <a:lnTo>
                          <a:pt x="0" y="133723"/>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6" name="Freeform: Shape 1085">
                    <a:extLst>
                      <a:ext uri="{FF2B5EF4-FFF2-40B4-BE49-F238E27FC236}">
                        <a16:creationId xmlns:a16="http://schemas.microsoft.com/office/drawing/2014/main" id="{891837D6-7D07-E05B-8BB9-A69A5908C753}"/>
                      </a:ext>
                    </a:extLst>
                  </p:cNvPr>
                  <p:cNvSpPr/>
                  <p:nvPr/>
                </p:nvSpPr>
                <p:spPr>
                  <a:xfrm>
                    <a:off x="1994195" y="3270036"/>
                    <a:ext cx="194492" cy="116310"/>
                  </a:xfrm>
                  <a:custGeom>
                    <a:avLst/>
                    <a:gdLst>
                      <a:gd name="connsiteX0" fmla="*/ 192780 w 194492"/>
                      <a:gd name="connsiteY0" fmla="*/ 5001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01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01"/>
                        </a:moveTo>
                        <a:lnTo>
                          <a:pt x="0" y="116311"/>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7" name="Freeform: Shape 1086">
                    <a:extLst>
                      <a:ext uri="{FF2B5EF4-FFF2-40B4-BE49-F238E27FC236}">
                        <a16:creationId xmlns:a16="http://schemas.microsoft.com/office/drawing/2014/main" id="{C33ACE30-84E8-4143-F0F8-3F50EFE61C24}"/>
                      </a:ext>
                    </a:extLst>
                  </p:cNvPr>
                  <p:cNvSpPr/>
                  <p:nvPr/>
                </p:nvSpPr>
                <p:spPr>
                  <a:xfrm>
                    <a:off x="1799687" y="3270036"/>
                    <a:ext cx="194507" cy="116280"/>
                  </a:xfrm>
                  <a:custGeom>
                    <a:avLst/>
                    <a:gdLst>
                      <a:gd name="connsiteX0" fmla="*/ 194508 w 194507"/>
                      <a:gd name="connsiteY0" fmla="*/ 116280 h 116280"/>
                      <a:gd name="connsiteX1" fmla="*/ 0 w 194507"/>
                      <a:gd name="connsiteY1" fmla="*/ 3986 h 116280"/>
                      <a:gd name="connsiteX2" fmla="*/ 0 w 194507"/>
                      <a:gd name="connsiteY2" fmla="*/ 0 h 116280"/>
                      <a:gd name="connsiteX3" fmla="*/ 194508 w 194507"/>
                      <a:gd name="connsiteY3" fmla="*/ 112295 h 116280"/>
                      <a:gd name="connsiteX4" fmla="*/ 194508 w 194507"/>
                      <a:gd name="connsiteY4" fmla="*/ 116280 h 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80">
                        <a:moveTo>
                          <a:pt x="194508" y="116280"/>
                        </a:moveTo>
                        <a:lnTo>
                          <a:pt x="0" y="3986"/>
                        </a:lnTo>
                        <a:lnTo>
                          <a:pt x="0" y="0"/>
                        </a:lnTo>
                        <a:lnTo>
                          <a:pt x="194508" y="112295"/>
                        </a:lnTo>
                        <a:lnTo>
                          <a:pt x="194508" y="116280"/>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8" name="Freeform: Shape 1087">
                    <a:extLst>
                      <a:ext uri="{FF2B5EF4-FFF2-40B4-BE49-F238E27FC236}">
                        <a16:creationId xmlns:a16="http://schemas.microsoft.com/office/drawing/2014/main" id="{C733B2FD-514F-2EC7-5A5D-50929F62C5B0}"/>
                      </a:ext>
                    </a:extLst>
                  </p:cNvPr>
                  <p:cNvSpPr/>
                  <p:nvPr/>
                </p:nvSpPr>
                <p:spPr>
                  <a:xfrm>
                    <a:off x="1799687" y="3308468"/>
                    <a:ext cx="194507" cy="136617"/>
                  </a:xfrm>
                  <a:custGeom>
                    <a:avLst/>
                    <a:gdLst>
                      <a:gd name="connsiteX0" fmla="*/ 194508 w 194507"/>
                      <a:gd name="connsiteY0" fmla="*/ 136618 h 136617"/>
                      <a:gd name="connsiteX1" fmla="*/ 0 w 194507"/>
                      <a:gd name="connsiteY1" fmla="*/ 24323 h 136617"/>
                      <a:gd name="connsiteX2" fmla="*/ 0 w 194507"/>
                      <a:gd name="connsiteY2" fmla="*/ 0 h 136617"/>
                      <a:gd name="connsiteX3" fmla="*/ 194508 w 194507"/>
                      <a:gd name="connsiteY3" fmla="*/ 112295 h 136617"/>
                      <a:gd name="connsiteX4" fmla="*/ 194508 w 194507"/>
                      <a:gd name="connsiteY4" fmla="*/ 136618 h 136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17">
                        <a:moveTo>
                          <a:pt x="194508" y="136618"/>
                        </a:moveTo>
                        <a:lnTo>
                          <a:pt x="0" y="24323"/>
                        </a:lnTo>
                        <a:lnTo>
                          <a:pt x="0" y="0"/>
                        </a:lnTo>
                        <a:lnTo>
                          <a:pt x="194508" y="112295"/>
                        </a:lnTo>
                        <a:lnTo>
                          <a:pt x="194508" y="136618"/>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89" name="Freeform: Shape 1088">
                    <a:extLst>
                      <a:ext uri="{FF2B5EF4-FFF2-40B4-BE49-F238E27FC236}">
                        <a16:creationId xmlns:a16="http://schemas.microsoft.com/office/drawing/2014/main" id="{4753974E-E477-01BF-F0F1-F918138C9A08}"/>
                      </a:ext>
                    </a:extLst>
                  </p:cNvPr>
                  <p:cNvSpPr/>
                  <p:nvPr/>
                </p:nvSpPr>
                <p:spPr>
                  <a:xfrm>
                    <a:off x="1799687" y="3330912"/>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0" name="Freeform: Shape 1089">
                    <a:extLst>
                      <a:ext uri="{FF2B5EF4-FFF2-40B4-BE49-F238E27FC236}">
                        <a16:creationId xmlns:a16="http://schemas.microsoft.com/office/drawing/2014/main" id="{0E2C8F3D-3FB2-0302-C8D8-5203F6AC7237}"/>
                      </a:ext>
                    </a:extLst>
                  </p:cNvPr>
                  <p:cNvSpPr/>
                  <p:nvPr/>
                </p:nvSpPr>
                <p:spPr>
                  <a:xfrm>
                    <a:off x="1994195" y="3308468"/>
                    <a:ext cx="194492" cy="136617"/>
                  </a:xfrm>
                  <a:custGeom>
                    <a:avLst/>
                    <a:gdLst>
                      <a:gd name="connsiteX0" fmla="*/ 192780 w 194492"/>
                      <a:gd name="connsiteY0" fmla="*/ 23414 h 136617"/>
                      <a:gd name="connsiteX1" fmla="*/ 192780 w 194492"/>
                      <a:gd name="connsiteY1" fmla="*/ 1000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414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414"/>
                        </a:moveTo>
                        <a:lnTo>
                          <a:pt x="192780" y="1000"/>
                        </a:lnTo>
                        <a:lnTo>
                          <a:pt x="194493" y="0"/>
                        </a:lnTo>
                        <a:lnTo>
                          <a:pt x="194493" y="24323"/>
                        </a:lnTo>
                        <a:lnTo>
                          <a:pt x="0" y="136618"/>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1" name="Freeform: Shape 1090">
                    <a:extLst>
                      <a:ext uri="{FF2B5EF4-FFF2-40B4-BE49-F238E27FC236}">
                        <a16:creationId xmlns:a16="http://schemas.microsoft.com/office/drawing/2014/main" id="{BBD6D53D-75D3-D561-C232-206900D826D5}"/>
                      </a:ext>
                    </a:extLst>
                  </p:cNvPr>
                  <p:cNvSpPr/>
                  <p:nvPr/>
                </p:nvSpPr>
                <p:spPr>
                  <a:xfrm>
                    <a:off x="2186975" y="3308468"/>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2" name="Freeform: Shape 1091">
                    <a:extLst>
                      <a:ext uri="{FF2B5EF4-FFF2-40B4-BE49-F238E27FC236}">
                        <a16:creationId xmlns:a16="http://schemas.microsoft.com/office/drawing/2014/main" id="{62DD006B-32D7-B997-2FB3-BDCF8FE96AB9}"/>
                      </a:ext>
                    </a:extLst>
                  </p:cNvPr>
                  <p:cNvSpPr/>
                  <p:nvPr/>
                </p:nvSpPr>
                <p:spPr>
                  <a:xfrm>
                    <a:off x="1994195" y="3309468"/>
                    <a:ext cx="192780" cy="133708"/>
                  </a:xfrm>
                  <a:custGeom>
                    <a:avLst/>
                    <a:gdLst>
                      <a:gd name="connsiteX0" fmla="*/ 192780 w 192780"/>
                      <a:gd name="connsiteY0" fmla="*/ 22413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3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3"/>
                        </a:moveTo>
                        <a:lnTo>
                          <a:pt x="0" y="133708"/>
                        </a:lnTo>
                        <a:lnTo>
                          <a:pt x="0" y="111295"/>
                        </a:lnTo>
                        <a:lnTo>
                          <a:pt x="192780" y="0"/>
                        </a:lnTo>
                        <a:lnTo>
                          <a:pt x="192780" y="2241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3" name="Freeform: Shape 1092">
                    <a:extLst>
                      <a:ext uri="{FF2B5EF4-FFF2-40B4-BE49-F238E27FC236}">
                        <a16:creationId xmlns:a16="http://schemas.microsoft.com/office/drawing/2014/main" id="{1D639CF6-663F-3D34-E08A-F6ED5DD3B1FB}"/>
                      </a:ext>
                    </a:extLst>
                  </p:cNvPr>
                  <p:cNvSpPr/>
                  <p:nvPr/>
                </p:nvSpPr>
                <p:spPr>
                  <a:xfrm>
                    <a:off x="1994195" y="3308468"/>
                    <a:ext cx="194492" cy="116295"/>
                  </a:xfrm>
                  <a:custGeom>
                    <a:avLst/>
                    <a:gdLst>
                      <a:gd name="connsiteX0" fmla="*/ 192780 w 194492"/>
                      <a:gd name="connsiteY0" fmla="*/ 5001 h 116295"/>
                      <a:gd name="connsiteX1" fmla="*/ 0 w 194492"/>
                      <a:gd name="connsiteY1" fmla="*/ 116296 h 116295"/>
                      <a:gd name="connsiteX2" fmla="*/ 0 w 194492"/>
                      <a:gd name="connsiteY2" fmla="*/ 112295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4" name="Freeform: Shape 1093">
                    <a:extLst>
                      <a:ext uri="{FF2B5EF4-FFF2-40B4-BE49-F238E27FC236}">
                        <a16:creationId xmlns:a16="http://schemas.microsoft.com/office/drawing/2014/main" id="{5219C616-0004-2A2E-D546-A873B615DF26}"/>
                      </a:ext>
                    </a:extLst>
                  </p:cNvPr>
                  <p:cNvSpPr/>
                  <p:nvPr/>
                </p:nvSpPr>
                <p:spPr>
                  <a:xfrm>
                    <a:off x="1799687" y="3308468"/>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5" name="Freeform: Shape 1094">
                    <a:extLst>
                      <a:ext uri="{FF2B5EF4-FFF2-40B4-BE49-F238E27FC236}">
                        <a16:creationId xmlns:a16="http://schemas.microsoft.com/office/drawing/2014/main" id="{3BF91078-6696-F339-C27A-D3D6365CEB29}"/>
                      </a:ext>
                    </a:extLst>
                  </p:cNvPr>
                  <p:cNvSpPr/>
                  <p:nvPr/>
                </p:nvSpPr>
                <p:spPr>
                  <a:xfrm>
                    <a:off x="1799687" y="3346885"/>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295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295"/>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6" name="Freeform: Shape 1095">
                    <a:extLst>
                      <a:ext uri="{FF2B5EF4-FFF2-40B4-BE49-F238E27FC236}">
                        <a16:creationId xmlns:a16="http://schemas.microsoft.com/office/drawing/2014/main" id="{931ADD16-27FC-0B9C-A3A0-D994A23CF065}"/>
                      </a:ext>
                    </a:extLst>
                  </p:cNvPr>
                  <p:cNvSpPr/>
                  <p:nvPr/>
                </p:nvSpPr>
                <p:spPr>
                  <a:xfrm>
                    <a:off x="1799687" y="3369344"/>
                    <a:ext cx="194507" cy="114174"/>
                  </a:xfrm>
                  <a:custGeom>
                    <a:avLst/>
                    <a:gdLst>
                      <a:gd name="connsiteX0" fmla="*/ 194508 w 194507"/>
                      <a:gd name="connsiteY0" fmla="*/ 114174 h 114174"/>
                      <a:gd name="connsiteX1" fmla="*/ 0 w 194507"/>
                      <a:gd name="connsiteY1" fmla="*/ 1879 h 114174"/>
                      <a:gd name="connsiteX2" fmla="*/ 0 w 194507"/>
                      <a:gd name="connsiteY2" fmla="*/ 0 h 114174"/>
                      <a:gd name="connsiteX3" fmla="*/ 194508 w 194507"/>
                      <a:gd name="connsiteY3" fmla="*/ 112295 h 114174"/>
                      <a:gd name="connsiteX4" fmla="*/ 194508 w 194507"/>
                      <a:gd name="connsiteY4" fmla="*/ 114174 h 114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4">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7" name="Freeform: Shape 1096">
                    <a:extLst>
                      <a:ext uri="{FF2B5EF4-FFF2-40B4-BE49-F238E27FC236}">
                        <a16:creationId xmlns:a16="http://schemas.microsoft.com/office/drawing/2014/main" id="{62EC72BD-6C0C-4E10-9BDC-7B2685CF2978}"/>
                      </a:ext>
                    </a:extLst>
                  </p:cNvPr>
                  <p:cNvSpPr/>
                  <p:nvPr/>
                </p:nvSpPr>
                <p:spPr>
                  <a:xfrm>
                    <a:off x="1994195" y="3346885"/>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38 h 136632"/>
                      <a:gd name="connsiteX4" fmla="*/ 0 w 194492"/>
                      <a:gd name="connsiteY4" fmla="*/ 136633 h 136632"/>
                      <a:gd name="connsiteX5" fmla="*/ 0 w 194492"/>
                      <a:gd name="connsiteY5" fmla="*/ 134723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38"/>
                        </a:lnTo>
                        <a:lnTo>
                          <a:pt x="0" y="136633"/>
                        </a:lnTo>
                        <a:lnTo>
                          <a:pt x="0" y="134723"/>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8" name="Freeform: Shape 1097">
                    <a:extLst>
                      <a:ext uri="{FF2B5EF4-FFF2-40B4-BE49-F238E27FC236}">
                        <a16:creationId xmlns:a16="http://schemas.microsoft.com/office/drawing/2014/main" id="{2F03FA82-6ACF-637A-9306-794B039E8F07}"/>
                      </a:ext>
                    </a:extLst>
                  </p:cNvPr>
                  <p:cNvSpPr/>
                  <p:nvPr/>
                </p:nvSpPr>
                <p:spPr>
                  <a:xfrm>
                    <a:off x="1994195" y="3347885"/>
                    <a:ext cx="192780" cy="133723"/>
                  </a:xfrm>
                  <a:custGeom>
                    <a:avLst/>
                    <a:gdLst>
                      <a:gd name="connsiteX0" fmla="*/ 192780 w 192780"/>
                      <a:gd name="connsiteY0" fmla="*/ 22413 h 133723"/>
                      <a:gd name="connsiteX1" fmla="*/ 0 w 192780"/>
                      <a:gd name="connsiteY1" fmla="*/ 133723 h 133723"/>
                      <a:gd name="connsiteX2" fmla="*/ 0 w 192780"/>
                      <a:gd name="connsiteY2" fmla="*/ 111295 h 133723"/>
                      <a:gd name="connsiteX3" fmla="*/ 192780 w 192780"/>
                      <a:gd name="connsiteY3" fmla="*/ 0 h 133723"/>
                      <a:gd name="connsiteX4" fmla="*/ 192780 w 192780"/>
                      <a:gd name="connsiteY4" fmla="*/ 22413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3"/>
                        </a:moveTo>
                        <a:lnTo>
                          <a:pt x="0" y="133723"/>
                        </a:lnTo>
                        <a:lnTo>
                          <a:pt x="0" y="111295"/>
                        </a:lnTo>
                        <a:lnTo>
                          <a:pt x="192780" y="0"/>
                        </a:lnTo>
                        <a:lnTo>
                          <a:pt x="192780" y="2241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99" name="Freeform: Shape 1098">
                    <a:extLst>
                      <a:ext uri="{FF2B5EF4-FFF2-40B4-BE49-F238E27FC236}">
                        <a16:creationId xmlns:a16="http://schemas.microsoft.com/office/drawing/2014/main" id="{D7CF7D4B-F7E4-BCA3-679B-45366F489A2E}"/>
                      </a:ext>
                    </a:extLst>
                  </p:cNvPr>
                  <p:cNvSpPr/>
                  <p:nvPr/>
                </p:nvSpPr>
                <p:spPr>
                  <a:xfrm>
                    <a:off x="1994195" y="3346885"/>
                    <a:ext cx="194492" cy="116310"/>
                  </a:xfrm>
                  <a:custGeom>
                    <a:avLst/>
                    <a:gdLst>
                      <a:gd name="connsiteX0" fmla="*/ 192780 w 194492"/>
                      <a:gd name="connsiteY0" fmla="*/ 5016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16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16"/>
                        </a:moveTo>
                        <a:lnTo>
                          <a:pt x="0" y="116311"/>
                        </a:lnTo>
                        <a:lnTo>
                          <a:pt x="0" y="112295"/>
                        </a:lnTo>
                        <a:lnTo>
                          <a:pt x="194493" y="0"/>
                        </a:lnTo>
                        <a:lnTo>
                          <a:pt x="192780" y="5016"/>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0" name="Freeform: Shape 1099">
                    <a:extLst>
                      <a:ext uri="{FF2B5EF4-FFF2-40B4-BE49-F238E27FC236}">
                        <a16:creationId xmlns:a16="http://schemas.microsoft.com/office/drawing/2014/main" id="{65FFE204-C954-6564-257E-328634C7B2C1}"/>
                      </a:ext>
                    </a:extLst>
                  </p:cNvPr>
                  <p:cNvSpPr/>
                  <p:nvPr/>
                </p:nvSpPr>
                <p:spPr>
                  <a:xfrm>
                    <a:off x="1799687" y="3346885"/>
                    <a:ext cx="194507" cy="116280"/>
                  </a:xfrm>
                  <a:custGeom>
                    <a:avLst/>
                    <a:gdLst>
                      <a:gd name="connsiteX0" fmla="*/ 194508 w 194507"/>
                      <a:gd name="connsiteY0" fmla="*/ 116280 h 116280"/>
                      <a:gd name="connsiteX1" fmla="*/ 0 w 194507"/>
                      <a:gd name="connsiteY1" fmla="*/ 3986 h 116280"/>
                      <a:gd name="connsiteX2" fmla="*/ 0 w 194507"/>
                      <a:gd name="connsiteY2" fmla="*/ 0 h 116280"/>
                      <a:gd name="connsiteX3" fmla="*/ 194508 w 194507"/>
                      <a:gd name="connsiteY3" fmla="*/ 112295 h 116280"/>
                      <a:gd name="connsiteX4" fmla="*/ 194508 w 194507"/>
                      <a:gd name="connsiteY4" fmla="*/ 116280 h 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80">
                        <a:moveTo>
                          <a:pt x="194508" y="116280"/>
                        </a:moveTo>
                        <a:lnTo>
                          <a:pt x="0" y="3986"/>
                        </a:lnTo>
                        <a:lnTo>
                          <a:pt x="0" y="0"/>
                        </a:lnTo>
                        <a:lnTo>
                          <a:pt x="194508" y="112295"/>
                        </a:lnTo>
                        <a:lnTo>
                          <a:pt x="194508" y="116280"/>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1" name="Freeform: Shape 1100">
                    <a:extLst>
                      <a:ext uri="{FF2B5EF4-FFF2-40B4-BE49-F238E27FC236}">
                        <a16:creationId xmlns:a16="http://schemas.microsoft.com/office/drawing/2014/main" id="{C21D7496-C922-8E47-FD7B-7D60ABB9B2D4}"/>
                      </a:ext>
                    </a:extLst>
                  </p:cNvPr>
                  <p:cNvSpPr/>
                  <p:nvPr/>
                </p:nvSpPr>
                <p:spPr>
                  <a:xfrm>
                    <a:off x="1799687" y="3385316"/>
                    <a:ext cx="194507" cy="136617"/>
                  </a:xfrm>
                  <a:custGeom>
                    <a:avLst/>
                    <a:gdLst>
                      <a:gd name="connsiteX0" fmla="*/ 194508 w 194507"/>
                      <a:gd name="connsiteY0" fmla="*/ 136618 h 136617"/>
                      <a:gd name="connsiteX1" fmla="*/ 0 w 194507"/>
                      <a:gd name="connsiteY1" fmla="*/ 24323 h 136617"/>
                      <a:gd name="connsiteX2" fmla="*/ 0 w 194507"/>
                      <a:gd name="connsiteY2" fmla="*/ 0 h 136617"/>
                      <a:gd name="connsiteX3" fmla="*/ 194508 w 194507"/>
                      <a:gd name="connsiteY3" fmla="*/ 112295 h 136617"/>
                      <a:gd name="connsiteX4" fmla="*/ 194508 w 194507"/>
                      <a:gd name="connsiteY4" fmla="*/ 136618 h 136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17">
                        <a:moveTo>
                          <a:pt x="194508" y="136618"/>
                        </a:moveTo>
                        <a:lnTo>
                          <a:pt x="0" y="24323"/>
                        </a:lnTo>
                        <a:lnTo>
                          <a:pt x="0" y="0"/>
                        </a:lnTo>
                        <a:lnTo>
                          <a:pt x="194508" y="112295"/>
                        </a:lnTo>
                        <a:lnTo>
                          <a:pt x="194508" y="136618"/>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2" name="Freeform: Shape 1101">
                    <a:extLst>
                      <a:ext uri="{FF2B5EF4-FFF2-40B4-BE49-F238E27FC236}">
                        <a16:creationId xmlns:a16="http://schemas.microsoft.com/office/drawing/2014/main" id="{2B5C3314-D963-CDA1-230A-318548623481}"/>
                      </a:ext>
                    </a:extLst>
                  </p:cNvPr>
                  <p:cNvSpPr/>
                  <p:nvPr/>
                </p:nvSpPr>
                <p:spPr>
                  <a:xfrm>
                    <a:off x="1799687" y="3407760"/>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3" name="Freeform: Shape 1102">
                    <a:extLst>
                      <a:ext uri="{FF2B5EF4-FFF2-40B4-BE49-F238E27FC236}">
                        <a16:creationId xmlns:a16="http://schemas.microsoft.com/office/drawing/2014/main" id="{BA055D4F-4901-F15C-F245-9062F295538A}"/>
                      </a:ext>
                    </a:extLst>
                  </p:cNvPr>
                  <p:cNvSpPr/>
                  <p:nvPr/>
                </p:nvSpPr>
                <p:spPr>
                  <a:xfrm>
                    <a:off x="1994195" y="3385316"/>
                    <a:ext cx="194492" cy="136617"/>
                  </a:xfrm>
                  <a:custGeom>
                    <a:avLst/>
                    <a:gdLst>
                      <a:gd name="connsiteX0" fmla="*/ 192780 w 194492"/>
                      <a:gd name="connsiteY0" fmla="*/ 23414 h 136617"/>
                      <a:gd name="connsiteX1" fmla="*/ 192780 w 194492"/>
                      <a:gd name="connsiteY1" fmla="*/ 1000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414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414"/>
                        </a:moveTo>
                        <a:lnTo>
                          <a:pt x="192780" y="1000"/>
                        </a:lnTo>
                        <a:lnTo>
                          <a:pt x="194493" y="0"/>
                        </a:lnTo>
                        <a:lnTo>
                          <a:pt x="194493" y="24323"/>
                        </a:lnTo>
                        <a:lnTo>
                          <a:pt x="0" y="136618"/>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4" name="Freeform: Shape 1103">
                    <a:extLst>
                      <a:ext uri="{FF2B5EF4-FFF2-40B4-BE49-F238E27FC236}">
                        <a16:creationId xmlns:a16="http://schemas.microsoft.com/office/drawing/2014/main" id="{38E4484C-5926-4805-1B28-06E67BDCDCD5}"/>
                      </a:ext>
                    </a:extLst>
                  </p:cNvPr>
                  <p:cNvSpPr/>
                  <p:nvPr/>
                </p:nvSpPr>
                <p:spPr>
                  <a:xfrm>
                    <a:off x="1994195" y="3386317"/>
                    <a:ext cx="192780" cy="133708"/>
                  </a:xfrm>
                  <a:custGeom>
                    <a:avLst/>
                    <a:gdLst>
                      <a:gd name="connsiteX0" fmla="*/ 192780 w 192780"/>
                      <a:gd name="connsiteY0" fmla="*/ 22414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4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4"/>
                        </a:moveTo>
                        <a:lnTo>
                          <a:pt x="0" y="133708"/>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5" name="Freeform: Shape 1104">
                    <a:extLst>
                      <a:ext uri="{FF2B5EF4-FFF2-40B4-BE49-F238E27FC236}">
                        <a16:creationId xmlns:a16="http://schemas.microsoft.com/office/drawing/2014/main" id="{4B75545C-4B3A-889C-387D-C71194421038}"/>
                      </a:ext>
                    </a:extLst>
                  </p:cNvPr>
                  <p:cNvSpPr/>
                  <p:nvPr/>
                </p:nvSpPr>
                <p:spPr>
                  <a:xfrm>
                    <a:off x="1994195" y="3385316"/>
                    <a:ext cx="194492" cy="116295"/>
                  </a:xfrm>
                  <a:custGeom>
                    <a:avLst/>
                    <a:gdLst>
                      <a:gd name="connsiteX0" fmla="*/ 192780 w 194492"/>
                      <a:gd name="connsiteY0" fmla="*/ 5001 h 116295"/>
                      <a:gd name="connsiteX1" fmla="*/ 0 w 194492"/>
                      <a:gd name="connsiteY1" fmla="*/ 116296 h 116295"/>
                      <a:gd name="connsiteX2" fmla="*/ 0 w 194492"/>
                      <a:gd name="connsiteY2" fmla="*/ 112295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6" name="Freeform: Shape 1105">
                    <a:extLst>
                      <a:ext uri="{FF2B5EF4-FFF2-40B4-BE49-F238E27FC236}">
                        <a16:creationId xmlns:a16="http://schemas.microsoft.com/office/drawing/2014/main" id="{CF83E93D-D562-F7CA-9384-89860678570F}"/>
                      </a:ext>
                    </a:extLst>
                  </p:cNvPr>
                  <p:cNvSpPr/>
                  <p:nvPr/>
                </p:nvSpPr>
                <p:spPr>
                  <a:xfrm>
                    <a:off x="1799687" y="3385316"/>
                    <a:ext cx="194507" cy="116265"/>
                  </a:xfrm>
                  <a:custGeom>
                    <a:avLst/>
                    <a:gdLst>
                      <a:gd name="connsiteX0" fmla="*/ 194508 w 194507"/>
                      <a:gd name="connsiteY0" fmla="*/ 116265 h 116265"/>
                      <a:gd name="connsiteX1" fmla="*/ 0 w 194507"/>
                      <a:gd name="connsiteY1" fmla="*/ 3970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0"/>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7" name="Freeform: Shape 1106">
                    <a:extLst>
                      <a:ext uri="{FF2B5EF4-FFF2-40B4-BE49-F238E27FC236}">
                        <a16:creationId xmlns:a16="http://schemas.microsoft.com/office/drawing/2014/main" id="{BC750D48-3DA2-5DC8-C37C-988D23DF91F2}"/>
                      </a:ext>
                    </a:extLst>
                  </p:cNvPr>
                  <p:cNvSpPr/>
                  <p:nvPr/>
                </p:nvSpPr>
                <p:spPr>
                  <a:xfrm>
                    <a:off x="1799687" y="3423733"/>
                    <a:ext cx="194507" cy="136632"/>
                  </a:xfrm>
                  <a:custGeom>
                    <a:avLst/>
                    <a:gdLst>
                      <a:gd name="connsiteX0" fmla="*/ 194508 w 194507"/>
                      <a:gd name="connsiteY0" fmla="*/ 136633 h 136632"/>
                      <a:gd name="connsiteX1" fmla="*/ 0 w 194507"/>
                      <a:gd name="connsiteY1" fmla="*/ 24338 h 136632"/>
                      <a:gd name="connsiteX2" fmla="*/ 0 w 194507"/>
                      <a:gd name="connsiteY2" fmla="*/ 0 h 136632"/>
                      <a:gd name="connsiteX3" fmla="*/ 194508 w 194507"/>
                      <a:gd name="connsiteY3" fmla="*/ 112295 h 136632"/>
                      <a:gd name="connsiteX4" fmla="*/ 194508 w 194507"/>
                      <a:gd name="connsiteY4" fmla="*/ 136633 h 13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32">
                        <a:moveTo>
                          <a:pt x="194508" y="136633"/>
                        </a:moveTo>
                        <a:lnTo>
                          <a:pt x="0" y="24338"/>
                        </a:lnTo>
                        <a:lnTo>
                          <a:pt x="0" y="0"/>
                        </a:lnTo>
                        <a:lnTo>
                          <a:pt x="194508" y="112295"/>
                        </a:lnTo>
                        <a:lnTo>
                          <a:pt x="194508" y="136633"/>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8" name="Freeform: Shape 1107">
                    <a:extLst>
                      <a:ext uri="{FF2B5EF4-FFF2-40B4-BE49-F238E27FC236}">
                        <a16:creationId xmlns:a16="http://schemas.microsoft.com/office/drawing/2014/main" id="{E9BAEC09-7A7F-C945-C738-9E9E285D9B67}"/>
                      </a:ext>
                    </a:extLst>
                  </p:cNvPr>
                  <p:cNvSpPr/>
                  <p:nvPr/>
                </p:nvSpPr>
                <p:spPr>
                  <a:xfrm>
                    <a:off x="1799687" y="3446192"/>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09" name="Freeform: Shape 1108">
                    <a:extLst>
                      <a:ext uri="{FF2B5EF4-FFF2-40B4-BE49-F238E27FC236}">
                        <a16:creationId xmlns:a16="http://schemas.microsoft.com/office/drawing/2014/main" id="{0FEF69E7-4BD9-E78B-6DE3-DF0BB3FD454A}"/>
                      </a:ext>
                    </a:extLst>
                  </p:cNvPr>
                  <p:cNvSpPr/>
                  <p:nvPr/>
                </p:nvSpPr>
                <p:spPr>
                  <a:xfrm>
                    <a:off x="1994195" y="3423733"/>
                    <a:ext cx="194492" cy="136632"/>
                  </a:xfrm>
                  <a:custGeom>
                    <a:avLst/>
                    <a:gdLst>
                      <a:gd name="connsiteX0" fmla="*/ 192780 w 194492"/>
                      <a:gd name="connsiteY0" fmla="*/ 23414 h 136632"/>
                      <a:gd name="connsiteX1" fmla="*/ 192780 w 194492"/>
                      <a:gd name="connsiteY1" fmla="*/ 1000 h 136632"/>
                      <a:gd name="connsiteX2" fmla="*/ 194493 w 194492"/>
                      <a:gd name="connsiteY2" fmla="*/ 0 h 136632"/>
                      <a:gd name="connsiteX3" fmla="*/ 194493 w 194492"/>
                      <a:gd name="connsiteY3" fmla="*/ 24338 h 136632"/>
                      <a:gd name="connsiteX4" fmla="*/ 0 w 194492"/>
                      <a:gd name="connsiteY4" fmla="*/ 136633 h 136632"/>
                      <a:gd name="connsiteX5" fmla="*/ 0 w 194492"/>
                      <a:gd name="connsiteY5" fmla="*/ 134723 h 136632"/>
                      <a:gd name="connsiteX6" fmla="*/ 192780 w 194492"/>
                      <a:gd name="connsiteY6" fmla="*/ 23414 h 136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32">
                        <a:moveTo>
                          <a:pt x="192780" y="23414"/>
                        </a:moveTo>
                        <a:lnTo>
                          <a:pt x="192780" y="1000"/>
                        </a:lnTo>
                        <a:lnTo>
                          <a:pt x="194493" y="0"/>
                        </a:lnTo>
                        <a:lnTo>
                          <a:pt x="194493" y="24338"/>
                        </a:lnTo>
                        <a:lnTo>
                          <a:pt x="0" y="136633"/>
                        </a:lnTo>
                        <a:lnTo>
                          <a:pt x="0" y="134723"/>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0" name="Freeform: Shape 1109">
                    <a:extLst>
                      <a:ext uri="{FF2B5EF4-FFF2-40B4-BE49-F238E27FC236}">
                        <a16:creationId xmlns:a16="http://schemas.microsoft.com/office/drawing/2014/main" id="{9D5F00F4-2E95-06BD-0884-FA0EAF65AFF6}"/>
                      </a:ext>
                    </a:extLst>
                  </p:cNvPr>
                  <p:cNvSpPr/>
                  <p:nvPr/>
                </p:nvSpPr>
                <p:spPr>
                  <a:xfrm>
                    <a:off x="1994195" y="3424733"/>
                    <a:ext cx="192780" cy="133723"/>
                  </a:xfrm>
                  <a:custGeom>
                    <a:avLst/>
                    <a:gdLst>
                      <a:gd name="connsiteX0" fmla="*/ 192780 w 192780"/>
                      <a:gd name="connsiteY0" fmla="*/ 22414 h 133723"/>
                      <a:gd name="connsiteX1" fmla="*/ 0 w 192780"/>
                      <a:gd name="connsiteY1" fmla="*/ 133723 h 133723"/>
                      <a:gd name="connsiteX2" fmla="*/ 0 w 192780"/>
                      <a:gd name="connsiteY2" fmla="*/ 111295 h 133723"/>
                      <a:gd name="connsiteX3" fmla="*/ 192780 w 192780"/>
                      <a:gd name="connsiteY3" fmla="*/ 0 h 133723"/>
                      <a:gd name="connsiteX4" fmla="*/ 192780 w 192780"/>
                      <a:gd name="connsiteY4" fmla="*/ 22414 h 133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23">
                        <a:moveTo>
                          <a:pt x="192780" y="22414"/>
                        </a:moveTo>
                        <a:lnTo>
                          <a:pt x="0" y="133723"/>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1" name="Freeform: Shape 1110">
                    <a:extLst>
                      <a:ext uri="{FF2B5EF4-FFF2-40B4-BE49-F238E27FC236}">
                        <a16:creationId xmlns:a16="http://schemas.microsoft.com/office/drawing/2014/main" id="{655DFD69-83DA-CE9F-5B7F-3352EC4F9E02}"/>
                      </a:ext>
                    </a:extLst>
                  </p:cNvPr>
                  <p:cNvSpPr/>
                  <p:nvPr/>
                </p:nvSpPr>
                <p:spPr>
                  <a:xfrm>
                    <a:off x="1994195" y="3423733"/>
                    <a:ext cx="194492" cy="116310"/>
                  </a:xfrm>
                  <a:custGeom>
                    <a:avLst/>
                    <a:gdLst>
                      <a:gd name="connsiteX0" fmla="*/ 192780 w 194492"/>
                      <a:gd name="connsiteY0" fmla="*/ 5001 h 116310"/>
                      <a:gd name="connsiteX1" fmla="*/ 0 w 194492"/>
                      <a:gd name="connsiteY1" fmla="*/ 116311 h 116310"/>
                      <a:gd name="connsiteX2" fmla="*/ 0 w 194492"/>
                      <a:gd name="connsiteY2" fmla="*/ 112295 h 116310"/>
                      <a:gd name="connsiteX3" fmla="*/ 194493 w 194492"/>
                      <a:gd name="connsiteY3" fmla="*/ 0 h 116310"/>
                      <a:gd name="connsiteX4" fmla="*/ 192780 w 194492"/>
                      <a:gd name="connsiteY4" fmla="*/ 5001 h 116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310">
                        <a:moveTo>
                          <a:pt x="192780" y="5001"/>
                        </a:moveTo>
                        <a:lnTo>
                          <a:pt x="0" y="116311"/>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2" name="Freeform: Shape 1111">
                    <a:extLst>
                      <a:ext uri="{FF2B5EF4-FFF2-40B4-BE49-F238E27FC236}">
                        <a16:creationId xmlns:a16="http://schemas.microsoft.com/office/drawing/2014/main" id="{C74B598B-C4D7-9B7A-8840-15896F6B334F}"/>
                      </a:ext>
                    </a:extLst>
                  </p:cNvPr>
                  <p:cNvSpPr/>
                  <p:nvPr/>
                </p:nvSpPr>
                <p:spPr>
                  <a:xfrm>
                    <a:off x="1799687" y="3423733"/>
                    <a:ext cx="194507" cy="116280"/>
                  </a:xfrm>
                  <a:custGeom>
                    <a:avLst/>
                    <a:gdLst>
                      <a:gd name="connsiteX0" fmla="*/ 194508 w 194507"/>
                      <a:gd name="connsiteY0" fmla="*/ 116280 h 116280"/>
                      <a:gd name="connsiteX1" fmla="*/ 0 w 194507"/>
                      <a:gd name="connsiteY1" fmla="*/ 3986 h 116280"/>
                      <a:gd name="connsiteX2" fmla="*/ 0 w 194507"/>
                      <a:gd name="connsiteY2" fmla="*/ 0 h 116280"/>
                      <a:gd name="connsiteX3" fmla="*/ 194508 w 194507"/>
                      <a:gd name="connsiteY3" fmla="*/ 112295 h 116280"/>
                      <a:gd name="connsiteX4" fmla="*/ 194508 w 194507"/>
                      <a:gd name="connsiteY4" fmla="*/ 116280 h 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80">
                        <a:moveTo>
                          <a:pt x="194508" y="116280"/>
                        </a:moveTo>
                        <a:lnTo>
                          <a:pt x="0" y="3986"/>
                        </a:lnTo>
                        <a:lnTo>
                          <a:pt x="0" y="0"/>
                        </a:lnTo>
                        <a:lnTo>
                          <a:pt x="194508" y="112295"/>
                        </a:lnTo>
                        <a:lnTo>
                          <a:pt x="194508" y="116280"/>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3" name="Freeform: Shape 1112">
                    <a:extLst>
                      <a:ext uri="{FF2B5EF4-FFF2-40B4-BE49-F238E27FC236}">
                        <a16:creationId xmlns:a16="http://schemas.microsoft.com/office/drawing/2014/main" id="{C3DE6B3E-668D-3E5F-5AC8-C7E9B17AE111}"/>
                      </a:ext>
                    </a:extLst>
                  </p:cNvPr>
                  <p:cNvSpPr/>
                  <p:nvPr/>
                </p:nvSpPr>
                <p:spPr>
                  <a:xfrm>
                    <a:off x="1799687" y="3462165"/>
                    <a:ext cx="194507" cy="136617"/>
                  </a:xfrm>
                  <a:custGeom>
                    <a:avLst/>
                    <a:gdLst>
                      <a:gd name="connsiteX0" fmla="*/ 194508 w 194507"/>
                      <a:gd name="connsiteY0" fmla="*/ 136618 h 136617"/>
                      <a:gd name="connsiteX1" fmla="*/ 0 w 194507"/>
                      <a:gd name="connsiteY1" fmla="*/ 24323 h 136617"/>
                      <a:gd name="connsiteX2" fmla="*/ 0 w 194507"/>
                      <a:gd name="connsiteY2" fmla="*/ 0 h 136617"/>
                      <a:gd name="connsiteX3" fmla="*/ 194508 w 194507"/>
                      <a:gd name="connsiteY3" fmla="*/ 112295 h 136617"/>
                      <a:gd name="connsiteX4" fmla="*/ 194508 w 194507"/>
                      <a:gd name="connsiteY4" fmla="*/ 136618 h 136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36617">
                        <a:moveTo>
                          <a:pt x="194508" y="136618"/>
                        </a:moveTo>
                        <a:lnTo>
                          <a:pt x="0" y="24323"/>
                        </a:lnTo>
                        <a:lnTo>
                          <a:pt x="0" y="0"/>
                        </a:lnTo>
                        <a:lnTo>
                          <a:pt x="194508" y="112295"/>
                        </a:lnTo>
                        <a:lnTo>
                          <a:pt x="194508" y="136618"/>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4" name="Freeform: Shape 1113">
                    <a:extLst>
                      <a:ext uri="{FF2B5EF4-FFF2-40B4-BE49-F238E27FC236}">
                        <a16:creationId xmlns:a16="http://schemas.microsoft.com/office/drawing/2014/main" id="{0E197724-BCA0-72D4-C391-EA3334DB76D1}"/>
                      </a:ext>
                    </a:extLst>
                  </p:cNvPr>
                  <p:cNvSpPr/>
                  <p:nvPr/>
                </p:nvSpPr>
                <p:spPr>
                  <a:xfrm>
                    <a:off x="1799687" y="3484609"/>
                    <a:ext cx="194507" cy="114173"/>
                  </a:xfrm>
                  <a:custGeom>
                    <a:avLst/>
                    <a:gdLst>
                      <a:gd name="connsiteX0" fmla="*/ 194508 w 194507"/>
                      <a:gd name="connsiteY0" fmla="*/ 114174 h 114173"/>
                      <a:gd name="connsiteX1" fmla="*/ 0 w 194507"/>
                      <a:gd name="connsiteY1" fmla="*/ 1879 h 114173"/>
                      <a:gd name="connsiteX2" fmla="*/ 0 w 194507"/>
                      <a:gd name="connsiteY2" fmla="*/ 0 h 114173"/>
                      <a:gd name="connsiteX3" fmla="*/ 194508 w 194507"/>
                      <a:gd name="connsiteY3" fmla="*/ 112295 h 114173"/>
                      <a:gd name="connsiteX4" fmla="*/ 194508 w 194507"/>
                      <a:gd name="connsiteY4" fmla="*/ 114174 h 114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4173">
                        <a:moveTo>
                          <a:pt x="194508" y="114174"/>
                        </a:moveTo>
                        <a:lnTo>
                          <a:pt x="0" y="1879"/>
                        </a:lnTo>
                        <a:lnTo>
                          <a:pt x="0" y="0"/>
                        </a:lnTo>
                        <a:lnTo>
                          <a:pt x="194508" y="112295"/>
                        </a:lnTo>
                        <a:lnTo>
                          <a:pt x="194508" y="11417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5" name="Freeform: Shape 1114">
                    <a:extLst>
                      <a:ext uri="{FF2B5EF4-FFF2-40B4-BE49-F238E27FC236}">
                        <a16:creationId xmlns:a16="http://schemas.microsoft.com/office/drawing/2014/main" id="{0822DB4E-EF31-EFAE-1AC3-97F4FE0DE31D}"/>
                      </a:ext>
                    </a:extLst>
                  </p:cNvPr>
                  <p:cNvSpPr/>
                  <p:nvPr/>
                </p:nvSpPr>
                <p:spPr>
                  <a:xfrm>
                    <a:off x="1994195" y="3462165"/>
                    <a:ext cx="194492" cy="136617"/>
                  </a:xfrm>
                  <a:custGeom>
                    <a:avLst/>
                    <a:gdLst>
                      <a:gd name="connsiteX0" fmla="*/ 192780 w 194492"/>
                      <a:gd name="connsiteY0" fmla="*/ 23414 h 136617"/>
                      <a:gd name="connsiteX1" fmla="*/ 192780 w 194492"/>
                      <a:gd name="connsiteY1" fmla="*/ 1000 h 136617"/>
                      <a:gd name="connsiteX2" fmla="*/ 194493 w 194492"/>
                      <a:gd name="connsiteY2" fmla="*/ 0 h 136617"/>
                      <a:gd name="connsiteX3" fmla="*/ 194493 w 194492"/>
                      <a:gd name="connsiteY3" fmla="*/ 24323 h 136617"/>
                      <a:gd name="connsiteX4" fmla="*/ 0 w 194492"/>
                      <a:gd name="connsiteY4" fmla="*/ 136618 h 136617"/>
                      <a:gd name="connsiteX5" fmla="*/ 0 w 194492"/>
                      <a:gd name="connsiteY5" fmla="*/ 134708 h 136617"/>
                      <a:gd name="connsiteX6" fmla="*/ 192780 w 194492"/>
                      <a:gd name="connsiteY6" fmla="*/ 23414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492" h="136617">
                        <a:moveTo>
                          <a:pt x="192780" y="23414"/>
                        </a:moveTo>
                        <a:lnTo>
                          <a:pt x="192780" y="1000"/>
                        </a:lnTo>
                        <a:lnTo>
                          <a:pt x="194493" y="0"/>
                        </a:lnTo>
                        <a:lnTo>
                          <a:pt x="194493" y="24323"/>
                        </a:lnTo>
                        <a:lnTo>
                          <a:pt x="0" y="136618"/>
                        </a:lnTo>
                        <a:lnTo>
                          <a:pt x="0" y="134708"/>
                        </a:lnTo>
                        <a:lnTo>
                          <a:pt x="192780" y="23414"/>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6" name="Freeform: Shape 1115">
                    <a:extLst>
                      <a:ext uri="{FF2B5EF4-FFF2-40B4-BE49-F238E27FC236}">
                        <a16:creationId xmlns:a16="http://schemas.microsoft.com/office/drawing/2014/main" id="{C51A276B-D8B1-E3E8-1DE4-F6F8227D392F}"/>
                      </a:ext>
                    </a:extLst>
                  </p:cNvPr>
                  <p:cNvSpPr/>
                  <p:nvPr/>
                </p:nvSpPr>
                <p:spPr>
                  <a:xfrm>
                    <a:off x="1994195" y="3463165"/>
                    <a:ext cx="192780" cy="133708"/>
                  </a:xfrm>
                  <a:custGeom>
                    <a:avLst/>
                    <a:gdLst>
                      <a:gd name="connsiteX0" fmla="*/ 192780 w 192780"/>
                      <a:gd name="connsiteY0" fmla="*/ 22414 h 133708"/>
                      <a:gd name="connsiteX1" fmla="*/ 0 w 192780"/>
                      <a:gd name="connsiteY1" fmla="*/ 133708 h 133708"/>
                      <a:gd name="connsiteX2" fmla="*/ 0 w 192780"/>
                      <a:gd name="connsiteY2" fmla="*/ 111295 h 133708"/>
                      <a:gd name="connsiteX3" fmla="*/ 192780 w 192780"/>
                      <a:gd name="connsiteY3" fmla="*/ 0 h 133708"/>
                      <a:gd name="connsiteX4" fmla="*/ 192780 w 192780"/>
                      <a:gd name="connsiteY4" fmla="*/ 22414 h 13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80" h="133708">
                        <a:moveTo>
                          <a:pt x="192780" y="22414"/>
                        </a:moveTo>
                        <a:lnTo>
                          <a:pt x="0" y="133708"/>
                        </a:lnTo>
                        <a:lnTo>
                          <a:pt x="0" y="111295"/>
                        </a:lnTo>
                        <a:lnTo>
                          <a:pt x="192780" y="0"/>
                        </a:lnTo>
                        <a:lnTo>
                          <a:pt x="192780" y="22414"/>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7" name="Freeform: Shape 1116">
                    <a:extLst>
                      <a:ext uri="{FF2B5EF4-FFF2-40B4-BE49-F238E27FC236}">
                        <a16:creationId xmlns:a16="http://schemas.microsoft.com/office/drawing/2014/main" id="{41BC3717-15F3-882E-E339-480620498204}"/>
                      </a:ext>
                    </a:extLst>
                  </p:cNvPr>
                  <p:cNvSpPr/>
                  <p:nvPr/>
                </p:nvSpPr>
                <p:spPr>
                  <a:xfrm>
                    <a:off x="1994195" y="3462165"/>
                    <a:ext cx="194492" cy="116295"/>
                  </a:xfrm>
                  <a:custGeom>
                    <a:avLst/>
                    <a:gdLst>
                      <a:gd name="connsiteX0" fmla="*/ 192780 w 194492"/>
                      <a:gd name="connsiteY0" fmla="*/ 5001 h 116295"/>
                      <a:gd name="connsiteX1" fmla="*/ 0 w 194492"/>
                      <a:gd name="connsiteY1" fmla="*/ 116296 h 116295"/>
                      <a:gd name="connsiteX2" fmla="*/ 0 w 194492"/>
                      <a:gd name="connsiteY2" fmla="*/ 112295 h 116295"/>
                      <a:gd name="connsiteX3" fmla="*/ 194493 w 194492"/>
                      <a:gd name="connsiteY3" fmla="*/ 0 h 116295"/>
                      <a:gd name="connsiteX4" fmla="*/ 192780 w 194492"/>
                      <a:gd name="connsiteY4" fmla="*/ 5001 h 11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92" h="116295">
                        <a:moveTo>
                          <a:pt x="192780" y="5001"/>
                        </a:moveTo>
                        <a:lnTo>
                          <a:pt x="0" y="116296"/>
                        </a:lnTo>
                        <a:lnTo>
                          <a:pt x="0" y="112295"/>
                        </a:lnTo>
                        <a:lnTo>
                          <a:pt x="194493" y="0"/>
                        </a:lnTo>
                        <a:lnTo>
                          <a:pt x="192780" y="5001"/>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18" name="Freeform: Shape 1117">
                    <a:extLst>
                      <a:ext uri="{FF2B5EF4-FFF2-40B4-BE49-F238E27FC236}">
                        <a16:creationId xmlns:a16="http://schemas.microsoft.com/office/drawing/2014/main" id="{F5788F39-C5B2-48F6-5539-FB5EEEA7C17C}"/>
                      </a:ext>
                    </a:extLst>
                  </p:cNvPr>
                  <p:cNvSpPr/>
                  <p:nvPr/>
                </p:nvSpPr>
                <p:spPr>
                  <a:xfrm>
                    <a:off x="1799687" y="3462165"/>
                    <a:ext cx="194507" cy="116265"/>
                  </a:xfrm>
                  <a:custGeom>
                    <a:avLst/>
                    <a:gdLst>
                      <a:gd name="connsiteX0" fmla="*/ 194508 w 194507"/>
                      <a:gd name="connsiteY0" fmla="*/ 116265 h 116265"/>
                      <a:gd name="connsiteX1" fmla="*/ 0 w 194507"/>
                      <a:gd name="connsiteY1" fmla="*/ 3971 h 116265"/>
                      <a:gd name="connsiteX2" fmla="*/ 0 w 194507"/>
                      <a:gd name="connsiteY2" fmla="*/ 0 h 116265"/>
                      <a:gd name="connsiteX3" fmla="*/ 194508 w 194507"/>
                      <a:gd name="connsiteY3" fmla="*/ 112295 h 116265"/>
                      <a:gd name="connsiteX4" fmla="*/ 194508 w 194507"/>
                      <a:gd name="connsiteY4" fmla="*/ 116265 h 11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507" h="116265">
                        <a:moveTo>
                          <a:pt x="194508" y="116265"/>
                        </a:moveTo>
                        <a:lnTo>
                          <a:pt x="0" y="3971"/>
                        </a:lnTo>
                        <a:lnTo>
                          <a:pt x="0" y="0"/>
                        </a:lnTo>
                        <a:lnTo>
                          <a:pt x="194508" y="112295"/>
                        </a:lnTo>
                        <a:lnTo>
                          <a:pt x="194508" y="116265"/>
                        </a:lnTo>
                        <a:close/>
                      </a:path>
                    </a:pathLst>
                  </a:custGeom>
                  <a:solidFill>
                    <a:srgbClr val="000000">
                      <a:alpha val="2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119" name="Graphic 34">
                    <a:extLst>
                      <a:ext uri="{FF2B5EF4-FFF2-40B4-BE49-F238E27FC236}">
                        <a16:creationId xmlns:a16="http://schemas.microsoft.com/office/drawing/2014/main" id="{8B0A89B4-8117-A790-ACEC-508C74517908}"/>
                      </a:ext>
                    </a:extLst>
                  </p:cNvPr>
                  <p:cNvGrpSpPr/>
                  <p:nvPr/>
                </p:nvGrpSpPr>
                <p:grpSpPr>
                  <a:xfrm>
                    <a:off x="2049403" y="2854364"/>
                    <a:ext cx="162562" cy="98337"/>
                    <a:chOff x="1505542" y="4227912"/>
                    <a:chExt cx="162562" cy="98337"/>
                  </a:xfrm>
                </p:grpSpPr>
                <p:sp>
                  <p:nvSpPr>
                    <p:cNvPr id="1300" name="Freeform: Shape 1299">
                      <a:extLst>
                        <a:ext uri="{FF2B5EF4-FFF2-40B4-BE49-F238E27FC236}">
                          <a16:creationId xmlns:a16="http://schemas.microsoft.com/office/drawing/2014/main" id="{AE455019-7FFB-464B-3253-4DCCDE7EBCD5}"/>
                        </a:ext>
                      </a:extLst>
                    </p:cNvPr>
                    <p:cNvSpPr/>
                    <p:nvPr/>
                  </p:nvSpPr>
                  <p:spPr>
                    <a:xfrm>
                      <a:off x="1505542" y="4247294"/>
                      <a:ext cx="162562" cy="78954"/>
                    </a:xfrm>
                    <a:custGeom>
                      <a:avLst/>
                      <a:gdLst>
                        <a:gd name="connsiteX0" fmla="*/ 85214 w 162562"/>
                        <a:gd name="connsiteY0" fmla="*/ 0 h 78954"/>
                        <a:gd name="connsiteX1" fmla="*/ 59390 w 162562"/>
                        <a:gd name="connsiteY1" fmla="*/ 0 h 78954"/>
                        <a:gd name="connsiteX2" fmla="*/ 0 w 162562"/>
                        <a:gd name="connsiteY2" fmla="*/ 34295 h 78954"/>
                        <a:gd name="connsiteX3" fmla="*/ 77349 w 162562"/>
                        <a:gd name="connsiteY3" fmla="*/ 78955 h 78954"/>
                        <a:gd name="connsiteX4" fmla="*/ 103187 w 162562"/>
                        <a:gd name="connsiteY4" fmla="*/ 78955 h 78954"/>
                        <a:gd name="connsiteX5" fmla="*/ 162562 w 162562"/>
                        <a:gd name="connsiteY5" fmla="*/ 44660 h 78954"/>
                        <a:gd name="connsiteX6" fmla="*/ 85214 w 162562"/>
                        <a:gd name="connsiteY6" fmla="*/ 0 h 78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562" h="78954">
                          <a:moveTo>
                            <a:pt x="85214" y="0"/>
                          </a:moveTo>
                          <a:lnTo>
                            <a:pt x="59390" y="0"/>
                          </a:lnTo>
                          <a:lnTo>
                            <a:pt x="0" y="34295"/>
                          </a:lnTo>
                          <a:lnTo>
                            <a:pt x="77349" y="78955"/>
                          </a:lnTo>
                          <a:lnTo>
                            <a:pt x="103187" y="78955"/>
                          </a:lnTo>
                          <a:lnTo>
                            <a:pt x="162562" y="44660"/>
                          </a:lnTo>
                          <a:lnTo>
                            <a:pt x="85214" y="0"/>
                          </a:lnTo>
                          <a:close/>
                        </a:path>
                      </a:pathLst>
                    </a:custGeom>
                    <a:solidFill>
                      <a:srgbClr val="000000">
                        <a:alpha val="1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01" name="Freeform: Shape 1300">
                      <a:extLst>
                        <a:ext uri="{FF2B5EF4-FFF2-40B4-BE49-F238E27FC236}">
                          <a16:creationId xmlns:a16="http://schemas.microsoft.com/office/drawing/2014/main" id="{6AE49FBC-54EA-1FDF-370C-5BA8FABAB639}"/>
                        </a:ext>
                      </a:extLst>
                    </p:cNvPr>
                    <p:cNvSpPr/>
                    <p:nvPr/>
                  </p:nvSpPr>
                  <p:spPr>
                    <a:xfrm>
                      <a:off x="1531304" y="4262206"/>
                      <a:ext cx="77348" cy="64042"/>
                    </a:xfrm>
                    <a:custGeom>
                      <a:avLst/>
                      <a:gdLst>
                        <a:gd name="connsiteX0" fmla="*/ 77349 w 77348"/>
                        <a:gd name="connsiteY0" fmla="*/ 44660 h 64042"/>
                        <a:gd name="connsiteX1" fmla="*/ 77349 w 77348"/>
                        <a:gd name="connsiteY1" fmla="*/ 64043 h 64042"/>
                        <a:gd name="connsiteX2" fmla="*/ 0 w 77348"/>
                        <a:gd name="connsiteY2" fmla="*/ 19383 h 64042"/>
                        <a:gd name="connsiteX3" fmla="*/ 0 w 77348"/>
                        <a:gd name="connsiteY3" fmla="*/ 0 h 64042"/>
                        <a:gd name="connsiteX4" fmla="*/ 77349 w 77348"/>
                        <a:gd name="connsiteY4" fmla="*/ 44660 h 64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8" h="64042">
                          <a:moveTo>
                            <a:pt x="77349" y="44660"/>
                          </a:moveTo>
                          <a:lnTo>
                            <a:pt x="77349" y="64043"/>
                          </a:lnTo>
                          <a:lnTo>
                            <a:pt x="0" y="19383"/>
                          </a:lnTo>
                          <a:lnTo>
                            <a:pt x="0" y="0"/>
                          </a:lnTo>
                          <a:lnTo>
                            <a:pt x="77349" y="44660"/>
                          </a:lnTo>
                          <a:close/>
                        </a:path>
                      </a:pathLst>
                    </a:custGeom>
                    <a:solidFill>
                      <a:srgbClr val="9EA5A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02" name="Freeform: Shape 1301">
                      <a:extLst>
                        <a:ext uri="{FF2B5EF4-FFF2-40B4-BE49-F238E27FC236}">
                          <a16:creationId xmlns:a16="http://schemas.microsoft.com/office/drawing/2014/main" id="{EED516D5-2166-9D3C-971E-06C927355FA3}"/>
                        </a:ext>
                      </a:extLst>
                    </p:cNvPr>
                    <p:cNvSpPr/>
                    <p:nvPr/>
                  </p:nvSpPr>
                  <p:spPr>
                    <a:xfrm>
                      <a:off x="1608653" y="4272572"/>
                      <a:ext cx="59390" cy="53677"/>
                    </a:xfrm>
                    <a:custGeom>
                      <a:avLst/>
                      <a:gdLst>
                        <a:gd name="connsiteX0" fmla="*/ 59390 w 59390"/>
                        <a:gd name="connsiteY0" fmla="*/ 19383 h 53677"/>
                        <a:gd name="connsiteX1" fmla="*/ 0 w 59390"/>
                        <a:gd name="connsiteY1" fmla="*/ 53677 h 53677"/>
                        <a:gd name="connsiteX2" fmla="*/ 0 w 59390"/>
                        <a:gd name="connsiteY2" fmla="*/ 34295 h 53677"/>
                        <a:gd name="connsiteX3" fmla="*/ 59390 w 59390"/>
                        <a:gd name="connsiteY3" fmla="*/ 0 h 53677"/>
                        <a:gd name="connsiteX4" fmla="*/ 59390 w 59390"/>
                        <a:gd name="connsiteY4" fmla="*/ 19383 h 53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0" h="53677">
                          <a:moveTo>
                            <a:pt x="59390" y="19383"/>
                          </a:moveTo>
                          <a:lnTo>
                            <a:pt x="0" y="53677"/>
                          </a:lnTo>
                          <a:lnTo>
                            <a:pt x="0" y="34295"/>
                          </a:lnTo>
                          <a:lnTo>
                            <a:pt x="59390" y="0"/>
                          </a:lnTo>
                          <a:lnTo>
                            <a:pt x="59390" y="19383"/>
                          </a:lnTo>
                          <a:close/>
                        </a:path>
                      </a:pathLst>
                    </a:custGeom>
                    <a:solidFill>
                      <a:srgbClr val="DEE5E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03" name="Freeform: Shape 1302">
                      <a:extLst>
                        <a:ext uri="{FF2B5EF4-FFF2-40B4-BE49-F238E27FC236}">
                          <a16:creationId xmlns:a16="http://schemas.microsoft.com/office/drawing/2014/main" id="{1C7E6876-5770-1A4A-93FC-4284B743B0FC}"/>
                        </a:ext>
                      </a:extLst>
                    </p:cNvPr>
                    <p:cNvSpPr/>
                    <p:nvPr/>
                  </p:nvSpPr>
                  <p:spPr>
                    <a:xfrm>
                      <a:off x="1531304" y="4227912"/>
                      <a:ext cx="136739" cy="78954"/>
                    </a:xfrm>
                    <a:custGeom>
                      <a:avLst/>
                      <a:gdLst>
                        <a:gd name="connsiteX0" fmla="*/ 136739 w 136739"/>
                        <a:gd name="connsiteY0" fmla="*/ 44660 h 78954"/>
                        <a:gd name="connsiteX1" fmla="*/ 77349 w 136739"/>
                        <a:gd name="connsiteY1" fmla="*/ 78955 h 78954"/>
                        <a:gd name="connsiteX2" fmla="*/ 0 w 136739"/>
                        <a:gd name="connsiteY2" fmla="*/ 34295 h 78954"/>
                        <a:gd name="connsiteX3" fmla="*/ 59375 w 136739"/>
                        <a:gd name="connsiteY3" fmla="*/ 0 h 78954"/>
                        <a:gd name="connsiteX4" fmla="*/ 136739 w 136739"/>
                        <a:gd name="connsiteY4" fmla="*/ 44660 h 7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9" h="78954">
                          <a:moveTo>
                            <a:pt x="136739" y="44660"/>
                          </a:moveTo>
                          <a:lnTo>
                            <a:pt x="77349" y="78955"/>
                          </a:lnTo>
                          <a:lnTo>
                            <a:pt x="0" y="34295"/>
                          </a:lnTo>
                          <a:lnTo>
                            <a:pt x="59375" y="0"/>
                          </a:lnTo>
                          <a:lnTo>
                            <a:pt x="136739" y="44660"/>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0" name="Graphic 34">
                    <a:extLst>
                      <a:ext uri="{FF2B5EF4-FFF2-40B4-BE49-F238E27FC236}">
                        <a16:creationId xmlns:a16="http://schemas.microsoft.com/office/drawing/2014/main" id="{C1E28C5A-FBED-8303-B12B-21B5A65EA22C}"/>
                      </a:ext>
                    </a:extLst>
                  </p:cNvPr>
                  <p:cNvGrpSpPr/>
                  <p:nvPr/>
                </p:nvGrpSpPr>
                <p:grpSpPr>
                  <a:xfrm>
                    <a:off x="1890068" y="2946260"/>
                    <a:ext cx="162562" cy="98337"/>
                    <a:chOff x="1346207" y="4319808"/>
                    <a:chExt cx="162562" cy="98337"/>
                  </a:xfrm>
                </p:grpSpPr>
                <p:sp>
                  <p:nvSpPr>
                    <p:cNvPr id="1296" name="Freeform: Shape 1295">
                      <a:extLst>
                        <a:ext uri="{FF2B5EF4-FFF2-40B4-BE49-F238E27FC236}">
                          <a16:creationId xmlns:a16="http://schemas.microsoft.com/office/drawing/2014/main" id="{70581EBC-8AEA-F7FF-B35A-AD7E85AAD77B}"/>
                        </a:ext>
                      </a:extLst>
                    </p:cNvPr>
                    <p:cNvSpPr/>
                    <p:nvPr/>
                  </p:nvSpPr>
                  <p:spPr>
                    <a:xfrm>
                      <a:off x="1346207" y="4339206"/>
                      <a:ext cx="162562" cy="78939"/>
                    </a:xfrm>
                    <a:custGeom>
                      <a:avLst/>
                      <a:gdLst>
                        <a:gd name="connsiteX0" fmla="*/ 85214 w 162562"/>
                        <a:gd name="connsiteY0" fmla="*/ 0 h 78939"/>
                        <a:gd name="connsiteX1" fmla="*/ 59391 w 162562"/>
                        <a:gd name="connsiteY1" fmla="*/ 0 h 78939"/>
                        <a:gd name="connsiteX2" fmla="*/ 0 w 162562"/>
                        <a:gd name="connsiteY2" fmla="*/ 34279 h 78939"/>
                        <a:gd name="connsiteX3" fmla="*/ 77349 w 162562"/>
                        <a:gd name="connsiteY3" fmla="*/ 78940 h 78939"/>
                        <a:gd name="connsiteX4" fmla="*/ 103187 w 162562"/>
                        <a:gd name="connsiteY4" fmla="*/ 78940 h 78939"/>
                        <a:gd name="connsiteX5" fmla="*/ 162562 w 162562"/>
                        <a:gd name="connsiteY5" fmla="*/ 44660 h 78939"/>
                        <a:gd name="connsiteX6" fmla="*/ 85214 w 162562"/>
                        <a:gd name="connsiteY6" fmla="*/ 0 h 7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562" h="78939">
                          <a:moveTo>
                            <a:pt x="85214" y="0"/>
                          </a:moveTo>
                          <a:lnTo>
                            <a:pt x="59391" y="0"/>
                          </a:lnTo>
                          <a:lnTo>
                            <a:pt x="0" y="34279"/>
                          </a:lnTo>
                          <a:lnTo>
                            <a:pt x="77349" y="78940"/>
                          </a:lnTo>
                          <a:lnTo>
                            <a:pt x="103187" y="78940"/>
                          </a:lnTo>
                          <a:lnTo>
                            <a:pt x="162562" y="44660"/>
                          </a:lnTo>
                          <a:lnTo>
                            <a:pt x="85214" y="0"/>
                          </a:lnTo>
                          <a:close/>
                        </a:path>
                      </a:pathLst>
                    </a:custGeom>
                    <a:solidFill>
                      <a:srgbClr val="000000">
                        <a:alpha val="10000"/>
                      </a:srgbClr>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7" name="Freeform: Shape 1296">
                      <a:extLst>
                        <a:ext uri="{FF2B5EF4-FFF2-40B4-BE49-F238E27FC236}">
                          <a16:creationId xmlns:a16="http://schemas.microsoft.com/office/drawing/2014/main" id="{F7C783A9-F2E5-BD97-EF0D-0B7269AF4416}"/>
                        </a:ext>
                      </a:extLst>
                    </p:cNvPr>
                    <p:cNvSpPr/>
                    <p:nvPr/>
                  </p:nvSpPr>
                  <p:spPr>
                    <a:xfrm>
                      <a:off x="1371970" y="4354103"/>
                      <a:ext cx="77348" cy="64042"/>
                    </a:xfrm>
                    <a:custGeom>
                      <a:avLst/>
                      <a:gdLst>
                        <a:gd name="connsiteX0" fmla="*/ 77349 w 77348"/>
                        <a:gd name="connsiteY0" fmla="*/ 44660 h 64042"/>
                        <a:gd name="connsiteX1" fmla="*/ 77349 w 77348"/>
                        <a:gd name="connsiteY1" fmla="*/ 64043 h 64042"/>
                        <a:gd name="connsiteX2" fmla="*/ 0 w 77348"/>
                        <a:gd name="connsiteY2" fmla="*/ 19383 h 64042"/>
                        <a:gd name="connsiteX3" fmla="*/ 0 w 77348"/>
                        <a:gd name="connsiteY3" fmla="*/ 0 h 64042"/>
                        <a:gd name="connsiteX4" fmla="*/ 77349 w 77348"/>
                        <a:gd name="connsiteY4" fmla="*/ 44660 h 64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8" h="64042">
                          <a:moveTo>
                            <a:pt x="77349" y="44660"/>
                          </a:moveTo>
                          <a:lnTo>
                            <a:pt x="77349" y="64043"/>
                          </a:lnTo>
                          <a:lnTo>
                            <a:pt x="0" y="19383"/>
                          </a:lnTo>
                          <a:lnTo>
                            <a:pt x="0" y="0"/>
                          </a:lnTo>
                          <a:lnTo>
                            <a:pt x="77349" y="44660"/>
                          </a:lnTo>
                          <a:close/>
                        </a:path>
                      </a:pathLst>
                    </a:custGeom>
                    <a:solidFill>
                      <a:srgbClr val="9EA5A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8" name="Freeform: Shape 1297">
                      <a:extLst>
                        <a:ext uri="{FF2B5EF4-FFF2-40B4-BE49-F238E27FC236}">
                          <a16:creationId xmlns:a16="http://schemas.microsoft.com/office/drawing/2014/main" id="{D498F8D5-18BF-CAFC-DAE3-E9779DEE99B8}"/>
                        </a:ext>
                      </a:extLst>
                    </p:cNvPr>
                    <p:cNvSpPr/>
                    <p:nvPr/>
                  </p:nvSpPr>
                  <p:spPr>
                    <a:xfrm>
                      <a:off x="1449318" y="4364484"/>
                      <a:ext cx="59375" cy="53662"/>
                    </a:xfrm>
                    <a:custGeom>
                      <a:avLst/>
                      <a:gdLst>
                        <a:gd name="connsiteX0" fmla="*/ 59375 w 59375"/>
                        <a:gd name="connsiteY0" fmla="*/ 19383 h 53662"/>
                        <a:gd name="connsiteX1" fmla="*/ 0 w 59375"/>
                        <a:gd name="connsiteY1" fmla="*/ 53662 h 53662"/>
                        <a:gd name="connsiteX2" fmla="*/ 0 w 59375"/>
                        <a:gd name="connsiteY2" fmla="*/ 34279 h 53662"/>
                        <a:gd name="connsiteX3" fmla="*/ 59375 w 59375"/>
                        <a:gd name="connsiteY3" fmla="*/ 0 h 53662"/>
                        <a:gd name="connsiteX4" fmla="*/ 59375 w 59375"/>
                        <a:gd name="connsiteY4" fmla="*/ 19383 h 53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75" h="53662">
                          <a:moveTo>
                            <a:pt x="59375" y="19383"/>
                          </a:moveTo>
                          <a:lnTo>
                            <a:pt x="0" y="53662"/>
                          </a:lnTo>
                          <a:lnTo>
                            <a:pt x="0" y="34279"/>
                          </a:lnTo>
                          <a:lnTo>
                            <a:pt x="59375" y="0"/>
                          </a:lnTo>
                          <a:lnTo>
                            <a:pt x="59375" y="19383"/>
                          </a:lnTo>
                          <a:close/>
                        </a:path>
                      </a:pathLst>
                    </a:custGeom>
                    <a:solidFill>
                      <a:srgbClr val="DEE5E9"/>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9" name="Freeform: Shape 1298">
                      <a:extLst>
                        <a:ext uri="{FF2B5EF4-FFF2-40B4-BE49-F238E27FC236}">
                          <a16:creationId xmlns:a16="http://schemas.microsoft.com/office/drawing/2014/main" id="{23BE69A8-F8AF-149C-4077-30EB463D9FB2}"/>
                        </a:ext>
                      </a:extLst>
                    </p:cNvPr>
                    <p:cNvSpPr/>
                    <p:nvPr/>
                  </p:nvSpPr>
                  <p:spPr>
                    <a:xfrm>
                      <a:off x="1371970" y="4319808"/>
                      <a:ext cx="136723" cy="78954"/>
                    </a:xfrm>
                    <a:custGeom>
                      <a:avLst/>
                      <a:gdLst>
                        <a:gd name="connsiteX0" fmla="*/ 136724 w 136723"/>
                        <a:gd name="connsiteY0" fmla="*/ 44675 h 78954"/>
                        <a:gd name="connsiteX1" fmla="*/ 77349 w 136723"/>
                        <a:gd name="connsiteY1" fmla="*/ 78955 h 78954"/>
                        <a:gd name="connsiteX2" fmla="*/ 0 w 136723"/>
                        <a:gd name="connsiteY2" fmla="*/ 34295 h 78954"/>
                        <a:gd name="connsiteX3" fmla="*/ 59375 w 136723"/>
                        <a:gd name="connsiteY3" fmla="*/ 0 h 78954"/>
                        <a:gd name="connsiteX4" fmla="*/ 136724 w 136723"/>
                        <a:gd name="connsiteY4" fmla="*/ 44675 h 7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23" h="78954">
                          <a:moveTo>
                            <a:pt x="136724" y="44675"/>
                          </a:moveTo>
                          <a:lnTo>
                            <a:pt x="77349" y="78955"/>
                          </a:lnTo>
                          <a:lnTo>
                            <a:pt x="0" y="34295"/>
                          </a:lnTo>
                          <a:lnTo>
                            <a:pt x="59375" y="0"/>
                          </a:lnTo>
                          <a:lnTo>
                            <a:pt x="136724" y="44675"/>
                          </a:lnTo>
                          <a:close/>
                        </a:path>
                      </a:pathLst>
                    </a:custGeom>
                    <a:solidFill>
                      <a:srgbClr val="F8FFFF"/>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1" name="Graphic 34">
                    <a:extLst>
                      <a:ext uri="{FF2B5EF4-FFF2-40B4-BE49-F238E27FC236}">
                        <a16:creationId xmlns:a16="http://schemas.microsoft.com/office/drawing/2014/main" id="{273E88BF-D210-1CA7-9EA7-D82EECEA93FC}"/>
                      </a:ext>
                    </a:extLst>
                  </p:cNvPr>
                  <p:cNvGrpSpPr/>
                  <p:nvPr/>
                </p:nvGrpSpPr>
                <p:grpSpPr>
                  <a:xfrm>
                    <a:off x="2202296" y="3022003"/>
                    <a:ext cx="16700" cy="33961"/>
                    <a:chOff x="1658435" y="4395551"/>
                    <a:chExt cx="16700" cy="33961"/>
                  </a:xfrm>
                  <a:solidFill>
                    <a:srgbClr val="586A6C"/>
                  </a:solidFill>
                </p:grpSpPr>
                <p:sp>
                  <p:nvSpPr>
                    <p:cNvPr id="1292" name="Freeform: Shape 1291">
                      <a:extLst>
                        <a:ext uri="{FF2B5EF4-FFF2-40B4-BE49-F238E27FC236}">
                          <a16:creationId xmlns:a16="http://schemas.microsoft.com/office/drawing/2014/main" id="{964E04A1-74B6-27AE-8A38-6CD47C75D6B9}"/>
                        </a:ext>
                      </a:extLst>
                    </p:cNvPr>
                    <p:cNvSpPr/>
                    <p:nvPr/>
                  </p:nvSpPr>
                  <p:spPr>
                    <a:xfrm>
                      <a:off x="1658435" y="4395551"/>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38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38"/>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3" name="Freeform: Shape 1292">
                      <a:extLst>
                        <a:ext uri="{FF2B5EF4-FFF2-40B4-BE49-F238E27FC236}">
                          <a16:creationId xmlns:a16="http://schemas.microsoft.com/office/drawing/2014/main" id="{00A115AF-7320-A836-C4B6-CCDA1DBA0826}"/>
                        </a:ext>
                      </a:extLst>
                    </p:cNvPr>
                    <p:cNvSpPr/>
                    <p:nvPr/>
                  </p:nvSpPr>
                  <p:spPr>
                    <a:xfrm>
                      <a:off x="1673408" y="4395551"/>
                      <a:ext cx="1727" cy="24338"/>
                    </a:xfrm>
                    <a:custGeom>
                      <a:avLst/>
                      <a:gdLst>
                        <a:gd name="connsiteX0" fmla="*/ 1712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12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12" y="0"/>
                          </a:moveTo>
                          <a:lnTo>
                            <a:pt x="1728" y="24338"/>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4" name="Freeform: Shape 1293">
                      <a:extLst>
                        <a:ext uri="{FF2B5EF4-FFF2-40B4-BE49-F238E27FC236}">
                          <a16:creationId xmlns:a16="http://schemas.microsoft.com/office/drawing/2014/main" id="{3DB6724D-C4E3-2236-BA8E-346262A162E8}"/>
                        </a:ext>
                      </a:extLst>
                    </p:cNvPr>
                    <p:cNvSpPr/>
                    <p:nvPr/>
                  </p:nvSpPr>
                  <p:spPr>
                    <a:xfrm>
                      <a:off x="1658435" y="4396551"/>
                      <a:ext cx="14972" cy="31051"/>
                    </a:xfrm>
                    <a:custGeom>
                      <a:avLst/>
                      <a:gdLst>
                        <a:gd name="connsiteX0" fmla="*/ 14973 w 14972"/>
                        <a:gd name="connsiteY0" fmla="*/ 22414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4"/>
                          </a:moveTo>
                          <a:lnTo>
                            <a:pt x="0" y="31052"/>
                          </a:lnTo>
                          <a:lnTo>
                            <a:pt x="0" y="8638"/>
                          </a:lnTo>
                          <a:lnTo>
                            <a:pt x="14973" y="0"/>
                          </a:lnTo>
                          <a:lnTo>
                            <a:pt x="14973"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5" name="Freeform: Shape 1294">
                      <a:extLst>
                        <a:ext uri="{FF2B5EF4-FFF2-40B4-BE49-F238E27FC236}">
                          <a16:creationId xmlns:a16="http://schemas.microsoft.com/office/drawing/2014/main" id="{EF5C4422-4860-C0CA-FB44-6EDA550F3D13}"/>
                        </a:ext>
                      </a:extLst>
                    </p:cNvPr>
                    <p:cNvSpPr/>
                    <p:nvPr/>
                  </p:nvSpPr>
                  <p:spPr>
                    <a:xfrm>
                      <a:off x="1658435" y="4395551"/>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2" name="Graphic 34">
                    <a:extLst>
                      <a:ext uri="{FF2B5EF4-FFF2-40B4-BE49-F238E27FC236}">
                        <a16:creationId xmlns:a16="http://schemas.microsoft.com/office/drawing/2014/main" id="{5F938FCD-BF36-502B-879A-EA8022F78363}"/>
                      </a:ext>
                    </a:extLst>
                  </p:cNvPr>
                  <p:cNvGrpSpPr/>
                  <p:nvPr/>
                </p:nvGrpSpPr>
                <p:grpSpPr>
                  <a:xfrm>
                    <a:off x="2230605" y="3005666"/>
                    <a:ext cx="16685" cy="33961"/>
                    <a:chOff x="1686744" y="4379214"/>
                    <a:chExt cx="16685" cy="33961"/>
                  </a:xfrm>
                  <a:solidFill>
                    <a:srgbClr val="586A6C"/>
                  </a:solidFill>
                </p:grpSpPr>
                <p:sp>
                  <p:nvSpPr>
                    <p:cNvPr id="1288" name="Freeform: Shape 1287">
                      <a:extLst>
                        <a:ext uri="{FF2B5EF4-FFF2-40B4-BE49-F238E27FC236}">
                          <a16:creationId xmlns:a16="http://schemas.microsoft.com/office/drawing/2014/main" id="{8FFC894F-A24E-812A-4B2F-7F0137362162}"/>
                        </a:ext>
                      </a:extLst>
                    </p:cNvPr>
                    <p:cNvSpPr/>
                    <p:nvPr/>
                  </p:nvSpPr>
                  <p:spPr>
                    <a:xfrm>
                      <a:off x="1686744" y="4379214"/>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9" name="Freeform: Shape 1288">
                      <a:extLst>
                        <a:ext uri="{FF2B5EF4-FFF2-40B4-BE49-F238E27FC236}">
                          <a16:creationId xmlns:a16="http://schemas.microsoft.com/office/drawing/2014/main" id="{DD705C8C-5C43-48E8-679F-4D2F7CE0AEC4}"/>
                        </a:ext>
                      </a:extLst>
                    </p:cNvPr>
                    <p:cNvSpPr/>
                    <p:nvPr/>
                  </p:nvSpPr>
                  <p:spPr>
                    <a:xfrm>
                      <a:off x="1701701" y="4379214"/>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0" name="Freeform: Shape 1289">
                      <a:extLst>
                        <a:ext uri="{FF2B5EF4-FFF2-40B4-BE49-F238E27FC236}">
                          <a16:creationId xmlns:a16="http://schemas.microsoft.com/office/drawing/2014/main" id="{32AF293E-226F-6521-5CF9-A7A5DAD7FD27}"/>
                        </a:ext>
                      </a:extLst>
                    </p:cNvPr>
                    <p:cNvSpPr/>
                    <p:nvPr/>
                  </p:nvSpPr>
                  <p:spPr>
                    <a:xfrm>
                      <a:off x="1686744" y="4380214"/>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91" name="Freeform: Shape 1290">
                      <a:extLst>
                        <a:ext uri="{FF2B5EF4-FFF2-40B4-BE49-F238E27FC236}">
                          <a16:creationId xmlns:a16="http://schemas.microsoft.com/office/drawing/2014/main" id="{D25E34AB-23F9-57CB-29A3-AF889A967309}"/>
                        </a:ext>
                      </a:extLst>
                    </p:cNvPr>
                    <p:cNvSpPr/>
                    <p:nvPr/>
                  </p:nvSpPr>
                  <p:spPr>
                    <a:xfrm>
                      <a:off x="1686744" y="4379214"/>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3" name="Graphic 34">
                    <a:extLst>
                      <a:ext uri="{FF2B5EF4-FFF2-40B4-BE49-F238E27FC236}">
                        <a16:creationId xmlns:a16="http://schemas.microsoft.com/office/drawing/2014/main" id="{2E963B0D-A893-9839-8C54-F732FEFD657A}"/>
                      </a:ext>
                    </a:extLst>
                  </p:cNvPr>
                  <p:cNvGrpSpPr/>
                  <p:nvPr/>
                </p:nvGrpSpPr>
                <p:grpSpPr>
                  <a:xfrm>
                    <a:off x="2258898" y="2989330"/>
                    <a:ext cx="16685" cy="33961"/>
                    <a:chOff x="1715037" y="4362878"/>
                    <a:chExt cx="16685" cy="33961"/>
                  </a:xfrm>
                  <a:solidFill>
                    <a:srgbClr val="586A6C"/>
                  </a:solidFill>
                </p:grpSpPr>
                <p:sp>
                  <p:nvSpPr>
                    <p:cNvPr id="1284" name="Freeform: Shape 1283">
                      <a:extLst>
                        <a:ext uri="{FF2B5EF4-FFF2-40B4-BE49-F238E27FC236}">
                          <a16:creationId xmlns:a16="http://schemas.microsoft.com/office/drawing/2014/main" id="{42CB7024-E8A6-5B07-CF4D-79CD7E840864}"/>
                        </a:ext>
                      </a:extLst>
                    </p:cNvPr>
                    <p:cNvSpPr/>
                    <p:nvPr/>
                  </p:nvSpPr>
                  <p:spPr>
                    <a:xfrm>
                      <a:off x="1715037" y="4362878"/>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5" name="Freeform: Shape 1284">
                      <a:extLst>
                        <a:ext uri="{FF2B5EF4-FFF2-40B4-BE49-F238E27FC236}">
                          <a16:creationId xmlns:a16="http://schemas.microsoft.com/office/drawing/2014/main" id="{405435E8-82A5-E0C3-F098-4EE811AC5AB4}"/>
                        </a:ext>
                      </a:extLst>
                    </p:cNvPr>
                    <p:cNvSpPr/>
                    <p:nvPr/>
                  </p:nvSpPr>
                  <p:spPr>
                    <a:xfrm>
                      <a:off x="1729995" y="4362878"/>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6" name="Freeform: Shape 1285">
                      <a:extLst>
                        <a:ext uri="{FF2B5EF4-FFF2-40B4-BE49-F238E27FC236}">
                          <a16:creationId xmlns:a16="http://schemas.microsoft.com/office/drawing/2014/main" id="{06CC082C-C719-95C7-29AA-3F0F3F3E77CB}"/>
                        </a:ext>
                      </a:extLst>
                    </p:cNvPr>
                    <p:cNvSpPr/>
                    <p:nvPr/>
                  </p:nvSpPr>
                  <p:spPr>
                    <a:xfrm>
                      <a:off x="1715037" y="4363878"/>
                      <a:ext cx="14957" cy="31051"/>
                    </a:xfrm>
                    <a:custGeom>
                      <a:avLst/>
                      <a:gdLst>
                        <a:gd name="connsiteX0" fmla="*/ 14958 w 14957"/>
                        <a:gd name="connsiteY0" fmla="*/ 22413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3"/>
                          </a:moveTo>
                          <a:lnTo>
                            <a:pt x="0" y="31052"/>
                          </a:lnTo>
                          <a:lnTo>
                            <a:pt x="0" y="8638"/>
                          </a:lnTo>
                          <a:lnTo>
                            <a:pt x="14958" y="0"/>
                          </a:lnTo>
                          <a:lnTo>
                            <a:pt x="14958"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7" name="Freeform: Shape 1286">
                      <a:extLst>
                        <a:ext uri="{FF2B5EF4-FFF2-40B4-BE49-F238E27FC236}">
                          <a16:creationId xmlns:a16="http://schemas.microsoft.com/office/drawing/2014/main" id="{EE8A70C1-68D2-4026-9AA4-E4192611B18B}"/>
                        </a:ext>
                      </a:extLst>
                    </p:cNvPr>
                    <p:cNvSpPr/>
                    <p:nvPr/>
                  </p:nvSpPr>
                  <p:spPr>
                    <a:xfrm>
                      <a:off x="1715037" y="4362878"/>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4" name="Graphic 34">
                    <a:extLst>
                      <a:ext uri="{FF2B5EF4-FFF2-40B4-BE49-F238E27FC236}">
                        <a16:creationId xmlns:a16="http://schemas.microsoft.com/office/drawing/2014/main" id="{CC221992-F4F4-FAE8-1E3D-9CB1E18F9091}"/>
                      </a:ext>
                    </a:extLst>
                  </p:cNvPr>
                  <p:cNvGrpSpPr/>
                  <p:nvPr/>
                </p:nvGrpSpPr>
                <p:grpSpPr>
                  <a:xfrm>
                    <a:off x="2287207" y="2972993"/>
                    <a:ext cx="16685" cy="33961"/>
                    <a:chOff x="1743346" y="4346541"/>
                    <a:chExt cx="16685" cy="33961"/>
                  </a:xfrm>
                  <a:solidFill>
                    <a:srgbClr val="586A6C"/>
                  </a:solidFill>
                </p:grpSpPr>
                <p:sp>
                  <p:nvSpPr>
                    <p:cNvPr id="1280" name="Freeform: Shape 1279">
                      <a:extLst>
                        <a:ext uri="{FF2B5EF4-FFF2-40B4-BE49-F238E27FC236}">
                          <a16:creationId xmlns:a16="http://schemas.microsoft.com/office/drawing/2014/main" id="{9E8253F3-1CB2-9B7D-AFE2-BB53732866C5}"/>
                        </a:ext>
                      </a:extLst>
                    </p:cNvPr>
                    <p:cNvSpPr/>
                    <p:nvPr/>
                  </p:nvSpPr>
                  <p:spPr>
                    <a:xfrm>
                      <a:off x="1743346" y="4346541"/>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1" name="Freeform: Shape 1280">
                      <a:extLst>
                        <a:ext uri="{FF2B5EF4-FFF2-40B4-BE49-F238E27FC236}">
                          <a16:creationId xmlns:a16="http://schemas.microsoft.com/office/drawing/2014/main" id="{C2AFFA3E-B9E2-5D62-C526-459B1F9DAF8F}"/>
                        </a:ext>
                      </a:extLst>
                    </p:cNvPr>
                    <p:cNvSpPr/>
                    <p:nvPr/>
                  </p:nvSpPr>
                  <p:spPr>
                    <a:xfrm>
                      <a:off x="1758303" y="4346541"/>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2" name="Freeform: Shape 1281">
                      <a:extLst>
                        <a:ext uri="{FF2B5EF4-FFF2-40B4-BE49-F238E27FC236}">
                          <a16:creationId xmlns:a16="http://schemas.microsoft.com/office/drawing/2014/main" id="{C65A3DA5-5522-6705-6E3B-DE134E8D6CC5}"/>
                        </a:ext>
                      </a:extLst>
                    </p:cNvPr>
                    <p:cNvSpPr/>
                    <p:nvPr/>
                  </p:nvSpPr>
                  <p:spPr>
                    <a:xfrm>
                      <a:off x="1743346" y="4347541"/>
                      <a:ext cx="14957" cy="31051"/>
                    </a:xfrm>
                    <a:custGeom>
                      <a:avLst/>
                      <a:gdLst>
                        <a:gd name="connsiteX0" fmla="*/ 14957 w 14957"/>
                        <a:gd name="connsiteY0" fmla="*/ 22414 h 31051"/>
                        <a:gd name="connsiteX1" fmla="*/ 0 w 14957"/>
                        <a:gd name="connsiteY1" fmla="*/ 31052 h 31051"/>
                        <a:gd name="connsiteX2" fmla="*/ 0 w 14957"/>
                        <a:gd name="connsiteY2" fmla="*/ 8623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23"/>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83" name="Freeform: Shape 1282">
                      <a:extLst>
                        <a:ext uri="{FF2B5EF4-FFF2-40B4-BE49-F238E27FC236}">
                          <a16:creationId xmlns:a16="http://schemas.microsoft.com/office/drawing/2014/main" id="{228B01F1-FF06-22F4-E963-1F193943A178}"/>
                        </a:ext>
                      </a:extLst>
                    </p:cNvPr>
                    <p:cNvSpPr/>
                    <p:nvPr/>
                  </p:nvSpPr>
                  <p:spPr>
                    <a:xfrm>
                      <a:off x="1743346" y="4346541"/>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5" name="Graphic 34">
                    <a:extLst>
                      <a:ext uri="{FF2B5EF4-FFF2-40B4-BE49-F238E27FC236}">
                        <a16:creationId xmlns:a16="http://schemas.microsoft.com/office/drawing/2014/main" id="{7D9D929B-50AD-A8E6-FB11-59CDE1BC0B90}"/>
                      </a:ext>
                    </a:extLst>
                  </p:cNvPr>
                  <p:cNvGrpSpPr/>
                  <p:nvPr/>
                </p:nvGrpSpPr>
                <p:grpSpPr>
                  <a:xfrm>
                    <a:off x="2202296" y="3060434"/>
                    <a:ext cx="16700" cy="33961"/>
                    <a:chOff x="1658435" y="4433982"/>
                    <a:chExt cx="16700" cy="33961"/>
                  </a:xfrm>
                  <a:solidFill>
                    <a:srgbClr val="586A6C"/>
                  </a:solidFill>
                </p:grpSpPr>
                <p:sp>
                  <p:nvSpPr>
                    <p:cNvPr id="1276" name="Freeform: Shape 1275">
                      <a:extLst>
                        <a:ext uri="{FF2B5EF4-FFF2-40B4-BE49-F238E27FC236}">
                          <a16:creationId xmlns:a16="http://schemas.microsoft.com/office/drawing/2014/main" id="{3B99E68C-E18D-2C08-F31A-B9BF07A0EB07}"/>
                        </a:ext>
                      </a:extLst>
                    </p:cNvPr>
                    <p:cNvSpPr/>
                    <p:nvPr/>
                  </p:nvSpPr>
                  <p:spPr>
                    <a:xfrm>
                      <a:off x="1658435" y="4433982"/>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7" name="Freeform: Shape 1276">
                      <a:extLst>
                        <a:ext uri="{FF2B5EF4-FFF2-40B4-BE49-F238E27FC236}">
                          <a16:creationId xmlns:a16="http://schemas.microsoft.com/office/drawing/2014/main" id="{521F78FF-ECAF-F85B-B9D6-F60890FE3ACC}"/>
                        </a:ext>
                      </a:extLst>
                    </p:cNvPr>
                    <p:cNvSpPr/>
                    <p:nvPr/>
                  </p:nvSpPr>
                  <p:spPr>
                    <a:xfrm>
                      <a:off x="1673408" y="4433982"/>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8" name="Freeform: Shape 1277">
                      <a:extLst>
                        <a:ext uri="{FF2B5EF4-FFF2-40B4-BE49-F238E27FC236}">
                          <a16:creationId xmlns:a16="http://schemas.microsoft.com/office/drawing/2014/main" id="{5534C796-E75E-519B-7BA5-77F100CCD9D8}"/>
                        </a:ext>
                      </a:extLst>
                    </p:cNvPr>
                    <p:cNvSpPr/>
                    <p:nvPr/>
                  </p:nvSpPr>
                  <p:spPr>
                    <a:xfrm>
                      <a:off x="1658435" y="4434983"/>
                      <a:ext cx="14972" cy="31051"/>
                    </a:xfrm>
                    <a:custGeom>
                      <a:avLst/>
                      <a:gdLst>
                        <a:gd name="connsiteX0" fmla="*/ 14973 w 14972"/>
                        <a:gd name="connsiteY0" fmla="*/ 22414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4"/>
                          </a:moveTo>
                          <a:lnTo>
                            <a:pt x="0" y="31052"/>
                          </a:lnTo>
                          <a:lnTo>
                            <a:pt x="0" y="8638"/>
                          </a:lnTo>
                          <a:lnTo>
                            <a:pt x="14973" y="0"/>
                          </a:lnTo>
                          <a:lnTo>
                            <a:pt x="14973"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9" name="Freeform: Shape 1278">
                      <a:extLst>
                        <a:ext uri="{FF2B5EF4-FFF2-40B4-BE49-F238E27FC236}">
                          <a16:creationId xmlns:a16="http://schemas.microsoft.com/office/drawing/2014/main" id="{BD7FA05E-C9C0-AEDF-1158-88657B1A804E}"/>
                        </a:ext>
                      </a:extLst>
                    </p:cNvPr>
                    <p:cNvSpPr/>
                    <p:nvPr/>
                  </p:nvSpPr>
                  <p:spPr>
                    <a:xfrm>
                      <a:off x="1658435" y="4433982"/>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6" name="Graphic 34">
                    <a:extLst>
                      <a:ext uri="{FF2B5EF4-FFF2-40B4-BE49-F238E27FC236}">
                        <a16:creationId xmlns:a16="http://schemas.microsoft.com/office/drawing/2014/main" id="{7BD89669-2522-AC85-7A92-5C4D4D1BD829}"/>
                      </a:ext>
                    </a:extLst>
                  </p:cNvPr>
                  <p:cNvGrpSpPr/>
                  <p:nvPr/>
                </p:nvGrpSpPr>
                <p:grpSpPr>
                  <a:xfrm>
                    <a:off x="2230605" y="3044098"/>
                    <a:ext cx="16685" cy="33961"/>
                    <a:chOff x="1686744" y="4417646"/>
                    <a:chExt cx="16685" cy="33961"/>
                  </a:xfrm>
                  <a:solidFill>
                    <a:srgbClr val="586A6C"/>
                  </a:solidFill>
                </p:grpSpPr>
                <p:sp>
                  <p:nvSpPr>
                    <p:cNvPr id="1272" name="Freeform: Shape 1271">
                      <a:extLst>
                        <a:ext uri="{FF2B5EF4-FFF2-40B4-BE49-F238E27FC236}">
                          <a16:creationId xmlns:a16="http://schemas.microsoft.com/office/drawing/2014/main" id="{C472601B-3BD9-FDF4-0259-4814F05AE2BB}"/>
                        </a:ext>
                      </a:extLst>
                    </p:cNvPr>
                    <p:cNvSpPr/>
                    <p:nvPr/>
                  </p:nvSpPr>
                  <p:spPr>
                    <a:xfrm>
                      <a:off x="1686744" y="4417646"/>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3" name="Freeform: Shape 1272">
                      <a:extLst>
                        <a:ext uri="{FF2B5EF4-FFF2-40B4-BE49-F238E27FC236}">
                          <a16:creationId xmlns:a16="http://schemas.microsoft.com/office/drawing/2014/main" id="{E876E4E3-2E74-F018-EAFA-868D0A3E0778}"/>
                        </a:ext>
                      </a:extLst>
                    </p:cNvPr>
                    <p:cNvSpPr/>
                    <p:nvPr/>
                  </p:nvSpPr>
                  <p:spPr>
                    <a:xfrm>
                      <a:off x="1701701" y="4417646"/>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4" name="Freeform: Shape 1273">
                      <a:extLst>
                        <a:ext uri="{FF2B5EF4-FFF2-40B4-BE49-F238E27FC236}">
                          <a16:creationId xmlns:a16="http://schemas.microsoft.com/office/drawing/2014/main" id="{29C07651-58D1-79C5-2420-950C547DA85E}"/>
                        </a:ext>
                      </a:extLst>
                    </p:cNvPr>
                    <p:cNvSpPr/>
                    <p:nvPr/>
                  </p:nvSpPr>
                  <p:spPr>
                    <a:xfrm>
                      <a:off x="1686744" y="4418646"/>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5" name="Freeform: Shape 1274">
                      <a:extLst>
                        <a:ext uri="{FF2B5EF4-FFF2-40B4-BE49-F238E27FC236}">
                          <a16:creationId xmlns:a16="http://schemas.microsoft.com/office/drawing/2014/main" id="{C85BB6D1-9C20-AF5E-39A7-1BBA54B56D1E}"/>
                        </a:ext>
                      </a:extLst>
                    </p:cNvPr>
                    <p:cNvSpPr/>
                    <p:nvPr/>
                  </p:nvSpPr>
                  <p:spPr>
                    <a:xfrm>
                      <a:off x="1686744" y="4417646"/>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7" name="Graphic 34">
                    <a:extLst>
                      <a:ext uri="{FF2B5EF4-FFF2-40B4-BE49-F238E27FC236}">
                        <a16:creationId xmlns:a16="http://schemas.microsoft.com/office/drawing/2014/main" id="{BF3A2B43-E465-CC65-1CF9-71DCD7AD08C0}"/>
                      </a:ext>
                    </a:extLst>
                  </p:cNvPr>
                  <p:cNvGrpSpPr/>
                  <p:nvPr/>
                </p:nvGrpSpPr>
                <p:grpSpPr>
                  <a:xfrm>
                    <a:off x="2258898" y="3027761"/>
                    <a:ext cx="16685" cy="33961"/>
                    <a:chOff x="1715037" y="4401309"/>
                    <a:chExt cx="16685" cy="33961"/>
                  </a:xfrm>
                  <a:solidFill>
                    <a:srgbClr val="586A6C"/>
                  </a:solidFill>
                </p:grpSpPr>
                <p:sp>
                  <p:nvSpPr>
                    <p:cNvPr id="1268" name="Freeform: Shape 1267">
                      <a:extLst>
                        <a:ext uri="{FF2B5EF4-FFF2-40B4-BE49-F238E27FC236}">
                          <a16:creationId xmlns:a16="http://schemas.microsoft.com/office/drawing/2014/main" id="{6C41182A-2EFC-494C-D62B-3467939A65C2}"/>
                        </a:ext>
                      </a:extLst>
                    </p:cNvPr>
                    <p:cNvSpPr/>
                    <p:nvPr/>
                  </p:nvSpPr>
                  <p:spPr>
                    <a:xfrm>
                      <a:off x="1715037" y="4401309"/>
                      <a:ext cx="16685" cy="33961"/>
                    </a:xfrm>
                    <a:custGeom>
                      <a:avLst/>
                      <a:gdLst>
                        <a:gd name="connsiteX0" fmla="*/ 14958 w 16685"/>
                        <a:gd name="connsiteY0" fmla="*/ 23414 h 33961"/>
                        <a:gd name="connsiteX1" fmla="*/ 14958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985"/>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9" name="Freeform: Shape 1268">
                      <a:extLst>
                        <a:ext uri="{FF2B5EF4-FFF2-40B4-BE49-F238E27FC236}">
                          <a16:creationId xmlns:a16="http://schemas.microsoft.com/office/drawing/2014/main" id="{BCD90B04-AF75-7172-450D-CAB27F45CB5A}"/>
                        </a:ext>
                      </a:extLst>
                    </p:cNvPr>
                    <p:cNvSpPr/>
                    <p:nvPr/>
                  </p:nvSpPr>
                  <p:spPr>
                    <a:xfrm>
                      <a:off x="1729995" y="4401309"/>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0" name="Freeform: Shape 1269">
                      <a:extLst>
                        <a:ext uri="{FF2B5EF4-FFF2-40B4-BE49-F238E27FC236}">
                          <a16:creationId xmlns:a16="http://schemas.microsoft.com/office/drawing/2014/main" id="{1AAD3CEB-6F8C-C717-270F-8C39560BE9E4}"/>
                        </a:ext>
                      </a:extLst>
                    </p:cNvPr>
                    <p:cNvSpPr/>
                    <p:nvPr/>
                  </p:nvSpPr>
                  <p:spPr>
                    <a:xfrm>
                      <a:off x="1715037" y="4402294"/>
                      <a:ext cx="14957" cy="31066"/>
                    </a:xfrm>
                    <a:custGeom>
                      <a:avLst/>
                      <a:gdLst>
                        <a:gd name="connsiteX0" fmla="*/ 14958 w 14957"/>
                        <a:gd name="connsiteY0" fmla="*/ 22429 h 31066"/>
                        <a:gd name="connsiteX1" fmla="*/ 0 w 14957"/>
                        <a:gd name="connsiteY1" fmla="*/ 31067 h 31066"/>
                        <a:gd name="connsiteX2" fmla="*/ 0 w 14957"/>
                        <a:gd name="connsiteY2" fmla="*/ 8638 h 31066"/>
                        <a:gd name="connsiteX3" fmla="*/ 14958 w 14957"/>
                        <a:gd name="connsiteY3" fmla="*/ 0 h 31066"/>
                        <a:gd name="connsiteX4" fmla="*/ 14958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8" y="22429"/>
                          </a:moveTo>
                          <a:lnTo>
                            <a:pt x="0" y="31067"/>
                          </a:lnTo>
                          <a:lnTo>
                            <a:pt x="0" y="8638"/>
                          </a:lnTo>
                          <a:lnTo>
                            <a:pt x="14958" y="0"/>
                          </a:lnTo>
                          <a:lnTo>
                            <a:pt x="14958"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71" name="Freeform: Shape 1270">
                      <a:extLst>
                        <a:ext uri="{FF2B5EF4-FFF2-40B4-BE49-F238E27FC236}">
                          <a16:creationId xmlns:a16="http://schemas.microsoft.com/office/drawing/2014/main" id="{C991E075-4C62-A280-193E-30F47A6A87F3}"/>
                        </a:ext>
                      </a:extLst>
                    </p:cNvPr>
                    <p:cNvSpPr/>
                    <p:nvPr/>
                  </p:nvSpPr>
                  <p:spPr>
                    <a:xfrm>
                      <a:off x="1715037" y="4401309"/>
                      <a:ext cx="16685" cy="13639"/>
                    </a:xfrm>
                    <a:custGeom>
                      <a:avLst/>
                      <a:gdLst>
                        <a:gd name="connsiteX0" fmla="*/ 14958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23"/>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8" name="Graphic 34">
                    <a:extLst>
                      <a:ext uri="{FF2B5EF4-FFF2-40B4-BE49-F238E27FC236}">
                        <a16:creationId xmlns:a16="http://schemas.microsoft.com/office/drawing/2014/main" id="{B1A8AC80-539D-88A7-7143-997FA991DEDD}"/>
                      </a:ext>
                    </a:extLst>
                  </p:cNvPr>
                  <p:cNvGrpSpPr/>
                  <p:nvPr/>
                </p:nvGrpSpPr>
                <p:grpSpPr>
                  <a:xfrm>
                    <a:off x="2287207" y="3011410"/>
                    <a:ext cx="16685" cy="33961"/>
                    <a:chOff x="1743346" y="4384958"/>
                    <a:chExt cx="16685" cy="33961"/>
                  </a:xfrm>
                  <a:solidFill>
                    <a:srgbClr val="586A6C"/>
                  </a:solidFill>
                </p:grpSpPr>
                <p:sp>
                  <p:nvSpPr>
                    <p:cNvPr id="1264" name="Freeform: Shape 1263">
                      <a:extLst>
                        <a:ext uri="{FF2B5EF4-FFF2-40B4-BE49-F238E27FC236}">
                          <a16:creationId xmlns:a16="http://schemas.microsoft.com/office/drawing/2014/main" id="{90FDCAE1-C0CA-F1CA-909A-35AC5A4DCC05}"/>
                        </a:ext>
                      </a:extLst>
                    </p:cNvPr>
                    <p:cNvSpPr/>
                    <p:nvPr/>
                  </p:nvSpPr>
                  <p:spPr>
                    <a:xfrm>
                      <a:off x="1743346" y="4384958"/>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5" name="Freeform: Shape 1264">
                      <a:extLst>
                        <a:ext uri="{FF2B5EF4-FFF2-40B4-BE49-F238E27FC236}">
                          <a16:creationId xmlns:a16="http://schemas.microsoft.com/office/drawing/2014/main" id="{C9430636-A111-A4C6-8D54-82BC59D80668}"/>
                        </a:ext>
                      </a:extLst>
                    </p:cNvPr>
                    <p:cNvSpPr/>
                    <p:nvPr/>
                  </p:nvSpPr>
                  <p:spPr>
                    <a:xfrm>
                      <a:off x="1758303" y="4384958"/>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6" name="Freeform: Shape 1265">
                      <a:extLst>
                        <a:ext uri="{FF2B5EF4-FFF2-40B4-BE49-F238E27FC236}">
                          <a16:creationId xmlns:a16="http://schemas.microsoft.com/office/drawing/2014/main" id="{7BD29736-2E33-05C2-EB95-4253966AA468}"/>
                        </a:ext>
                      </a:extLst>
                    </p:cNvPr>
                    <p:cNvSpPr/>
                    <p:nvPr/>
                  </p:nvSpPr>
                  <p:spPr>
                    <a:xfrm>
                      <a:off x="1743346" y="4385958"/>
                      <a:ext cx="14957" cy="31051"/>
                    </a:xfrm>
                    <a:custGeom>
                      <a:avLst/>
                      <a:gdLst>
                        <a:gd name="connsiteX0" fmla="*/ 14957 w 14957"/>
                        <a:gd name="connsiteY0" fmla="*/ 22413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3"/>
                          </a:moveTo>
                          <a:lnTo>
                            <a:pt x="0" y="31052"/>
                          </a:lnTo>
                          <a:lnTo>
                            <a:pt x="0" y="8638"/>
                          </a:lnTo>
                          <a:lnTo>
                            <a:pt x="14957" y="0"/>
                          </a:lnTo>
                          <a:lnTo>
                            <a:pt x="14957"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7" name="Freeform: Shape 1266">
                      <a:extLst>
                        <a:ext uri="{FF2B5EF4-FFF2-40B4-BE49-F238E27FC236}">
                          <a16:creationId xmlns:a16="http://schemas.microsoft.com/office/drawing/2014/main" id="{C4CCA1FA-1D67-7A82-1DE6-BEEBD19A34AC}"/>
                        </a:ext>
                      </a:extLst>
                    </p:cNvPr>
                    <p:cNvSpPr/>
                    <p:nvPr/>
                  </p:nvSpPr>
                  <p:spPr>
                    <a:xfrm>
                      <a:off x="1743346" y="4384958"/>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29" name="Graphic 34">
                    <a:extLst>
                      <a:ext uri="{FF2B5EF4-FFF2-40B4-BE49-F238E27FC236}">
                        <a16:creationId xmlns:a16="http://schemas.microsoft.com/office/drawing/2014/main" id="{8C46BD84-09E5-BE48-5690-B15CBE4A5241}"/>
                      </a:ext>
                    </a:extLst>
                  </p:cNvPr>
                  <p:cNvGrpSpPr/>
                  <p:nvPr/>
                </p:nvGrpSpPr>
                <p:grpSpPr>
                  <a:xfrm>
                    <a:off x="2202296" y="3098866"/>
                    <a:ext cx="16700" cy="33946"/>
                    <a:chOff x="1658435" y="4472414"/>
                    <a:chExt cx="16700" cy="33946"/>
                  </a:xfrm>
                  <a:solidFill>
                    <a:srgbClr val="586A6C"/>
                  </a:solidFill>
                </p:grpSpPr>
                <p:sp>
                  <p:nvSpPr>
                    <p:cNvPr id="1260" name="Freeform: Shape 1259">
                      <a:extLst>
                        <a:ext uri="{FF2B5EF4-FFF2-40B4-BE49-F238E27FC236}">
                          <a16:creationId xmlns:a16="http://schemas.microsoft.com/office/drawing/2014/main" id="{01C019C0-9E77-7A31-B4BC-389C2F397280}"/>
                        </a:ext>
                      </a:extLst>
                    </p:cNvPr>
                    <p:cNvSpPr/>
                    <p:nvPr/>
                  </p:nvSpPr>
                  <p:spPr>
                    <a:xfrm>
                      <a:off x="1658435" y="4472414"/>
                      <a:ext cx="16700" cy="33946"/>
                    </a:xfrm>
                    <a:custGeom>
                      <a:avLst/>
                      <a:gdLst>
                        <a:gd name="connsiteX0" fmla="*/ 14973 w 16700"/>
                        <a:gd name="connsiteY0" fmla="*/ 23414 h 33946"/>
                        <a:gd name="connsiteX1" fmla="*/ 14973 w 16700"/>
                        <a:gd name="connsiteY1" fmla="*/ 985 h 33946"/>
                        <a:gd name="connsiteX2" fmla="*/ 16685 w 16700"/>
                        <a:gd name="connsiteY2" fmla="*/ 0 h 33946"/>
                        <a:gd name="connsiteX3" fmla="*/ 16700 w 16700"/>
                        <a:gd name="connsiteY3" fmla="*/ 24323 h 33946"/>
                        <a:gd name="connsiteX4" fmla="*/ 0 w 16700"/>
                        <a:gd name="connsiteY4" fmla="*/ 33946 h 33946"/>
                        <a:gd name="connsiteX5" fmla="*/ 0 w 16700"/>
                        <a:gd name="connsiteY5" fmla="*/ 32052 h 33946"/>
                        <a:gd name="connsiteX6" fmla="*/ 14973 w 16700"/>
                        <a:gd name="connsiteY6" fmla="*/ 23414 h 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46">
                          <a:moveTo>
                            <a:pt x="14973" y="23414"/>
                          </a:moveTo>
                          <a:lnTo>
                            <a:pt x="14973" y="985"/>
                          </a:lnTo>
                          <a:lnTo>
                            <a:pt x="16685" y="0"/>
                          </a:lnTo>
                          <a:lnTo>
                            <a:pt x="16700" y="24323"/>
                          </a:lnTo>
                          <a:lnTo>
                            <a:pt x="0" y="33946"/>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1" name="Freeform: Shape 1260">
                      <a:extLst>
                        <a:ext uri="{FF2B5EF4-FFF2-40B4-BE49-F238E27FC236}">
                          <a16:creationId xmlns:a16="http://schemas.microsoft.com/office/drawing/2014/main" id="{DEEE8122-76A1-2AD6-43BD-DD78BB661210}"/>
                        </a:ext>
                      </a:extLst>
                    </p:cNvPr>
                    <p:cNvSpPr/>
                    <p:nvPr/>
                  </p:nvSpPr>
                  <p:spPr>
                    <a:xfrm>
                      <a:off x="1673408" y="4472414"/>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985"/>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2" name="Freeform: Shape 1261">
                      <a:extLst>
                        <a:ext uri="{FF2B5EF4-FFF2-40B4-BE49-F238E27FC236}">
                          <a16:creationId xmlns:a16="http://schemas.microsoft.com/office/drawing/2014/main" id="{551731FA-94F9-4E59-8D0A-6F82088D745F}"/>
                        </a:ext>
                      </a:extLst>
                    </p:cNvPr>
                    <p:cNvSpPr/>
                    <p:nvPr/>
                  </p:nvSpPr>
                  <p:spPr>
                    <a:xfrm>
                      <a:off x="1658435" y="4473399"/>
                      <a:ext cx="14972" cy="31066"/>
                    </a:xfrm>
                    <a:custGeom>
                      <a:avLst/>
                      <a:gdLst>
                        <a:gd name="connsiteX0" fmla="*/ 14973 w 14972"/>
                        <a:gd name="connsiteY0" fmla="*/ 22429 h 31066"/>
                        <a:gd name="connsiteX1" fmla="*/ 0 w 14972"/>
                        <a:gd name="connsiteY1" fmla="*/ 31067 h 31066"/>
                        <a:gd name="connsiteX2" fmla="*/ 0 w 14972"/>
                        <a:gd name="connsiteY2" fmla="*/ 8638 h 31066"/>
                        <a:gd name="connsiteX3" fmla="*/ 14973 w 14972"/>
                        <a:gd name="connsiteY3" fmla="*/ 0 h 31066"/>
                        <a:gd name="connsiteX4" fmla="*/ 14973 w 14972"/>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66">
                          <a:moveTo>
                            <a:pt x="14973" y="22429"/>
                          </a:moveTo>
                          <a:lnTo>
                            <a:pt x="0" y="31067"/>
                          </a:lnTo>
                          <a:lnTo>
                            <a:pt x="0" y="8638"/>
                          </a:lnTo>
                          <a:lnTo>
                            <a:pt x="14973" y="0"/>
                          </a:lnTo>
                          <a:lnTo>
                            <a:pt x="14973"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63" name="Freeform: Shape 1262">
                      <a:extLst>
                        <a:ext uri="{FF2B5EF4-FFF2-40B4-BE49-F238E27FC236}">
                          <a16:creationId xmlns:a16="http://schemas.microsoft.com/office/drawing/2014/main" id="{E2C8BB03-202E-F99E-AA55-622E48BA4D02}"/>
                        </a:ext>
                      </a:extLst>
                    </p:cNvPr>
                    <p:cNvSpPr/>
                    <p:nvPr/>
                  </p:nvSpPr>
                  <p:spPr>
                    <a:xfrm>
                      <a:off x="1658435" y="4472414"/>
                      <a:ext cx="16685" cy="13623"/>
                    </a:xfrm>
                    <a:custGeom>
                      <a:avLst/>
                      <a:gdLst>
                        <a:gd name="connsiteX0" fmla="*/ 14973 w 16685"/>
                        <a:gd name="connsiteY0" fmla="*/ 5001 h 13623"/>
                        <a:gd name="connsiteX1" fmla="*/ 0 w 16685"/>
                        <a:gd name="connsiteY1" fmla="*/ 13624 h 13623"/>
                        <a:gd name="connsiteX2" fmla="*/ 0 w 16685"/>
                        <a:gd name="connsiteY2" fmla="*/ 9623 h 13623"/>
                        <a:gd name="connsiteX3" fmla="*/ 16685 w 16685"/>
                        <a:gd name="connsiteY3" fmla="*/ 0 h 13623"/>
                        <a:gd name="connsiteX4" fmla="*/ 14973 w 16685"/>
                        <a:gd name="connsiteY4" fmla="*/ 5001 h 1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23">
                          <a:moveTo>
                            <a:pt x="14973" y="5001"/>
                          </a:moveTo>
                          <a:lnTo>
                            <a:pt x="0" y="13624"/>
                          </a:lnTo>
                          <a:lnTo>
                            <a:pt x="0" y="9623"/>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0" name="Graphic 34">
                    <a:extLst>
                      <a:ext uri="{FF2B5EF4-FFF2-40B4-BE49-F238E27FC236}">
                        <a16:creationId xmlns:a16="http://schemas.microsoft.com/office/drawing/2014/main" id="{4AC51C45-CDB8-CC46-C385-B99A7CA9FC13}"/>
                      </a:ext>
                    </a:extLst>
                  </p:cNvPr>
                  <p:cNvGrpSpPr/>
                  <p:nvPr/>
                </p:nvGrpSpPr>
                <p:grpSpPr>
                  <a:xfrm>
                    <a:off x="2230605" y="3082515"/>
                    <a:ext cx="16685" cy="33961"/>
                    <a:chOff x="1686744" y="4456063"/>
                    <a:chExt cx="16685" cy="33961"/>
                  </a:xfrm>
                  <a:solidFill>
                    <a:srgbClr val="586A6C"/>
                  </a:solidFill>
                </p:grpSpPr>
                <p:sp>
                  <p:nvSpPr>
                    <p:cNvPr id="1256" name="Freeform: Shape 1255">
                      <a:extLst>
                        <a:ext uri="{FF2B5EF4-FFF2-40B4-BE49-F238E27FC236}">
                          <a16:creationId xmlns:a16="http://schemas.microsoft.com/office/drawing/2014/main" id="{6AD3A513-8511-112A-5939-DD950894DF8F}"/>
                        </a:ext>
                      </a:extLst>
                    </p:cNvPr>
                    <p:cNvSpPr/>
                    <p:nvPr/>
                  </p:nvSpPr>
                  <p:spPr>
                    <a:xfrm>
                      <a:off x="1686744" y="4456063"/>
                      <a:ext cx="16685" cy="33961"/>
                    </a:xfrm>
                    <a:custGeom>
                      <a:avLst/>
                      <a:gdLst>
                        <a:gd name="connsiteX0" fmla="*/ 14957 w 16685"/>
                        <a:gd name="connsiteY0" fmla="*/ 23429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29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29"/>
                          </a:moveTo>
                          <a:lnTo>
                            <a:pt x="14957" y="1000"/>
                          </a:lnTo>
                          <a:lnTo>
                            <a:pt x="16685" y="0"/>
                          </a:lnTo>
                          <a:lnTo>
                            <a:pt x="16685" y="24338"/>
                          </a:lnTo>
                          <a:lnTo>
                            <a:pt x="0" y="33961"/>
                          </a:lnTo>
                          <a:lnTo>
                            <a:pt x="0" y="32052"/>
                          </a:lnTo>
                          <a:lnTo>
                            <a:pt x="14957" y="23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7" name="Freeform: Shape 1256">
                      <a:extLst>
                        <a:ext uri="{FF2B5EF4-FFF2-40B4-BE49-F238E27FC236}">
                          <a16:creationId xmlns:a16="http://schemas.microsoft.com/office/drawing/2014/main" id="{1CE4B31B-BEA2-52CC-A637-3845B63D3FB1}"/>
                        </a:ext>
                      </a:extLst>
                    </p:cNvPr>
                    <p:cNvSpPr/>
                    <p:nvPr/>
                  </p:nvSpPr>
                  <p:spPr>
                    <a:xfrm>
                      <a:off x="1701701" y="4456063"/>
                      <a:ext cx="1727" cy="24338"/>
                    </a:xfrm>
                    <a:custGeom>
                      <a:avLst/>
                      <a:gdLst>
                        <a:gd name="connsiteX0" fmla="*/ 1728 w 1727"/>
                        <a:gd name="connsiteY0" fmla="*/ 0 h 24338"/>
                        <a:gd name="connsiteX1" fmla="*/ 1728 w 1727"/>
                        <a:gd name="connsiteY1" fmla="*/ 24338 h 24338"/>
                        <a:gd name="connsiteX2" fmla="*/ 0 w 1727"/>
                        <a:gd name="connsiteY2" fmla="*/ 23429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29"/>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8" name="Freeform: Shape 1257">
                      <a:extLst>
                        <a:ext uri="{FF2B5EF4-FFF2-40B4-BE49-F238E27FC236}">
                          <a16:creationId xmlns:a16="http://schemas.microsoft.com/office/drawing/2014/main" id="{150BDF05-6180-C6EB-237B-E8CD5555E2C7}"/>
                        </a:ext>
                      </a:extLst>
                    </p:cNvPr>
                    <p:cNvSpPr/>
                    <p:nvPr/>
                  </p:nvSpPr>
                  <p:spPr>
                    <a:xfrm>
                      <a:off x="1686744" y="4457063"/>
                      <a:ext cx="14957" cy="31051"/>
                    </a:xfrm>
                    <a:custGeom>
                      <a:avLst/>
                      <a:gdLst>
                        <a:gd name="connsiteX0" fmla="*/ 14957 w 14957"/>
                        <a:gd name="connsiteY0" fmla="*/ 22429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29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29"/>
                          </a:moveTo>
                          <a:lnTo>
                            <a:pt x="0" y="31052"/>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9" name="Freeform: Shape 1258">
                      <a:extLst>
                        <a:ext uri="{FF2B5EF4-FFF2-40B4-BE49-F238E27FC236}">
                          <a16:creationId xmlns:a16="http://schemas.microsoft.com/office/drawing/2014/main" id="{C619180F-B7E5-0673-7C8C-B9B215F7E6A0}"/>
                        </a:ext>
                      </a:extLst>
                    </p:cNvPr>
                    <p:cNvSpPr/>
                    <p:nvPr/>
                  </p:nvSpPr>
                  <p:spPr>
                    <a:xfrm>
                      <a:off x="1686744" y="4456063"/>
                      <a:ext cx="16685" cy="13639"/>
                    </a:xfrm>
                    <a:custGeom>
                      <a:avLst/>
                      <a:gdLst>
                        <a:gd name="connsiteX0" fmla="*/ 14957 w 16685"/>
                        <a:gd name="connsiteY0" fmla="*/ 5016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16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16"/>
                          </a:moveTo>
                          <a:lnTo>
                            <a:pt x="0" y="13639"/>
                          </a:lnTo>
                          <a:lnTo>
                            <a:pt x="0" y="9638"/>
                          </a:lnTo>
                          <a:lnTo>
                            <a:pt x="16685" y="0"/>
                          </a:lnTo>
                          <a:lnTo>
                            <a:pt x="14957" y="5016"/>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1" name="Graphic 34">
                    <a:extLst>
                      <a:ext uri="{FF2B5EF4-FFF2-40B4-BE49-F238E27FC236}">
                        <a16:creationId xmlns:a16="http://schemas.microsoft.com/office/drawing/2014/main" id="{CA6B3E51-5298-0B0B-70A5-5DAA1D77CF1B}"/>
                      </a:ext>
                    </a:extLst>
                  </p:cNvPr>
                  <p:cNvGrpSpPr/>
                  <p:nvPr/>
                </p:nvGrpSpPr>
                <p:grpSpPr>
                  <a:xfrm>
                    <a:off x="2258898" y="3066178"/>
                    <a:ext cx="16685" cy="33961"/>
                    <a:chOff x="1715037" y="4439726"/>
                    <a:chExt cx="16685" cy="33961"/>
                  </a:xfrm>
                  <a:solidFill>
                    <a:srgbClr val="586A6C"/>
                  </a:solidFill>
                </p:grpSpPr>
                <p:sp>
                  <p:nvSpPr>
                    <p:cNvPr id="1252" name="Freeform: Shape 1251">
                      <a:extLst>
                        <a:ext uri="{FF2B5EF4-FFF2-40B4-BE49-F238E27FC236}">
                          <a16:creationId xmlns:a16="http://schemas.microsoft.com/office/drawing/2014/main" id="{F0837EE1-5FB4-603F-65B3-54A1A89F4290}"/>
                        </a:ext>
                      </a:extLst>
                    </p:cNvPr>
                    <p:cNvSpPr/>
                    <p:nvPr/>
                  </p:nvSpPr>
                  <p:spPr>
                    <a:xfrm>
                      <a:off x="1715037" y="4439726"/>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38"/>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3" name="Freeform: Shape 1252">
                      <a:extLst>
                        <a:ext uri="{FF2B5EF4-FFF2-40B4-BE49-F238E27FC236}">
                          <a16:creationId xmlns:a16="http://schemas.microsoft.com/office/drawing/2014/main" id="{BB030E13-290E-DB23-14CC-7A4382E8E229}"/>
                        </a:ext>
                      </a:extLst>
                    </p:cNvPr>
                    <p:cNvSpPr/>
                    <p:nvPr/>
                  </p:nvSpPr>
                  <p:spPr>
                    <a:xfrm>
                      <a:off x="1729995" y="4439726"/>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4" name="Freeform: Shape 1253">
                      <a:extLst>
                        <a:ext uri="{FF2B5EF4-FFF2-40B4-BE49-F238E27FC236}">
                          <a16:creationId xmlns:a16="http://schemas.microsoft.com/office/drawing/2014/main" id="{5720DEAF-7D11-033C-39BC-4D2B482CC0D0}"/>
                        </a:ext>
                      </a:extLst>
                    </p:cNvPr>
                    <p:cNvSpPr/>
                    <p:nvPr/>
                  </p:nvSpPr>
                  <p:spPr>
                    <a:xfrm>
                      <a:off x="1715037" y="4440726"/>
                      <a:ext cx="14957" cy="31051"/>
                    </a:xfrm>
                    <a:custGeom>
                      <a:avLst/>
                      <a:gdLst>
                        <a:gd name="connsiteX0" fmla="*/ 14958 w 14957"/>
                        <a:gd name="connsiteY0" fmla="*/ 22413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3"/>
                          </a:moveTo>
                          <a:lnTo>
                            <a:pt x="0" y="31052"/>
                          </a:lnTo>
                          <a:lnTo>
                            <a:pt x="0" y="8638"/>
                          </a:lnTo>
                          <a:lnTo>
                            <a:pt x="14958" y="0"/>
                          </a:lnTo>
                          <a:lnTo>
                            <a:pt x="14958"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5" name="Freeform: Shape 1254">
                      <a:extLst>
                        <a:ext uri="{FF2B5EF4-FFF2-40B4-BE49-F238E27FC236}">
                          <a16:creationId xmlns:a16="http://schemas.microsoft.com/office/drawing/2014/main" id="{AC00B200-F5A9-9BBE-D9CA-8D89457D2F91}"/>
                        </a:ext>
                      </a:extLst>
                    </p:cNvPr>
                    <p:cNvSpPr/>
                    <p:nvPr/>
                  </p:nvSpPr>
                  <p:spPr>
                    <a:xfrm>
                      <a:off x="1715037" y="4439726"/>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2" name="Graphic 34">
                    <a:extLst>
                      <a:ext uri="{FF2B5EF4-FFF2-40B4-BE49-F238E27FC236}">
                        <a16:creationId xmlns:a16="http://schemas.microsoft.com/office/drawing/2014/main" id="{9E27C8ED-D93E-3D0A-C2F6-D93837368D09}"/>
                      </a:ext>
                    </a:extLst>
                  </p:cNvPr>
                  <p:cNvGrpSpPr/>
                  <p:nvPr/>
                </p:nvGrpSpPr>
                <p:grpSpPr>
                  <a:xfrm>
                    <a:off x="2287207" y="3049841"/>
                    <a:ext cx="16685" cy="33961"/>
                    <a:chOff x="1743346" y="4423389"/>
                    <a:chExt cx="16685" cy="33961"/>
                  </a:xfrm>
                  <a:solidFill>
                    <a:srgbClr val="586A6C"/>
                  </a:solidFill>
                </p:grpSpPr>
                <p:sp>
                  <p:nvSpPr>
                    <p:cNvPr id="1248" name="Freeform: Shape 1247">
                      <a:extLst>
                        <a:ext uri="{FF2B5EF4-FFF2-40B4-BE49-F238E27FC236}">
                          <a16:creationId xmlns:a16="http://schemas.microsoft.com/office/drawing/2014/main" id="{AAD4AF04-E38B-A2B7-A6EF-8E7A6E078C1D}"/>
                        </a:ext>
                      </a:extLst>
                    </p:cNvPr>
                    <p:cNvSpPr/>
                    <p:nvPr/>
                  </p:nvSpPr>
                  <p:spPr>
                    <a:xfrm>
                      <a:off x="1743346" y="4423389"/>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9" name="Freeform: Shape 1248">
                      <a:extLst>
                        <a:ext uri="{FF2B5EF4-FFF2-40B4-BE49-F238E27FC236}">
                          <a16:creationId xmlns:a16="http://schemas.microsoft.com/office/drawing/2014/main" id="{1AC9FDF7-F556-FF84-F0B9-738BF48EAA12}"/>
                        </a:ext>
                      </a:extLst>
                    </p:cNvPr>
                    <p:cNvSpPr/>
                    <p:nvPr/>
                  </p:nvSpPr>
                  <p:spPr>
                    <a:xfrm>
                      <a:off x="1758303" y="4423389"/>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0" name="Freeform: Shape 1249">
                      <a:extLst>
                        <a:ext uri="{FF2B5EF4-FFF2-40B4-BE49-F238E27FC236}">
                          <a16:creationId xmlns:a16="http://schemas.microsoft.com/office/drawing/2014/main" id="{F8E9077E-6994-9001-9E3B-D6D726E6ABFC}"/>
                        </a:ext>
                      </a:extLst>
                    </p:cNvPr>
                    <p:cNvSpPr/>
                    <p:nvPr/>
                  </p:nvSpPr>
                  <p:spPr>
                    <a:xfrm>
                      <a:off x="1743346" y="4424390"/>
                      <a:ext cx="14957" cy="31051"/>
                    </a:xfrm>
                    <a:custGeom>
                      <a:avLst/>
                      <a:gdLst>
                        <a:gd name="connsiteX0" fmla="*/ 14957 w 14957"/>
                        <a:gd name="connsiteY0" fmla="*/ 22413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3"/>
                          </a:moveTo>
                          <a:lnTo>
                            <a:pt x="0" y="31052"/>
                          </a:lnTo>
                          <a:lnTo>
                            <a:pt x="0" y="8638"/>
                          </a:lnTo>
                          <a:lnTo>
                            <a:pt x="14957" y="0"/>
                          </a:lnTo>
                          <a:lnTo>
                            <a:pt x="14957"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51" name="Freeform: Shape 1250">
                      <a:extLst>
                        <a:ext uri="{FF2B5EF4-FFF2-40B4-BE49-F238E27FC236}">
                          <a16:creationId xmlns:a16="http://schemas.microsoft.com/office/drawing/2014/main" id="{4602FEBF-62C6-025B-5BC7-4569B07050D3}"/>
                        </a:ext>
                      </a:extLst>
                    </p:cNvPr>
                    <p:cNvSpPr/>
                    <p:nvPr/>
                  </p:nvSpPr>
                  <p:spPr>
                    <a:xfrm>
                      <a:off x="1743346" y="4423389"/>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3" name="Graphic 34">
                    <a:extLst>
                      <a:ext uri="{FF2B5EF4-FFF2-40B4-BE49-F238E27FC236}">
                        <a16:creationId xmlns:a16="http://schemas.microsoft.com/office/drawing/2014/main" id="{59CE37A5-6669-B565-3D0C-E0609EB720E0}"/>
                      </a:ext>
                    </a:extLst>
                  </p:cNvPr>
                  <p:cNvGrpSpPr/>
                  <p:nvPr/>
                </p:nvGrpSpPr>
                <p:grpSpPr>
                  <a:xfrm>
                    <a:off x="2202296" y="3137283"/>
                    <a:ext cx="16700" cy="33961"/>
                    <a:chOff x="1658435" y="4510831"/>
                    <a:chExt cx="16700" cy="33961"/>
                  </a:xfrm>
                  <a:solidFill>
                    <a:srgbClr val="586A6C"/>
                  </a:solidFill>
                </p:grpSpPr>
                <p:sp>
                  <p:nvSpPr>
                    <p:cNvPr id="1244" name="Freeform: Shape 1243">
                      <a:extLst>
                        <a:ext uri="{FF2B5EF4-FFF2-40B4-BE49-F238E27FC236}">
                          <a16:creationId xmlns:a16="http://schemas.microsoft.com/office/drawing/2014/main" id="{11A60058-F274-BFBA-BF28-B2C147D51307}"/>
                        </a:ext>
                      </a:extLst>
                    </p:cNvPr>
                    <p:cNvSpPr/>
                    <p:nvPr/>
                  </p:nvSpPr>
                  <p:spPr>
                    <a:xfrm>
                      <a:off x="1658435" y="4510831"/>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38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38"/>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5" name="Freeform: Shape 1244">
                      <a:extLst>
                        <a:ext uri="{FF2B5EF4-FFF2-40B4-BE49-F238E27FC236}">
                          <a16:creationId xmlns:a16="http://schemas.microsoft.com/office/drawing/2014/main" id="{49180808-60E2-4EBF-4B97-6AB667F527D4}"/>
                        </a:ext>
                      </a:extLst>
                    </p:cNvPr>
                    <p:cNvSpPr/>
                    <p:nvPr/>
                  </p:nvSpPr>
                  <p:spPr>
                    <a:xfrm>
                      <a:off x="1673408" y="4510831"/>
                      <a:ext cx="1727" cy="24338"/>
                    </a:xfrm>
                    <a:custGeom>
                      <a:avLst/>
                      <a:gdLst>
                        <a:gd name="connsiteX0" fmla="*/ 1712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12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12" y="0"/>
                          </a:moveTo>
                          <a:lnTo>
                            <a:pt x="1728" y="24338"/>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6" name="Freeform: Shape 1245">
                      <a:extLst>
                        <a:ext uri="{FF2B5EF4-FFF2-40B4-BE49-F238E27FC236}">
                          <a16:creationId xmlns:a16="http://schemas.microsoft.com/office/drawing/2014/main" id="{07CFF7BA-F5F4-EC8A-9472-8432DF1A2A8C}"/>
                        </a:ext>
                      </a:extLst>
                    </p:cNvPr>
                    <p:cNvSpPr/>
                    <p:nvPr/>
                  </p:nvSpPr>
                  <p:spPr>
                    <a:xfrm>
                      <a:off x="1658435" y="4511831"/>
                      <a:ext cx="14972" cy="31051"/>
                    </a:xfrm>
                    <a:custGeom>
                      <a:avLst/>
                      <a:gdLst>
                        <a:gd name="connsiteX0" fmla="*/ 14973 w 14972"/>
                        <a:gd name="connsiteY0" fmla="*/ 22413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3"/>
                          </a:moveTo>
                          <a:lnTo>
                            <a:pt x="0" y="31052"/>
                          </a:lnTo>
                          <a:lnTo>
                            <a:pt x="0" y="8638"/>
                          </a:lnTo>
                          <a:lnTo>
                            <a:pt x="14973" y="0"/>
                          </a:lnTo>
                          <a:lnTo>
                            <a:pt x="14973"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7" name="Freeform: Shape 1246">
                      <a:extLst>
                        <a:ext uri="{FF2B5EF4-FFF2-40B4-BE49-F238E27FC236}">
                          <a16:creationId xmlns:a16="http://schemas.microsoft.com/office/drawing/2014/main" id="{0F011100-C8F9-EE03-5D7D-5CB3B29CE8B9}"/>
                        </a:ext>
                      </a:extLst>
                    </p:cNvPr>
                    <p:cNvSpPr/>
                    <p:nvPr/>
                  </p:nvSpPr>
                  <p:spPr>
                    <a:xfrm>
                      <a:off x="1658435" y="4510831"/>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4" name="Graphic 34">
                    <a:extLst>
                      <a:ext uri="{FF2B5EF4-FFF2-40B4-BE49-F238E27FC236}">
                        <a16:creationId xmlns:a16="http://schemas.microsoft.com/office/drawing/2014/main" id="{B70B7DEA-A600-9AFA-52F9-52A3EF6258F3}"/>
                      </a:ext>
                    </a:extLst>
                  </p:cNvPr>
                  <p:cNvGrpSpPr/>
                  <p:nvPr/>
                </p:nvGrpSpPr>
                <p:grpSpPr>
                  <a:xfrm>
                    <a:off x="2230605" y="3120946"/>
                    <a:ext cx="16685" cy="33961"/>
                    <a:chOff x="1686744" y="4494494"/>
                    <a:chExt cx="16685" cy="33961"/>
                  </a:xfrm>
                  <a:solidFill>
                    <a:srgbClr val="586A6C"/>
                  </a:solidFill>
                </p:grpSpPr>
                <p:sp>
                  <p:nvSpPr>
                    <p:cNvPr id="1240" name="Freeform: Shape 1239">
                      <a:extLst>
                        <a:ext uri="{FF2B5EF4-FFF2-40B4-BE49-F238E27FC236}">
                          <a16:creationId xmlns:a16="http://schemas.microsoft.com/office/drawing/2014/main" id="{F0A8B883-80D8-D2BB-CFB2-818CBC906344}"/>
                        </a:ext>
                      </a:extLst>
                    </p:cNvPr>
                    <p:cNvSpPr/>
                    <p:nvPr/>
                  </p:nvSpPr>
                  <p:spPr>
                    <a:xfrm>
                      <a:off x="1686744" y="4494494"/>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1" name="Freeform: Shape 1240">
                      <a:extLst>
                        <a:ext uri="{FF2B5EF4-FFF2-40B4-BE49-F238E27FC236}">
                          <a16:creationId xmlns:a16="http://schemas.microsoft.com/office/drawing/2014/main" id="{F91BFBDB-C89C-BEBF-3A17-81DCD3B63893}"/>
                        </a:ext>
                      </a:extLst>
                    </p:cNvPr>
                    <p:cNvSpPr/>
                    <p:nvPr/>
                  </p:nvSpPr>
                  <p:spPr>
                    <a:xfrm>
                      <a:off x="1701701" y="4494494"/>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2" name="Freeform: Shape 1241">
                      <a:extLst>
                        <a:ext uri="{FF2B5EF4-FFF2-40B4-BE49-F238E27FC236}">
                          <a16:creationId xmlns:a16="http://schemas.microsoft.com/office/drawing/2014/main" id="{23ADFD2C-AA6A-5617-2407-AC0A0E4208F6}"/>
                        </a:ext>
                      </a:extLst>
                    </p:cNvPr>
                    <p:cNvSpPr/>
                    <p:nvPr/>
                  </p:nvSpPr>
                  <p:spPr>
                    <a:xfrm>
                      <a:off x="1686744" y="4495495"/>
                      <a:ext cx="14957" cy="31051"/>
                    </a:xfrm>
                    <a:custGeom>
                      <a:avLst/>
                      <a:gdLst>
                        <a:gd name="connsiteX0" fmla="*/ 14957 w 14957"/>
                        <a:gd name="connsiteY0" fmla="*/ 22413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3"/>
                          </a:moveTo>
                          <a:lnTo>
                            <a:pt x="0" y="31052"/>
                          </a:lnTo>
                          <a:lnTo>
                            <a:pt x="0" y="8638"/>
                          </a:lnTo>
                          <a:lnTo>
                            <a:pt x="14957" y="0"/>
                          </a:lnTo>
                          <a:lnTo>
                            <a:pt x="14957"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43" name="Freeform: Shape 1242">
                      <a:extLst>
                        <a:ext uri="{FF2B5EF4-FFF2-40B4-BE49-F238E27FC236}">
                          <a16:creationId xmlns:a16="http://schemas.microsoft.com/office/drawing/2014/main" id="{5C8D5FFD-A1BE-6C71-D509-6BBCF50FC6DD}"/>
                        </a:ext>
                      </a:extLst>
                    </p:cNvPr>
                    <p:cNvSpPr/>
                    <p:nvPr/>
                  </p:nvSpPr>
                  <p:spPr>
                    <a:xfrm>
                      <a:off x="1686744" y="4494494"/>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5" name="Graphic 34">
                    <a:extLst>
                      <a:ext uri="{FF2B5EF4-FFF2-40B4-BE49-F238E27FC236}">
                        <a16:creationId xmlns:a16="http://schemas.microsoft.com/office/drawing/2014/main" id="{B87851B8-4539-D574-E40A-64BF1E62C9F7}"/>
                      </a:ext>
                    </a:extLst>
                  </p:cNvPr>
                  <p:cNvGrpSpPr/>
                  <p:nvPr/>
                </p:nvGrpSpPr>
                <p:grpSpPr>
                  <a:xfrm>
                    <a:off x="2258898" y="3104610"/>
                    <a:ext cx="16685" cy="33961"/>
                    <a:chOff x="1715037" y="4478158"/>
                    <a:chExt cx="16685" cy="33961"/>
                  </a:xfrm>
                  <a:solidFill>
                    <a:srgbClr val="586A6C"/>
                  </a:solidFill>
                </p:grpSpPr>
                <p:sp>
                  <p:nvSpPr>
                    <p:cNvPr id="1236" name="Freeform: Shape 1235">
                      <a:extLst>
                        <a:ext uri="{FF2B5EF4-FFF2-40B4-BE49-F238E27FC236}">
                          <a16:creationId xmlns:a16="http://schemas.microsoft.com/office/drawing/2014/main" id="{2401AD71-3D91-B9D5-2C90-B7C9A66D5291}"/>
                        </a:ext>
                      </a:extLst>
                    </p:cNvPr>
                    <p:cNvSpPr/>
                    <p:nvPr/>
                  </p:nvSpPr>
                  <p:spPr>
                    <a:xfrm>
                      <a:off x="1715037" y="4478158"/>
                      <a:ext cx="16685" cy="33961"/>
                    </a:xfrm>
                    <a:custGeom>
                      <a:avLst/>
                      <a:gdLst>
                        <a:gd name="connsiteX0" fmla="*/ 14958 w 16685"/>
                        <a:gd name="connsiteY0" fmla="*/ 23414 h 33961"/>
                        <a:gd name="connsiteX1" fmla="*/ 14958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985"/>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7" name="Freeform: Shape 1236">
                      <a:extLst>
                        <a:ext uri="{FF2B5EF4-FFF2-40B4-BE49-F238E27FC236}">
                          <a16:creationId xmlns:a16="http://schemas.microsoft.com/office/drawing/2014/main" id="{C748A7AF-7F01-E10D-DDF6-A69F8C485DB8}"/>
                        </a:ext>
                      </a:extLst>
                    </p:cNvPr>
                    <p:cNvSpPr/>
                    <p:nvPr/>
                  </p:nvSpPr>
                  <p:spPr>
                    <a:xfrm>
                      <a:off x="1729995" y="4478158"/>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8" name="Freeform: Shape 1237">
                      <a:extLst>
                        <a:ext uri="{FF2B5EF4-FFF2-40B4-BE49-F238E27FC236}">
                          <a16:creationId xmlns:a16="http://schemas.microsoft.com/office/drawing/2014/main" id="{35D8AF7D-38AC-5CE7-2A67-F84C479140E7}"/>
                        </a:ext>
                      </a:extLst>
                    </p:cNvPr>
                    <p:cNvSpPr/>
                    <p:nvPr/>
                  </p:nvSpPr>
                  <p:spPr>
                    <a:xfrm>
                      <a:off x="1715037" y="4479143"/>
                      <a:ext cx="14957" cy="31066"/>
                    </a:xfrm>
                    <a:custGeom>
                      <a:avLst/>
                      <a:gdLst>
                        <a:gd name="connsiteX0" fmla="*/ 14958 w 14957"/>
                        <a:gd name="connsiteY0" fmla="*/ 22429 h 31066"/>
                        <a:gd name="connsiteX1" fmla="*/ 0 w 14957"/>
                        <a:gd name="connsiteY1" fmla="*/ 31067 h 31066"/>
                        <a:gd name="connsiteX2" fmla="*/ 0 w 14957"/>
                        <a:gd name="connsiteY2" fmla="*/ 8638 h 31066"/>
                        <a:gd name="connsiteX3" fmla="*/ 14958 w 14957"/>
                        <a:gd name="connsiteY3" fmla="*/ 0 h 31066"/>
                        <a:gd name="connsiteX4" fmla="*/ 14958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8" y="22429"/>
                          </a:moveTo>
                          <a:lnTo>
                            <a:pt x="0" y="31067"/>
                          </a:lnTo>
                          <a:lnTo>
                            <a:pt x="0" y="8638"/>
                          </a:lnTo>
                          <a:lnTo>
                            <a:pt x="14958" y="0"/>
                          </a:lnTo>
                          <a:lnTo>
                            <a:pt x="14958"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9" name="Freeform: Shape 1238">
                      <a:extLst>
                        <a:ext uri="{FF2B5EF4-FFF2-40B4-BE49-F238E27FC236}">
                          <a16:creationId xmlns:a16="http://schemas.microsoft.com/office/drawing/2014/main" id="{A4210FEC-1688-01B3-C993-FC7C4755D059}"/>
                        </a:ext>
                      </a:extLst>
                    </p:cNvPr>
                    <p:cNvSpPr/>
                    <p:nvPr/>
                  </p:nvSpPr>
                  <p:spPr>
                    <a:xfrm>
                      <a:off x="1715037" y="4478158"/>
                      <a:ext cx="16685" cy="13639"/>
                    </a:xfrm>
                    <a:custGeom>
                      <a:avLst/>
                      <a:gdLst>
                        <a:gd name="connsiteX0" fmla="*/ 14958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23"/>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6" name="Graphic 34">
                    <a:extLst>
                      <a:ext uri="{FF2B5EF4-FFF2-40B4-BE49-F238E27FC236}">
                        <a16:creationId xmlns:a16="http://schemas.microsoft.com/office/drawing/2014/main" id="{D7FFEC40-7AEC-8F40-DF13-622D6B06B303}"/>
                      </a:ext>
                    </a:extLst>
                  </p:cNvPr>
                  <p:cNvGrpSpPr/>
                  <p:nvPr/>
                </p:nvGrpSpPr>
                <p:grpSpPr>
                  <a:xfrm>
                    <a:off x="2287207" y="3088273"/>
                    <a:ext cx="16685" cy="33946"/>
                    <a:chOff x="1743346" y="4461821"/>
                    <a:chExt cx="16685" cy="33946"/>
                  </a:xfrm>
                  <a:solidFill>
                    <a:srgbClr val="586A6C"/>
                  </a:solidFill>
                </p:grpSpPr>
                <p:sp>
                  <p:nvSpPr>
                    <p:cNvPr id="1232" name="Freeform: Shape 1231">
                      <a:extLst>
                        <a:ext uri="{FF2B5EF4-FFF2-40B4-BE49-F238E27FC236}">
                          <a16:creationId xmlns:a16="http://schemas.microsoft.com/office/drawing/2014/main" id="{8D890B2F-67D8-15FE-6CB4-2FBAE2E348A5}"/>
                        </a:ext>
                      </a:extLst>
                    </p:cNvPr>
                    <p:cNvSpPr/>
                    <p:nvPr/>
                  </p:nvSpPr>
                  <p:spPr>
                    <a:xfrm>
                      <a:off x="1743346" y="4461821"/>
                      <a:ext cx="16685" cy="33946"/>
                    </a:xfrm>
                    <a:custGeom>
                      <a:avLst/>
                      <a:gdLst>
                        <a:gd name="connsiteX0" fmla="*/ 14957 w 16685"/>
                        <a:gd name="connsiteY0" fmla="*/ 23414 h 33946"/>
                        <a:gd name="connsiteX1" fmla="*/ 14957 w 16685"/>
                        <a:gd name="connsiteY1" fmla="*/ 985 h 33946"/>
                        <a:gd name="connsiteX2" fmla="*/ 16685 w 16685"/>
                        <a:gd name="connsiteY2" fmla="*/ 0 h 33946"/>
                        <a:gd name="connsiteX3" fmla="*/ 16685 w 16685"/>
                        <a:gd name="connsiteY3" fmla="*/ 24323 h 33946"/>
                        <a:gd name="connsiteX4" fmla="*/ 0 w 16685"/>
                        <a:gd name="connsiteY4" fmla="*/ 33946 h 33946"/>
                        <a:gd name="connsiteX5" fmla="*/ 0 w 16685"/>
                        <a:gd name="connsiteY5" fmla="*/ 32052 h 33946"/>
                        <a:gd name="connsiteX6" fmla="*/ 14957 w 16685"/>
                        <a:gd name="connsiteY6" fmla="*/ 23414 h 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46">
                          <a:moveTo>
                            <a:pt x="14957" y="23414"/>
                          </a:moveTo>
                          <a:lnTo>
                            <a:pt x="14957" y="985"/>
                          </a:lnTo>
                          <a:lnTo>
                            <a:pt x="16685" y="0"/>
                          </a:lnTo>
                          <a:lnTo>
                            <a:pt x="16685" y="24323"/>
                          </a:lnTo>
                          <a:lnTo>
                            <a:pt x="0" y="33946"/>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3" name="Freeform: Shape 1232">
                      <a:extLst>
                        <a:ext uri="{FF2B5EF4-FFF2-40B4-BE49-F238E27FC236}">
                          <a16:creationId xmlns:a16="http://schemas.microsoft.com/office/drawing/2014/main" id="{CE5283E8-1D7E-42C0-4C20-40857C760CD7}"/>
                        </a:ext>
                      </a:extLst>
                    </p:cNvPr>
                    <p:cNvSpPr/>
                    <p:nvPr/>
                  </p:nvSpPr>
                  <p:spPr>
                    <a:xfrm>
                      <a:off x="1758303" y="4461821"/>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4" name="Freeform: Shape 1233">
                      <a:extLst>
                        <a:ext uri="{FF2B5EF4-FFF2-40B4-BE49-F238E27FC236}">
                          <a16:creationId xmlns:a16="http://schemas.microsoft.com/office/drawing/2014/main" id="{F8AF285A-78F1-8D51-5AA0-24F63F47633D}"/>
                        </a:ext>
                      </a:extLst>
                    </p:cNvPr>
                    <p:cNvSpPr/>
                    <p:nvPr/>
                  </p:nvSpPr>
                  <p:spPr>
                    <a:xfrm>
                      <a:off x="1743346" y="4462806"/>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5" name="Freeform: Shape 1234">
                      <a:extLst>
                        <a:ext uri="{FF2B5EF4-FFF2-40B4-BE49-F238E27FC236}">
                          <a16:creationId xmlns:a16="http://schemas.microsoft.com/office/drawing/2014/main" id="{D62D900E-7285-3857-E48C-CD1AF69E858F}"/>
                        </a:ext>
                      </a:extLst>
                    </p:cNvPr>
                    <p:cNvSpPr/>
                    <p:nvPr/>
                  </p:nvSpPr>
                  <p:spPr>
                    <a:xfrm>
                      <a:off x="1743346" y="4461821"/>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7" name="Graphic 34">
                    <a:extLst>
                      <a:ext uri="{FF2B5EF4-FFF2-40B4-BE49-F238E27FC236}">
                        <a16:creationId xmlns:a16="http://schemas.microsoft.com/office/drawing/2014/main" id="{93391E26-5CD9-1C28-4D57-09AAB3728F07}"/>
                      </a:ext>
                    </a:extLst>
                  </p:cNvPr>
                  <p:cNvGrpSpPr/>
                  <p:nvPr/>
                </p:nvGrpSpPr>
                <p:grpSpPr>
                  <a:xfrm>
                    <a:off x="2202296" y="3175715"/>
                    <a:ext cx="16700" cy="33961"/>
                    <a:chOff x="1658435" y="4549263"/>
                    <a:chExt cx="16700" cy="33961"/>
                  </a:xfrm>
                  <a:solidFill>
                    <a:srgbClr val="586A6C"/>
                  </a:solidFill>
                </p:grpSpPr>
                <p:sp>
                  <p:nvSpPr>
                    <p:cNvPr id="1228" name="Freeform: Shape 1227">
                      <a:extLst>
                        <a:ext uri="{FF2B5EF4-FFF2-40B4-BE49-F238E27FC236}">
                          <a16:creationId xmlns:a16="http://schemas.microsoft.com/office/drawing/2014/main" id="{30C6EC4B-E045-5018-B8E2-C03D1BFD4A7F}"/>
                        </a:ext>
                      </a:extLst>
                    </p:cNvPr>
                    <p:cNvSpPr/>
                    <p:nvPr/>
                  </p:nvSpPr>
                  <p:spPr>
                    <a:xfrm>
                      <a:off x="1658435" y="4549263"/>
                      <a:ext cx="16700" cy="33961"/>
                    </a:xfrm>
                    <a:custGeom>
                      <a:avLst/>
                      <a:gdLst>
                        <a:gd name="connsiteX0" fmla="*/ 14973 w 16700"/>
                        <a:gd name="connsiteY0" fmla="*/ 23414 h 33961"/>
                        <a:gd name="connsiteX1" fmla="*/ 14973 w 16700"/>
                        <a:gd name="connsiteY1" fmla="*/ 985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985"/>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9" name="Freeform: Shape 1228">
                      <a:extLst>
                        <a:ext uri="{FF2B5EF4-FFF2-40B4-BE49-F238E27FC236}">
                          <a16:creationId xmlns:a16="http://schemas.microsoft.com/office/drawing/2014/main" id="{6CB36E2C-BFF1-2A38-8AEF-FF9A3921B011}"/>
                        </a:ext>
                      </a:extLst>
                    </p:cNvPr>
                    <p:cNvSpPr/>
                    <p:nvPr/>
                  </p:nvSpPr>
                  <p:spPr>
                    <a:xfrm>
                      <a:off x="1673408" y="4549263"/>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985"/>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0" name="Freeform: Shape 1229">
                      <a:extLst>
                        <a:ext uri="{FF2B5EF4-FFF2-40B4-BE49-F238E27FC236}">
                          <a16:creationId xmlns:a16="http://schemas.microsoft.com/office/drawing/2014/main" id="{4DBE21C3-570A-51FE-CA35-06D055A6A946}"/>
                        </a:ext>
                      </a:extLst>
                    </p:cNvPr>
                    <p:cNvSpPr/>
                    <p:nvPr/>
                  </p:nvSpPr>
                  <p:spPr>
                    <a:xfrm>
                      <a:off x="1658435" y="4550248"/>
                      <a:ext cx="14972" cy="31066"/>
                    </a:xfrm>
                    <a:custGeom>
                      <a:avLst/>
                      <a:gdLst>
                        <a:gd name="connsiteX0" fmla="*/ 14973 w 14972"/>
                        <a:gd name="connsiteY0" fmla="*/ 22429 h 31066"/>
                        <a:gd name="connsiteX1" fmla="*/ 0 w 14972"/>
                        <a:gd name="connsiteY1" fmla="*/ 31067 h 31066"/>
                        <a:gd name="connsiteX2" fmla="*/ 0 w 14972"/>
                        <a:gd name="connsiteY2" fmla="*/ 8638 h 31066"/>
                        <a:gd name="connsiteX3" fmla="*/ 14973 w 14972"/>
                        <a:gd name="connsiteY3" fmla="*/ 0 h 31066"/>
                        <a:gd name="connsiteX4" fmla="*/ 14973 w 14972"/>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66">
                          <a:moveTo>
                            <a:pt x="14973" y="22429"/>
                          </a:moveTo>
                          <a:lnTo>
                            <a:pt x="0" y="31067"/>
                          </a:lnTo>
                          <a:lnTo>
                            <a:pt x="0" y="8638"/>
                          </a:lnTo>
                          <a:lnTo>
                            <a:pt x="14973" y="0"/>
                          </a:lnTo>
                          <a:lnTo>
                            <a:pt x="14973"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31" name="Freeform: Shape 1230">
                      <a:extLst>
                        <a:ext uri="{FF2B5EF4-FFF2-40B4-BE49-F238E27FC236}">
                          <a16:creationId xmlns:a16="http://schemas.microsoft.com/office/drawing/2014/main" id="{22650C74-6A5F-8A5D-4C65-3118E54B0544}"/>
                        </a:ext>
                      </a:extLst>
                    </p:cNvPr>
                    <p:cNvSpPr/>
                    <p:nvPr/>
                  </p:nvSpPr>
                  <p:spPr>
                    <a:xfrm>
                      <a:off x="1658435" y="4549263"/>
                      <a:ext cx="16685" cy="13639"/>
                    </a:xfrm>
                    <a:custGeom>
                      <a:avLst/>
                      <a:gdLst>
                        <a:gd name="connsiteX0" fmla="*/ 14973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23"/>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8" name="Graphic 34">
                    <a:extLst>
                      <a:ext uri="{FF2B5EF4-FFF2-40B4-BE49-F238E27FC236}">
                        <a16:creationId xmlns:a16="http://schemas.microsoft.com/office/drawing/2014/main" id="{4FB72E29-EEB8-54F0-F5FF-4FCC71EE5D25}"/>
                      </a:ext>
                    </a:extLst>
                  </p:cNvPr>
                  <p:cNvGrpSpPr/>
                  <p:nvPr/>
                </p:nvGrpSpPr>
                <p:grpSpPr>
                  <a:xfrm>
                    <a:off x="2230605" y="3159378"/>
                    <a:ext cx="16685" cy="33961"/>
                    <a:chOff x="1686744" y="4532926"/>
                    <a:chExt cx="16685" cy="33961"/>
                  </a:xfrm>
                  <a:solidFill>
                    <a:srgbClr val="586A6C"/>
                  </a:solidFill>
                </p:grpSpPr>
                <p:sp>
                  <p:nvSpPr>
                    <p:cNvPr id="1224" name="Freeform: Shape 1223">
                      <a:extLst>
                        <a:ext uri="{FF2B5EF4-FFF2-40B4-BE49-F238E27FC236}">
                          <a16:creationId xmlns:a16="http://schemas.microsoft.com/office/drawing/2014/main" id="{62ED07E5-58E1-6620-9567-F34057D4344A}"/>
                        </a:ext>
                      </a:extLst>
                    </p:cNvPr>
                    <p:cNvSpPr/>
                    <p:nvPr/>
                  </p:nvSpPr>
                  <p:spPr>
                    <a:xfrm>
                      <a:off x="1686744" y="4532926"/>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5" name="Freeform: Shape 1224">
                      <a:extLst>
                        <a:ext uri="{FF2B5EF4-FFF2-40B4-BE49-F238E27FC236}">
                          <a16:creationId xmlns:a16="http://schemas.microsoft.com/office/drawing/2014/main" id="{CAAE961B-F727-7E2A-B39F-FE9C94631CB7}"/>
                        </a:ext>
                      </a:extLst>
                    </p:cNvPr>
                    <p:cNvSpPr/>
                    <p:nvPr/>
                  </p:nvSpPr>
                  <p:spPr>
                    <a:xfrm>
                      <a:off x="1701701" y="4532926"/>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6" name="Freeform: Shape 1225">
                      <a:extLst>
                        <a:ext uri="{FF2B5EF4-FFF2-40B4-BE49-F238E27FC236}">
                          <a16:creationId xmlns:a16="http://schemas.microsoft.com/office/drawing/2014/main" id="{D5511810-3456-0814-6EF8-D93A01433837}"/>
                        </a:ext>
                      </a:extLst>
                    </p:cNvPr>
                    <p:cNvSpPr/>
                    <p:nvPr/>
                  </p:nvSpPr>
                  <p:spPr>
                    <a:xfrm>
                      <a:off x="1686744" y="4533911"/>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7" name="Freeform: Shape 1226">
                      <a:extLst>
                        <a:ext uri="{FF2B5EF4-FFF2-40B4-BE49-F238E27FC236}">
                          <a16:creationId xmlns:a16="http://schemas.microsoft.com/office/drawing/2014/main" id="{6842D794-19FA-866E-D0F4-D38B0836DAA6}"/>
                        </a:ext>
                      </a:extLst>
                    </p:cNvPr>
                    <p:cNvSpPr/>
                    <p:nvPr/>
                  </p:nvSpPr>
                  <p:spPr>
                    <a:xfrm>
                      <a:off x="1686744" y="4532926"/>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39" name="Graphic 34">
                    <a:extLst>
                      <a:ext uri="{FF2B5EF4-FFF2-40B4-BE49-F238E27FC236}">
                        <a16:creationId xmlns:a16="http://schemas.microsoft.com/office/drawing/2014/main" id="{804760BE-7416-07D7-7B7A-9B75851AD3D7}"/>
                      </a:ext>
                    </a:extLst>
                  </p:cNvPr>
                  <p:cNvGrpSpPr/>
                  <p:nvPr/>
                </p:nvGrpSpPr>
                <p:grpSpPr>
                  <a:xfrm>
                    <a:off x="2258898" y="3143026"/>
                    <a:ext cx="16685" cy="33961"/>
                    <a:chOff x="1715037" y="4516574"/>
                    <a:chExt cx="16685" cy="33961"/>
                  </a:xfrm>
                  <a:solidFill>
                    <a:srgbClr val="586A6C"/>
                  </a:solidFill>
                </p:grpSpPr>
                <p:sp>
                  <p:nvSpPr>
                    <p:cNvPr id="1220" name="Freeform: Shape 1219">
                      <a:extLst>
                        <a:ext uri="{FF2B5EF4-FFF2-40B4-BE49-F238E27FC236}">
                          <a16:creationId xmlns:a16="http://schemas.microsoft.com/office/drawing/2014/main" id="{4671134A-389E-2C71-6727-84BCA7B91F30}"/>
                        </a:ext>
                      </a:extLst>
                    </p:cNvPr>
                    <p:cNvSpPr/>
                    <p:nvPr/>
                  </p:nvSpPr>
                  <p:spPr>
                    <a:xfrm>
                      <a:off x="1715037" y="4516574"/>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38"/>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1" name="Freeform: Shape 1220">
                      <a:extLst>
                        <a:ext uri="{FF2B5EF4-FFF2-40B4-BE49-F238E27FC236}">
                          <a16:creationId xmlns:a16="http://schemas.microsoft.com/office/drawing/2014/main" id="{6ED4B17D-22B8-D942-112F-7D53F2A4694F}"/>
                        </a:ext>
                      </a:extLst>
                    </p:cNvPr>
                    <p:cNvSpPr/>
                    <p:nvPr/>
                  </p:nvSpPr>
                  <p:spPr>
                    <a:xfrm>
                      <a:off x="1729995" y="4516574"/>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2" name="Freeform: Shape 1221">
                      <a:extLst>
                        <a:ext uri="{FF2B5EF4-FFF2-40B4-BE49-F238E27FC236}">
                          <a16:creationId xmlns:a16="http://schemas.microsoft.com/office/drawing/2014/main" id="{A6D6DB84-5D61-3E03-AC5D-3225DA152DA6}"/>
                        </a:ext>
                      </a:extLst>
                    </p:cNvPr>
                    <p:cNvSpPr/>
                    <p:nvPr/>
                  </p:nvSpPr>
                  <p:spPr>
                    <a:xfrm>
                      <a:off x="1715037" y="4517575"/>
                      <a:ext cx="14957" cy="31051"/>
                    </a:xfrm>
                    <a:custGeom>
                      <a:avLst/>
                      <a:gdLst>
                        <a:gd name="connsiteX0" fmla="*/ 14958 w 14957"/>
                        <a:gd name="connsiteY0" fmla="*/ 22414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4"/>
                          </a:moveTo>
                          <a:lnTo>
                            <a:pt x="0" y="31052"/>
                          </a:lnTo>
                          <a:lnTo>
                            <a:pt x="0" y="8638"/>
                          </a:lnTo>
                          <a:lnTo>
                            <a:pt x="14958" y="0"/>
                          </a:lnTo>
                          <a:lnTo>
                            <a:pt x="14958"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23" name="Freeform: Shape 1222">
                      <a:extLst>
                        <a:ext uri="{FF2B5EF4-FFF2-40B4-BE49-F238E27FC236}">
                          <a16:creationId xmlns:a16="http://schemas.microsoft.com/office/drawing/2014/main" id="{CC4B0AB3-E3D1-4341-A9AF-E8B64BA10F1E}"/>
                        </a:ext>
                      </a:extLst>
                    </p:cNvPr>
                    <p:cNvSpPr/>
                    <p:nvPr/>
                  </p:nvSpPr>
                  <p:spPr>
                    <a:xfrm>
                      <a:off x="1715037" y="4516574"/>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0" name="Graphic 34">
                    <a:extLst>
                      <a:ext uri="{FF2B5EF4-FFF2-40B4-BE49-F238E27FC236}">
                        <a16:creationId xmlns:a16="http://schemas.microsoft.com/office/drawing/2014/main" id="{FF68F0FD-BC21-C0D5-74C1-454C1BFAE70E}"/>
                      </a:ext>
                    </a:extLst>
                  </p:cNvPr>
                  <p:cNvGrpSpPr/>
                  <p:nvPr/>
                </p:nvGrpSpPr>
                <p:grpSpPr>
                  <a:xfrm>
                    <a:off x="2287207" y="3126690"/>
                    <a:ext cx="16685" cy="33961"/>
                    <a:chOff x="1743346" y="4500238"/>
                    <a:chExt cx="16685" cy="33961"/>
                  </a:xfrm>
                  <a:solidFill>
                    <a:srgbClr val="586A6C"/>
                  </a:solidFill>
                </p:grpSpPr>
                <p:sp>
                  <p:nvSpPr>
                    <p:cNvPr id="1216" name="Freeform: Shape 1215">
                      <a:extLst>
                        <a:ext uri="{FF2B5EF4-FFF2-40B4-BE49-F238E27FC236}">
                          <a16:creationId xmlns:a16="http://schemas.microsoft.com/office/drawing/2014/main" id="{56F5DBB4-890F-22A1-9789-1898B28696B2}"/>
                        </a:ext>
                      </a:extLst>
                    </p:cNvPr>
                    <p:cNvSpPr/>
                    <p:nvPr/>
                  </p:nvSpPr>
                  <p:spPr>
                    <a:xfrm>
                      <a:off x="1743346" y="4500238"/>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7" name="Freeform: Shape 1216">
                      <a:extLst>
                        <a:ext uri="{FF2B5EF4-FFF2-40B4-BE49-F238E27FC236}">
                          <a16:creationId xmlns:a16="http://schemas.microsoft.com/office/drawing/2014/main" id="{8235A05E-32B9-7533-C2B9-F0B193169DD4}"/>
                        </a:ext>
                      </a:extLst>
                    </p:cNvPr>
                    <p:cNvSpPr/>
                    <p:nvPr/>
                  </p:nvSpPr>
                  <p:spPr>
                    <a:xfrm>
                      <a:off x="1758303" y="4500238"/>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8" name="Freeform: Shape 1217">
                      <a:extLst>
                        <a:ext uri="{FF2B5EF4-FFF2-40B4-BE49-F238E27FC236}">
                          <a16:creationId xmlns:a16="http://schemas.microsoft.com/office/drawing/2014/main" id="{A6B57D23-B409-B6D2-F1DF-9A75F68D4B0D}"/>
                        </a:ext>
                      </a:extLst>
                    </p:cNvPr>
                    <p:cNvSpPr/>
                    <p:nvPr/>
                  </p:nvSpPr>
                  <p:spPr>
                    <a:xfrm>
                      <a:off x="1743346" y="4501238"/>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9" name="Freeform: Shape 1218">
                      <a:extLst>
                        <a:ext uri="{FF2B5EF4-FFF2-40B4-BE49-F238E27FC236}">
                          <a16:creationId xmlns:a16="http://schemas.microsoft.com/office/drawing/2014/main" id="{7844B992-616D-4F9C-40C6-AC26175B1767}"/>
                        </a:ext>
                      </a:extLst>
                    </p:cNvPr>
                    <p:cNvSpPr/>
                    <p:nvPr/>
                  </p:nvSpPr>
                  <p:spPr>
                    <a:xfrm>
                      <a:off x="1743346" y="4500238"/>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1" name="Graphic 34">
                    <a:extLst>
                      <a:ext uri="{FF2B5EF4-FFF2-40B4-BE49-F238E27FC236}">
                        <a16:creationId xmlns:a16="http://schemas.microsoft.com/office/drawing/2014/main" id="{70CAD2F4-F316-3E43-9E9A-57200BD300DB}"/>
                      </a:ext>
                    </a:extLst>
                  </p:cNvPr>
                  <p:cNvGrpSpPr/>
                  <p:nvPr/>
                </p:nvGrpSpPr>
                <p:grpSpPr>
                  <a:xfrm>
                    <a:off x="2202296" y="3214131"/>
                    <a:ext cx="16700" cy="33961"/>
                    <a:chOff x="1658435" y="4587679"/>
                    <a:chExt cx="16700" cy="33961"/>
                  </a:xfrm>
                  <a:solidFill>
                    <a:srgbClr val="586A6C"/>
                  </a:solidFill>
                </p:grpSpPr>
                <p:sp>
                  <p:nvSpPr>
                    <p:cNvPr id="1212" name="Freeform: Shape 1211">
                      <a:extLst>
                        <a:ext uri="{FF2B5EF4-FFF2-40B4-BE49-F238E27FC236}">
                          <a16:creationId xmlns:a16="http://schemas.microsoft.com/office/drawing/2014/main" id="{58BFE72C-CF64-486C-97DB-9742677DD3C3}"/>
                        </a:ext>
                      </a:extLst>
                    </p:cNvPr>
                    <p:cNvSpPr/>
                    <p:nvPr/>
                  </p:nvSpPr>
                  <p:spPr>
                    <a:xfrm>
                      <a:off x="1658435" y="4587679"/>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38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38"/>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3" name="Freeform: Shape 1212">
                      <a:extLst>
                        <a:ext uri="{FF2B5EF4-FFF2-40B4-BE49-F238E27FC236}">
                          <a16:creationId xmlns:a16="http://schemas.microsoft.com/office/drawing/2014/main" id="{17DE4382-D512-6684-8917-E8A7ADBF7B05}"/>
                        </a:ext>
                      </a:extLst>
                    </p:cNvPr>
                    <p:cNvSpPr/>
                    <p:nvPr/>
                  </p:nvSpPr>
                  <p:spPr>
                    <a:xfrm>
                      <a:off x="1673408" y="4587679"/>
                      <a:ext cx="1727" cy="24338"/>
                    </a:xfrm>
                    <a:custGeom>
                      <a:avLst/>
                      <a:gdLst>
                        <a:gd name="connsiteX0" fmla="*/ 1712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12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12" y="0"/>
                          </a:moveTo>
                          <a:lnTo>
                            <a:pt x="1728" y="24338"/>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4" name="Freeform: Shape 1213">
                      <a:extLst>
                        <a:ext uri="{FF2B5EF4-FFF2-40B4-BE49-F238E27FC236}">
                          <a16:creationId xmlns:a16="http://schemas.microsoft.com/office/drawing/2014/main" id="{8E402AAA-EB90-2238-8CFA-B187ED1A33F1}"/>
                        </a:ext>
                      </a:extLst>
                    </p:cNvPr>
                    <p:cNvSpPr/>
                    <p:nvPr/>
                  </p:nvSpPr>
                  <p:spPr>
                    <a:xfrm>
                      <a:off x="1658435" y="4588680"/>
                      <a:ext cx="14972" cy="31051"/>
                    </a:xfrm>
                    <a:custGeom>
                      <a:avLst/>
                      <a:gdLst>
                        <a:gd name="connsiteX0" fmla="*/ 14973 w 14972"/>
                        <a:gd name="connsiteY0" fmla="*/ 22413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3"/>
                          </a:moveTo>
                          <a:lnTo>
                            <a:pt x="0" y="31052"/>
                          </a:lnTo>
                          <a:lnTo>
                            <a:pt x="0" y="8638"/>
                          </a:lnTo>
                          <a:lnTo>
                            <a:pt x="14973" y="0"/>
                          </a:lnTo>
                          <a:lnTo>
                            <a:pt x="14973"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5" name="Freeform: Shape 1214">
                      <a:extLst>
                        <a:ext uri="{FF2B5EF4-FFF2-40B4-BE49-F238E27FC236}">
                          <a16:creationId xmlns:a16="http://schemas.microsoft.com/office/drawing/2014/main" id="{97C95E4D-906A-70B1-E8A6-7071404143C3}"/>
                        </a:ext>
                      </a:extLst>
                    </p:cNvPr>
                    <p:cNvSpPr/>
                    <p:nvPr/>
                  </p:nvSpPr>
                  <p:spPr>
                    <a:xfrm>
                      <a:off x="1658435" y="4587679"/>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2" name="Graphic 34">
                    <a:extLst>
                      <a:ext uri="{FF2B5EF4-FFF2-40B4-BE49-F238E27FC236}">
                        <a16:creationId xmlns:a16="http://schemas.microsoft.com/office/drawing/2014/main" id="{B77FDC6A-DE12-EAAA-1401-539B79492AC5}"/>
                      </a:ext>
                    </a:extLst>
                  </p:cNvPr>
                  <p:cNvGrpSpPr/>
                  <p:nvPr/>
                </p:nvGrpSpPr>
                <p:grpSpPr>
                  <a:xfrm>
                    <a:off x="2230605" y="3197795"/>
                    <a:ext cx="16685" cy="33961"/>
                    <a:chOff x="1686744" y="4571343"/>
                    <a:chExt cx="16685" cy="33961"/>
                  </a:xfrm>
                  <a:solidFill>
                    <a:srgbClr val="586A6C"/>
                  </a:solidFill>
                </p:grpSpPr>
                <p:sp>
                  <p:nvSpPr>
                    <p:cNvPr id="1208" name="Freeform: Shape 1207">
                      <a:extLst>
                        <a:ext uri="{FF2B5EF4-FFF2-40B4-BE49-F238E27FC236}">
                          <a16:creationId xmlns:a16="http://schemas.microsoft.com/office/drawing/2014/main" id="{9AC76F31-5CF3-B543-F1C9-8D9D9C3B7D07}"/>
                        </a:ext>
                      </a:extLst>
                    </p:cNvPr>
                    <p:cNvSpPr/>
                    <p:nvPr/>
                  </p:nvSpPr>
                  <p:spPr>
                    <a:xfrm>
                      <a:off x="1686744" y="4571343"/>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9" name="Freeform: Shape 1208">
                      <a:extLst>
                        <a:ext uri="{FF2B5EF4-FFF2-40B4-BE49-F238E27FC236}">
                          <a16:creationId xmlns:a16="http://schemas.microsoft.com/office/drawing/2014/main" id="{A01583C8-E92F-BAAF-D9F6-86D38E45CAF2}"/>
                        </a:ext>
                      </a:extLst>
                    </p:cNvPr>
                    <p:cNvSpPr/>
                    <p:nvPr/>
                  </p:nvSpPr>
                  <p:spPr>
                    <a:xfrm>
                      <a:off x="1701701" y="4571343"/>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0" name="Freeform: Shape 1209">
                      <a:extLst>
                        <a:ext uri="{FF2B5EF4-FFF2-40B4-BE49-F238E27FC236}">
                          <a16:creationId xmlns:a16="http://schemas.microsoft.com/office/drawing/2014/main" id="{A49CEF54-11C2-3DEE-655B-4DFDF5CED96B}"/>
                        </a:ext>
                      </a:extLst>
                    </p:cNvPr>
                    <p:cNvSpPr/>
                    <p:nvPr/>
                  </p:nvSpPr>
                  <p:spPr>
                    <a:xfrm>
                      <a:off x="1686744" y="4572343"/>
                      <a:ext cx="14957" cy="31051"/>
                    </a:xfrm>
                    <a:custGeom>
                      <a:avLst/>
                      <a:gdLst>
                        <a:gd name="connsiteX0" fmla="*/ 14957 w 14957"/>
                        <a:gd name="connsiteY0" fmla="*/ 22413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3"/>
                          </a:moveTo>
                          <a:lnTo>
                            <a:pt x="0" y="31052"/>
                          </a:lnTo>
                          <a:lnTo>
                            <a:pt x="0" y="8638"/>
                          </a:lnTo>
                          <a:lnTo>
                            <a:pt x="14957" y="0"/>
                          </a:lnTo>
                          <a:lnTo>
                            <a:pt x="14957"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11" name="Freeform: Shape 1210">
                      <a:extLst>
                        <a:ext uri="{FF2B5EF4-FFF2-40B4-BE49-F238E27FC236}">
                          <a16:creationId xmlns:a16="http://schemas.microsoft.com/office/drawing/2014/main" id="{0BB21DCD-B177-AE6F-8CED-40ED28885955}"/>
                        </a:ext>
                      </a:extLst>
                    </p:cNvPr>
                    <p:cNvSpPr/>
                    <p:nvPr/>
                  </p:nvSpPr>
                  <p:spPr>
                    <a:xfrm>
                      <a:off x="1686744" y="4571343"/>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3" name="Graphic 34">
                    <a:extLst>
                      <a:ext uri="{FF2B5EF4-FFF2-40B4-BE49-F238E27FC236}">
                        <a16:creationId xmlns:a16="http://schemas.microsoft.com/office/drawing/2014/main" id="{BF58CCA2-A15D-CAC5-4F7C-88DD55F720C3}"/>
                      </a:ext>
                    </a:extLst>
                  </p:cNvPr>
                  <p:cNvGrpSpPr/>
                  <p:nvPr/>
                </p:nvGrpSpPr>
                <p:grpSpPr>
                  <a:xfrm>
                    <a:off x="2258898" y="3181458"/>
                    <a:ext cx="16685" cy="33961"/>
                    <a:chOff x="1715037" y="4555006"/>
                    <a:chExt cx="16685" cy="33961"/>
                  </a:xfrm>
                  <a:solidFill>
                    <a:srgbClr val="586A6C"/>
                  </a:solidFill>
                </p:grpSpPr>
                <p:sp>
                  <p:nvSpPr>
                    <p:cNvPr id="1204" name="Freeform: Shape 1203">
                      <a:extLst>
                        <a:ext uri="{FF2B5EF4-FFF2-40B4-BE49-F238E27FC236}">
                          <a16:creationId xmlns:a16="http://schemas.microsoft.com/office/drawing/2014/main" id="{83468CEB-369D-1238-EEB6-E1A15AB57FE9}"/>
                        </a:ext>
                      </a:extLst>
                    </p:cNvPr>
                    <p:cNvSpPr/>
                    <p:nvPr/>
                  </p:nvSpPr>
                  <p:spPr>
                    <a:xfrm>
                      <a:off x="1715037" y="4555006"/>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5" name="Freeform: Shape 1204">
                      <a:extLst>
                        <a:ext uri="{FF2B5EF4-FFF2-40B4-BE49-F238E27FC236}">
                          <a16:creationId xmlns:a16="http://schemas.microsoft.com/office/drawing/2014/main" id="{4F49082A-3998-BE6A-2ED4-28AAEC324DCE}"/>
                        </a:ext>
                      </a:extLst>
                    </p:cNvPr>
                    <p:cNvSpPr/>
                    <p:nvPr/>
                  </p:nvSpPr>
                  <p:spPr>
                    <a:xfrm>
                      <a:off x="1729995" y="4555006"/>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6" name="Freeform: Shape 1205">
                      <a:extLst>
                        <a:ext uri="{FF2B5EF4-FFF2-40B4-BE49-F238E27FC236}">
                          <a16:creationId xmlns:a16="http://schemas.microsoft.com/office/drawing/2014/main" id="{18274C49-04BE-2E7A-DC67-F1A72D6A66D1}"/>
                        </a:ext>
                      </a:extLst>
                    </p:cNvPr>
                    <p:cNvSpPr/>
                    <p:nvPr/>
                  </p:nvSpPr>
                  <p:spPr>
                    <a:xfrm>
                      <a:off x="1715037" y="4556006"/>
                      <a:ext cx="14957" cy="31051"/>
                    </a:xfrm>
                    <a:custGeom>
                      <a:avLst/>
                      <a:gdLst>
                        <a:gd name="connsiteX0" fmla="*/ 14958 w 14957"/>
                        <a:gd name="connsiteY0" fmla="*/ 22413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3"/>
                          </a:moveTo>
                          <a:lnTo>
                            <a:pt x="0" y="31052"/>
                          </a:lnTo>
                          <a:lnTo>
                            <a:pt x="0" y="8638"/>
                          </a:lnTo>
                          <a:lnTo>
                            <a:pt x="14958" y="0"/>
                          </a:lnTo>
                          <a:lnTo>
                            <a:pt x="14958"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7" name="Freeform: Shape 1206">
                      <a:extLst>
                        <a:ext uri="{FF2B5EF4-FFF2-40B4-BE49-F238E27FC236}">
                          <a16:creationId xmlns:a16="http://schemas.microsoft.com/office/drawing/2014/main" id="{7A93594D-6FFC-A648-A367-E7D0211E64D1}"/>
                        </a:ext>
                      </a:extLst>
                    </p:cNvPr>
                    <p:cNvSpPr/>
                    <p:nvPr/>
                  </p:nvSpPr>
                  <p:spPr>
                    <a:xfrm>
                      <a:off x="1715037" y="4555006"/>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4" name="Graphic 34">
                    <a:extLst>
                      <a:ext uri="{FF2B5EF4-FFF2-40B4-BE49-F238E27FC236}">
                        <a16:creationId xmlns:a16="http://schemas.microsoft.com/office/drawing/2014/main" id="{4D7411FD-5035-B76E-4608-23BC05D6C6FD}"/>
                      </a:ext>
                    </a:extLst>
                  </p:cNvPr>
                  <p:cNvGrpSpPr/>
                  <p:nvPr/>
                </p:nvGrpSpPr>
                <p:grpSpPr>
                  <a:xfrm>
                    <a:off x="2287207" y="3165122"/>
                    <a:ext cx="16685" cy="33961"/>
                    <a:chOff x="1743346" y="4538670"/>
                    <a:chExt cx="16685" cy="33961"/>
                  </a:xfrm>
                  <a:solidFill>
                    <a:srgbClr val="586A6C"/>
                  </a:solidFill>
                </p:grpSpPr>
                <p:sp>
                  <p:nvSpPr>
                    <p:cNvPr id="1200" name="Freeform: Shape 1199">
                      <a:extLst>
                        <a:ext uri="{FF2B5EF4-FFF2-40B4-BE49-F238E27FC236}">
                          <a16:creationId xmlns:a16="http://schemas.microsoft.com/office/drawing/2014/main" id="{B746731F-EDDE-D490-5234-ADF937F1205A}"/>
                        </a:ext>
                      </a:extLst>
                    </p:cNvPr>
                    <p:cNvSpPr/>
                    <p:nvPr/>
                  </p:nvSpPr>
                  <p:spPr>
                    <a:xfrm>
                      <a:off x="1743346" y="4538670"/>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1" name="Freeform: Shape 1200">
                      <a:extLst>
                        <a:ext uri="{FF2B5EF4-FFF2-40B4-BE49-F238E27FC236}">
                          <a16:creationId xmlns:a16="http://schemas.microsoft.com/office/drawing/2014/main" id="{3C3280FE-03E8-62A6-01B1-EEB20D93D03B}"/>
                        </a:ext>
                      </a:extLst>
                    </p:cNvPr>
                    <p:cNvSpPr/>
                    <p:nvPr/>
                  </p:nvSpPr>
                  <p:spPr>
                    <a:xfrm>
                      <a:off x="1758303" y="4538670"/>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2" name="Freeform: Shape 1201">
                      <a:extLst>
                        <a:ext uri="{FF2B5EF4-FFF2-40B4-BE49-F238E27FC236}">
                          <a16:creationId xmlns:a16="http://schemas.microsoft.com/office/drawing/2014/main" id="{2D8EB1E8-DB3B-696F-662F-9225FACA6F64}"/>
                        </a:ext>
                      </a:extLst>
                    </p:cNvPr>
                    <p:cNvSpPr/>
                    <p:nvPr/>
                  </p:nvSpPr>
                  <p:spPr>
                    <a:xfrm>
                      <a:off x="1743346" y="4539655"/>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203" name="Freeform: Shape 1202">
                      <a:extLst>
                        <a:ext uri="{FF2B5EF4-FFF2-40B4-BE49-F238E27FC236}">
                          <a16:creationId xmlns:a16="http://schemas.microsoft.com/office/drawing/2014/main" id="{1860550F-DC67-A832-4B48-782056E2783D}"/>
                        </a:ext>
                      </a:extLst>
                    </p:cNvPr>
                    <p:cNvSpPr/>
                    <p:nvPr/>
                  </p:nvSpPr>
                  <p:spPr>
                    <a:xfrm>
                      <a:off x="1743346" y="4538670"/>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5" name="Graphic 34">
                    <a:extLst>
                      <a:ext uri="{FF2B5EF4-FFF2-40B4-BE49-F238E27FC236}">
                        <a16:creationId xmlns:a16="http://schemas.microsoft.com/office/drawing/2014/main" id="{3F05A666-33E7-7FB1-A7D1-59C2C0AAB144}"/>
                      </a:ext>
                    </a:extLst>
                  </p:cNvPr>
                  <p:cNvGrpSpPr/>
                  <p:nvPr/>
                </p:nvGrpSpPr>
                <p:grpSpPr>
                  <a:xfrm>
                    <a:off x="2202296" y="3252563"/>
                    <a:ext cx="16700" cy="33961"/>
                    <a:chOff x="1658435" y="4626111"/>
                    <a:chExt cx="16700" cy="33961"/>
                  </a:xfrm>
                  <a:solidFill>
                    <a:srgbClr val="586A6C"/>
                  </a:solidFill>
                </p:grpSpPr>
                <p:sp>
                  <p:nvSpPr>
                    <p:cNvPr id="1196" name="Freeform: Shape 1195">
                      <a:extLst>
                        <a:ext uri="{FF2B5EF4-FFF2-40B4-BE49-F238E27FC236}">
                          <a16:creationId xmlns:a16="http://schemas.microsoft.com/office/drawing/2014/main" id="{EA48D519-BC34-5DF5-C47B-4D89F12118C4}"/>
                        </a:ext>
                      </a:extLst>
                    </p:cNvPr>
                    <p:cNvSpPr/>
                    <p:nvPr/>
                  </p:nvSpPr>
                  <p:spPr>
                    <a:xfrm>
                      <a:off x="1658435" y="4626111"/>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7" name="Freeform: Shape 1196">
                      <a:extLst>
                        <a:ext uri="{FF2B5EF4-FFF2-40B4-BE49-F238E27FC236}">
                          <a16:creationId xmlns:a16="http://schemas.microsoft.com/office/drawing/2014/main" id="{D04BE68E-27E5-289C-A114-1EB8F7376C4E}"/>
                        </a:ext>
                      </a:extLst>
                    </p:cNvPr>
                    <p:cNvSpPr/>
                    <p:nvPr/>
                  </p:nvSpPr>
                  <p:spPr>
                    <a:xfrm>
                      <a:off x="1673408" y="4626111"/>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8" name="Freeform: Shape 1197">
                      <a:extLst>
                        <a:ext uri="{FF2B5EF4-FFF2-40B4-BE49-F238E27FC236}">
                          <a16:creationId xmlns:a16="http://schemas.microsoft.com/office/drawing/2014/main" id="{A0891E07-1074-D872-4AF2-65D6238C3151}"/>
                        </a:ext>
                      </a:extLst>
                    </p:cNvPr>
                    <p:cNvSpPr/>
                    <p:nvPr/>
                  </p:nvSpPr>
                  <p:spPr>
                    <a:xfrm>
                      <a:off x="1658435" y="4627111"/>
                      <a:ext cx="14972" cy="31051"/>
                    </a:xfrm>
                    <a:custGeom>
                      <a:avLst/>
                      <a:gdLst>
                        <a:gd name="connsiteX0" fmla="*/ 14973 w 14972"/>
                        <a:gd name="connsiteY0" fmla="*/ 22414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4"/>
                          </a:moveTo>
                          <a:lnTo>
                            <a:pt x="0" y="31052"/>
                          </a:lnTo>
                          <a:lnTo>
                            <a:pt x="0" y="8638"/>
                          </a:lnTo>
                          <a:lnTo>
                            <a:pt x="14973" y="0"/>
                          </a:lnTo>
                          <a:lnTo>
                            <a:pt x="14973"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9" name="Freeform: Shape 1198">
                      <a:extLst>
                        <a:ext uri="{FF2B5EF4-FFF2-40B4-BE49-F238E27FC236}">
                          <a16:creationId xmlns:a16="http://schemas.microsoft.com/office/drawing/2014/main" id="{3EC64B1C-3EEB-51FF-FD8F-CDA6B32824AD}"/>
                        </a:ext>
                      </a:extLst>
                    </p:cNvPr>
                    <p:cNvSpPr/>
                    <p:nvPr/>
                  </p:nvSpPr>
                  <p:spPr>
                    <a:xfrm>
                      <a:off x="1658435" y="4626111"/>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6" name="Graphic 34">
                    <a:extLst>
                      <a:ext uri="{FF2B5EF4-FFF2-40B4-BE49-F238E27FC236}">
                        <a16:creationId xmlns:a16="http://schemas.microsoft.com/office/drawing/2014/main" id="{3848717E-505D-61A3-7623-342F835363AC}"/>
                      </a:ext>
                    </a:extLst>
                  </p:cNvPr>
                  <p:cNvGrpSpPr/>
                  <p:nvPr/>
                </p:nvGrpSpPr>
                <p:grpSpPr>
                  <a:xfrm>
                    <a:off x="2230605" y="3236227"/>
                    <a:ext cx="16685" cy="33961"/>
                    <a:chOff x="1686744" y="4609775"/>
                    <a:chExt cx="16685" cy="33961"/>
                  </a:xfrm>
                  <a:solidFill>
                    <a:srgbClr val="586A6C"/>
                  </a:solidFill>
                </p:grpSpPr>
                <p:sp>
                  <p:nvSpPr>
                    <p:cNvPr id="1192" name="Freeform: Shape 1191">
                      <a:extLst>
                        <a:ext uri="{FF2B5EF4-FFF2-40B4-BE49-F238E27FC236}">
                          <a16:creationId xmlns:a16="http://schemas.microsoft.com/office/drawing/2014/main" id="{4D30B1DE-0497-D7E5-0E23-28E2F9D5AD9F}"/>
                        </a:ext>
                      </a:extLst>
                    </p:cNvPr>
                    <p:cNvSpPr/>
                    <p:nvPr/>
                  </p:nvSpPr>
                  <p:spPr>
                    <a:xfrm>
                      <a:off x="1686744" y="4609775"/>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3" name="Freeform: Shape 1192">
                      <a:extLst>
                        <a:ext uri="{FF2B5EF4-FFF2-40B4-BE49-F238E27FC236}">
                          <a16:creationId xmlns:a16="http://schemas.microsoft.com/office/drawing/2014/main" id="{4E32F113-00AE-B1A7-55ED-4D99678D9DFC}"/>
                        </a:ext>
                      </a:extLst>
                    </p:cNvPr>
                    <p:cNvSpPr/>
                    <p:nvPr/>
                  </p:nvSpPr>
                  <p:spPr>
                    <a:xfrm>
                      <a:off x="1701701" y="4609775"/>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4" name="Freeform: Shape 1193">
                      <a:extLst>
                        <a:ext uri="{FF2B5EF4-FFF2-40B4-BE49-F238E27FC236}">
                          <a16:creationId xmlns:a16="http://schemas.microsoft.com/office/drawing/2014/main" id="{3BA34A84-89A8-0DD5-C62A-A5285292C390}"/>
                        </a:ext>
                      </a:extLst>
                    </p:cNvPr>
                    <p:cNvSpPr/>
                    <p:nvPr/>
                  </p:nvSpPr>
                  <p:spPr>
                    <a:xfrm>
                      <a:off x="1686744" y="4610760"/>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5" name="Freeform: Shape 1194">
                      <a:extLst>
                        <a:ext uri="{FF2B5EF4-FFF2-40B4-BE49-F238E27FC236}">
                          <a16:creationId xmlns:a16="http://schemas.microsoft.com/office/drawing/2014/main" id="{3E0C8551-CFF1-DA7D-5378-1A4E2C6BC94B}"/>
                        </a:ext>
                      </a:extLst>
                    </p:cNvPr>
                    <p:cNvSpPr/>
                    <p:nvPr/>
                  </p:nvSpPr>
                  <p:spPr>
                    <a:xfrm>
                      <a:off x="1686744" y="4609775"/>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7" name="Graphic 34">
                    <a:extLst>
                      <a:ext uri="{FF2B5EF4-FFF2-40B4-BE49-F238E27FC236}">
                        <a16:creationId xmlns:a16="http://schemas.microsoft.com/office/drawing/2014/main" id="{9BBA4ECC-0EA0-8E31-D4C3-16A304EE64C0}"/>
                      </a:ext>
                    </a:extLst>
                  </p:cNvPr>
                  <p:cNvGrpSpPr/>
                  <p:nvPr/>
                </p:nvGrpSpPr>
                <p:grpSpPr>
                  <a:xfrm>
                    <a:off x="2258898" y="3219890"/>
                    <a:ext cx="16685" cy="33946"/>
                    <a:chOff x="1715037" y="4593438"/>
                    <a:chExt cx="16685" cy="33946"/>
                  </a:xfrm>
                  <a:solidFill>
                    <a:srgbClr val="586A6C"/>
                  </a:solidFill>
                </p:grpSpPr>
                <p:sp>
                  <p:nvSpPr>
                    <p:cNvPr id="1188" name="Freeform: Shape 1187">
                      <a:extLst>
                        <a:ext uri="{FF2B5EF4-FFF2-40B4-BE49-F238E27FC236}">
                          <a16:creationId xmlns:a16="http://schemas.microsoft.com/office/drawing/2014/main" id="{C7E2E113-359C-5318-F144-47EAE14C3DF5}"/>
                        </a:ext>
                      </a:extLst>
                    </p:cNvPr>
                    <p:cNvSpPr/>
                    <p:nvPr/>
                  </p:nvSpPr>
                  <p:spPr>
                    <a:xfrm>
                      <a:off x="1715037" y="4593438"/>
                      <a:ext cx="16685" cy="33946"/>
                    </a:xfrm>
                    <a:custGeom>
                      <a:avLst/>
                      <a:gdLst>
                        <a:gd name="connsiteX0" fmla="*/ 14958 w 16685"/>
                        <a:gd name="connsiteY0" fmla="*/ 23414 h 33946"/>
                        <a:gd name="connsiteX1" fmla="*/ 14958 w 16685"/>
                        <a:gd name="connsiteY1" fmla="*/ 985 h 33946"/>
                        <a:gd name="connsiteX2" fmla="*/ 16685 w 16685"/>
                        <a:gd name="connsiteY2" fmla="*/ 0 h 33946"/>
                        <a:gd name="connsiteX3" fmla="*/ 16685 w 16685"/>
                        <a:gd name="connsiteY3" fmla="*/ 24323 h 33946"/>
                        <a:gd name="connsiteX4" fmla="*/ 0 w 16685"/>
                        <a:gd name="connsiteY4" fmla="*/ 33946 h 33946"/>
                        <a:gd name="connsiteX5" fmla="*/ 0 w 16685"/>
                        <a:gd name="connsiteY5" fmla="*/ 32052 h 33946"/>
                        <a:gd name="connsiteX6" fmla="*/ 14958 w 16685"/>
                        <a:gd name="connsiteY6" fmla="*/ 23414 h 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46">
                          <a:moveTo>
                            <a:pt x="14958" y="23414"/>
                          </a:moveTo>
                          <a:lnTo>
                            <a:pt x="14958" y="985"/>
                          </a:lnTo>
                          <a:lnTo>
                            <a:pt x="16685" y="0"/>
                          </a:lnTo>
                          <a:lnTo>
                            <a:pt x="16685" y="24323"/>
                          </a:lnTo>
                          <a:lnTo>
                            <a:pt x="0" y="33946"/>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9" name="Freeform: Shape 1188">
                      <a:extLst>
                        <a:ext uri="{FF2B5EF4-FFF2-40B4-BE49-F238E27FC236}">
                          <a16:creationId xmlns:a16="http://schemas.microsoft.com/office/drawing/2014/main" id="{86051607-E2B6-4049-1137-6094464E75B2}"/>
                        </a:ext>
                      </a:extLst>
                    </p:cNvPr>
                    <p:cNvSpPr/>
                    <p:nvPr/>
                  </p:nvSpPr>
                  <p:spPr>
                    <a:xfrm>
                      <a:off x="1729995" y="4593438"/>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0" name="Freeform: Shape 1189">
                      <a:extLst>
                        <a:ext uri="{FF2B5EF4-FFF2-40B4-BE49-F238E27FC236}">
                          <a16:creationId xmlns:a16="http://schemas.microsoft.com/office/drawing/2014/main" id="{9F7D808C-74A5-5BB0-2F5E-D60477415AA5}"/>
                        </a:ext>
                      </a:extLst>
                    </p:cNvPr>
                    <p:cNvSpPr/>
                    <p:nvPr/>
                  </p:nvSpPr>
                  <p:spPr>
                    <a:xfrm>
                      <a:off x="1715037" y="4594423"/>
                      <a:ext cx="14957" cy="31066"/>
                    </a:xfrm>
                    <a:custGeom>
                      <a:avLst/>
                      <a:gdLst>
                        <a:gd name="connsiteX0" fmla="*/ 14958 w 14957"/>
                        <a:gd name="connsiteY0" fmla="*/ 22429 h 31066"/>
                        <a:gd name="connsiteX1" fmla="*/ 0 w 14957"/>
                        <a:gd name="connsiteY1" fmla="*/ 31067 h 31066"/>
                        <a:gd name="connsiteX2" fmla="*/ 0 w 14957"/>
                        <a:gd name="connsiteY2" fmla="*/ 8638 h 31066"/>
                        <a:gd name="connsiteX3" fmla="*/ 14958 w 14957"/>
                        <a:gd name="connsiteY3" fmla="*/ 0 h 31066"/>
                        <a:gd name="connsiteX4" fmla="*/ 14958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8" y="22429"/>
                          </a:moveTo>
                          <a:lnTo>
                            <a:pt x="0" y="31067"/>
                          </a:lnTo>
                          <a:lnTo>
                            <a:pt x="0" y="8638"/>
                          </a:lnTo>
                          <a:lnTo>
                            <a:pt x="14958" y="0"/>
                          </a:lnTo>
                          <a:lnTo>
                            <a:pt x="14958"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91" name="Freeform: Shape 1190">
                      <a:extLst>
                        <a:ext uri="{FF2B5EF4-FFF2-40B4-BE49-F238E27FC236}">
                          <a16:creationId xmlns:a16="http://schemas.microsoft.com/office/drawing/2014/main" id="{597035A4-CFC1-A19C-F715-C5379AC81046}"/>
                        </a:ext>
                      </a:extLst>
                    </p:cNvPr>
                    <p:cNvSpPr/>
                    <p:nvPr/>
                  </p:nvSpPr>
                  <p:spPr>
                    <a:xfrm>
                      <a:off x="1715037" y="4593438"/>
                      <a:ext cx="16685" cy="13623"/>
                    </a:xfrm>
                    <a:custGeom>
                      <a:avLst/>
                      <a:gdLst>
                        <a:gd name="connsiteX0" fmla="*/ 14958 w 16685"/>
                        <a:gd name="connsiteY0" fmla="*/ 5001 h 13623"/>
                        <a:gd name="connsiteX1" fmla="*/ 0 w 16685"/>
                        <a:gd name="connsiteY1" fmla="*/ 13624 h 13623"/>
                        <a:gd name="connsiteX2" fmla="*/ 0 w 16685"/>
                        <a:gd name="connsiteY2" fmla="*/ 9623 h 13623"/>
                        <a:gd name="connsiteX3" fmla="*/ 16685 w 16685"/>
                        <a:gd name="connsiteY3" fmla="*/ 0 h 13623"/>
                        <a:gd name="connsiteX4" fmla="*/ 14958 w 16685"/>
                        <a:gd name="connsiteY4" fmla="*/ 5001 h 1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23">
                          <a:moveTo>
                            <a:pt x="14958" y="5001"/>
                          </a:moveTo>
                          <a:lnTo>
                            <a:pt x="0" y="13624"/>
                          </a:lnTo>
                          <a:lnTo>
                            <a:pt x="0" y="9623"/>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8" name="Graphic 34">
                    <a:extLst>
                      <a:ext uri="{FF2B5EF4-FFF2-40B4-BE49-F238E27FC236}">
                        <a16:creationId xmlns:a16="http://schemas.microsoft.com/office/drawing/2014/main" id="{010E2B01-9805-0A68-C550-988B39AECBDE}"/>
                      </a:ext>
                    </a:extLst>
                  </p:cNvPr>
                  <p:cNvGrpSpPr/>
                  <p:nvPr/>
                </p:nvGrpSpPr>
                <p:grpSpPr>
                  <a:xfrm>
                    <a:off x="2287207" y="3203538"/>
                    <a:ext cx="16685" cy="33961"/>
                    <a:chOff x="1743346" y="4577086"/>
                    <a:chExt cx="16685" cy="33961"/>
                  </a:xfrm>
                  <a:solidFill>
                    <a:srgbClr val="586A6C"/>
                  </a:solidFill>
                </p:grpSpPr>
                <p:sp>
                  <p:nvSpPr>
                    <p:cNvPr id="1184" name="Freeform: Shape 1183">
                      <a:extLst>
                        <a:ext uri="{FF2B5EF4-FFF2-40B4-BE49-F238E27FC236}">
                          <a16:creationId xmlns:a16="http://schemas.microsoft.com/office/drawing/2014/main" id="{A835DF37-3AE7-A2B6-CBF1-3B308193C936}"/>
                        </a:ext>
                      </a:extLst>
                    </p:cNvPr>
                    <p:cNvSpPr/>
                    <p:nvPr/>
                  </p:nvSpPr>
                  <p:spPr>
                    <a:xfrm>
                      <a:off x="1743346" y="4577086"/>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5" name="Freeform: Shape 1184">
                      <a:extLst>
                        <a:ext uri="{FF2B5EF4-FFF2-40B4-BE49-F238E27FC236}">
                          <a16:creationId xmlns:a16="http://schemas.microsoft.com/office/drawing/2014/main" id="{45F18EE6-2E7E-5E4B-95CB-47E459ECE72E}"/>
                        </a:ext>
                      </a:extLst>
                    </p:cNvPr>
                    <p:cNvSpPr/>
                    <p:nvPr/>
                  </p:nvSpPr>
                  <p:spPr>
                    <a:xfrm>
                      <a:off x="1758303" y="4577086"/>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6" name="Freeform: Shape 1185">
                      <a:extLst>
                        <a:ext uri="{FF2B5EF4-FFF2-40B4-BE49-F238E27FC236}">
                          <a16:creationId xmlns:a16="http://schemas.microsoft.com/office/drawing/2014/main" id="{676123A2-8E4D-CCAA-1C12-EB581A4BD0F9}"/>
                        </a:ext>
                      </a:extLst>
                    </p:cNvPr>
                    <p:cNvSpPr/>
                    <p:nvPr/>
                  </p:nvSpPr>
                  <p:spPr>
                    <a:xfrm>
                      <a:off x="1743346" y="4578086"/>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7" name="Freeform: Shape 1186">
                      <a:extLst>
                        <a:ext uri="{FF2B5EF4-FFF2-40B4-BE49-F238E27FC236}">
                          <a16:creationId xmlns:a16="http://schemas.microsoft.com/office/drawing/2014/main" id="{A3CEACD3-F6CF-BA8B-D5D4-759F6EA40081}"/>
                        </a:ext>
                      </a:extLst>
                    </p:cNvPr>
                    <p:cNvSpPr/>
                    <p:nvPr/>
                  </p:nvSpPr>
                  <p:spPr>
                    <a:xfrm>
                      <a:off x="1743346" y="4577086"/>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49" name="Graphic 34">
                    <a:extLst>
                      <a:ext uri="{FF2B5EF4-FFF2-40B4-BE49-F238E27FC236}">
                        <a16:creationId xmlns:a16="http://schemas.microsoft.com/office/drawing/2014/main" id="{D667E95E-BB79-8CEF-A2F2-025D04F662BA}"/>
                      </a:ext>
                    </a:extLst>
                  </p:cNvPr>
                  <p:cNvGrpSpPr/>
                  <p:nvPr/>
                </p:nvGrpSpPr>
                <p:grpSpPr>
                  <a:xfrm>
                    <a:off x="2202296" y="3290980"/>
                    <a:ext cx="16700" cy="33961"/>
                    <a:chOff x="1658435" y="4664528"/>
                    <a:chExt cx="16700" cy="33961"/>
                  </a:xfrm>
                  <a:solidFill>
                    <a:srgbClr val="586A6C"/>
                  </a:solidFill>
                </p:grpSpPr>
                <p:sp>
                  <p:nvSpPr>
                    <p:cNvPr id="1180" name="Freeform: Shape 1179">
                      <a:extLst>
                        <a:ext uri="{FF2B5EF4-FFF2-40B4-BE49-F238E27FC236}">
                          <a16:creationId xmlns:a16="http://schemas.microsoft.com/office/drawing/2014/main" id="{44CEFB5D-DF63-36C4-EF68-6CEC21FB663B}"/>
                        </a:ext>
                      </a:extLst>
                    </p:cNvPr>
                    <p:cNvSpPr/>
                    <p:nvPr/>
                  </p:nvSpPr>
                  <p:spPr>
                    <a:xfrm>
                      <a:off x="1658435" y="4664528"/>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38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38"/>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1" name="Freeform: Shape 1180">
                      <a:extLst>
                        <a:ext uri="{FF2B5EF4-FFF2-40B4-BE49-F238E27FC236}">
                          <a16:creationId xmlns:a16="http://schemas.microsoft.com/office/drawing/2014/main" id="{0F98DE78-F0C9-E5AB-0546-61BF9CC12443}"/>
                        </a:ext>
                      </a:extLst>
                    </p:cNvPr>
                    <p:cNvSpPr/>
                    <p:nvPr/>
                  </p:nvSpPr>
                  <p:spPr>
                    <a:xfrm>
                      <a:off x="1673408" y="4664528"/>
                      <a:ext cx="1727" cy="24338"/>
                    </a:xfrm>
                    <a:custGeom>
                      <a:avLst/>
                      <a:gdLst>
                        <a:gd name="connsiteX0" fmla="*/ 1712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12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12" y="0"/>
                          </a:moveTo>
                          <a:lnTo>
                            <a:pt x="1728" y="24338"/>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2" name="Freeform: Shape 1181">
                      <a:extLst>
                        <a:ext uri="{FF2B5EF4-FFF2-40B4-BE49-F238E27FC236}">
                          <a16:creationId xmlns:a16="http://schemas.microsoft.com/office/drawing/2014/main" id="{E917EBED-D806-CEF9-3C50-6CF3DAE833BE}"/>
                        </a:ext>
                      </a:extLst>
                    </p:cNvPr>
                    <p:cNvSpPr/>
                    <p:nvPr/>
                  </p:nvSpPr>
                  <p:spPr>
                    <a:xfrm>
                      <a:off x="1658435" y="4665528"/>
                      <a:ext cx="14972" cy="31051"/>
                    </a:xfrm>
                    <a:custGeom>
                      <a:avLst/>
                      <a:gdLst>
                        <a:gd name="connsiteX0" fmla="*/ 14973 w 14972"/>
                        <a:gd name="connsiteY0" fmla="*/ 22414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4"/>
                          </a:moveTo>
                          <a:lnTo>
                            <a:pt x="0" y="31052"/>
                          </a:lnTo>
                          <a:lnTo>
                            <a:pt x="0" y="8638"/>
                          </a:lnTo>
                          <a:lnTo>
                            <a:pt x="14973" y="0"/>
                          </a:lnTo>
                          <a:lnTo>
                            <a:pt x="14973"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83" name="Freeform: Shape 1182">
                      <a:extLst>
                        <a:ext uri="{FF2B5EF4-FFF2-40B4-BE49-F238E27FC236}">
                          <a16:creationId xmlns:a16="http://schemas.microsoft.com/office/drawing/2014/main" id="{7618E362-A685-5A90-9E4F-7F65719DE0B9}"/>
                        </a:ext>
                      </a:extLst>
                    </p:cNvPr>
                    <p:cNvSpPr/>
                    <p:nvPr/>
                  </p:nvSpPr>
                  <p:spPr>
                    <a:xfrm>
                      <a:off x="1658435" y="4664528"/>
                      <a:ext cx="16685" cy="13639"/>
                    </a:xfrm>
                    <a:custGeom>
                      <a:avLst/>
                      <a:gdLst>
                        <a:gd name="connsiteX0" fmla="*/ 14973 w 16685"/>
                        <a:gd name="connsiteY0" fmla="*/ 5016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16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16"/>
                          </a:moveTo>
                          <a:lnTo>
                            <a:pt x="0" y="13639"/>
                          </a:lnTo>
                          <a:lnTo>
                            <a:pt x="0" y="9638"/>
                          </a:lnTo>
                          <a:lnTo>
                            <a:pt x="16685" y="0"/>
                          </a:lnTo>
                          <a:lnTo>
                            <a:pt x="14973" y="5016"/>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0" name="Graphic 34">
                    <a:extLst>
                      <a:ext uri="{FF2B5EF4-FFF2-40B4-BE49-F238E27FC236}">
                        <a16:creationId xmlns:a16="http://schemas.microsoft.com/office/drawing/2014/main" id="{D6E55E7E-C30E-47B6-A495-C4B7A1D97000}"/>
                      </a:ext>
                    </a:extLst>
                  </p:cNvPr>
                  <p:cNvGrpSpPr/>
                  <p:nvPr/>
                </p:nvGrpSpPr>
                <p:grpSpPr>
                  <a:xfrm>
                    <a:off x="2230605" y="3274643"/>
                    <a:ext cx="16685" cy="33961"/>
                    <a:chOff x="1686744" y="4648191"/>
                    <a:chExt cx="16685" cy="33961"/>
                  </a:xfrm>
                  <a:solidFill>
                    <a:srgbClr val="586A6C"/>
                  </a:solidFill>
                </p:grpSpPr>
                <p:sp>
                  <p:nvSpPr>
                    <p:cNvPr id="1176" name="Freeform: Shape 1175">
                      <a:extLst>
                        <a:ext uri="{FF2B5EF4-FFF2-40B4-BE49-F238E27FC236}">
                          <a16:creationId xmlns:a16="http://schemas.microsoft.com/office/drawing/2014/main" id="{857A1D30-9701-639A-E07C-2BF991C9FD98}"/>
                        </a:ext>
                      </a:extLst>
                    </p:cNvPr>
                    <p:cNvSpPr/>
                    <p:nvPr/>
                  </p:nvSpPr>
                  <p:spPr>
                    <a:xfrm>
                      <a:off x="1686744" y="4648191"/>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7" name="Freeform: Shape 1176">
                      <a:extLst>
                        <a:ext uri="{FF2B5EF4-FFF2-40B4-BE49-F238E27FC236}">
                          <a16:creationId xmlns:a16="http://schemas.microsoft.com/office/drawing/2014/main" id="{8B959F00-F403-BF67-7F08-2AD14891FB54}"/>
                        </a:ext>
                      </a:extLst>
                    </p:cNvPr>
                    <p:cNvSpPr/>
                    <p:nvPr/>
                  </p:nvSpPr>
                  <p:spPr>
                    <a:xfrm>
                      <a:off x="1701701" y="4648191"/>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8" name="Freeform: Shape 1177">
                      <a:extLst>
                        <a:ext uri="{FF2B5EF4-FFF2-40B4-BE49-F238E27FC236}">
                          <a16:creationId xmlns:a16="http://schemas.microsoft.com/office/drawing/2014/main" id="{9643CA29-234F-9BDD-6FDD-5A5DE5FEC276}"/>
                        </a:ext>
                      </a:extLst>
                    </p:cNvPr>
                    <p:cNvSpPr/>
                    <p:nvPr/>
                  </p:nvSpPr>
                  <p:spPr>
                    <a:xfrm>
                      <a:off x="1686744" y="4649191"/>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9" name="Freeform: Shape 1178">
                      <a:extLst>
                        <a:ext uri="{FF2B5EF4-FFF2-40B4-BE49-F238E27FC236}">
                          <a16:creationId xmlns:a16="http://schemas.microsoft.com/office/drawing/2014/main" id="{934E8EFC-7F76-5483-A9EB-DC83C089ED04}"/>
                        </a:ext>
                      </a:extLst>
                    </p:cNvPr>
                    <p:cNvSpPr/>
                    <p:nvPr/>
                  </p:nvSpPr>
                  <p:spPr>
                    <a:xfrm>
                      <a:off x="1686744" y="4648191"/>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1" name="Graphic 34">
                    <a:extLst>
                      <a:ext uri="{FF2B5EF4-FFF2-40B4-BE49-F238E27FC236}">
                        <a16:creationId xmlns:a16="http://schemas.microsoft.com/office/drawing/2014/main" id="{9632D70D-9532-0550-2893-5D6E2C3A4A4F}"/>
                      </a:ext>
                    </a:extLst>
                  </p:cNvPr>
                  <p:cNvGrpSpPr/>
                  <p:nvPr/>
                </p:nvGrpSpPr>
                <p:grpSpPr>
                  <a:xfrm>
                    <a:off x="2258898" y="3258307"/>
                    <a:ext cx="16685" cy="33961"/>
                    <a:chOff x="1715037" y="4631855"/>
                    <a:chExt cx="16685" cy="33961"/>
                  </a:xfrm>
                  <a:solidFill>
                    <a:srgbClr val="586A6C"/>
                  </a:solidFill>
                </p:grpSpPr>
                <p:sp>
                  <p:nvSpPr>
                    <p:cNvPr id="1172" name="Freeform: Shape 1171">
                      <a:extLst>
                        <a:ext uri="{FF2B5EF4-FFF2-40B4-BE49-F238E27FC236}">
                          <a16:creationId xmlns:a16="http://schemas.microsoft.com/office/drawing/2014/main" id="{3495719B-BA0D-649F-53B6-9224DF616758}"/>
                        </a:ext>
                      </a:extLst>
                    </p:cNvPr>
                    <p:cNvSpPr/>
                    <p:nvPr/>
                  </p:nvSpPr>
                  <p:spPr>
                    <a:xfrm>
                      <a:off x="1715037" y="4631855"/>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38"/>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3" name="Freeform: Shape 1172">
                      <a:extLst>
                        <a:ext uri="{FF2B5EF4-FFF2-40B4-BE49-F238E27FC236}">
                          <a16:creationId xmlns:a16="http://schemas.microsoft.com/office/drawing/2014/main" id="{2FF57D85-F101-2BA2-C84A-1A5D6FF9D91C}"/>
                        </a:ext>
                      </a:extLst>
                    </p:cNvPr>
                    <p:cNvSpPr/>
                    <p:nvPr/>
                  </p:nvSpPr>
                  <p:spPr>
                    <a:xfrm>
                      <a:off x="1729995" y="4631855"/>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4" name="Freeform: Shape 1173">
                      <a:extLst>
                        <a:ext uri="{FF2B5EF4-FFF2-40B4-BE49-F238E27FC236}">
                          <a16:creationId xmlns:a16="http://schemas.microsoft.com/office/drawing/2014/main" id="{D59B2443-41FD-F012-800C-0D917AF18B96}"/>
                        </a:ext>
                      </a:extLst>
                    </p:cNvPr>
                    <p:cNvSpPr/>
                    <p:nvPr/>
                  </p:nvSpPr>
                  <p:spPr>
                    <a:xfrm>
                      <a:off x="1715037" y="4632855"/>
                      <a:ext cx="14957" cy="31051"/>
                    </a:xfrm>
                    <a:custGeom>
                      <a:avLst/>
                      <a:gdLst>
                        <a:gd name="connsiteX0" fmla="*/ 14958 w 14957"/>
                        <a:gd name="connsiteY0" fmla="*/ 22414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4"/>
                          </a:moveTo>
                          <a:lnTo>
                            <a:pt x="0" y="31052"/>
                          </a:lnTo>
                          <a:lnTo>
                            <a:pt x="0" y="8638"/>
                          </a:lnTo>
                          <a:lnTo>
                            <a:pt x="14958" y="0"/>
                          </a:lnTo>
                          <a:lnTo>
                            <a:pt x="14958"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5" name="Freeform: Shape 1174">
                      <a:extLst>
                        <a:ext uri="{FF2B5EF4-FFF2-40B4-BE49-F238E27FC236}">
                          <a16:creationId xmlns:a16="http://schemas.microsoft.com/office/drawing/2014/main" id="{A51A5FE3-4CD0-2B7A-D68A-5CADCE4BA707}"/>
                        </a:ext>
                      </a:extLst>
                    </p:cNvPr>
                    <p:cNvSpPr/>
                    <p:nvPr/>
                  </p:nvSpPr>
                  <p:spPr>
                    <a:xfrm>
                      <a:off x="1715037" y="4631855"/>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2" name="Graphic 34">
                    <a:extLst>
                      <a:ext uri="{FF2B5EF4-FFF2-40B4-BE49-F238E27FC236}">
                        <a16:creationId xmlns:a16="http://schemas.microsoft.com/office/drawing/2014/main" id="{4A60C5FD-8BD7-1FB3-A490-D20250555C89}"/>
                      </a:ext>
                    </a:extLst>
                  </p:cNvPr>
                  <p:cNvGrpSpPr/>
                  <p:nvPr/>
                </p:nvGrpSpPr>
                <p:grpSpPr>
                  <a:xfrm>
                    <a:off x="2287207" y="3241970"/>
                    <a:ext cx="16685" cy="33961"/>
                    <a:chOff x="1743346" y="4615518"/>
                    <a:chExt cx="16685" cy="33961"/>
                  </a:xfrm>
                  <a:solidFill>
                    <a:srgbClr val="586A6C"/>
                  </a:solidFill>
                </p:grpSpPr>
                <p:sp>
                  <p:nvSpPr>
                    <p:cNvPr id="1168" name="Freeform: Shape 1167">
                      <a:extLst>
                        <a:ext uri="{FF2B5EF4-FFF2-40B4-BE49-F238E27FC236}">
                          <a16:creationId xmlns:a16="http://schemas.microsoft.com/office/drawing/2014/main" id="{B0167D9A-CAE8-ED45-E9B1-313B055B8F2F}"/>
                        </a:ext>
                      </a:extLst>
                    </p:cNvPr>
                    <p:cNvSpPr/>
                    <p:nvPr/>
                  </p:nvSpPr>
                  <p:spPr>
                    <a:xfrm>
                      <a:off x="1743346" y="4615518"/>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9" name="Freeform: Shape 1168">
                      <a:extLst>
                        <a:ext uri="{FF2B5EF4-FFF2-40B4-BE49-F238E27FC236}">
                          <a16:creationId xmlns:a16="http://schemas.microsoft.com/office/drawing/2014/main" id="{B2BF3B6B-E08A-978A-9FB4-B277B176463A}"/>
                        </a:ext>
                      </a:extLst>
                    </p:cNvPr>
                    <p:cNvSpPr/>
                    <p:nvPr/>
                  </p:nvSpPr>
                  <p:spPr>
                    <a:xfrm>
                      <a:off x="1758303" y="4615518"/>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0" name="Freeform: Shape 1169">
                      <a:extLst>
                        <a:ext uri="{FF2B5EF4-FFF2-40B4-BE49-F238E27FC236}">
                          <a16:creationId xmlns:a16="http://schemas.microsoft.com/office/drawing/2014/main" id="{FD3989DB-8A1B-A20C-4794-6D0F096C4E0E}"/>
                        </a:ext>
                      </a:extLst>
                    </p:cNvPr>
                    <p:cNvSpPr/>
                    <p:nvPr/>
                  </p:nvSpPr>
                  <p:spPr>
                    <a:xfrm>
                      <a:off x="1743346" y="4616518"/>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71" name="Freeform: Shape 1170">
                      <a:extLst>
                        <a:ext uri="{FF2B5EF4-FFF2-40B4-BE49-F238E27FC236}">
                          <a16:creationId xmlns:a16="http://schemas.microsoft.com/office/drawing/2014/main" id="{B67A3485-BCB8-5D43-8A07-B873DD454863}"/>
                        </a:ext>
                      </a:extLst>
                    </p:cNvPr>
                    <p:cNvSpPr/>
                    <p:nvPr/>
                  </p:nvSpPr>
                  <p:spPr>
                    <a:xfrm>
                      <a:off x="1743346" y="4615518"/>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3" name="Graphic 34">
                    <a:extLst>
                      <a:ext uri="{FF2B5EF4-FFF2-40B4-BE49-F238E27FC236}">
                        <a16:creationId xmlns:a16="http://schemas.microsoft.com/office/drawing/2014/main" id="{BFB70215-185A-55B5-607A-40E8D87DFB39}"/>
                      </a:ext>
                    </a:extLst>
                  </p:cNvPr>
                  <p:cNvGrpSpPr/>
                  <p:nvPr/>
                </p:nvGrpSpPr>
                <p:grpSpPr>
                  <a:xfrm>
                    <a:off x="2230605" y="3313075"/>
                    <a:ext cx="16685" cy="33961"/>
                    <a:chOff x="1686744" y="4686623"/>
                    <a:chExt cx="16685" cy="33961"/>
                  </a:xfrm>
                  <a:solidFill>
                    <a:srgbClr val="586A6C"/>
                  </a:solidFill>
                </p:grpSpPr>
                <p:sp>
                  <p:nvSpPr>
                    <p:cNvPr id="1164" name="Freeform: Shape 1163">
                      <a:extLst>
                        <a:ext uri="{FF2B5EF4-FFF2-40B4-BE49-F238E27FC236}">
                          <a16:creationId xmlns:a16="http://schemas.microsoft.com/office/drawing/2014/main" id="{465C92A8-A391-F8DD-575C-C5F75CC8FD3A}"/>
                        </a:ext>
                      </a:extLst>
                    </p:cNvPr>
                    <p:cNvSpPr/>
                    <p:nvPr/>
                  </p:nvSpPr>
                  <p:spPr>
                    <a:xfrm>
                      <a:off x="1686744" y="4686623"/>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5" name="Freeform: Shape 1164">
                      <a:extLst>
                        <a:ext uri="{FF2B5EF4-FFF2-40B4-BE49-F238E27FC236}">
                          <a16:creationId xmlns:a16="http://schemas.microsoft.com/office/drawing/2014/main" id="{D162C041-2057-6619-C40E-A3F87C7235E6}"/>
                        </a:ext>
                      </a:extLst>
                    </p:cNvPr>
                    <p:cNvSpPr/>
                    <p:nvPr/>
                  </p:nvSpPr>
                  <p:spPr>
                    <a:xfrm>
                      <a:off x="1701701" y="4686623"/>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6" name="Freeform: Shape 1165">
                      <a:extLst>
                        <a:ext uri="{FF2B5EF4-FFF2-40B4-BE49-F238E27FC236}">
                          <a16:creationId xmlns:a16="http://schemas.microsoft.com/office/drawing/2014/main" id="{69A0613D-F803-FFF4-C393-7D15033065AE}"/>
                        </a:ext>
                      </a:extLst>
                    </p:cNvPr>
                    <p:cNvSpPr/>
                    <p:nvPr/>
                  </p:nvSpPr>
                  <p:spPr>
                    <a:xfrm>
                      <a:off x="1686744" y="4687623"/>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7" name="Freeform: Shape 1166">
                      <a:extLst>
                        <a:ext uri="{FF2B5EF4-FFF2-40B4-BE49-F238E27FC236}">
                          <a16:creationId xmlns:a16="http://schemas.microsoft.com/office/drawing/2014/main" id="{7B3A47A8-9E1B-296A-AD67-B9C3296C069E}"/>
                        </a:ext>
                      </a:extLst>
                    </p:cNvPr>
                    <p:cNvSpPr/>
                    <p:nvPr/>
                  </p:nvSpPr>
                  <p:spPr>
                    <a:xfrm>
                      <a:off x="1686744" y="4686623"/>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4" name="Graphic 34">
                    <a:extLst>
                      <a:ext uri="{FF2B5EF4-FFF2-40B4-BE49-F238E27FC236}">
                        <a16:creationId xmlns:a16="http://schemas.microsoft.com/office/drawing/2014/main" id="{BADD8885-9BEB-43C5-7027-E09F5F8A84C7}"/>
                      </a:ext>
                    </a:extLst>
                  </p:cNvPr>
                  <p:cNvGrpSpPr/>
                  <p:nvPr/>
                </p:nvGrpSpPr>
                <p:grpSpPr>
                  <a:xfrm>
                    <a:off x="2258898" y="3296738"/>
                    <a:ext cx="16685" cy="33961"/>
                    <a:chOff x="1715037" y="4670286"/>
                    <a:chExt cx="16685" cy="33961"/>
                  </a:xfrm>
                  <a:solidFill>
                    <a:srgbClr val="586A6C"/>
                  </a:solidFill>
                </p:grpSpPr>
                <p:sp>
                  <p:nvSpPr>
                    <p:cNvPr id="1160" name="Freeform: Shape 1159">
                      <a:extLst>
                        <a:ext uri="{FF2B5EF4-FFF2-40B4-BE49-F238E27FC236}">
                          <a16:creationId xmlns:a16="http://schemas.microsoft.com/office/drawing/2014/main" id="{4ECDC727-BF13-18F1-B8BA-8F24C76D45AC}"/>
                        </a:ext>
                      </a:extLst>
                    </p:cNvPr>
                    <p:cNvSpPr/>
                    <p:nvPr/>
                  </p:nvSpPr>
                  <p:spPr>
                    <a:xfrm>
                      <a:off x="1715037" y="4670286"/>
                      <a:ext cx="16685" cy="33961"/>
                    </a:xfrm>
                    <a:custGeom>
                      <a:avLst/>
                      <a:gdLst>
                        <a:gd name="connsiteX0" fmla="*/ 14958 w 16685"/>
                        <a:gd name="connsiteY0" fmla="*/ 23414 h 33961"/>
                        <a:gd name="connsiteX1" fmla="*/ 14958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985"/>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1" name="Freeform: Shape 1160">
                      <a:extLst>
                        <a:ext uri="{FF2B5EF4-FFF2-40B4-BE49-F238E27FC236}">
                          <a16:creationId xmlns:a16="http://schemas.microsoft.com/office/drawing/2014/main" id="{B6E7C0F5-390D-3A9D-1354-7112DB765CCF}"/>
                        </a:ext>
                      </a:extLst>
                    </p:cNvPr>
                    <p:cNvSpPr/>
                    <p:nvPr/>
                  </p:nvSpPr>
                  <p:spPr>
                    <a:xfrm>
                      <a:off x="1729995" y="4670286"/>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2" name="Freeform: Shape 1161">
                      <a:extLst>
                        <a:ext uri="{FF2B5EF4-FFF2-40B4-BE49-F238E27FC236}">
                          <a16:creationId xmlns:a16="http://schemas.microsoft.com/office/drawing/2014/main" id="{FAFDA439-D472-0996-B4D6-B9B67C99B271}"/>
                        </a:ext>
                      </a:extLst>
                    </p:cNvPr>
                    <p:cNvSpPr/>
                    <p:nvPr/>
                  </p:nvSpPr>
                  <p:spPr>
                    <a:xfrm>
                      <a:off x="1715037" y="4671272"/>
                      <a:ext cx="14957" cy="31066"/>
                    </a:xfrm>
                    <a:custGeom>
                      <a:avLst/>
                      <a:gdLst>
                        <a:gd name="connsiteX0" fmla="*/ 14958 w 14957"/>
                        <a:gd name="connsiteY0" fmla="*/ 22429 h 31066"/>
                        <a:gd name="connsiteX1" fmla="*/ 0 w 14957"/>
                        <a:gd name="connsiteY1" fmla="*/ 31067 h 31066"/>
                        <a:gd name="connsiteX2" fmla="*/ 0 w 14957"/>
                        <a:gd name="connsiteY2" fmla="*/ 8638 h 31066"/>
                        <a:gd name="connsiteX3" fmla="*/ 14958 w 14957"/>
                        <a:gd name="connsiteY3" fmla="*/ 0 h 31066"/>
                        <a:gd name="connsiteX4" fmla="*/ 14958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8" y="22429"/>
                          </a:moveTo>
                          <a:lnTo>
                            <a:pt x="0" y="31067"/>
                          </a:lnTo>
                          <a:lnTo>
                            <a:pt x="0" y="8638"/>
                          </a:lnTo>
                          <a:lnTo>
                            <a:pt x="14958" y="0"/>
                          </a:lnTo>
                          <a:lnTo>
                            <a:pt x="14958"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63" name="Freeform: Shape 1162">
                      <a:extLst>
                        <a:ext uri="{FF2B5EF4-FFF2-40B4-BE49-F238E27FC236}">
                          <a16:creationId xmlns:a16="http://schemas.microsoft.com/office/drawing/2014/main" id="{4AE7CA99-CB1B-58AD-F7A9-E39A3EF0EFD5}"/>
                        </a:ext>
                      </a:extLst>
                    </p:cNvPr>
                    <p:cNvSpPr/>
                    <p:nvPr/>
                  </p:nvSpPr>
                  <p:spPr>
                    <a:xfrm>
                      <a:off x="1715037" y="4670286"/>
                      <a:ext cx="16685" cy="13639"/>
                    </a:xfrm>
                    <a:custGeom>
                      <a:avLst/>
                      <a:gdLst>
                        <a:gd name="connsiteX0" fmla="*/ 14958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23"/>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155" name="Graphic 34">
                    <a:extLst>
                      <a:ext uri="{FF2B5EF4-FFF2-40B4-BE49-F238E27FC236}">
                        <a16:creationId xmlns:a16="http://schemas.microsoft.com/office/drawing/2014/main" id="{055DB102-8388-E8B6-BCAD-C16CEE407C7C}"/>
                      </a:ext>
                    </a:extLst>
                  </p:cNvPr>
                  <p:cNvGrpSpPr/>
                  <p:nvPr/>
                </p:nvGrpSpPr>
                <p:grpSpPr>
                  <a:xfrm>
                    <a:off x="2287207" y="3280402"/>
                    <a:ext cx="16685" cy="33946"/>
                    <a:chOff x="1743346" y="4653950"/>
                    <a:chExt cx="16685" cy="33946"/>
                  </a:xfrm>
                  <a:solidFill>
                    <a:srgbClr val="586A6C"/>
                  </a:solidFill>
                </p:grpSpPr>
                <p:sp>
                  <p:nvSpPr>
                    <p:cNvPr id="1156" name="Freeform: Shape 1155">
                      <a:extLst>
                        <a:ext uri="{FF2B5EF4-FFF2-40B4-BE49-F238E27FC236}">
                          <a16:creationId xmlns:a16="http://schemas.microsoft.com/office/drawing/2014/main" id="{FE848146-8D8E-C823-1E3B-607FEAD011AB}"/>
                        </a:ext>
                      </a:extLst>
                    </p:cNvPr>
                    <p:cNvSpPr/>
                    <p:nvPr/>
                  </p:nvSpPr>
                  <p:spPr>
                    <a:xfrm>
                      <a:off x="1743346" y="4653950"/>
                      <a:ext cx="16685" cy="33946"/>
                    </a:xfrm>
                    <a:custGeom>
                      <a:avLst/>
                      <a:gdLst>
                        <a:gd name="connsiteX0" fmla="*/ 14957 w 16685"/>
                        <a:gd name="connsiteY0" fmla="*/ 23414 h 33946"/>
                        <a:gd name="connsiteX1" fmla="*/ 14957 w 16685"/>
                        <a:gd name="connsiteY1" fmla="*/ 985 h 33946"/>
                        <a:gd name="connsiteX2" fmla="*/ 16685 w 16685"/>
                        <a:gd name="connsiteY2" fmla="*/ 0 h 33946"/>
                        <a:gd name="connsiteX3" fmla="*/ 16685 w 16685"/>
                        <a:gd name="connsiteY3" fmla="*/ 24323 h 33946"/>
                        <a:gd name="connsiteX4" fmla="*/ 0 w 16685"/>
                        <a:gd name="connsiteY4" fmla="*/ 33946 h 33946"/>
                        <a:gd name="connsiteX5" fmla="*/ 0 w 16685"/>
                        <a:gd name="connsiteY5" fmla="*/ 32037 h 33946"/>
                        <a:gd name="connsiteX6" fmla="*/ 14957 w 16685"/>
                        <a:gd name="connsiteY6" fmla="*/ 23414 h 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46">
                          <a:moveTo>
                            <a:pt x="14957" y="23414"/>
                          </a:moveTo>
                          <a:lnTo>
                            <a:pt x="14957" y="985"/>
                          </a:lnTo>
                          <a:lnTo>
                            <a:pt x="16685" y="0"/>
                          </a:lnTo>
                          <a:lnTo>
                            <a:pt x="16685" y="24323"/>
                          </a:lnTo>
                          <a:lnTo>
                            <a:pt x="0" y="33946"/>
                          </a:lnTo>
                          <a:lnTo>
                            <a:pt x="0" y="32037"/>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57" name="Freeform: Shape 1156">
                      <a:extLst>
                        <a:ext uri="{FF2B5EF4-FFF2-40B4-BE49-F238E27FC236}">
                          <a16:creationId xmlns:a16="http://schemas.microsoft.com/office/drawing/2014/main" id="{EA16E2A7-C915-EA90-72B2-C1D61A630015}"/>
                        </a:ext>
                      </a:extLst>
                    </p:cNvPr>
                    <p:cNvSpPr/>
                    <p:nvPr/>
                  </p:nvSpPr>
                  <p:spPr>
                    <a:xfrm>
                      <a:off x="1758303" y="4653950"/>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58" name="Freeform: Shape 1157">
                      <a:extLst>
                        <a:ext uri="{FF2B5EF4-FFF2-40B4-BE49-F238E27FC236}">
                          <a16:creationId xmlns:a16="http://schemas.microsoft.com/office/drawing/2014/main" id="{28C5A60A-FF85-D315-E832-8D2BE74CFC92}"/>
                        </a:ext>
                      </a:extLst>
                    </p:cNvPr>
                    <p:cNvSpPr/>
                    <p:nvPr/>
                  </p:nvSpPr>
                  <p:spPr>
                    <a:xfrm>
                      <a:off x="1743346" y="4654935"/>
                      <a:ext cx="14957" cy="31051"/>
                    </a:xfrm>
                    <a:custGeom>
                      <a:avLst/>
                      <a:gdLst>
                        <a:gd name="connsiteX0" fmla="*/ 14957 w 14957"/>
                        <a:gd name="connsiteY0" fmla="*/ 22429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29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29"/>
                          </a:moveTo>
                          <a:lnTo>
                            <a:pt x="0" y="31052"/>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159" name="Freeform: Shape 1158">
                      <a:extLst>
                        <a:ext uri="{FF2B5EF4-FFF2-40B4-BE49-F238E27FC236}">
                          <a16:creationId xmlns:a16="http://schemas.microsoft.com/office/drawing/2014/main" id="{F5937BB8-4592-AB26-E510-2A6EDA550C73}"/>
                        </a:ext>
                      </a:extLst>
                    </p:cNvPr>
                    <p:cNvSpPr/>
                    <p:nvPr/>
                  </p:nvSpPr>
                  <p:spPr>
                    <a:xfrm>
                      <a:off x="1743346" y="4653950"/>
                      <a:ext cx="16685" cy="13623"/>
                    </a:xfrm>
                    <a:custGeom>
                      <a:avLst/>
                      <a:gdLst>
                        <a:gd name="connsiteX0" fmla="*/ 14957 w 16685"/>
                        <a:gd name="connsiteY0" fmla="*/ 5001 h 13623"/>
                        <a:gd name="connsiteX1" fmla="*/ 0 w 16685"/>
                        <a:gd name="connsiteY1" fmla="*/ 13624 h 13623"/>
                        <a:gd name="connsiteX2" fmla="*/ 0 w 16685"/>
                        <a:gd name="connsiteY2" fmla="*/ 9623 h 13623"/>
                        <a:gd name="connsiteX3" fmla="*/ 16685 w 16685"/>
                        <a:gd name="connsiteY3" fmla="*/ 0 h 13623"/>
                        <a:gd name="connsiteX4" fmla="*/ 14957 w 16685"/>
                        <a:gd name="connsiteY4" fmla="*/ 5001 h 1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23">
                          <a:moveTo>
                            <a:pt x="14957" y="5001"/>
                          </a:moveTo>
                          <a:lnTo>
                            <a:pt x="0" y="13624"/>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963" name="Freeform: Shape 962">
                  <a:extLst>
                    <a:ext uri="{FF2B5EF4-FFF2-40B4-BE49-F238E27FC236}">
                      <a16:creationId xmlns:a16="http://schemas.microsoft.com/office/drawing/2014/main" id="{5FDFAE56-9163-CAEF-4226-905ACA481DAA}"/>
                    </a:ext>
                  </a:extLst>
                </p:cNvPr>
                <p:cNvSpPr/>
                <p:nvPr/>
              </p:nvSpPr>
              <p:spPr>
                <a:xfrm>
                  <a:off x="2174275" y="3862505"/>
                  <a:ext cx="1712" cy="24338"/>
                </a:xfrm>
                <a:custGeom>
                  <a:avLst/>
                  <a:gdLst>
                    <a:gd name="connsiteX0" fmla="*/ 1712 w 1712"/>
                    <a:gd name="connsiteY0" fmla="*/ 0 h 24338"/>
                    <a:gd name="connsiteX1" fmla="*/ 1712 w 1712"/>
                    <a:gd name="connsiteY1" fmla="*/ 24338 h 24338"/>
                    <a:gd name="connsiteX2" fmla="*/ 0 w 1712"/>
                    <a:gd name="connsiteY2" fmla="*/ 23414 h 24338"/>
                    <a:gd name="connsiteX3" fmla="*/ 0 w 1712"/>
                    <a:gd name="connsiteY3" fmla="*/ 1000 h 24338"/>
                    <a:gd name="connsiteX4" fmla="*/ 1712 w 1712"/>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38">
                      <a:moveTo>
                        <a:pt x="1712" y="0"/>
                      </a:moveTo>
                      <a:lnTo>
                        <a:pt x="1712" y="24338"/>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64" name="Freeform: Shape 963">
                  <a:extLst>
                    <a:ext uri="{FF2B5EF4-FFF2-40B4-BE49-F238E27FC236}">
                      <a16:creationId xmlns:a16="http://schemas.microsoft.com/office/drawing/2014/main" id="{43E2B14F-4EED-20E6-1D31-5A009F94DBA6}"/>
                    </a:ext>
                  </a:extLst>
                </p:cNvPr>
                <p:cNvSpPr/>
                <p:nvPr/>
              </p:nvSpPr>
              <p:spPr>
                <a:xfrm>
                  <a:off x="2174275" y="3900936"/>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65" name="Freeform: Shape 964">
                  <a:extLst>
                    <a:ext uri="{FF2B5EF4-FFF2-40B4-BE49-F238E27FC236}">
                      <a16:creationId xmlns:a16="http://schemas.microsoft.com/office/drawing/2014/main" id="{44424B56-47CA-DB6C-646A-7078E605581C}"/>
                    </a:ext>
                  </a:extLst>
                </p:cNvPr>
                <p:cNvSpPr/>
                <p:nvPr/>
              </p:nvSpPr>
              <p:spPr>
                <a:xfrm>
                  <a:off x="2174275" y="3939353"/>
                  <a:ext cx="1712" cy="24338"/>
                </a:xfrm>
                <a:custGeom>
                  <a:avLst/>
                  <a:gdLst>
                    <a:gd name="connsiteX0" fmla="*/ 1712 w 1712"/>
                    <a:gd name="connsiteY0" fmla="*/ 0 h 24338"/>
                    <a:gd name="connsiteX1" fmla="*/ 1712 w 1712"/>
                    <a:gd name="connsiteY1" fmla="*/ 24338 h 24338"/>
                    <a:gd name="connsiteX2" fmla="*/ 0 w 1712"/>
                    <a:gd name="connsiteY2" fmla="*/ 23414 h 24338"/>
                    <a:gd name="connsiteX3" fmla="*/ 0 w 1712"/>
                    <a:gd name="connsiteY3" fmla="*/ 1000 h 24338"/>
                    <a:gd name="connsiteX4" fmla="*/ 1712 w 1712"/>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38">
                      <a:moveTo>
                        <a:pt x="1712" y="0"/>
                      </a:moveTo>
                      <a:lnTo>
                        <a:pt x="1712" y="24338"/>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66" name="Freeform: Shape 965">
                  <a:extLst>
                    <a:ext uri="{FF2B5EF4-FFF2-40B4-BE49-F238E27FC236}">
                      <a16:creationId xmlns:a16="http://schemas.microsoft.com/office/drawing/2014/main" id="{97F8BAC7-A260-6EE4-7A42-9BCC59BC6333}"/>
                    </a:ext>
                  </a:extLst>
                </p:cNvPr>
                <p:cNvSpPr/>
                <p:nvPr/>
              </p:nvSpPr>
              <p:spPr>
                <a:xfrm>
                  <a:off x="2174275" y="3977785"/>
                  <a:ext cx="1712" cy="24322"/>
                </a:xfrm>
                <a:custGeom>
                  <a:avLst/>
                  <a:gdLst>
                    <a:gd name="connsiteX0" fmla="*/ 1712 w 1712"/>
                    <a:gd name="connsiteY0" fmla="*/ 0 h 24322"/>
                    <a:gd name="connsiteX1" fmla="*/ 1712 w 1712"/>
                    <a:gd name="connsiteY1" fmla="*/ 24323 h 24322"/>
                    <a:gd name="connsiteX2" fmla="*/ 0 w 1712"/>
                    <a:gd name="connsiteY2" fmla="*/ 23414 h 24322"/>
                    <a:gd name="connsiteX3" fmla="*/ 0 w 1712"/>
                    <a:gd name="connsiteY3" fmla="*/ 1000 h 24322"/>
                    <a:gd name="connsiteX4" fmla="*/ 1712 w 1712"/>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2" h="24322">
                      <a:moveTo>
                        <a:pt x="1712" y="0"/>
                      </a:moveTo>
                      <a:lnTo>
                        <a:pt x="1712" y="24323"/>
                      </a:lnTo>
                      <a:lnTo>
                        <a:pt x="0" y="23414"/>
                      </a:lnTo>
                      <a:lnTo>
                        <a:pt x="0" y="1000"/>
                      </a:lnTo>
                      <a:lnTo>
                        <a:pt x="1712" y="0"/>
                      </a:lnTo>
                      <a:close/>
                    </a:path>
                  </a:pathLst>
                </a:custGeom>
                <a:solidFill>
                  <a:srgbClr val="29383D"/>
                </a:solid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967" name="Graphic 34">
                  <a:extLst>
                    <a:ext uri="{FF2B5EF4-FFF2-40B4-BE49-F238E27FC236}">
                      <a16:creationId xmlns:a16="http://schemas.microsoft.com/office/drawing/2014/main" id="{E27C9E34-BAB9-4F63-CAAF-6D7073E3D8D0}"/>
                    </a:ext>
                  </a:extLst>
                </p:cNvPr>
                <p:cNvGrpSpPr/>
                <p:nvPr/>
              </p:nvGrpSpPr>
              <p:grpSpPr>
                <a:xfrm>
                  <a:off x="2189596" y="3845032"/>
                  <a:ext cx="16700" cy="33961"/>
                  <a:chOff x="1658435" y="4702960"/>
                  <a:chExt cx="16700" cy="33961"/>
                </a:xfrm>
                <a:solidFill>
                  <a:srgbClr val="586A6C"/>
                </a:solidFill>
              </p:grpSpPr>
              <p:sp>
                <p:nvSpPr>
                  <p:cNvPr id="1028" name="Freeform: Shape 1027">
                    <a:extLst>
                      <a:ext uri="{FF2B5EF4-FFF2-40B4-BE49-F238E27FC236}">
                        <a16:creationId xmlns:a16="http://schemas.microsoft.com/office/drawing/2014/main" id="{330F42B4-F76E-A0F7-1DC3-45315513C952}"/>
                      </a:ext>
                    </a:extLst>
                  </p:cNvPr>
                  <p:cNvSpPr/>
                  <p:nvPr/>
                </p:nvSpPr>
                <p:spPr>
                  <a:xfrm>
                    <a:off x="1658435" y="4702960"/>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9" name="Freeform: Shape 1028">
                    <a:extLst>
                      <a:ext uri="{FF2B5EF4-FFF2-40B4-BE49-F238E27FC236}">
                        <a16:creationId xmlns:a16="http://schemas.microsoft.com/office/drawing/2014/main" id="{02FCDCC4-262D-4823-DE0E-A9BB1568D2D2}"/>
                      </a:ext>
                    </a:extLst>
                  </p:cNvPr>
                  <p:cNvSpPr/>
                  <p:nvPr/>
                </p:nvSpPr>
                <p:spPr>
                  <a:xfrm>
                    <a:off x="1673408" y="4702960"/>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0" name="Freeform: Shape 1029">
                    <a:extLst>
                      <a:ext uri="{FF2B5EF4-FFF2-40B4-BE49-F238E27FC236}">
                        <a16:creationId xmlns:a16="http://schemas.microsoft.com/office/drawing/2014/main" id="{02C22421-81E4-44BE-8C5E-EE4512E3238C}"/>
                      </a:ext>
                    </a:extLst>
                  </p:cNvPr>
                  <p:cNvSpPr/>
                  <p:nvPr/>
                </p:nvSpPr>
                <p:spPr>
                  <a:xfrm>
                    <a:off x="1658435" y="4703960"/>
                    <a:ext cx="14972" cy="31051"/>
                  </a:xfrm>
                  <a:custGeom>
                    <a:avLst/>
                    <a:gdLst>
                      <a:gd name="connsiteX0" fmla="*/ 14973 w 14972"/>
                      <a:gd name="connsiteY0" fmla="*/ 22413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3"/>
                        </a:moveTo>
                        <a:lnTo>
                          <a:pt x="0" y="31052"/>
                        </a:lnTo>
                        <a:lnTo>
                          <a:pt x="0" y="8638"/>
                        </a:lnTo>
                        <a:lnTo>
                          <a:pt x="14973" y="0"/>
                        </a:lnTo>
                        <a:lnTo>
                          <a:pt x="14973"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31" name="Freeform: Shape 1030">
                    <a:extLst>
                      <a:ext uri="{FF2B5EF4-FFF2-40B4-BE49-F238E27FC236}">
                        <a16:creationId xmlns:a16="http://schemas.microsoft.com/office/drawing/2014/main" id="{ED20C7A2-8DA9-48BC-9F17-4DF5BD90E206}"/>
                      </a:ext>
                    </a:extLst>
                  </p:cNvPr>
                  <p:cNvSpPr/>
                  <p:nvPr/>
                </p:nvSpPr>
                <p:spPr>
                  <a:xfrm>
                    <a:off x="1658435" y="4702960"/>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68" name="Graphic 34">
                  <a:extLst>
                    <a:ext uri="{FF2B5EF4-FFF2-40B4-BE49-F238E27FC236}">
                      <a16:creationId xmlns:a16="http://schemas.microsoft.com/office/drawing/2014/main" id="{F9C79111-5AD2-8F5B-4917-2AEB933B4C93}"/>
                    </a:ext>
                  </a:extLst>
                </p:cNvPr>
                <p:cNvGrpSpPr/>
                <p:nvPr/>
              </p:nvGrpSpPr>
              <p:grpSpPr>
                <a:xfrm>
                  <a:off x="2189596" y="3883463"/>
                  <a:ext cx="16700" cy="33961"/>
                  <a:chOff x="1658435" y="4741391"/>
                  <a:chExt cx="16700" cy="33961"/>
                </a:xfrm>
                <a:solidFill>
                  <a:srgbClr val="586A6C"/>
                </a:solidFill>
              </p:grpSpPr>
              <p:sp>
                <p:nvSpPr>
                  <p:cNvPr id="1024" name="Freeform: Shape 1023">
                    <a:extLst>
                      <a:ext uri="{FF2B5EF4-FFF2-40B4-BE49-F238E27FC236}">
                        <a16:creationId xmlns:a16="http://schemas.microsoft.com/office/drawing/2014/main" id="{6953F6DE-ECD3-C252-70B6-CA2133D8076A}"/>
                      </a:ext>
                    </a:extLst>
                  </p:cNvPr>
                  <p:cNvSpPr/>
                  <p:nvPr/>
                </p:nvSpPr>
                <p:spPr>
                  <a:xfrm>
                    <a:off x="1658435" y="4741391"/>
                    <a:ext cx="16700" cy="33961"/>
                  </a:xfrm>
                  <a:custGeom>
                    <a:avLst/>
                    <a:gdLst>
                      <a:gd name="connsiteX0" fmla="*/ 14973 w 16700"/>
                      <a:gd name="connsiteY0" fmla="*/ 23414 h 33961"/>
                      <a:gd name="connsiteX1" fmla="*/ 14973 w 16700"/>
                      <a:gd name="connsiteY1" fmla="*/ 985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985"/>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5" name="Freeform: Shape 1024">
                    <a:extLst>
                      <a:ext uri="{FF2B5EF4-FFF2-40B4-BE49-F238E27FC236}">
                        <a16:creationId xmlns:a16="http://schemas.microsoft.com/office/drawing/2014/main" id="{B78659A2-16A4-F91A-1118-04ADB1454055}"/>
                      </a:ext>
                    </a:extLst>
                  </p:cNvPr>
                  <p:cNvSpPr/>
                  <p:nvPr/>
                </p:nvSpPr>
                <p:spPr>
                  <a:xfrm>
                    <a:off x="1673408" y="4741391"/>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985"/>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6" name="Freeform: Shape 1025">
                    <a:extLst>
                      <a:ext uri="{FF2B5EF4-FFF2-40B4-BE49-F238E27FC236}">
                        <a16:creationId xmlns:a16="http://schemas.microsoft.com/office/drawing/2014/main" id="{3AAE6728-A045-6A7E-9180-698D7E2166E4}"/>
                      </a:ext>
                    </a:extLst>
                  </p:cNvPr>
                  <p:cNvSpPr/>
                  <p:nvPr/>
                </p:nvSpPr>
                <p:spPr>
                  <a:xfrm>
                    <a:off x="1658435" y="4742376"/>
                    <a:ext cx="14972" cy="31066"/>
                  </a:xfrm>
                  <a:custGeom>
                    <a:avLst/>
                    <a:gdLst>
                      <a:gd name="connsiteX0" fmla="*/ 14973 w 14972"/>
                      <a:gd name="connsiteY0" fmla="*/ 22429 h 31066"/>
                      <a:gd name="connsiteX1" fmla="*/ 0 w 14972"/>
                      <a:gd name="connsiteY1" fmla="*/ 31067 h 31066"/>
                      <a:gd name="connsiteX2" fmla="*/ 0 w 14972"/>
                      <a:gd name="connsiteY2" fmla="*/ 8638 h 31066"/>
                      <a:gd name="connsiteX3" fmla="*/ 14973 w 14972"/>
                      <a:gd name="connsiteY3" fmla="*/ 0 h 31066"/>
                      <a:gd name="connsiteX4" fmla="*/ 14973 w 14972"/>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66">
                        <a:moveTo>
                          <a:pt x="14973" y="22429"/>
                        </a:moveTo>
                        <a:lnTo>
                          <a:pt x="0" y="31067"/>
                        </a:lnTo>
                        <a:lnTo>
                          <a:pt x="0" y="8638"/>
                        </a:lnTo>
                        <a:lnTo>
                          <a:pt x="14973" y="0"/>
                        </a:lnTo>
                        <a:lnTo>
                          <a:pt x="14973"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7" name="Freeform: Shape 1026">
                    <a:extLst>
                      <a:ext uri="{FF2B5EF4-FFF2-40B4-BE49-F238E27FC236}">
                        <a16:creationId xmlns:a16="http://schemas.microsoft.com/office/drawing/2014/main" id="{806029B8-9405-7B32-EEE2-E5590E2FF2E0}"/>
                      </a:ext>
                    </a:extLst>
                  </p:cNvPr>
                  <p:cNvSpPr/>
                  <p:nvPr/>
                </p:nvSpPr>
                <p:spPr>
                  <a:xfrm>
                    <a:off x="1658435" y="4741391"/>
                    <a:ext cx="16685" cy="13639"/>
                  </a:xfrm>
                  <a:custGeom>
                    <a:avLst/>
                    <a:gdLst>
                      <a:gd name="connsiteX0" fmla="*/ 14973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23"/>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69" name="Graphic 34">
                  <a:extLst>
                    <a:ext uri="{FF2B5EF4-FFF2-40B4-BE49-F238E27FC236}">
                      <a16:creationId xmlns:a16="http://schemas.microsoft.com/office/drawing/2014/main" id="{60866DEF-9AD7-C902-9AE6-F3D34746BFC4}"/>
                    </a:ext>
                  </a:extLst>
                </p:cNvPr>
                <p:cNvGrpSpPr/>
                <p:nvPr/>
              </p:nvGrpSpPr>
              <p:grpSpPr>
                <a:xfrm>
                  <a:off x="2217905" y="3867127"/>
                  <a:ext cx="16685" cy="33961"/>
                  <a:chOff x="1686744" y="4725055"/>
                  <a:chExt cx="16685" cy="33961"/>
                </a:xfrm>
                <a:solidFill>
                  <a:srgbClr val="586A6C"/>
                </a:solidFill>
              </p:grpSpPr>
              <p:sp>
                <p:nvSpPr>
                  <p:cNvPr id="1020" name="Freeform: Shape 1019">
                    <a:extLst>
                      <a:ext uri="{FF2B5EF4-FFF2-40B4-BE49-F238E27FC236}">
                        <a16:creationId xmlns:a16="http://schemas.microsoft.com/office/drawing/2014/main" id="{1032701A-4D82-5CDC-E8DC-3ECB080B39CD}"/>
                      </a:ext>
                    </a:extLst>
                  </p:cNvPr>
                  <p:cNvSpPr/>
                  <p:nvPr/>
                </p:nvSpPr>
                <p:spPr>
                  <a:xfrm>
                    <a:off x="1686744" y="4725055"/>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1" name="Freeform: Shape 1020">
                    <a:extLst>
                      <a:ext uri="{FF2B5EF4-FFF2-40B4-BE49-F238E27FC236}">
                        <a16:creationId xmlns:a16="http://schemas.microsoft.com/office/drawing/2014/main" id="{9638B998-6BF4-2B5C-0F86-66A221422628}"/>
                      </a:ext>
                    </a:extLst>
                  </p:cNvPr>
                  <p:cNvSpPr/>
                  <p:nvPr/>
                </p:nvSpPr>
                <p:spPr>
                  <a:xfrm>
                    <a:off x="1701701" y="4725055"/>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2" name="Freeform: Shape 1021">
                    <a:extLst>
                      <a:ext uri="{FF2B5EF4-FFF2-40B4-BE49-F238E27FC236}">
                        <a16:creationId xmlns:a16="http://schemas.microsoft.com/office/drawing/2014/main" id="{1CED5264-DCAF-0E00-988D-8707CD594255}"/>
                      </a:ext>
                    </a:extLst>
                  </p:cNvPr>
                  <p:cNvSpPr/>
                  <p:nvPr/>
                </p:nvSpPr>
                <p:spPr>
                  <a:xfrm>
                    <a:off x="1686744" y="4726040"/>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23" name="Freeform: Shape 1022">
                    <a:extLst>
                      <a:ext uri="{FF2B5EF4-FFF2-40B4-BE49-F238E27FC236}">
                        <a16:creationId xmlns:a16="http://schemas.microsoft.com/office/drawing/2014/main" id="{BCD454A7-629D-A291-72A2-C4B62B5E9568}"/>
                      </a:ext>
                    </a:extLst>
                  </p:cNvPr>
                  <p:cNvSpPr/>
                  <p:nvPr/>
                </p:nvSpPr>
                <p:spPr>
                  <a:xfrm>
                    <a:off x="1686744" y="4725055"/>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0" name="Graphic 34">
                  <a:extLst>
                    <a:ext uri="{FF2B5EF4-FFF2-40B4-BE49-F238E27FC236}">
                      <a16:creationId xmlns:a16="http://schemas.microsoft.com/office/drawing/2014/main" id="{A6DD669E-826B-F899-77CC-E0D190A80DA2}"/>
                    </a:ext>
                  </a:extLst>
                </p:cNvPr>
                <p:cNvGrpSpPr/>
                <p:nvPr/>
              </p:nvGrpSpPr>
              <p:grpSpPr>
                <a:xfrm>
                  <a:off x="2246198" y="3850775"/>
                  <a:ext cx="16685" cy="33961"/>
                  <a:chOff x="1715037" y="4708703"/>
                  <a:chExt cx="16685" cy="33961"/>
                </a:xfrm>
                <a:solidFill>
                  <a:srgbClr val="586A6C"/>
                </a:solidFill>
              </p:grpSpPr>
              <p:sp>
                <p:nvSpPr>
                  <p:cNvPr id="1016" name="Freeform: Shape 1015">
                    <a:extLst>
                      <a:ext uri="{FF2B5EF4-FFF2-40B4-BE49-F238E27FC236}">
                        <a16:creationId xmlns:a16="http://schemas.microsoft.com/office/drawing/2014/main" id="{10001412-BC77-2399-5409-92E9C56EF084}"/>
                      </a:ext>
                    </a:extLst>
                  </p:cNvPr>
                  <p:cNvSpPr/>
                  <p:nvPr/>
                </p:nvSpPr>
                <p:spPr>
                  <a:xfrm>
                    <a:off x="1715037" y="4708703"/>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38"/>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7" name="Freeform: Shape 1016">
                    <a:extLst>
                      <a:ext uri="{FF2B5EF4-FFF2-40B4-BE49-F238E27FC236}">
                        <a16:creationId xmlns:a16="http://schemas.microsoft.com/office/drawing/2014/main" id="{81B7E6A5-EDA4-D147-BCA5-A621867BAC7C}"/>
                      </a:ext>
                    </a:extLst>
                  </p:cNvPr>
                  <p:cNvSpPr/>
                  <p:nvPr/>
                </p:nvSpPr>
                <p:spPr>
                  <a:xfrm>
                    <a:off x="1729995" y="4708703"/>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8" name="Freeform: Shape 1017">
                    <a:extLst>
                      <a:ext uri="{FF2B5EF4-FFF2-40B4-BE49-F238E27FC236}">
                        <a16:creationId xmlns:a16="http://schemas.microsoft.com/office/drawing/2014/main" id="{02B30F14-F52E-34A7-06BE-02C695776E15}"/>
                      </a:ext>
                    </a:extLst>
                  </p:cNvPr>
                  <p:cNvSpPr/>
                  <p:nvPr/>
                </p:nvSpPr>
                <p:spPr>
                  <a:xfrm>
                    <a:off x="1715037" y="4709703"/>
                    <a:ext cx="14957" cy="31051"/>
                  </a:xfrm>
                  <a:custGeom>
                    <a:avLst/>
                    <a:gdLst>
                      <a:gd name="connsiteX0" fmla="*/ 14958 w 14957"/>
                      <a:gd name="connsiteY0" fmla="*/ 22414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4"/>
                        </a:moveTo>
                        <a:lnTo>
                          <a:pt x="0" y="31052"/>
                        </a:lnTo>
                        <a:lnTo>
                          <a:pt x="0" y="8638"/>
                        </a:lnTo>
                        <a:lnTo>
                          <a:pt x="14958" y="0"/>
                        </a:lnTo>
                        <a:lnTo>
                          <a:pt x="14958"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9" name="Freeform: Shape 1018">
                    <a:extLst>
                      <a:ext uri="{FF2B5EF4-FFF2-40B4-BE49-F238E27FC236}">
                        <a16:creationId xmlns:a16="http://schemas.microsoft.com/office/drawing/2014/main" id="{C5844D15-3B62-1A8E-6477-110484F06272}"/>
                      </a:ext>
                    </a:extLst>
                  </p:cNvPr>
                  <p:cNvSpPr/>
                  <p:nvPr/>
                </p:nvSpPr>
                <p:spPr>
                  <a:xfrm>
                    <a:off x="1715037" y="4708703"/>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1" name="Graphic 34">
                  <a:extLst>
                    <a:ext uri="{FF2B5EF4-FFF2-40B4-BE49-F238E27FC236}">
                      <a16:creationId xmlns:a16="http://schemas.microsoft.com/office/drawing/2014/main" id="{6E443842-6D8C-EC07-9607-3FD7C51403D3}"/>
                    </a:ext>
                  </a:extLst>
                </p:cNvPr>
                <p:cNvGrpSpPr/>
                <p:nvPr/>
              </p:nvGrpSpPr>
              <p:grpSpPr>
                <a:xfrm>
                  <a:off x="2274507" y="3834439"/>
                  <a:ext cx="16685" cy="33961"/>
                  <a:chOff x="1743346" y="4692367"/>
                  <a:chExt cx="16685" cy="33961"/>
                </a:xfrm>
                <a:solidFill>
                  <a:srgbClr val="586A6C"/>
                </a:solidFill>
              </p:grpSpPr>
              <p:sp>
                <p:nvSpPr>
                  <p:cNvPr id="1012" name="Freeform: Shape 1011">
                    <a:extLst>
                      <a:ext uri="{FF2B5EF4-FFF2-40B4-BE49-F238E27FC236}">
                        <a16:creationId xmlns:a16="http://schemas.microsoft.com/office/drawing/2014/main" id="{4DB47864-9AEE-AFE6-DB92-7D2FA9E636CD}"/>
                      </a:ext>
                    </a:extLst>
                  </p:cNvPr>
                  <p:cNvSpPr/>
                  <p:nvPr/>
                </p:nvSpPr>
                <p:spPr>
                  <a:xfrm>
                    <a:off x="1743346" y="4692367"/>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3" name="Freeform: Shape 1012">
                    <a:extLst>
                      <a:ext uri="{FF2B5EF4-FFF2-40B4-BE49-F238E27FC236}">
                        <a16:creationId xmlns:a16="http://schemas.microsoft.com/office/drawing/2014/main" id="{EE7A650E-F9B3-007D-F221-CA50C992C977}"/>
                      </a:ext>
                    </a:extLst>
                  </p:cNvPr>
                  <p:cNvSpPr/>
                  <p:nvPr/>
                </p:nvSpPr>
                <p:spPr>
                  <a:xfrm>
                    <a:off x="1758303" y="4692367"/>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4" name="Freeform: Shape 1013">
                    <a:extLst>
                      <a:ext uri="{FF2B5EF4-FFF2-40B4-BE49-F238E27FC236}">
                        <a16:creationId xmlns:a16="http://schemas.microsoft.com/office/drawing/2014/main" id="{A3D5A8F1-F831-CB7C-CBF0-1C5F74979235}"/>
                      </a:ext>
                    </a:extLst>
                  </p:cNvPr>
                  <p:cNvSpPr/>
                  <p:nvPr/>
                </p:nvSpPr>
                <p:spPr>
                  <a:xfrm>
                    <a:off x="1743346" y="4693367"/>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5" name="Freeform: Shape 1014">
                    <a:extLst>
                      <a:ext uri="{FF2B5EF4-FFF2-40B4-BE49-F238E27FC236}">
                        <a16:creationId xmlns:a16="http://schemas.microsoft.com/office/drawing/2014/main" id="{D92A01A7-A618-3FD9-5A20-0496EA1B851B}"/>
                      </a:ext>
                    </a:extLst>
                  </p:cNvPr>
                  <p:cNvSpPr/>
                  <p:nvPr/>
                </p:nvSpPr>
                <p:spPr>
                  <a:xfrm>
                    <a:off x="1743346" y="4692367"/>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2" name="Graphic 34">
                  <a:extLst>
                    <a:ext uri="{FF2B5EF4-FFF2-40B4-BE49-F238E27FC236}">
                      <a16:creationId xmlns:a16="http://schemas.microsoft.com/office/drawing/2014/main" id="{2E0E6B91-7841-5CDE-EF30-62CF7F246DB6}"/>
                    </a:ext>
                  </a:extLst>
                </p:cNvPr>
                <p:cNvGrpSpPr/>
                <p:nvPr/>
              </p:nvGrpSpPr>
              <p:grpSpPr>
                <a:xfrm>
                  <a:off x="2189596" y="3921880"/>
                  <a:ext cx="16700" cy="33961"/>
                  <a:chOff x="1658435" y="4779808"/>
                  <a:chExt cx="16700" cy="33961"/>
                </a:xfrm>
                <a:solidFill>
                  <a:srgbClr val="586A6C"/>
                </a:solidFill>
              </p:grpSpPr>
              <p:sp>
                <p:nvSpPr>
                  <p:cNvPr id="1008" name="Freeform: Shape 1007">
                    <a:extLst>
                      <a:ext uri="{FF2B5EF4-FFF2-40B4-BE49-F238E27FC236}">
                        <a16:creationId xmlns:a16="http://schemas.microsoft.com/office/drawing/2014/main" id="{578958BB-6C6C-F52B-8A79-BB8ED454C25D}"/>
                      </a:ext>
                    </a:extLst>
                  </p:cNvPr>
                  <p:cNvSpPr/>
                  <p:nvPr/>
                </p:nvSpPr>
                <p:spPr>
                  <a:xfrm>
                    <a:off x="1658435" y="4779808"/>
                    <a:ext cx="16700" cy="33961"/>
                  </a:xfrm>
                  <a:custGeom>
                    <a:avLst/>
                    <a:gdLst>
                      <a:gd name="connsiteX0" fmla="*/ 14973 w 16700"/>
                      <a:gd name="connsiteY0" fmla="*/ 23414 h 33961"/>
                      <a:gd name="connsiteX1" fmla="*/ 14973 w 16700"/>
                      <a:gd name="connsiteY1" fmla="*/ 1000 h 33961"/>
                      <a:gd name="connsiteX2" fmla="*/ 16685 w 16700"/>
                      <a:gd name="connsiteY2" fmla="*/ 0 h 33961"/>
                      <a:gd name="connsiteX3" fmla="*/ 16700 w 16700"/>
                      <a:gd name="connsiteY3" fmla="*/ 24338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1000"/>
                        </a:lnTo>
                        <a:lnTo>
                          <a:pt x="16685" y="0"/>
                        </a:lnTo>
                        <a:lnTo>
                          <a:pt x="16700" y="24338"/>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9" name="Freeform: Shape 1008">
                    <a:extLst>
                      <a:ext uri="{FF2B5EF4-FFF2-40B4-BE49-F238E27FC236}">
                        <a16:creationId xmlns:a16="http://schemas.microsoft.com/office/drawing/2014/main" id="{E440C27C-F45D-C461-2BCF-2DEA7916F90E}"/>
                      </a:ext>
                    </a:extLst>
                  </p:cNvPr>
                  <p:cNvSpPr/>
                  <p:nvPr/>
                </p:nvSpPr>
                <p:spPr>
                  <a:xfrm>
                    <a:off x="1673408" y="4779808"/>
                    <a:ext cx="1727" cy="24338"/>
                  </a:xfrm>
                  <a:custGeom>
                    <a:avLst/>
                    <a:gdLst>
                      <a:gd name="connsiteX0" fmla="*/ 1712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12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12" y="0"/>
                        </a:moveTo>
                        <a:lnTo>
                          <a:pt x="1728" y="24338"/>
                        </a:lnTo>
                        <a:lnTo>
                          <a:pt x="0" y="23414"/>
                        </a:lnTo>
                        <a:lnTo>
                          <a:pt x="0" y="1000"/>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0" name="Freeform: Shape 1009">
                    <a:extLst>
                      <a:ext uri="{FF2B5EF4-FFF2-40B4-BE49-F238E27FC236}">
                        <a16:creationId xmlns:a16="http://schemas.microsoft.com/office/drawing/2014/main" id="{B48A6DAC-B806-52D4-FC49-F97D8F0C7BBA}"/>
                      </a:ext>
                    </a:extLst>
                  </p:cNvPr>
                  <p:cNvSpPr/>
                  <p:nvPr/>
                </p:nvSpPr>
                <p:spPr>
                  <a:xfrm>
                    <a:off x="1658435" y="4780808"/>
                    <a:ext cx="14972" cy="31051"/>
                  </a:xfrm>
                  <a:custGeom>
                    <a:avLst/>
                    <a:gdLst>
                      <a:gd name="connsiteX0" fmla="*/ 14973 w 14972"/>
                      <a:gd name="connsiteY0" fmla="*/ 22414 h 31051"/>
                      <a:gd name="connsiteX1" fmla="*/ 0 w 14972"/>
                      <a:gd name="connsiteY1" fmla="*/ 31052 h 31051"/>
                      <a:gd name="connsiteX2" fmla="*/ 0 w 14972"/>
                      <a:gd name="connsiteY2" fmla="*/ 8638 h 31051"/>
                      <a:gd name="connsiteX3" fmla="*/ 14973 w 14972"/>
                      <a:gd name="connsiteY3" fmla="*/ 0 h 31051"/>
                      <a:gd name="connsiteX4" fmla="*/ 14973 w 14972"/>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51">
                        <a:moveTo>
                          <a:pt x="14973" y="22414"/>
                        </a:moveTo>
                        <a:lnTo>
                          <a:pt x="0" y="31052"/>
                        </a:lnTo>
                        <a:lnTo>
                          <a:pt x="0" y="8638"/>
                        </a:lnTo>
                        <a:lnTo>
                          <a:pt x="14973" y="0"/>
                        </a:lnTo>
                        <a:lnTo>
                          <a:pt x="14973"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11" name="Freeform: Shape 1010">
                    <a:extLst>
                      <a:ext uri="{FF2B5EF4-FFF2-40B4-BE49-F238E27FC236}">
                        <a16:creationId xmlns:a16="http://schemas.microsoft.com/office/drawing/2014/main" id="{D5598089-F734-771B-31FF-6F10F319AF28}"/>
                      </a:ext>
                    </a:extLst>
                  </p:cNvPr>
                  <p:cNvSpPr/>
                  <p:nvPr/>
                </p:nvSpPr>
                <p:spPr>
                  <a:xfrm>
                    <a:off x="1658435" y="4779808"/>
                    <a:ext cx="16685" cy="13639"/>
                  </a:xfrm>
                  <a:custGeom>
                    <a:avLst/>
                    <a:gdLst>
                      <a:gd name="connsiteX0" fmla="*/ 14973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38"/>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3" name="Graphic 34">
                  <a:extLst>
                    <a:ext uri="{FF2B5EF4-FFF2-40B4-BE49-F238E27FC236}">
                      <a16:creationId xmlns:a16="http://schemas.microsoft.com/office/drawing/2014/main" id="{64B76BE8-1AA0-35A9-B129-A1B889B9D1DB}"/>
                    </a:ext>
                  </a:extLst>
                </p:cNvPr>
                <p:cNvGrpSpPr/>
                <p:nvPr/>
              </p:nvGrpSpPr>
              <p:grpSpPr>
                <a:xfrm>
                  <a:off x="2217905" y="3905543"/>
                  <a:ext cx="16685" cy="33961"/>
                  <a:chOff x="1686744" y="4763471"/>
                  <a:chExt cx="16685" cy="33961"/>
                </a:xfrm>
                <a:solidFill>
                  <a:srgbClr val="586A6C"/>
                </a:solidFill>
              </p:grpSpPr>
              <p:sp>
                <p:nvSpPr>
                  <p:cNvPr id="1004" name="Freeform: Shape 1003">
                    <a:extLst>
                      <a:ext uri="{FF2B5EF4-FFF2-40B4-BE49-F238E27FC236}">
                        <a16:creationId xmlns:a16="http://schemas.microsoft.com/office/drawing/2014/main" id="{9257D43B-F6B8-9122-B0E3-739B42B36BB0}"/>
                      </a:ext>
                    </a:extLst>
                  </p:cNvPr>
                  <p:cNvSpPr/>
                  <p:nvPr/>
                </p:nvSpPr>
                <p:spPr>
                  <a:xfrm>
                    <a:off x="1686744" y="4763471"/>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5" name="Freeform: Shape 1004">
                    <a:extLst>
                      <a:ext uri="{FF2B5EF4-FFF2-40B4-BE49-F238E27FC236}">
                        <a16:creationId xmlns:a16="http://schemas.microsoft.com/office/drawing/2014/main" id="{57CF09F6-8BFF-4CC2-5B24-64CE0C51D54F}"/>
                      </a:ext>
                    </a:extLst>
                  </p:cNvPr>
                  <p:cNvSpPr/>
                  <p:nvPr/>
                </p:nvSpPr>
                <p:spPr>
                  <a:xfrm>
                    <a:off x="1701701" y="4763471"/>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6" name="Freeform: Shape 1005">
                    <a:extLst>
                      <a:ext uri="{FF2B5EF4-FFF2-40B4-BE49-F238E27FC236}">
                        <a16:creationId xmlns:a16="http://schemas.microsoft.com/office/drawing/2014/main" id="{9302296A-27CC-0165-FE40-11F759B4298C}"/>
                      </a:ext>
                    </a:extLst>
                  </p:cNvPr>
                  <p:cNvSpPr/>
                  <p:nvPr/>
                </p:nvSpPr>
                <p:spPr>
                  <a:xfrm>
                    <a:off x="1686744" y="4764472"/>
                    <a:ext cx="14957" cy="31051"/>
                  </a:xfrm>
                  <a:custGeom>
                    <a:avLst/>
                    <a:gdLst>
                      <a:gd name="connsiteX0" fmla="*/ 14957 w 14957"/>
                      <a:gd name="connsiteY0" fmla="*/ 22413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3"/>
                        </a:moveTo>
                        <a:lnTo>
                          <a:pt x="0" y="31052"/>
                        </a:lnTo>
                        <a:lnTo>
                          <a:pt x="0" y="8638"/>
                        </a:lnTo>
                        <a:lnTo>
                          <a:pt x="14957" y="0"/>
                        </a:lnTo>
                        <a:lnTo>
                          <a:pt x="14957"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7" name="Freeform: Shape 1006">
                    <a:extLst>
                      <a:ext uri="{FF2B5EF4-FFF2-40B4-BE49-F238E27FC236}">
                        <a16:creationId xmlns:a16="http://schemas.microsoft.com/office/drawing/2014/main" id="{AC04B435-F6FB-F908-7B1E-684584E18713}"/>
                      </a:ext>
                    </a:extLst>
                  </p:cNvPr>
                  <p:cNvSpPr/>
                  <p:nvPr/>
                </p:nvSpPr>
                <p:spPr>
                  <a:xfrm>
                    <a:off x="1686744" y="4763471"/>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4" name="Graphic 34">
                  <a:extLst>
                    <a:ext uri="{FF2B5EF4-FFF2-40B4-BE49-F238E27FC236}">
                      <a16:creationId xmlns:a16="http://schemas.microsoft.com/office/drawing/2014/main" id="{4C4C83F9-4C87-A16C-6186-118E1EA2C4A1}"/>
                    </a:ext>
                  </a:extLst>
                </p:cNvPr>
                <p:cNvGrpSpPr/>
                <p:nvPr/>
              </p:nvGrpSpPr>
              <p:grpSpPr>
                <a:xfrm>
                  <a:off x="2246198" y="3889207"/>
                  <a:ext cx="16685" cy="33961"/>
                  <a:chOff x="1715037" y="4747135"/>
                  <a:chExt cx="16685" cy="33961"/>
                </a:xfrm>
                <a:solidFill>
                  <a:srgbClr val="586A6C"/>
                </a:solidFill>
              </p:grpSpPr>
              <p:sp>
                <p:nvSpPr>
                  <p:cNvPr id="1000" name="Freeform: Shape 999">
                    <a:extLst>
                      <a:ext uri="{FF2B5EF4-FFF2-40B4-BE49-F238E27FC236}">
                        <a16:creationId xmlns:a16="http://schemas.microsoft.com/office/drawing/2014/main" id="{009E81B3-F3F0-9B77-AC22-B958EDD6F2DC}"/>
                      </a:ext>
                    </a:extLst>
                  </p:cNvPr>
                  <p:cNvSpPr/>
                  <p:nvPr/>
                </p:nvSpPr>
                <p:spPr>
                  <a:xfrm>
                    <a:off x="1715037" y="4747135"/>
                    <a:ext cx="16685" cy="33961"/>
                  </a:xfrm>
                  <a:custGeom>
                    <a:avLst/>
                    <a:gdLst>
                      <a:gd name="connsiteX0" fmla="*/ 14958 w 16685"/>
                      <a:gd name="connsiteY0" fmla="*/ 23414 h 33961"/>
                      <a:gd name="connsiteX1" fmla="*/ 14958 w 16685"/>
                      <a:gd name="connsiteY1" fmla="*/ 1000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8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8" y="23414"/>
                        </a:moveTo>
                        <a:lnTo>
                          <a:pt x="14958" y="1000"/>
                        </a:lnTo>
                        <a:lnTo>
                          <a:pt x="16685" y="0"/>
                        </a:lnTo>
                        <a:lnTo>
                          <a:pt x="16685" y="24323"/>
                        </a:lnTo>
                        <a:lnTo>
                          <a:pt x="0" y="33961"/>
                        </a:lnTo>
                        <a:lnTo>
                          <a:pt x="0" y="32052"/>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1" name="Freeform: Shape 1000">
                    <a:extLst>
                      <a:ext uri="{FF2B5EF4-FFF2-40B4-BE49-F238E27FC236}">
                        <a16:creationId xmlns:a16="http://schemas.microsoft.com/office/drawing/2014/main" id="{E1DADDC7-C479-066E-DDA2-EC4B06DC7F63}"/>
                      </a:ext>
                    </a:extLst>
                  </p:cNvPr>
                  <p:cNvSpPr/>
                  <p:nvPr/>
                </p:nvSpPr>
                <p:spPr>
                  <a:xfrm>
                    <a:off x="1729995" y="4747135"/>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1000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2" name="Freeform: Shape 1001">
                    <a:extLst>
                      <a:ext uri="{FF2B5EF4-FFF2-40B4-BE49-F238E27FC236}">
                        <a16:creationId xmlns:a16="http://schemas.microsoft.com/office/drawing/2014/main" id="{CC3C47A3-4DBC-163B-D9E2-02E6C998B59F}"/>
                      </a:ext>
                    </a:extLst>
                  </p:cNvPr>
                  <p:cNvSpPr/>
                  <p:nvPr/>
                </p:nvSpPr>
                <p:spPr>
                  <a:xfrm>
                    <a:off x="1715037" y="4748135"/>
                    <a:ext cx="14957" cy="31051"/>
                  </a:xfrm>
                  <a:custGeom>
                    <a:avLst/>
                    <a:gdLst>
                      <a:gd name="connsiteX0" fmla="*/ 14958 w 14957"/>
                      <a:gd name="connsiteY0" fmla="*/ 22413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13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13"/>
                        </a:moveTo>
                        <a:lnTo>
                          <a:pt x="0" y="31052"/>
                        </a:lnTo>
                        <a:lnTo>
                          <a:pt x="0" y="8638"/>
                        </a:lnTo>
                        <a:lnTo>
                          <a:pt x="14958" y="0"/>
                        </a:lnTo>
                        <a:lnTo>
                          <a:pt x="14958" y="22413"/>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003" name="Freeform: Shape 1002">
                    <a:extLst>
                      <a:ext uri="{FF2B5EF4-FFF2-40B4-BE49-F238E27FC236}">
                        <a16:creationId xmlns:a16="http://schemas.microsoft.com/office/drawing/2014/main" id="{619236DC-20B0-365B-F19D-6B0C19F1F0A9}"/>
                      </a:ext>
                    </a:extLst>
                  </p:cNvPr>
                  <p:cNvSpPr/>
                  <p:nvPr/>
                </p:nvSpPr>
                <p:spPr>
                  <a:xfrm>
                    <a:off x="1715037" y="4747135"/>
                    <a:ext cx="16685" cy="13639"/>
                  </a:xfrm>
                  <a:custGeom>
                    <a:avLst/>
                    <a:gdLst>
                      <a:gd name="connsiteX0" fmla="*/ 14958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8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8" y="5001"/>
                        </a:moveTo>
                        <a:lnTo>
                          <a:pt x="0" y="13639"/>
                        </a:lnTo>
                        <a:lnTo>
                          <a:pt x="0" y="9638"/>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5" name="Graphic 34">
                  <a:extLst>
                    <a:ext uri="{FF2B5EF4-FFF2-40B4-BE49-F238E27FC236}">
                      <a16:creationId xmlns:a16="http://schemas.microsoft.com/office/drawing/2014/main" id="{6E397D4A-92DA-0DF5-4CE1-7E827ED6655F}"/>
                    </a:ext>
                  </a:extLst>
                </p:cNvPr>
                <p:cNvGrpSpPr/>
                <p:nvPr/>
              </p:nvGrpSpPr>
              <p:grpSpPr>
                <a:xfrm>
                  <a:off x="2274507" y="3872870"/>
                  <a:ext cx="16685" cy="33961"/>
                  <a:chOff x="1743346" y="4730798"/>
                  <a:chExt cx="16685" cy="33961"/>
                </a:xfrm>
                <a:solidFill>
                  <a:srgbClr val="586A6C"/>
                </a:solidFill>
              </p:grpSpPr>
              <p:sp>
                <p:nvSpPr>
                  <p:cNvPr id="996" name="Freeform: Shape 995">
                    <a:extLst>
                      <a:ext uri="{FF2B5EF4-FFF2-40B4-BE49-F238E27FC236}">
                        <a16:creationId xmlns:a16="http://schemas.microsoft.com/office/drawing/2014/main" id="{953B7AFF-CF37-8BF8-B7C9-CED5843CBE22}"/>
                      </a:ext>
                    </a:extLst>
                  </p:cNvPr>
                  <p:cNvSpPr/>
                  <p:nvPr/>
                </p:nvSpPr>
                <p:spPr>
                  <a:xfrm>
                    <a:off x="1743346" y="4730798"/>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7" name="Freeform: Shape 996">
                    <a:extLst>
                      <a:ext uri="{FF2B5EF4-FFF2-40B4-BE49-F238E27FC236}">
                        <a16:creationId xmlns:a16="http://schemas.microsoft.com/office/drawing/2014/main" id="{1F190B33-AEA6-F671-3F91-36DFAC6B1A36}"/>
                      </a:ext>
                    </a:extLst>
                  </p:cNvPr>
                  <p:cNvSpPr/>
                  <p:nvPr/>
                </p:nvSpPr>
                <p:spPr>
                  <a:xfrm>
                    <a:off x="1758303" y="4730798"/>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8" name="Freeform: Shape 997">
                    <a:extLst>
                      <a:ext uri="{FF2B5EF4-FFF2-40B4-BE49-F238E27FC236}">
                        <a16:creationId xmlns:a16="http://schemas.microsoft.com/office/drawing/2014/main" id="{B25DF513-3578-BDA9-CA7B-23F9DC02291E}"/>
                      </a:ext>
                    </a:extLst>
                  </p:cNvPr>
                  <p:cNvSpPr/>
                  <p:nvPr/>
                </p:nvSpPr>
                <p:spPr>
                  <a:xfrm>
                    <a:off x="1743346" y="4731783"/>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9" name="Freeform: Shape 998">
                    <a:extLst>
                      <a:ext uri="{FF2B5EF4-FFF2-40B4-BE49-F238E27FC236}">
                        <a16:creationId xmlns:a16="http://schemas.microsoft.com/office/drawing/2014/main" id="{0D15EFF6-323E-9D9E-B4ED-194C51510E79}"/>
                      </a:ext>
                    </a:extLst>
                  </p:cNvPr>
                  <p:cNvSpPr/>
                  <p:nvPr/>
                </p:nvSpPr>
                <p:spPr>
                  <a:xfrm>
                    <a:off x="1743346" y="4730798"/>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6" name="Graphic 34">
                  <a:extLst>
                    <a:ext uri="{FF2B5EF4-FFF2-40B4-BE49-F238E27FC236}">
                      <a16:creationId xmlns:a16="http://schemas.microsoft.com/office/drawing/2014/main" id="{13BA4156-E4F9-0E16-8FF9-74D99CB3D078}"/>
                    </a:ext>
                  </a:extLst>
                </p:cNvPr>
                <p:cNvGrpSpPr/>
                <p:nvPr/>
              </p:nvGrpSpPr>
              <p:grpSpPr>
                <a:xfrm>
                  <a:off x="2189596" y="3960312"/>
                  <a:ext cx="16700" cy="33961"/>
                  <a:chOff x="1658435" y="4818240"/>
                  <a:chExt cx="16700" cy="33961"/>
                </a:xfrm>
                <a:solidFill>
                  <a:srgbClr val="586A6C"/>
                </a:solidFill>
              </p:grpSpPr>
              <p:sp>
                <p:nvSpPr>
                  <p:cNvPr id="992" name="Freeform: Shape 991">
                    <a:extLst>
                      <a:ext uri="{FF2B5EF4-FFF2-40B4-BE49-F238E27FC236}">
                        <a16:creationId xmlns:a16="http://schemas.microsoft.com/office/drawing/2014/main" id="{BEDB1838-6D0A-17A8-D4C8-651BC0BBDEBC}"/>
                      </a:ext>
                    </a:extLst>
                  </p:cNvPr>
                  <p:cNvSpPr/>
                  <p:nvPr/>
                </p:nvSpPr>
                <p:spPr>
                  <a:xfrm>
                    <a:off x="1658435" y="4818240"/>
                    <a:ext cx="16700" cy="33961"/>
                  </a:xfrm>
                  <a:custGeom>
                    <a:avLst/>
                    <a:gdLst>
                      <a:gd name="connsiteX0" fmla="*/ 14973 w 16700"/>
                      <a:gd name="connsiteY0" fmla="*/ 23414 h 33961"/>
                      <a:gd name="connsiteX1" fmla="*/ 14973 w 16700"/>
                      <a:gd name="connsiteY1" fmla="*/ 985 h 33961"/>
                      <a:gd name="connsiteX2" fmla="*/ 16685 w 16700"/>
                      <a:gd name="connsiteY2" fmla="*/ 0 h 33961"/>
                      <a:gd name="connsiteX3" fmla="*/ 16700 w 16700"/>
                      <a:gd name="connsiteY3" fmla="*/ 24323 h 33961"/>
                      <a:gd name="connsiteX4" fmla="*/ 0 w 16700"/>
                      <a:gd name="connsiteY4" fmla="*/ 33961 h 33961"/>
                      <a:gd name="connsiteX5" fmla="*/ 0 w 16700"/>
                      <a:gd name="connsiteY5" fmla="*/ 32052 h 33961"/>
                      <a:gd name="connsiteX6" fmla="*/ 14973 w 16700"/>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00" h="33961">
                        <a:moveTo>
                          <a:pt x="14973" y="23414"/>
                        </a:moveTo>
                        <a:lnTo>
                          <a:pt x="14973" y="985"/>
                        </a:lnTo>
                        <a:lnTo>
                          <a:pt x="16685" y="0"/>
                        </a:lnTo>
                        <a:lnTo>
                          <a:pt x="16700" y="24323"/>
                        </a:lnTo>
                        <a:lnTo>
                          <a:pt x="0" y="33961"/>
                        </a:lnTo>
                        <a:lnTo>
                          <a:pt x="0" y="32052"/>
                        </a:lnTo>
                        <a:lnTo>
                          <a:pt x="14973"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3" name="Freeform: Shape 992">
                    <a:extLst>
                      <a:ext uri="{FF2B5EF4-FFF2-40B4-BE49-F238E27FC236}">
                        <a16:creationId xmlns:a16="http://schemas.microsoft.com/office/drawing/2014/main" id="{42E4B885-48B4-CC40-49AD-CF24C6D40756}"/>
                      </a:ext>
                    </a:extLst>
                  </p:cNvPr>
                  <p:cNvSpPr/>
                  <p:nvPr/>
                </p:nvSpPr>
                <p:spPr>
                  <a:xfrm>
                    <a:off x="1673408" y="4818240"/>
                    <a:ext cx="1727" cy="24322"/>
                  </a:xfrm>
                  <a:custGeom>
                    <a:avLst/>
                    <a:gdLst>
                      <a:gd name="connsiteX0" fmla="*/ 1712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12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12" y="0"/>
                        </a:moveTo>
                        <a:lnTo>
                          <a:pt x="1728" y="24323"/>
                        </a:lnTo>
                        <a:lnTo>
                          <a:pt x="0" y="23414"/>
                        </a:lnTo>
                        <a:lnTo>
                          <a:pt x="0" y="985"/>
                        </a:lnTo>
                        <a:lnTo>
                          <a:pt x="1712"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4" name="Freeform: Shape 993">
                    <a:extLst>
                      <a:ext uri="{FF2B5EF4-FFF2-40B4-BE49-F238E27FC236}">
                        <a16:creationId xmlns:a16="http://schemas.microsoft.com/office/drawing/2014/main" id="{4A6FAE1A-8BDA-3AF0-B4DD-7FD92DDEA46E}"/>
                      </a:ext>
                    </a:extLst>
                  </p:cNvPr>
                  <p:cNvSpPr/>
                  <p:nvPr/>
                </p:nvSpPr>
                <p:spPr>
                  <a:xfrm>
                    <a:off x="1658435" y="4819225"/>
                    <a:ext cx="14972" cy="31066"/>
                  </a:xfrm>
                  <a:custGeom>
                    <a:avLst/>
                    <a:gdLst>
                      <a:gd name="connsiteX0" fmla="*/ 14973 w 14972"/>
                      <a:gd name="connsiteY0" fmla="*/ 22429 h 31066"/>
                      <a:gd name="connsiteX1" fmla="*/ 0 w 14972"/>
                      <a:gd name="connsiteY1" fmla="*/ 31067 h 31066"/>
                      <a:gd name="connsiteX2" fmla="*/ 0 w 14972"/>
                      <a:gd name="connsiteY2" fmla="*/ 8638 h 31066"/>
                      <a:gd name="connsiteX3" fmla="*/ 14973 w 14972"/>
                      <a:gd name="connsiteY3" fmla="*/ 0 h 31066"/>
                      <a:gd name="connsiteX4" fmla="*/ 14973 w 14972"/>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 h="31066">
                        <a:moveTo>
                          <a:pt x="14973" y="22429"/>
                        </a:moveTo>
                        <a:lnTo>
                          <a:pt x="0" y="31067"/>
                        </a:lnTo>
                        <a:lnTo>
                          <a:pt x="0" y="8638"/>
                        </a:lnTo>
                        <a:lnTo>
                          <a:pt x="14973" y="0"/>
                        </a:lnTo>
                        <a:lnTo>
                          <a:pt x="14973"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5" name="Freeform: Shape 994">
                    <a:extLst>
                      <a:ext uri="{FF2B5EF4-FFF2-40B4-BE49-F238E27FC236}">
                        <a16:creationId xmlns:a16="http://schemas.microsoft.com/office/drawing/2014/main" id="{F4253CF5-DA6A-A572-1D65-8BBF47B3F7CC}"/>
                      </a:ext>
                    </a:extLst>
                  </p:cNvPr>
                  <p:cNvSpPr/>
                  <p:nvPr/>
                </p:nvSpPr>
                <p:spPr>
                  <a:xfrm>
                    <a:off x="1658435" y="4818240"/>
                    <a:ext cx="16685" cy="13639"/>
                  </a:xfrm>
                  <a:custGeom>
                    <a:avLst/>
                    <a:gdLst>
                      <a:gd name="connsiteX0" fmla="*/ 14973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73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73" y="5001"/>
                        </a:moveTo>
                        <a:lnTo>
                          <a:pt x="0" y="13639"/>
                        </a:lnTo>
                        <a:lnTo>
                          <a:pt x="0" y="9623"/>
                        </a:lnTo>
                        <a:lnTo>
                          <a:pt x="16685" y="0"/>
                        </a:lnTo>
                        <a:lnTo>
                          <a:pt x="14973"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7" name="Graphic 34">
                  <a:extLst>
                    <a:ext uri="{FF2B5EF4-FFF2-40B4-BE49-F238E27FC236}">
                      <a16:creationId xmlns:a16="http://schemas.microsoft.com/office/drawing/2014/main" id="{2EB8BFB8-A276-F6FC-678E-5B4F6CD225E6}"/>
                    </a:ext>
                  </a:extLst>
                </p:cNvPr>
                <p:cNvGrpSpPr/>
                <p:nvPr/>
              </p:nvGrpSpPr>
              <p:grpSpPr>
                <a:xfrm>
                  <a:off x="2217905" y="3943975"/>
                  <a:ext cx="16685" cy="33961"/>
                  <a:chOff x="1686744" y="4801903"/>
                  <a:chExt cx="16685" cy="33961"/>
                </a:xfrm>
                <a:solidFill>
                  <a:srgbClr val="586A6C"/>
                </a:solidFill>
              </p:grpSpPr>
              <p:sp>
                <p:nvSpPr>
                  <p:cNvPr id="988" name="Freeform: Shape 987">
                    <a:extLst>
                      <a:ext uri="{FF2B5EF4-FFF2-40B4-BE49-F238E27FC236}">
                        <a16:creationId xmlns:a16="http://schemas.microsoft.com/office/drawing/2014/main" id="{FDB40A32-25BC-BD0C-ADB0-E08F35E234C6}"/>
                      </a:ext>
                    </a:extLst>
                  </p:cNvPr>
                  <p:cNvSpPr/>
                  <p:nvPr/>
                </p:nvSpPr>
                <p:spPr>
                  <a:xfrm>
                    <a:off x="1686744" y="4801903"/>
                    <a:ext cx="16685" cy="33961"/>
                  </a:xfrm>
                  <a:custGeom>
                    <a:avLst/>
                    <a:gdLst>
                      <a:gd name="connsiteX0" fmla="*/ 14957 w 16685"/>
                      <a:gd name="connsiteY0" fmla="*/ 23414 h 33961"/>
                      <a:gd name="connsiteX1" fmla="*/ 14957 w 16685"/>
                      <a:gd name="connsiteY1" fmla="*/ 985 h 33961"/>
                      <a:gd name="connsiteX2" fmla="*/ 16685 w 16685"/>
                      <a:gd name="connsiteY2" fmla="*/ 0 h 33961"/>
                      <a:gd name="connsiteX3" fmla="*/ 16685 w 16685"/>
                      <a:gd name="connsiteY3" fmla="*/ 24323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985"/>
                        </a:lnTo>
                        <a:lnTo>
                          <a:pt x="16685" y="0"/>
                        </a:lnTo>
                        <a:lnTo>
                          <a:pt x="16685" y="24323"/>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9" name="Freeform: Shape 988">
                    <a:extLst>
                      <a:ext uri="{FF2B5EF4-FFF2-40B4-BE49-F238E27FC236}">
                        <a16:creationId xmlns:a16="http://schemas.microsoft.com/office/drawing/2014/main" id="{F34820E2-300C-1652-4467-4439F6B89FAF}"/>
                      </a:ext>
                    </a:extLst>
                  </p:cNvPr>
                  <p:cNvSpPr/>
                  <p:nvPr/>
                </p:nvSpPr>
                <p:spPr>
                  <a:xfrm>
                    <a:off x="1701701" y="4801903"/>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0" name="Freeform: Shape 989">
                    <a:extLst>
                      <a:ext uri="{FF2B5EF4-FFF2-40B4-BE49-F238E27FC236}">
                        <a16:creationId xmlns:a16="http://schemas.microsoft.com/office/drawing/2014/main" id="{2CAB0F70-E3AB-FE29-D994-79F79310C23C}"/>
                      </a:ext>
                    </a:extLst>
                  </p:cNvPr>
                  <p:cNvSpPr/>
                  <p:nvPr/>
                </p:nvSpPr>
                <p:spPr>
                  <a:xfrm>
                    <a:off x="1686744" y="4802888"/>
                    <a:ext cx="14957" cy="31066"/>
                  </a:xfrm>
                  <a:custGeom>
                    <a:avLst/>
                    <a:gdLst>
                      <a:gd name="connsiteX0" fmla="*/ 14957 w 14957"/>
                      <a:gd name="connsiteY0" fmla="*/ 22429 h 31066"/>
                      <a:gd name="connsiteX1" fmla="*/ 0 w 14957"/>
                      <a:gd name="connsiteY1" fmla="*/ 31067 h 31066"/>
                      <a:gd name="connsiteX2" fmla="*/ 0 w 14957"/>
                      <a:gd name="connsiteY2" fmla="*/ 8638 h 31066"/>
                      <a:gd name="connsiteX3" fmla="*/ 14957 w 14957"/>
                      <a:gd name="connsiteY3" fmla="*/ 0 h 31066"/>
                      <a:gd name="connsiteX4" fmla="*/ 14957 w 14957"/>
                      <a:gd name="connsiteY4" fmla="*/ 22429 h 3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66">
                        <a:moveTo>
                          <a:pt x="14957" y="22429"/>
                        </a:moveTo>
                        <a:lnTo>
                          <a:pt x="0" y="31067"/>
                        </a:lnTo>
                        <a:lnTo>
                          <a:pt x="0" y="8638"/>
                        </a:lnTo>
                        <a:lnTo>
                          <a:pt x="14957" y="0"/>
                        </a:lnTo>
                        <a:lnTo>
                          <a:pt x="14957"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91" name="Freeform: Shape 990">
                    <a:extLst>
                      <a:ext uri="{FF2B5EF4-FFF2-40B4-BE49-F238E27FC236}">
                        <a16:creationId xmlns:a16="http://schemas.microsoft.com/office/drawing/2014/main" id="{EBF52431-5854-3384-379C-06533C62DAB8}"/>
                      </a:ext>
                    </a:extLst>
                  </p:cNvPr>
                  <p:cNvSpPr/>
                  <p:nvPr/>
                </p:nvSpPr>
                <p:spPr>
                  <a:xfrm>
                    <a:off x="1686744" y="4801903"/>
                    <a:ext cx="16685" cy="13639"/>
                  </a:xfrm>
                  <a:custGeom>
                    <a:avLst/>
                    <a:gdLst>
                      <a:gd name="connsiteX0" fmla="*/ 14957 w 16685"/>
                      <a:gd name="connsiteY0" fmla="*/ 5001 h 13639"/>
                      <a:gd name="connsiteX1" fmla="*/ 0 w 16685"/>
                      <a:gd name="connsiteY1" fmla="*/ 13639 h 13639"/>
                      <a:gd name="connsiteX2" fmla="*/ 0 w 16685"/>
                      <a:gd name="connsiteY2" fmla="*/ 9623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23"/>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8" name="Graphic 34">
                  <a:extLst>
                    <a:ext uri="{FF2B5EF4-FFF2-40B4-BE49-F238E27FC236}">
                      <a16:creationId xmlns:a16="http://schemas.microsoft.com/office/drawing/2014/main" id="{697AA9AA-E314-6BB6-2072-61EDA6ED4DFE}"/>
                    </a:ext>
                  </a:extLst>
                </p:cNvPr>
                <p:cNvGrpSpPr/>
                <p:nvPr/>
              </p:nvGrpSpPr>
              <p:grpSpPr>
                <a:xfrm>
                  <a:off x="2246198" y="3927639"/>
                  <a:ext cx="16685" cy="33946"/>
                  <a:chOff x="1715037" y="4785567"/>
                  <a:chExt cx="16685" cy="33946"/>
                </a:xfrm>
                <a:solidFill>
                  <a:srgbClr val="586A6C"/>
                </a:solidFill>
              </p:grpSpPr>
              <p:sp>
                <p:nvSpPr>
                  <p:cNvPr id="984" name="Freeform: Shape 983">
                    <a:extLst>
                      <a:ext uri="{FF2B5EF4-FFF2-40B4-BE49-F238E27FC236}">
                        <a16:creationId xmlns:a16="http://schemas.microsoft.com/office/drawing/2014/main" id="{4652CA1F-5D54-D48E-99CA-B69DD39DD9AC}"/>
                      </a:ext>
                    </a:extLst>
                  </p:cNvPr>
                  <p:cNvSpPr/>
                  <p:nvPr/>
                </p:nvSpPr>
                <p:spPr>
                  <a:xfrm>
                    <a:off x="1715037" y="4785567"/>
                    <a:ext cx="16685" cy="33946"/>
                  </a:xfrm>
                  <a:custGeom>
                    <a:avLst/>
                    <a:gdLst>
                      <a:gd name="connsiteX0" fmla="*/ 14958 w 16685"/>
                      <a:gd name="connsiteY0" fmla="*/ 23414 h 33946"/>
                      <a:gd name="connsiteX1" fmla="*/ 14958 w 16685"/>
                      <a:gd name="connsiteY1" fmla="*/ 985 h 33946"/>
                      <a:gd name="connsiteX2" fmla="*/ 16685 w 16685"/>
                      <a:gd name="connsiteY2" fmla="*/ 0 h 33946"/>
                      <a:gd name="connsiteX3" fmla="*/ 16685 w 16685"/>
                      <a:gd name="connsiteY3" fmla="*/ 24323 h 33946"/>
                      <a:gd name="connsiteX4" fmla="*/ 0 w 16685"/>
                      <a:gd name="connsiteY4" fmla="*/ 33946 h 33946"/>
                      <a:gd name="connsiteX5" fmla="*/ 0 w 16685"/>
                      <a:gd name="connsiteY5" fmla="*/ 32037 h 33946"/>
                      <a:gd name="connsiteX6" fmla="*/ 14958 w 16685"/>
                      <a:gd name="connsiteY6" fmla="*/ 23414 h 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46">
                        <a:moveTo>
                          <a:pt x="14958" y="23414"/>
                        </a:moveTo>
                        <a:lnTo>
                          <a:pt x="14958" y="985"/>
                        </a:lnTo>
                        <a:lnTo>
                          <a:pt x="16685" y="0"/>
                        </a:lnTo>
                        <a:lnTo>
                          <a:pt x="16685" y="24323"/>
                        </a:lnTo>
                        <a:lnTo>
                          <a:pt x="0" y="33946"/>
                        </a:lnTo>
                        <a:lnTo>
                          <a:pt x="0" y="32037"/>
                        </a:lnTo>
                        <a:lnTo>
                          <a:pt x="14958"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5" name="Freeform: Shape 984">
                    <a:extLst>
                      <a:ext uri="{FF2B5EF4-FFF2-40B4-BE49-F238E27FC236}">
                        <a16:creationId xmlns:a16="http://schemas.microsoft.com/office/drawing/2014/main" id="{2FB7F9C1-7477-4226-14A8-F92C04423A86}"/>
                      </a:ext>
                    </a:extLst>
                  </p:cNvPr>
                  <p:cNvSpPr/>
                  <p:nvPr/>
                </p:nvSpPr>
                <p:spPr>
                  <a:xfrm>
                    <a:off x="1729995" y="4785567"/>
                    <a:ext cx="1727" cy="24322"/>
                  </a:xfrm>
                  <a:custGeom>
                    <a:avLst/>
                    <a:gdLst>
                      <a:gd name="connsiteX0" fmla="*/ 1728 w 1727"/>
                      <a:gd name="connsiteY0" fmla="*/ 0 h 24322"/>
                      <a:gd name="connsiteX1" fmla="*/ 1728 w 1727"/>
                      <a:gd name="connsiteY1" fmla="*/ 24323 h 24322"/>
                      <a:gd name="connsiteX2" fmla="*/ 0 w 1727"/>
                      <a:gd name="connsiteY2" fmla="*/ 23414 h 24322"/>
                      <a:gd name="connsiteX3" fmla="*/ 0 w 1727"/>
                      <a:gd name="connsiteY3" fmla="*/ 985 h 24322"/>
                      <a:gd name="connsiteX4" fmla="*/ 1728 w 1727"/>
                      <a:gd name="connsiteY4" fmla="*/ 0 h 2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22">
                        <a:moveTo>
                          <a:pt x="1728" y="0"/>
                        </a:moveTo>
                        <a:lnTo>
                          <a:pt x="1728" y="24323"/>
                        </a:lnTo>
                        <a:lnTo>
                          <a:pt x="0" y="23414"/>
                        </a:lnTo>
                        <a:lnTo>
                          <a:pt x="0" y="985"/>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6" name="Freeform: Shape 985">
                    <a:extLst>
                      <a:ext uri="{FF2B5EF4-FFF2-40B4-BE49-F238E27FC236}">
                        <a16:creationId xmlns:a16="http://schemas.microsoft.com/office/drawing/2014/main" id="{491671D0-0BAE-5E18-31B1-F74E6D07190B}"/>
                      </a:ext>
                    </a:extLst>
                  </p:cNvPr>
                  <p:cNvSpPr/>
                  <p:nvPr/>
                </p:nvSpPr>
                <p:spPr>
                  <a:xfrm>
                    <a:off x="1715037" y="4786552"/>
                    <a:ext cx="14957" cy="31051"/>
                  </a:xfrm>
                  <a:custGeom>
                    <a:avLst/>
                    <a:gdLst>
                      <a:gd name="connsiteX0" fmla="*/ 14958 w 14957"/>
                      <a:gd name="connsiteY0" fmla="*/ 22429 h 31051"/>
                      <a:gd name="connsiteX1" fmla="*/ 0 w 14957"/>
                      <a:gd name="connsiteY1" fmla="*/ 31052 h 31051"/>
                      <a:gd name="connsiteX2" fmla="*/ 0 w 14957"/>
                      <a:gd name="connsiteY2" fmla="*/ 8638 h 31051"/>
                      <a:gd name="connsiteX3" fmla="*/ 14958 w 14957"/>
                      <a:gd name="connsiteY3" fmla="*/ 0 h 31051"/>
                      <a:gd name="connsiteX4" fmla="*/ 14958 w 14957"/>
                      <a:gd name="connsiteY4" fmla="*/ 22429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8" y="22429"/>
                        </a:moveTo>
                        <a:lnTo>
                          <a:pt x="0" y="31052"/>
                        </a:lnTo>
                        <a:lnTo>
                          <a:pt x="0" y="8638"/>
                        </a:lnTo>
                        <a:lnTo>
                          <a:pt x="14958" y="0"/>
                        </a:lnTo>
                        <a:lnTo>
                          <a:pt x="14958" y="22429"/>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7" name="Freeform: Shape 986">
                    <a:extLst>
                      <a:ext uri="{FF2B5EF4-FFF2-40B4-BE49-F238E27FC236}">
                        <a16:creationId xmlns:a16="http://schemas.microsoft.com/office/drawing/2014/main" id="{D0E4A5FF-378E-8A2E-B079-5A13FA44745F}"/>
                      </a:ext>
                    </a:extLst>
                  </p:cNvPr>
                  <p:cNvSpPr/>
                  <p:nvPr/>
                </p:nvSpPr>
                <p:spPr>
                  <a:xfrm>
                    <a:off x="1715037" y="4785567"/>
                    <a:ext cx="16685" cy="13623"/>
                  </a:xfrm>
                  <a:custGeom>
                    <a:avLst/>
                    <a:gdLst>
                      <a:gd name="connsiteX0" fmla="*/ 14958 w 16685"/>
                      <a:gd name="connsiteY0" fmla="*/ 5001 h 13623"/>
                      <a:gd name="connsiteX1" fmla="*/ 0 w 16685"/>
                      <a:gd name="connsiteY1" fmla="*/ 13624 h 13623"/>
                      <a:gd name="connsiteX2" fmla="*/ 0 w 16685"/>
                      <a:gd name="connsiteY2" fmla="*/ 9623 h 13623"/>
                      <a:gd name="connsiteX3" fmla="*/ 16685 w 16685"/>
                      <a:gd name="connsiteY3" fmla="*/ 0 h 13623"/>
                      <a:gd name="connsiteX4" fmla="*/ 14958 w 16685"/>
                      <a:gd name="connsiteY4" fmla="*/ 5001 h 1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23">
                        <a:moveTo>
                          <a:pt x="14958" y="5001"/>
                        </a:moveTo>
                        <a:lnTo>
                          <a:pt x="0" y="13624"/>
                        </a:lnTo>
                        <a:lnTo>
                          <a:pt x="0" y="9623"/>
                        </a:lnTo>
                        <a:lnTo>
                          <a:pt x="16685" y="0"/>
                        </a:lnTo>
                        <a:lnTo>
                          <a:pt x="14958"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979" name="Graphic 34">
                  <a:extLst>
                    <a:ext uri="{FF2B5EF4-FFF2-40B4-BE49-F238E27FC236}">
                      <a16:creationId xmlns:a16="http://schemas.microsoft.com/office/drawing/2014/main" id="{AD7F9BB4-7D0E-B13E-17CF-81252DEA69CC}"/>
                    </a:ext>
                  </a:extLst>
                </p:cNvPr>
                <p:cNvGrpSpPr/>
                <p:nvPr/>
              </p:nvGrpSpPr>
              <p:grpSpPr>
                <a:xfrm>
                  <a:off x="2274507" y="3911287"/>
                  <a:ext cx="16685" cy="33961"/>
                  <a:chOff x="1743346" y="4769215"/>
                  <a:chExt cx="16685" cy="33961"/>
                </a:xfrm>
                <a:solidFill>
                  <a:srgbClr val="586A6C"/>
                </a:solidFill>
              </p:grpSpPr>
              <p:sp>
                <p:nvSpPr>
                  <p:cNvPr id="980" name="Freeform: Shape 979">
                    <a:extLst>
                      <a:ext uri="{FF2B5EF4-FFF2-40B4-BE49-F238E27FC236}">
                        <a16:creationId xmlns:a16="http://schemas.microsoft.com/office/drawing/2014/main" id="{EABDD423-BBE6-8570-9332-A0E0816D417C}"/>
                      </a:ext>
                    </a:extLst>
                  </p:cNvPr>
                  <p:cNvSpPr/>
                  <p:nvPr/>
                </p:nvSpPr>
                <p:spPr>
                  <a:xfrm>
                    <a:off x="1743346" y="4769215"/>
                    <a:ext cx="16685" cy="33961"/>
                  </a:xfrm>
                  <a:custGeom>
                    <a:avLst/>
                    <a:gdLst>
                      <a:gd name="connsiteX0" fmla="*/ 14957 w 16685"/>
                      <a:gd name="connsiteY0" fmla="*/ 23414 h 33961"/>
                      <a:gd name="connsiteX1" fmla="*/ 14957 w 16685"/>
                      <a:gd name="connsiteY1" fmla="*/ 1000 h 33961"/>
                      <a:gd name="connsiteX2" fmla="*/ 16685 w 16685"/>
                      <a:gd name="connsiteY2" fmla="*/ 0 h 33961"/>
                      <a:gd name="connsiteX3" fmla="*/ 16685 w 16685"/>
                      <a:gd name="connsiteY3" fmla="*/ 24338 h 33961"/>
                      <a:gd name="connsiteX4" fmla="*/ 0 w 16685"/>
                      <a:gd name="connsiteY4" fmla="*/ 33961 h 33961"/>
                      <a:gd name="connsiteX5" fmla="*/ 0 w 16685"/>
                      <a:gd name="connsiteY5" fmla="*/ 32052 h 33961"/>
                      <a:gd name="connsiteX6" fmla="*/ 14957 w 16685"/>
                      <a:gd name="connsiteY6" fmla="*/ 23414 h 33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5" h="33961">
                        <a:moveTo>
                          <a:pt x="14957" y="23414"/>
                        </a:moveTo>
                        <a:lnTo>
                          <a:pt x="14957" y="1000"/>
                        </a:lnTo>
                        <a:lnTo>
                          <a:pt x="16685" y="0"/>
                        </a:lnTo>
                        <a:lnTo>
                          <a:pt x="16685" y="24338"/>
                        </a:lnTo>
                        <a:lnTo>
                          <a:pt x="0" y="33961"/>
                        </a:lnTo>
                        <a:lnTo>
                          <a:pt x="0" y="32052"/>
                        </a:lnTo>
                        <a:lnTo>
                          <a:pt x="14957" y="23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1" name="Freeform: Shape 980">
                    <a:extLst>
                      <a:ext uri="{FF2B5EF4-FFF2-40B4-BE49-F238E27FC236}">
                        <a16:creationId xmlns:a16="http://schemas.microsoft.com/office/drawing/2014/main" id="{93BFCC60-BD7D-2490-42FB-2229DFA9122D}"/>
                      </a:ext>
                    </a:extLst>
                  </p:cNvPr>
                  <p:cNvSpPr/>
                  <p:nvPr/>
                </p:nvSpPr>
                <p:spPr>
                  <a:xfrm>
                    <a:off x="1758303" y="4769215"/>
                    <a:ext cx="1727" cy="24338"/>
                  </a:xfrm>
                  <a:custGeom>
                    <a:avLst/>
                    <a:gdLst>
                      <a:gd name="connsiteX0" fmla="*/ 1728 w 1727"/>
                      <a:gd name="connsiteY0" fmla="*/ 0 h 24338"/>
                      <a:gd name="connsiteX1" fmla="*/ 1728 w 1727"/>
                      <a:gd name="connsiteY1" fmla="*/ 24338 h 24338"/>
                      <a:gd name="connsiteX2" fmla="*/ 0 w 1727"/>
                      <a:gd name="connsiteY2" fmla="*/ 23414 h 24338"/>
                      <a:gd name="connsiteX3" fmla="*/ 0 w 1727"/>
                      <a:gd name="connsiteY3" fmla="*/ 1000 h 24338"/>
                      <a:gd name="connsiteX4" fmla="*/ 1728 w 1727"/>
                      <a:gd name="connsiteY4" fmla="*/ 0 h 24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 h="24338">
                        <a:moveTo>
                          <a:pt x="1728" y="0"/>
                        </a:moveTo>
                        <a:lnTo>
                          <a:pt x="1728" y="24338"/>
                        </a:lnTo>
                        <a:lnTo>
                          <a:pt x="0" y="23414"/>
                        </a:lnTo>
                        <a:lnTo>
                          <a:pt x="0" y="1000"/>
                        </a:lnTo>
                        <a:lnTo>
                          <a:pt x="1728" y="0"/>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2" name="Freeform: Shape 981">
                    <a:extLst>
                      <a:ext uri="{FF2B5EF4-FFF2-40B4-BE49-F238E27FC236}">
                        <a16:creationId xmlns:a16="http://schemas.microsoft.com/office/drawing/2014/main" id="{8EC742D3-24A0-38BE-A15A-76EE9C04F895}"/>
                      </a:ext>
                    </a:extLst>
                  </p:cNvPr>
                  <p:cNvSpPr/>
                  <p:nvPr/>
                </p:nvSpPr>
                <p:spPr>
                  <a:xfrm>
                    <a:off x="1743346" y="4770215"/>
                    <a:ext cx="14957" cy="31051"/>
                  </a:xfrm>
                  <a:custGeom>
                    <a:avLst/>
                    <a:gdLst>
                      <a:gd name="connsiteX0" fmla="*/ 14957 w 14957"/>
                      <a:gd name="connsiteY0" fmla="*/ 22414 h 31051"/>
                      <a:gd name="connsiteX1" fmla="*/ 0 w 14957"/>
                      <a:gd name="connsiteY1" fmla="*/ 31052 h 31051"/>
                      <a:gd name="connsiteX2" fmla="*/ 0 w 14957"/>
                      <a:gd name="connsiteY2" fmla="*/ 8638 h 31051"/>
                      <a:gd name="connsiteX3" fmla="*/ 14957 w 14957"/>
                      <a:gd name="connsiteY3" fmla="*/ 0 h 31051"/>
                      <a:gd name="connsiteX4" fmla="*/ 14957 w 14957"/>
                      <a:gd name="connsiteY4" fmla="*/ 22414 h 31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7" h="31051">
                        <a:moveTo>
                          <a:pt x="14957" y="22414"/>
                        </a:moveTo>
                        <a:lnTo>
                          <a:pt x="0" y="31052"/>
                        </a:lnTo>
                        <a:lnTo>
                          <a:pt x="0" y="8638"/>
                        </a:lnTo>
                        <a:lnTo>
                          <a:pt x="14957" y="0"/>
                        </a:lnTo>
                        <a:lnTo>
                          <a:pt x="14957" y="22414"/>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983" name="Freeform: Shape 982">
                    <a:extLst>
                      <a:ext uri="{FF2B5EF4-FFF2-40B4-BE49-F238E27FC236}">
                        <a16:creationId xmlns:a16="http://schemas.microsoft.com/office/drawing/2014/main" id="{ACBB4ADA-066A-D4B5-C915-6B9FDF96EB0C}"/>
                      </a:ext>
                    </a:extLst>
                  </p:cNvPr>
                  <p:cNvSpPr/>
                  <p:nvPr/>
                </p:nvSpPr>
                <p:spPr>
                  <a:xfrm>
                    <a:off x="1743346" y="4769215"/>
                    <a:ext cx="16685" cy="13639"/>
                  </a:xfrm>
                  <a:custGeom>
                    <a:avLst/>
                    <a:gdLst>
                      <a:gd name="connsiteX0" fmla="*/ 14957 w 16685"/>
                      <a:gd name="connsiteY0" fmla="*/ 5001 h 13639"/>
                      <a:gd name="connsiteX1" fmla="*/ 0 w 16685"/>
                      <a:gd name="connsiteY1" fmla="*/ 13639 h 13639"/>
                      <a:gd name="connsiteX2" fmla="*/ 0 w 16685"/>
                      <a:gd name="connsiteY2" fmla="*/ 9638 h 13639"/>
                      <a:gd name="connsiteX3" fmla="*/ 16685 w 16685"/>
                      <a:gd name="connsiteY3" fmla="*/ 0 h 13639"/>
                      <a:gd name="connsiteX4" fmla="*/ 14957 w 16685"/>
                      <a:gd name="connsiteY4" fmla="*/ 5001 h 13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 h="13639">
                        <a:moveTo>
                          <a:pt x="14957" y="5001"/>
                        </a:moveTo>
                        <a:lnTo>
                          <a:pt x="0" y="13639"/>
                        </a:lnTo>
                        <a:lnTo>
                          <a:pt x="0" y="9638"/>
                        </a:lnTo>
                        <a:lnTo>
                          <a:pt x="16685" y="0"/>
                        </a:lnTo>
                        <a:lnTo>
                          <a:pt x="14957" y="5001"/>
                        </a:lnTo>
                        <a:close/>
                      </a:path>
                    </a:pathLst>
                  </a:custGeom>
                  <a:grpFill/>
                  <a:ln w="15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961" name="TextBox 960">
                <a:extLst>
                  <a:ext uri="{FF2B5EF4-FFF2-40B4-BE49-F238E27FC236}">
                    <a16:creationId xmlns:a16="http://schemas.microsoft.com/office/drawing/2014/main" id="{F1FC2A90-C26E-4BE7-8008-3870339C8AFF}"/>
                  </a:ext>
                </a:extLst>
              </p:cNvPr>
              <p:cNvSpPr txBox="1"/>
              <p:nvPr/>
            </p:nvSpPr>
            <p:spPr>
              <a:xfrm>
                <a:off x="632444" y="2202675"/>
                <a:ext cx="262892" cy="15388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 CDC</a:t>
                </a:r>
              </a:p>
            </p:txBody>
          </p:sp>
        </p:grpSp>
      </p:grpSp>
      <p:grpSp>
        <p:nvGrpSpPr>
          <p:cNvPr id="3640" name="Group 3639">
            <a:extLst>
              <a:ext uri="{FF2B5EF4-FFF2-40B4-BE49-F238E27FC236}">
                <a16:creationId xmlns:a16="http://schemas.microsoft.com/office/drawing/2014/main" id="{E019D3F0-79EA-F349-BFCB-CDF8386C2F03}"/>
              </a:ext>
              <a:ext uri="{C183D7F6-B498-43B3-948B-1728B52AA6E4}">
                <adec:decorative xmlns:adec="http://schemas.microsoft.com/office/drawing/2017/decorative" val="1"/>
              </a:ext>
            </a:extLst>
          </p:cNvPr>
          <p:cNvGrpSpPr/>
          <p:nvPr/>
        </p:nvGrpSpPr>
        <p:grpSpPr>
          <a:xfrm>
            <a:off x="810450" y="4428618"/>
            <a:ext cx="1051560" cy="1046949"/>
            <a:chOff x="810450" y="4428618"/>
            <a:chExt cx="1051560" cy="1046949"/>
          </a:xfrm>
        </p:grpSpPr>
        <p:sp>
          <p:nvSpPr>
            <p:cNvPr id="1305" name="Oval 1304">
              <a:extLst>
                <a:ext uri="{FF2B5EF4-FFF2-40B4-BE49-F238E27FC236}">
                  <a16:creationId xmlns:a16="http://schemas.microsoft.com/office/drawing/2014/main" id="{DE89AE0E-8EB7-10DC-ECA1-EA017BB34565}"/>
                </a:ext>
              </a:extLst>
            </p:cNvPr>
            <p:cNvSpPr>
              <a:spLocks/>
            </p:cNvSpPr>
            <p:nvPr/>
          </p:nvSpPr>
          <p:spPr>
            <a:xfrm>
              <a:off x="810450" y="4428618"/>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1306" name="Group 1305">
              <a:extLst>
                <a:ext uri="{FF2B5EF4-FFF2-40B4-BE49-F238E27FC236}">
                  <a16:creationId xmlns:a16="http://schemas.microsoft.com/office/drawing/2014/main" id="{DAA6D5B4-54E9-601F-F8F7-D5B7005D5005}"/>
                </a:ext>
              </a:extLst>
            </p:cNvPr>
            <p:cNvGrpSpPr/>
            <p:nvPr/>
          </p:nvGrpSpPr>
          <p:grpSpPr>
            <a:xfrm>
              <a:off x="1102164" y="4520884"/>
              <a:ext cx="468132" cy="878390"/>
              <a:chOff x="1034821" y="4445757"/>
              <a:chExt cx="468132" cy="878390"/>
            </a:xfrm>
          </p:grpSpPr>
          <p:sp>
            <p:nvSpPr>
              <p:cNvPr id="1307" name="TextBox 1306">
                <a:extLst>
                  <a:ext uri="{FF2B5EF4-FFF2-40B4-BE49-F238E27FC236}">
                    <a16:creationId xmlns:a16="http://schemas.microsoft.com/office/drawing/2014/main" id="{EB3713C4-3471-1665-E2C5-27524C9B938E}"/>
                  </a:ext>
                </a:extLst>
              </p:cNvPr>
              <p:cNvSpPr txBox="1"/>
              <p:nvPr/>
            </p:nvSpPr>
            <p:spPr>
              <a:xfrm>
                <a:off x="1107469" y="5170259"/>
                <a:ext cx="304571" cy="15388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NOAA</a:t>
                </a:r>
              </a:p>
            </p:txBody>
          </p:sp>
          <p:grpSp>
            <p:nvGrpSpPr>
              <p:cNvPr id="1308" name="Group 1307">
                <a:extLst>
                  <a:ext uri="{FF2B5EF4-FFF2-40B4-BE49-F238E27FC236}">
                    <a16:creationId xmlns:a16="http://schemas.microsoft.com/office/drawing/2014/main" id="{2B56564C-01E1-9F7E-CCB2-BBE90636ED95}"/>
                  </a:ext>
                </a:extLst>
              </p:cNvPr>
              <p:cNvGrpSpPr/>
              <p:nvPr/>
            </p:nvGrpSpPr>
            <p:grpSpPr>
              <a:xfrm>
                <a:off x="1034821" y="4445757"/>
                <a:ext cx="468132" cy="688957"/>
                <a:chOff x="3084829" y="3772970"/>
                <a:chExt cx="457709" cy="895012"/>
              </a:xfrm>
            </p:grpSpPr>
            <p:sp>
              <p:nvSpPr>
                <p:cNvPr id="1309" name="Freeform: Shape 1308">
                  <a:extLst>
                    <a:ext uri="{FF2B5EF4-FFF2-40B4-BE49-F238E27FC236}">
                      <a16:creationId xmlns:a16="http://schemas.microsoft.com/office/drawing/2014/main" id="{D27B58EA-0FEB-DF8E-2A97-8336DC81D465}"/>
                    </a:ext>
                  </a:extLst>
                </p:cNvPr>
                <p:cNvSpPr/>
                <p:nvPr/>
              </p:nvSpPr>
              <p:spPr>
                <a:xfrm>
                  <a:off x="3157447" y="3961699"/>
                  <a:ext cx="49182" cy="57060"/>
                </a:xfrm>
                <a:custGeom>
                  <a:avLst/>
                  <a:gdLst>
                    <a:gd name="connsiteX0" fmla="*/ 0 w 62619"/>
                    <a:gd name="connsiteY0" fmla="*/ 0 h 72650"/>
                    <a:gd name="connsiteX1" fmla="*/ 0 w 62619"/>
                    <a:gd name="connsiteY1" fmla="*/ 72651 h 72650"/>
                    <a:gd name="connsiteX2" fmla="*/ 62620 w 62619"/>
                    <a:gd name="connsiteY2" fmla="*/ 36364 h 72650"/>
                    <a:gd name="connsiteX3" fmla="*/ 0 w 62619"/>
                    <a:gd name="connsiteY3" fmla="*/ 0 h 72650"/>
                  </a:gdLst>
                  <a:ahLst/>
                  <a:cxnLst>
                    <a:cxn ang="0">
                      <a:pos x="connsiteX0" y="connsiteY0"/>
                    </a:cxn>
                    <a:cxn ang="0">
                      <a:pos x="connsiteX1" y="connsiteY1"/>
                    </a:cxn>
                    <a:cxn ang="0">
                      <a:pos x="connsiteX2" y="connsiteY2"/>
                    </a:cxn>
                    <a:cxn ang="0">
                      <a:pos x="connsiteX3" y="connsiteY3"/>
                    </a:cxn>
                  </a:cxnLst>
                  <a:rect l="l" t="t" r="r" b="b"/>
                  <a:pathLst>
                    <a:path w="62619" h="72650">
                      <a:moveTo>
                        <a:pt x="0" y="0"/>
                      </a:moveTo>
                      <a:lnTo>
                        <a:pt x="0" y="72651"/>
                      </a:lnTo>
                      <a:lnTo>
                        <a:pt x="62620" y="36364"/>
                      </a:lnTo>
                      <a:lnTo>
                        <a:pt x="0" y="0"/>
                      </a:lnTo>
                      <a:close/>
                    </a:path>
                  </a:pathLst>
                </a:custGeom>
                <a:solidFill>
                  <a:srgbClr val="7B8282"/>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0" name="Freeform: Shape 1309">
                  <a:extLst>
                    <a:ext uri="{FF2B5EF4-FFF2-40B4-BE49-F238E27FC236}">
                      <a16:creationId xmlns:a16="http://schemas.microsoft.com/office/drawing/2014/main" id="{0B061B02-BEC3-60EF-60F3-FA596C75DD9B}"/>
                    </a:ext>
                  </a:extLst>
                </p:cNvPr>
                <p:cNvSpPr/>
                <p:nvPr/>
              </p:nvSpPr>
              <p:spPr>
                <a:xfrm>
                  <a:off x="3287218" y="4395177"/>
                  <a:ext cx="154752" cy="272805"/>
                </a:xfrm>
                <a:custGeom>
                  <a:avLst/>
                  <a:gdLst>
                    <a:gd name="connsiteX0" fmla="*/ 39 w 197033"/>
                    <a:gd name="connsiteY0" fmla="*/ 114332 h 347340"/>
                    <a:gd name="connsiteX1" fmla="*/ 39 w 197033"/>
                    <a:gd name="connsiteY1" fmla="*/ 158974 h 347340"/>
                    <a:gd name="connsiteX2" fmla="*/ 0 w 197033"/>
                    <a:gd name="connsiteY2" fmla="*/ 347301 h 347340"/>
                    <a:gd name="connsiteX3" fmla="*/ 175 w 197033"/>
                    <a:gd name="connsiteY3" fmla="*/ 347340 h 347340"/>
                    <a:gd name="connsiteX4" fmla="*/ 175511 w 197033"/>
                    <a:gd name="connsiteY4" fmla="*/ 245551 h 347340"/>
                    <a:gd name="connsiteX5" fmla="*/ 175511 w 197033"/>
                    <a:gd name="connsiteY5" fmla="*/ 57186 h 347340"/>
                    <a:gd name="connsiteX6" fmla="*/ 197033 w 197033"/>
                    <a:gd name="connsiteY6" fmla="*/ 44642 h 347340"/>
                    <a:gd name="connsiteX7" fmla="*/ 196955 w 197033"/>
                    <a:gd name="connsiteY7" fmla="*/ 0 h 347340"/>
                    <a:gd name="connsiteX8" fmla="*/ 39 w 197033"/>
                    <a:gd name="connsiteY8" fmla="*/ 114332 h 347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033" h="347340">
                      <a:moveTo>
                        <a:pt x="39" y="114332"/>
                      </a:moveTo>
                      <a:lnTo>
                        <a:pt x="39" y="158974"/>
                      </a:lnTo>
                      <a:lnTo>
                        <a:pt x="0" y="347301"/>
                      </a:lnTo>
                      <a:lnTo>
                        <a:pt x="175" y="347340"/>
                      </a:lnTo>
                      <a:lnTo>
                        <a:pt x="175511" y="245551"/>
                      </a:lnTo>
                      <a:lnTo>
                        <a:pt x="175511" y="57186"/>
                      </a:lnTo>
                      <a:lnTo>
                        <a:pt x="197033" y="44642"/>
                      </a:lnTo>
                      <a:lnTo>
                        <a:pt x="196955" y="0"/>
                      </a:lnTo>
                      <a:lnTo>
                        <a:pt x="39" y="114332"/>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1" name="Freeform: Shape 1310">
                  <a:extLst>
                    <a:ext uri="{FF2B5EF4-FFF2-40B4-BE49-F238E27FC236}">
                      <a16:creationId xmlns:a16="http://schemas.microsoft.com/office/drawing/2014/main" id="{FC5DD9F0-46B6-4FE7-FBAF-2F6FAD8039C2}"/>
                    </a:ext>
                  </a:extLst>
                </p:cNvPr>
                <p:cNvSpPr/>
                <p:nvPr/>
              </p:nvSpPr>
              <p:spPr>
                <a:xfrm>
                  <a:off x="3084829" y="4006353"/>
                  <a:ext cx="340237" cy="174578"/>
                </a:xfrm>
                <a:custGeom>
                  <a:avLst/>
                  <a:gdLst>
                    <a:gd name="connsiteX0" fmla="*/ 32605 w 433196"/>
                    <a:gd name="connsiteY0" fmla="*/ 91622 h 222275"/>
                    <a:gd name="connsiteX1" fmla="*/ 257725 w 433196"/>
                    <a:gd name="connsiteY1" fmla="*/ 222276 h 222275"/>
                    <a:gd name="connsiteX2" fmla="*/ 433119 w 433196"/>
                    <a:gd name="connsiteY2" fmla="*/ 120507 h 222275"/>
                    <a:gd name="connsiteX3" fmla="*/ 433197 w 433196"/>
                    <a:gd name="connsiteY3" fmla="*/ 120370 h 222275"/>
                    <a:gd name="connsiteX4" fmla="*/ 425503 w 433196"/>
                    <a:gd name="connsiteY4" fmla="*/ 115910 h 222275"/>
                    <a:gd name="connsiteX5" fmla="*/ 420984 w 433196"/>
                    <a:gd name="connsiteY5" fmla="*/ 113281 h 222275"/>
                    <a:gd name="connsiteX6" fmla="*/ 272255 w 433196"/>
                    <a:gd name="connsiteY6" fmla="*/ 26957 h 222275"/>
                    <a:gd name="connsiteX7" fmla="*/ 255446 w 433196"/>
                    <a:gd name="connsiteY7" fmla="*/ 36754 h 222275"/>
                    <a:gd name="connsiteX8" fmla="*/ 254453 w 433196"/>
                    <a:gd name="connsiteY8" fmla="*/ 37143 h 222275"/>
                    <a:gd name="connsiteX9" fmla="*/ 190333 w 433196"/>
                    <a:gd name="connsiteY9" fmla="*/ 0 h 222275"/>
                    <a:gd name="connsiteX10" fmla="*/ 174070 w 433196"/>
                    <a:gd name="connsiteY10" fmla="*/ 9369 h 222275"/>
                    <a:gd name="connsiteX11" fmla="*/ 174070 w 433196"/>
                    <a:gd name="connsiteY11" fmla="*/ 87940 h 222275"/>
                    <a:gd name="connsiteX12" fmla="*/ 171830 w 433196"/>
                    <a:gd name="connsiteY12" fmla="*/ 86752 h 222275"/>
                    <a:gd name="connsiteX13" fmla="*/ 171830 w 433196"/>
                    <a:gd name="connsiteY13" fmla="*/ 10752 h 222275"/>
                    <a:gd name="connsiteX14" fmla="*/ 92459 w 433196"/>
                    <a:gd name="connsiteY14" fmla="*/ 56757 h 222275"/>
                    <a:gd name="connsiteX15" fmla="*/ 90239 w 433196"/>
                    <a:gd name="connsiteY15" fmla="*/ 58023 h 222275"/>
                    <a:gd name="connsiteX16" fmla="*/ 46785 w 433196"/>
                    <a:gd name="connsiteY16" fmla="*/ 83266 h 222275"/>
                    <a:gd name="connsiteX17" fmla="*/ 11609 w 433196"/>
                    <a:gd name="connsiteY17" fmla="*/ 62795 h 222275"/>
                    <a:gd name="connsiteX18" fmla="*/ 7401 w 433196"/>
                    <a:gd name="connsiteY18" fmla="*/ 60516 h 222275"/>
                    <a:gd name="connsiteX19" fmla="*/ 0 w 433196"/>
                    <a:gd name="connsiteY19" fmla="*/ 64977 h 222275"/>
                    <a:gd name="connsiteX20" fmla="*/ 39247 w 433196"/>
                    <a:gd name="connsiteY20" fmla="*/ 87687 h 222275"/>
                    <a:gd name="connsiteX21" fmla="*/ 32605 w 433196"/>
                    <a:gd name="connsiteY21" fmla="*/ 91622 h 22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33196" h="222275">
                      <a:moveTo>
                        <a:pt x="32605" y="91622"/>
                      </a:moveTo>
                      <a:lnTo>
                        <a:pt x="257725" y="222276"/>
                      </a:lnTo>
                      <a:lnTo>
                        <a:pt x="433119" y="120507"/>
                      </a:lnTo>
                      <a:lnTo>
                        <a:pt x="433197" y="120370"/>
                      </a:lnTo>
                      <a:lnTo>
                        <a:pt x="425503" y="115910"/>
                      </a:lnTo>
                      <a:lnTo>
                        <a:pt x="420984" y="113281"/>
                      </a:lnTo>
                      <a:lnTo>
                        <a:pt x="272255" y="26957"/>
                      </a:lnTo>
                      <a:lnTo>
                        <a:pt x="255446" y="36754"/>
                      </a:lnTo>
                      <a:lnTo>
                        <a:pt x="254453" y="37143"/>
                      </a:lnTo>
                      <a:lnTo>
                        <a:pt x="190333" y="0"/>
                      </a:lnTo>
                      <a:lnTo>
                        <a:pt x="174070" y="9369"/>
                      </a:lnTo>
                      <a:lnTo>
                        <a:pt x="174070" y="87940"/>
                      </a:lnTo>
                      <a:lnTo>
                        <a:pt x="171830" y="86752"/>
                      </a:lnTo>
                      <a:lnTo>
                        <a:pt x="171830" y="10752"/>
                      </a:lnTo>
                      <a:lnTo>
                        <a:pt x="92459" y="56757"/>
                      </a:lnTo>
                      <a:lnTo>
                        <a:pt x="90239" y="58023"/>
                      </a:lnTo>
                      <a:lnTo>
                        <a:pt x="46785" y="83266"/>
                      </a:lnTo>
                      <a:lnTo>
                        <a:pt x="11609" y="62795"/>
                      </a:lnTo>
                      <a:lnTo>
                        <a:pt x="7401" y="60516"/>
                      </a:lnTo>
                      <a:lnTo>
                        <a:pt x="0" y="64977"/>
                      </a:lnTo>
                      <a:lnTo>
                        <a:pt x="39247" y="87687"/>
                      </a:lnTo>
                      <a:lnTo>
                        <a:pt x="32605" y="91622"/>
                      </a:lnTo>
                      <a:close/>
                    </a:path>
                  </a:pathLst>
                </a:custGeom>
                <a:solidFill>
                  <a:srgbClr val="BCBCB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2" name="Freeform: Shape 1311">
                  <a:extLst>
                    <a:ext uri="{FF2B5EF4-FFF2-40B4-BE49-F238E27FC236}">
                      <a16:creationId xmlns:a16="http://schemas.microsoft.com/office/drawing/2014/main" id="{EAA6E9F2-CA0C-2B88-9586-AC4CABA52715}"/>
                    </a:ext>
                  </a:extLst>
                </p:cNvPr>
                <p:cNvSpPr/>
                <p:nvPr/>
              </p:nvSpPr>
              <p:spPr>
                <a:xfrm>
                  <a:off x="3093533" y="4362761"/>
                  <a:ext cx="348376" cy="122213"/>
                </a:xfrm>
                <a:custGeom>
                  <a:avLst/>
                  <a:gdLst>
                    <a:gd name="connsiteX0" fmla="*/ 434580 w 443558"/>
                    <a:gd name="connsiteY0" fmla="*/ 35975 h 155604"/>
                    <a:gd name="connsiteX1" fmla="*/ 422114 w 443558"/>
                    <a:gd name="connsiteY1" fmla="*/ 28807 h 155604"/>
                    <a:gd name="connsiteX2" fmla="*/ 422036 w 443558"/>
                    <a:gd name="connsiteY2" fmla="*/ 41350 h 155604"/>
                    <a:gd name="connsiteX3" fmla="*/ 246740 w 443558"/>
                    <a:gd name="connsiteY3" fmla="*/ 143139 h 155604"/>
                    <a:gd name="connsiteX4" fmla="*/ 246603 w 443558"/>
                    <a:gd name="connsiteY4" fmla="*/ 143003 h 155604"/>
                    <a:gd name="connsiteX5" fmla="*/ 21737 w 443558"/>
                    <a:gd name="connsiteY5" fmla="*/ 12524 h 155604"/>
                    <a:gd name="connsiteX6" fmla="*/ 21523 w 443558"/>
                    <a:gd name="connsiteY6" fmla="*/ 12271 h 155604"/>
                    <a:gd name="connsiteX7" fmla="*/ 21464 w 443558"/>
                    <a:gd name="connsiteY7" fmla="*/ 0 h 155604"/>
                    <a:gd name="connsiteX8" fmla="*/ 7869 w 443558"/>
                    <a:gd name="connsiteY8" fmla="*/ 7810 h 155604"/>
                    <a:gd name="connsiteX9" fmla="*/ 3233 w 443558"/>
                    <a:gd name="connsiteY9" fmla="*/ 10518 h 155604"/>
                    <a:gd name="connsiteX10" fmla="*/ 0 w 443558"/>
                    <a:gd name="connsiteY10" fmla="*/ 12485 h 155604"/>
                    <a:gd name="connsiteX11" fmla="*/ 246642 w 443558"/>
                    <a:gd name="connsiteY11" fmla="*/ 155605 h 155604"/>
                    <a:gd name="connsiteX12" fmla="*/ 443559 w 443558"/>
                    <a:gd name="connsiteY12" fmla="*/ 41273 h 155604"/>
                    <a:gd name="connsiteX13" fmla="*/ 439176 w 443558"/>
                    <a:gd name="connsiteY13" fmla="*/ 38643 h 155604"/>
                    <a:gd name="connsiteX14" fmla="*/ 434580 w 443558"/>
                    <a:gd name="connsiteY14" fmla="*/ 35975 h 15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3558" h="155604">
                      <a:moveTo>
                        <a:pt x="434580" y="35975"/>
                      </a:moveTo>
                      <a:lnTo>
                        <a:pt x="422114" y="28807"/>
                      </a:lnTo>
                      <a:lnTo>
                        <a:pt x="422036" y="41350"/>
                      </a:lnTo>
                      <a:lnTo>
                        <a:pt x="246740" y="143139"/>
                      </a:lnTo>
                      <a:lnTo>
                        <a:pt x="246603" y="143003"/>
                      </a:lnTo>
                      <a:lnTo>
                        <a:pt x="21737" y="12524"/>
                      </a:lnTo>
                      <a:lnTo>
                        <a:pt x="21523" y="12271"/>
                      </a:lnTo>
                      <a:lnTo>
                        <a:pt x="21464" y="0"/>
                      </a:lnTo>
                      <a:lnTo>
                        <a:pt x="7869" y="7810"/>
                      </a:lnTo>
                      <a:lnTo>
                        <a:pt x="3233" y="10518"/>
                      </a:lnTo>
                      <a:lnTo>
                        <a:pt x="0" y="12485"/>
                      </a:lnTo>
                      <a:lnTo>
                        <a:pt x="246642" y="155605"/>
                      </a:lnTo>
                      <a:lnTo>
                        <a:pt x="443559" y="41273"/>
                      </a:lnTo>
                      <a:lnTo>
                        <a:pt x="439176" y="38643"/>
                      </a:lnTo>
                      <a:lnTo>
                        <a:pt x="434580" y="35975"/>
                      </a:lnTo>
                      <a:close/>
                    </a:path>
                  </a:pathLst>
                </a:custGeom>
                <a:solidFill>
                  <a:srgbClr val="BCBCB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3" name="Freeform: Shape 1312">
                  <a:extLst>
                    <a:ext uri="{FF2B5EF4-FFF2-40B4-BE49-F238E27FC236}">
                      <a16:creationId xmlns:a16="http://schemas.microsoft.com/office/drawing/2014/main" id="{038F5B8F-6513-2613-4FA7-5887EC7498B2}"/>
                    </a:ext>
                  </a:extLst>
                </p:cNvPr>
                <p:cNvSpPr/>
                <p:nvPr/>
              </p:nvSpPr>
              <p:spPr>
                <a:xfrm>
                  <a:off x="3093533" y="4372567"/>
                  <a:ext cx="193716" cy="147469"/>
                </a:xfrm>
                <a:custGeom>
                  <a:avLst/>
                  <a:gdLst>
                    <a:gd name="connsiteX0" fmla="*/ 0 w 246642"/>
                    <a:gd name="connsiteY0" fmla="*/ 44545 h 187761"/>
                    <a:gd name="connsiteX1" fmla="*/ 21523 w 246642"/>
                    <a:gd name="connsiteY1" fmla="*/ 57088 h 187761"/>
                    <a:gd name="connsiteX2" fmla="*/ 77793 w 246642"/>
                    <a:gd name="connsiteY2" fmla="*/ 89791 h 187761"/>
                    <a:gd name="connsiteX3" fmla="*/ 92810 w 246642"/>
                    <a:gd name="connsiteY3" fmla="*/ 98497 h 187761"/>
                    <a:gd name="connsiteX4" fmla="*/ 147093 w 246642"/>
                    <a:gd name="connsiteY4" fmla="*/ 130012 h 187761"/>
                    <a:gd name="connsiteX5" fmla="*/ 150502 w 246642"/>
                    <a:gd name="connsiteY5" fmla="*/ 131979 h 187761"/>
                    <a:gd name="connsiteX6" fmla="*/ 160747 w 246642"/>
                    <a:gd name="connsiteY6" fmla="*/ 137958 h 187761"/>
                    <a:gd name="connsiteX7" fmla="*/ 162987 w 246642"/>
                    <a:gd name="connsiteY7" fmla="*/ 139263 h 187761"/>
                    <a:gd name="connsiteX8" fmla="*/ 190333 w 246642"/>
                    <a:gd name="connsiteY8" fmla="*/ 155157 h 187761"/>
                    <a:gd name="connsiteX9" fmla="*/ 246642 w 246642"/>
                    <a:gd name="connsiteY9" fmla="*/ 187762 h 187761"/>
                    <a:gd name="connsiteX10" fmla="*/ 246642 w 246642"/>
                    <a:gd name="connsiteY10" fmla="*/ 143120 h 187761"/>
                    <a:gd name="connsiteX11" fmla="*/ 0 w 246642"/>
                    <a:gd name="connsiteY11" fmla="*/ 0 h 187761"/>
                    <a:gd name="connsiteX12" fmla="*/ 0 w 246642"/>
                    <a:gd name="connsiteY12" fmla="*/ 44545 h 187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642" h="187761">
                      <a:moveTo>
                        <a:pt x="0" y="44545"/>
                      </a:moveTo>
                      <a:lnTo>
                        <a:pt x="21523" y="57088"/>
                      </a:lnTo>
                      <a:lnTo>
                        <a:pt x="77793" y="89791"/>
                      </a:lnTo>
                      <a:lnTo>
                        <a:pt x="92810" y="98497"/>
                      </a:lnTo>
                      <a:lnTo>
                        <a:pt x="147093" y="130012"/>
                      </a:lnTo>
                      <a:lnTo>
                        <a:pt x="150502" y="131979"/>
                      </a:lnTo>
                      <a:lnTo>
                        <a:pt x="160747" y="137958"/>
                      </a:lnTo>
                      <a:lnTo>
                        <a:pt x="162987" y="139263"/>
                      </a:lnTo>
                      <a:lnTo>
                        <a:pt x="190333" y="155157"/>
                      </a:lnTo>
                      <a:lnTo>
                        <a:pt x="246642" y="187762"/>
                      </a:lnTo>
                      <a:lnTo>
                        <a:pt x="246642" y="143120"/>
                      </a:lnTo>
                      <a:lnTo>
                        <a:pt x="0" y="0"/>
                      </a:lnTo>
                      <a:lnTo>
                        <a:pt x="0" y="44545"/>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4" name="Freeform: Shape 1313">
                  <a:extLst>
                    <a:ext uri="{FF2B5EF4-FFF2-40B4-BE49-F238E27FC236}">
                      <a16:creationId xmlns:a16="http://schemas.microsoft.com/office/drawing/2014/main" id="{0E7FB8C7-8FD5-07D2-2FC4-4143B41EECA0}"/>
                    </a:ext>
                  </a:extLst>
                </p:cNvPr>
                <p:cNvSpPr/>
                <p:nvPr/>
              </p:nvSpPr>
              <p:spPr>
                <a:xfrm>
                  <a:off x="3110391" y="4078313"/>
                  <a:ext cx="176857" cy="396763"/>
                </a:xfrm>
                <a:custGeom>
                  <a:avLst/>
                  <a:gdLst>
                    <a:gd name="connsiteX0" fmla="*/ 0 w 225178"/>
                    <a:gd name="connsiteY0" fmla="*/ 201688 h 505165"/>
                    <a:gd name="connsiteX1" fmla="*/ 0 w 225178"/>
                    <a:gd name="connsiteY1" fmla="*/ 349892 h 505165"/>
                    <a:gd name="connsiteX2" fmla="*/ 0 w 225178"/>
                    <a:gd name="connsiteY2" fmla="*/ 362163 h 505165"/>
                    <a:gd name="connsiteX3" fmla="*/ 58 w 225178"/>
                    <a:gd name="connsiteY3" fmla="*/ 374433 h 505165"/>
                    <a:gd name="connsiteX4" fmla="*/ 273 w 225178"/>
                    <a:gd name="connsiteY4" fmla="*/ 374687 h 505165"/>
                    <a:gd name="connsiteX5" fmla="*/ 225139 w 225178"/>
                    <a:gd name="connsiteY5" fmla="*/ 505166 h 505165"/>
                    <a:gd name="connsiteX6" fmla="*/ 225178 w 225178"/>
                    <a:gd name="connsiteY6" fmla="*/ 130654 h 505165"/>
                    <a:gd name="connsiteX7" fmla="*/ 58 w 225178"/>
                    <a:gd name="connsiteY7" fmla="*/ 0 h 505165"/>
                    <a:gd name="connsiteX8" fmla="*/ 0 w 225178"/>
                    <a:gd name="connsiteY8" fmla="*/ 201688 h 505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178" h="505165">
                      <a:moveTo>
                        <a:pt x="0" y="201688"/>
                      </a:moveTo>
                      <a:lnTo>
                        <a:pt x="0" y="349892"/>
                      </a:lnTo>
                      <a:lnTo>
                        <a:pt x="0" y="362163"/>
                      </a:lnTo>
                      <a:lnTo>
                        <a:pt x="58" y="374433"/>
                      </a:lnTo>
                      <a:lnTo>
                        <a:pt x="273" y="374687"/>
                      </a:lnTo>
                      <a:lnTo>
                        <a:pt x="225139" y="505166"/>
                      </a:lnTo>
                      <a:lnTo>
                        <a:pt x="225178" y="130654"/>
                      </a:lnTo>
                      <a:lnTo>
                        <a:pt x="58" y="0"/>
                      </a:lnTo>
                      <a:lnTo>
                        <a:pt x="0" y="201688"/>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5" name="Freeform: Shape 1314">
                  <a:extLst>
                    <a:ext uri="{FF2B5EF4-FFF2-40B4-BE49-F238E27FC236}">
                      <a16:creationId xmlns:a16="http://schemas.microsoft.com/office/drawing/2014/main" id="{BB692B17-C999-7F11-F6EA-AADD50A83DEE}"/>
                    </a:ext>
                  </a:extLst>
                </p:cNvPr>
                <p:cNvSpPr/>
                <p:nvPr/>
              </p:nvSpPr>
              <p:spPr>
                <a:xfrm>
                  <a:off x="3091468" y="4353123"/>
                  <a:ext cx="18923" cy="15772"/>
                </a:xfrm>
                <a:custGeom>
                  <a:avLst/>
                  <a:gdLst>
                    <a:gd name="connsiteX0" fmla="*/ 10498 w 24093"/>
                    <a:gd name="connsiteY0" fmla="*/ 20081 h 20081"/>
                    <a:gd name="connsiteX1" fmla="*/ 24094 w 24093"/>
                    <a:gd name="connsiteY1" fmla="*/ 12271 h 20081"/>
                    <a:gd name="connsiteX2" fmla="*/ 24094 w 24093"/>
                    <a:gd name="connsiteY2" fmla="*/ 0 h 20081"/>
                    <a:gd name="connsiteX3" fmla="*/ 0 w 24093"/>
                    <a:gd name="connsiteY3" fmla="*/ 14043 h 20081"/>
                    <a:gd name="connsiteX4" fmla="*/ 10498 w 24093"/>
                    <a:gd name="connsiteY4" fmla="*/ 20081 h 20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3" h="20081">
                      <a:moveTo>
                        <a:pt x="10498" y="20081"/>
                      </a:moveTo>
                      <a:lnTo>
                        <a:pt x="24094" y="12271"/>
                      </a:lnTo>
                      <a:lnTo>
                        <a:pt x="24094" y="0"/>
                      </a:lnTo>
                      <a:lnTo>
                        <a:pt x="0" y="14043"/>
                      </a:lnTo>
                      <a:lnTo>
                        <a:pt x="10498" y="20081"/>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6" name="Freeform: Shape 1315">
                  <a:extLst>
                    <a:ext uri="{FF2B5EF4-FFF2-40B4-BE49-F238E27FC236}">
                      <a16:creationId xmlns:a16="http://schemas.microsoft.com/office/drawing/2014/main" id="{C3421E3B-4FCD-C1B2-32BC-EEEF47BCBAE7}"/>
                    </a:ext>
                  </a:extLst>
                </p:cNvPr>
                <p:cNvSpPr/>
                <p:nvPr/>
              </p:nvSpPr>
              <p:spPr>
                <a:xfrm>
                  <a:off x="3425066" y="4260327"/>
                  <a:ext cx="117364" cy="130689"/>
                </a:xfrm>
                <a:custGeom>
                  <a:avLst/>
                  <a:gdLst>
                    <a:gd name="connsiteX0" fmla="*/ 0 w 149430"/>
                    <a:gd name="connsiteY0" fmla="*/ 159228 h 166395"/>
                    <a:gd name="connsiteX1" fmla="*/ 12466 w 149430"/>
                    <a:gd name="connsiteY1" fmla="*/ 166395 h 166395"/>
                    <a:gd name="connsiteX2" fmla="*/ 149431 w 149430"/>
                    <a:gd name="connsiteY2" fmla="*/ 86850 h 166395"/>
                    <a:gd name="connsiteX3" fmla="*/ 0 w 149430"/>
                    <a:gd name="connsiteY3" fmla="*/ 0 h 166395"/>
                    <a:gd name="connsiteX4" fmla="*/ 0 w 149430"/>
                    <a:gd name="connsiteY4" fmla="*/ 159228 h 166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30" h="166395">
                      <a:moveTo>
                        <a:pt x="0" y="159228"/>
                      </a:moveTo>
                      <a:lnTo>
                        <a:pt x="12466" y="166395"/>
                      </a:lnTo>
                      <a:lnTo>
                        <a:pt x="149431" y="86850"/>
                      </a:lnTo>
                      <a:lnTo>
                        <a:pt x="0" y="0"/>
                      </a:lnTo>
                      <a:lnTo>
                        <a:pt x="0" y="159228"/>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7" name="Freeform: Shape 1316">
                  <a:extLst>
                    <a:ext uri="{FF2B5EF4-FFF2-40B4-BE49-F238E27FC236}">
                      <a16:creationId xmlns:a16="http://schemas.microsoft.com/office/drawing/2014/main" id="{39624CED-663F-D122-EA9C-EB0F59F526A8}"/>
                    </a:ext>
                  </a:extLst>
                </p:cNvPr>
                <p:cNvSpPr/>
                <p:nvPr/>
              </p:nvSpPr>
              <p:spPr>
                <a:xfrm>
                  <a:off x="3154633" y="4443090"/>
                  <a:ext cx="11795" cy="147883"/>
                </a:xfrm>
                <a:custGeom>
                  <a:avLst/>
                  <a:gdLst>
                    <a:gd name="connsiteX0" fmla="*/ 0 w 15017"/>
                    <a:gd name="connsiteY0" fmla="*/ 188230 h 188288"/>
                    <a:gd name="connsiteX1" fmla="*/ 175 w 15017"/>
                    <a:gd name="connsiteY1" fmla="*/ 188288 h 188288"/>
                    <a:gd name="connsiteX2" fmla="*/ 15017 w 15017"/>
                    <a:gd name="connsiteY2" fmla="*/ 179621 h 188288"/>
                    <a:gd name="connsiteX3" fmla="*/ 15017 w 15017"/>
                    <a:gd name="connsiteY3" fmla="*/ 8706 h 188288"/>
                    <a:gd name="connsiteX4" fmla="*/ 0 w 15017"/>
                    <a:gd name="connsiteY4" fmla="*/ 0 h 188288"/>
                    <a:gd name="connsiteX5" fmla="*/ 0 w 15017"/>
                    <a:gd name="connsiteY5" fmla="*/ 188230 h 18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17" h="188288">
                      <a:moveTo>
                        <a:pt x="0" y="188230"/>
                      </a:moveTo>
                      <a:lnTo>
                        <a:pt x="175" y="188288"/>
                      </a:lnTo>
                      <a:lnTo>
                        <a:pt x="15017" y="179621"/>
                      </a:lnTo>
                      <a:lnTo>
                        <a:pt x="15017" y="8706"/>
                      </a:lnTo>
                      <a:lnTo>
                        <a:pt x="0" y="0"/>
                      </a:lnTo>
                      <a:lnTo>
                        <a:pt x="0" y="188230"/>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8" name="Freeform: Shape 1317">
                  <a:extLst>
                    <a:ext uri="{FF2B5EF4-FFF2-40B4-BE49-F238E27FC236}">
                      <a16:creationId xmlns:a16="http://schemas.microsoft.com/office/drawing/2014/main" id="{EF253C46-869D-80AC-6BD2-6E5F1D030234}"/>
                    </a:ext>
                  </a:extLst>
                </p:cNvPr>
                <p:cNvSpPr/>
                <p:nvPr/>
              </p:nvSpPr>
              <p:spPr>
                <a:xfrm>
                  <a:off x="3287218" y="4101000"/>
                  <a:ext cx="137848" cy="374183"/>
                </a:xfrm>
                <a:custGeom>
                  <a:avLst/>
                  <a:gdLst>
                    <a:gd name="connsiteX0" fmla="*/ 39 w 175510"/>
                    <a:gd name="connsiteY0" fmla="*/ 101769 h 476416"/>
                    <a:gd name="connsiteX1" fmla="*/ 0 w 175510"/>
                    <a:gd name="connsiteY1" fmla="*/ 476281 h 476416"/>
                    <a:gd name="connsiteX2" fmla="*/ 136 w 175510"/>
                    <a:gd name="connsiteY2" fmla="*/ 476417 h 476416"/>
                    <a:gd name="connsiteX3" fmla="*/ 175433 w 175510"/>
                    <a:gd name="connsiteY3" fmla="*/ 374628 h 476416"/>
                    <a:gd name="connsiteX4" fmla="*/ 175511 w 175510"/>
                    <a:gd name="connsiteY4" fmla="*/ 362085 h 476416"/>
                    <a:gd name="connsiteX5" fmla="*/ 175511 w 175510"/>
                    <a:gd name="connsiteY5" fmla="*/ 202857 h 476416"/>
                    <a:gd name="connsiteX6" fmla="*/ 175511 w 175510"/>
                    <a:gd name="connsiteY6" fmla="*/ 186321 h 476416"/>
                    <a:gd name="connsiteX7" fmla="*/ 175511 w 175510"/>
                    <a:gd name="connsiteY7" fmla="*/ 181003 h 476416"/>
                    <a:gd name="connsiteX8" fmla="*/ 175511 w 175510"/>
                    <a:gd name="connsiteY8" fmla="*/ 7479 h 476416"/>
                    <a:gd name="connsiteX9" fmla="*/ 175433 w 175510"/>
                    <a:gd name="connsiteY9" fmla="*/ 0 h 476416"/>
                    <a:gd name="connsiteX10" fmla="*/ 39 w 175510"/>
                    <a:gd name="connsiteY10" fmla="*/ 101769 h 47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5510" h="476416">
                      <a:moveTo>
                        <a:pt x="39" y="101769"/>
                      </a:moveTo>
                      <a:lnTo>
                        <a:pt x="0" y="476281"/>
                      </a:lnTo>
                      <a:lnTo>
                        <a:pt x="136" y="476417"/>
                      </a:lnTo>
                      <a:lnTo>
                        <a:pt x="175433" y="374628"/>
                      </a:lnTo>
                      <a:lnTo>
                        <a:pt x="175511" y="362085"/>
                      </a:lnTo>
                      <a:lnTo>
                        <a:pt x="175511" y="202857"/>
                      </a:lnTo>
                      <a:lnTo>
                        <a:pt x="175511" y="186321"/>
                      </a:lnTo>
                      <a:lnTo>
                        <a:pt x="175511" y="181003"/>
                      </a:lnTo>
                      <a:lnTo>
                        <a:pt x="175511" y="7479"/>
                      </a:lnTo>
                      <a:lnTo>
                        <a:pt x="175433" y="0"/>
                      </a:lnTo>
                      <a:lnTo>
                        <a:pt x="39" y="101769"/>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19" name="Freeform: Shape 1318">
                  <a:extLst>
                    <a:ext uri="{FF2B5EF4-FFF2-40B4-BE49-F238E27FC236}">
                      <a16:creationId xmlns:a16="http://schemas.microsoft.com/office/drawing/2014/main" id="{E0B01F79-8298-FB6E-7FD8-EDFBE0E2B854}"/>
                    </a:ext>
                  </a:extLst>
                </p:cNvPr>
                <p:cNvSpPr/>
                <p:nvPr/>
              </p:nvSpPr>
              <p:spPr>
                <a:xfrm>
                  <a:off x="3284679" y="3875403"/>
                  <a:ext cx="255748" cy="160121"/>
                </a:xfrm>
                <a:custGeom>
                  <a:avLst/>
                  <a:gdLst>
                    <a:gd name="connsiteX0" fmla="*/ 78 w 325623"/>
                    <a:gd name="connsiteY0" fmla="*/ 189028 h 203869"/>
                    <a:gd name="connsiteX1" fmla="*/ 0 w 325623"/>
                    <a:gd name="connsiteY1" fmla="*/ 203870 h 203869"/>
                    <a:gd name="connsiteX2" fmla="*/ 993 w 325623"/>
                    <a:gd name="connsiteY2" fmla="*/ 203480 h 203869"/>
                    <a:gd name="connsiteX3" fmla="*/ 17802 w 325623"/>
                    <a:gd name="connsiteY3" fmla="*/ 193683 h 203869"/>
                    <a:gd name="connsiteX4" fmla="*/ 179660 w 325623"/>
                    <a:gd name="connsiteY4" fmla="*/ 99685 h 203869"/>
                    <a:gd name="connsiteX5" fmla="*/ 325019 w 325623"/>
                    <a:gd name="connsiteY5" fmla="*/ 15290 h 203869"/>
                    <a:gd name="connsiteX6" fmla="*/ 325623 w 325623"/>
                    <a:gd name="connsiteY6" fmla="*/ 14842 h 203869"/>
                    <a:gd name="connsiteX7" fmla="*/ 325545 w 325623"/>
                    <a:gd name="connsiteY7" fmla="*/ 0 h 203869"/>
                    <a:gd name="connsiteX8" fmla="*/ 78 w 325623"/>
                    <a:gd name="connsiteY8" fmla="*/ 189028 h 20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623" h="203869">
                      <a:moveTo>
                        <a:pt x="78" y="189028"/>
                      </a:moveTo>
                      <a:lnTo>
                        <a:pt x="0" y="203870"/>
                      </a:lnTo>
                      <a:lnTo>
                        <a:pt x="993" y="203480"/>
                      </a:lnTo>
                      <a:lnTo>
                        <a:pt x="17802" y="193683"/>
                      </a:lnTo>
                      <a:lnTo>
                        <a:pt x="179660" y="99685"/>
                      </a:lnTo>
                      <a:lnTo>
                        <a:pt x="325019" y="15290"/>
                      </a:lnTo>
                      <a:lnTo>
                        <a:pt x="325623" y="14842"/>
                      </a:lnTo>
                      <a:lnTo>
                        <a:pt x="325545" y="0"/>
                      </a:lnTo>
                      <a:lnTo>
                        <a:pt x="78" y="189028"/>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0" name="Freeform: Shape 1319">
                  <a:extLst>
                    <a:ext uri="{FF2B5EF4-FFF2-40B4-BE49-F238E27FC236}">
                      <a16:creationId xmlns:a16="http://schemas.microsoft.com/office/drawing/2014/main" id="{F4C67DEE-2174-6A39-31B9-9A45C203FB4B}"/>
                    </a:ext>
                  </a:extLst>
                </p:cNvPr>
                <p:cNvSpPr/>
                <p:nvPr/>
              </p:nvSpPr>
              <p:spPr>
                <a:xfrm>
                  <a:off x="3434857" y="4328539"/>
                  <a:ext cx="107634" cy="64572"/>
                </a:xfrm>
                <a:custGeom>
                  <a:avLst/>
                  <a:gdLst>
                    <a:gd name="connsiteX0" fmla="*/ 0 w 137042"/>
                    <a:gd name="connsiteY0" fmla="*/ 79546 h 82214"/>
                    <a:gd name="connsiteX1" fmla="*/ 4597 w 137042"/>
                    <a:gd name="connsiteY1" fmla="*/ 82214 h 82214"/>
                    <a:gd name="connsiteX2" fmla="*/ 137043 w 137042"/>
                    <a:gd name="connsiteY2" fmla="*/ 5298 h 82214"/>
                    <a:gd name="connsiteX3" fmla="*/ 136965 w 137042"/>
                    <a:gd name="connsiteY3" fmla="*/ 0 h 82214"/>
                    <a:gd name="connsiteX4" fmla="*/ 0 w 137042"/>
                    <a:gd name="connsiteY4" fmla="*/ 79546 h 82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42" h="82214">
                      <a:moveTo>
                        <a:pt x="0" y="79546"/>
                      </a:moveTo>
                      <a:lnTo>
                        <a:pt x="4597" y="82214"/>
                      </a:lnTo>
                      <a:lnTo>
                        <a:pt x="137043" y="5298"/>
                      </a:lnTo>
                      <a:lnTo>
                        <a:pt x="136965" y="0"/>
                      </a:lnTo>
                      <a:lnTo>
                        <a:pt x="0" y="79546"/>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1" name="Freeform: Shape 1320">
                  <a:extLst>
                    <a:ext uri="{FF2B5EF4-FFF2-40B4-BE49-F238E27FC236}">
                      <a16:creationId xmlns:a16="http://schemas.microsoft.com/office/drawing/2014/main" id="{1A74D875-80BF-D3CB-5FF5-0E77159866B8}"/>
                    </a:ext>
                  </a:extLst>
                </p:cNvPr>
                <p:cNvSpPr/>
                <p:nvPr/>
              </p:nvSpPr>
              <p:spPr>
                <a:xfrm>
                  <a:off x="3415475" y="4021543"/>
                  <a:ext cx="127017" cy="75846"/>
                </a:xfrm>
                <a:custGeom>
                  <a:avLst/>
                  <a:gdLst>
                    <a:gd name="connsiteX0" fmla="*/ 0 w 161720"/>
                    <a:gd name="connsiteY0" fmla="*/ 93939 h 96568"/>
                    <a:gd name="connsiteX1" fmla="*/ 4519 w 161720"/>
                    <a:gd name="connsiteY1" fmla="*/ 96569 h 96568"/>
                    <a:gd name="connsiteX2" fmla="*/ 161721 w 161720"/>
                    <a:gd name="connsiteY2" fmla="*/ 5337 h 96568"/>
                    <a:gd name="connsiteX3" fmla="*/ 161643 w 161720"/>
                    <a:gd name="connsiteY3" fmla="*/ 0 h 96568"/>
                    <a:gd name="connsiteX4" fmla="*/ 0 w 161720"/>
                    <a:gd name="connsiteY4" fmla="*/ 93939 h 96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720" h="96568">
                      <a:moveTo>
                        <a:pt x="0" y="93939"/>
                      </a:moveTo>
                      <a:lnTo>
                        <a:pt x="4519" y="96569"/>
                      </a:lnTo>
                      <a:lnTo>
                        <a:pt x="161721" y="5337"/>
                      </a:lnTo>
                      <a:lnTo>
                        <a:pt x="161643" y="0"/>
                      </a:lnTo>
                      <a:lnTo>
                        <a:pt x="0" y="93939"/>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2" name="Freeform: Shape 1321">
                  <a:extLst>
                    <a:ext uri="{FF2B5EF4-FFF2-40B4-BE49-F238E27FC236}">
                      <a16:creationId xmlns:a16="http://schemas.microsoft.com/office/drawing/2014/main" id="{68E34BAF-20C5-5AF9-F445-92DD80A1C965}"/>
                    </a:ext>
                  </a:extLst>
                </p:cNvPr>
                <p:cNvSpPr/>
                <p:nvPr/>
              </p:nvSpPr>
              <p:spPr>
                <a:xfrm>
                  <a:off x="3425066" y="4175056"/>
                  <a:ext cx="117426" cy="72281"/>
                </a:xfrm>
                <a:custGeom>
                  <a:avLst/>
                  <a:gdLst>
                    <a:gd name="connsiteX0" fmla="*/ 0 w 149508"/>
                    <a:gd name="connsiteY0" fmla="*/ 86713 h 92030"/>
                    <a:gd name="connsiteX1" fmla="*/ 0 w 149508"/>
                    <a:gd name="connsiteY1" fmla="*/ 92031 h 92030"/>
                    <a:gd name="connsiteX2" fmla="*/ 149509 w 149508"/>
                    <a:gd name="connsiteY2" fmla="*/ 5337 h 92030"/>
                    <a:gd name="connsiteX3" fmla="*/ 149431 w 149508"/>
                    <a:gd name="connsiteY3" fmla="*/ 0 h 92030"/>
                    <a:gd name="connsiteX4" fmla="*/ 0 w 149508"/>
                    <a:gd name="connsiteY4" fmla="*/ 86713 h 9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08" h="92030">
                      <a:moveTo>
                        <a:pt x="0" y="86713"/>
                      </a:moveTo>
                      <a:lnTo>
                        <a:pt x="0" y="92031"/>
                      </a:lnTo>
                      <a:lnTo>
                        <a:pt x="149509" y="5337"/>
                      </a:lnTo>
                      <a:lnTo>
                        <a:pt x="149431" y="0"/>
                      </a:lnTo>
                      <a:lnTo>
                        <a:pt x="0" y="86713"/>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3" name="Freeform: Shape 1322">
                  <a:extLst>
                    <a:ext uri="{FF2B5EF4-FFF2-40B4-BE49-F238E27FC236}">
                      <a16:creationId xmlns:a16="http://schemas.microsoft.com/office/drawing/2014/main" id="{B7CFAE34-2BB1-7B19-3903-247739826252}"/>
                    </a:ext>
                  </a:extLst>
                </p:cNvPr>
                <p:cNvSpPr/>
                <p:nvPr/>
              </p:nvSpPr>
              <p:spPr>
                <a:xfrm>
                  <a:off x="3361530" y="3772970"/>
                  <a:ext cx="22059" cy="23573"/>
                </a:xfrm>
                <a:custGeom>
                  <a:avLst/>
                  <a:gdLst>
                    <a:gd name="connsiteX0" fmla="*/ 0 w 28086"/>
                    <a:gd name="connsiteY0" fmla="*/ 13732 h 30014"/>
                    <a:gd name="connsiteX1" fmla="*/ 28086 w 28086"/>
                    <a:gd name="connsiteY1" fmla="*/ 30015 h 30014"/>
                    <a:gd name="connsiteX2" fmla="*/ 28086 w 28086"/>
                    <a:gd name="connsiteY2" fmla="*/ 16225 h 30014"/>
                    <a:gd name="connsiteX3" fmla="*/ 0 w 28086"/>
                    <a:gd name="connsiteY3" fmla="*/ 0 h 30014"/>
                    <a:gd name="connsiteX4" fmla="*/ 0 w 28086"/>
                    <a:gd name="connsiteY4" fmla="*/ 13732 h 30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86" h="30014">
                      <a:moveTo>
                        <a:pt x="0" y="13732"/>
                      </a:moveTo>
                      <a:lnTo>
                        <a:pt x="28086" y="30015"/>
                      </a:lnTo>
                      <a:lnTo>
                        <a:pt x="28086" y="16225"/>
                      </a:lnTo>
                      <a:lnTo>
                        <a:pt x="0" y="0"/>
                      </a:lnTo>
                      <a:lnTo>
                        <a:pt x="0" y="13732"/>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4" name="Freeform: Shape 1323">
                  <a:extLst>
                    <a:ext uri="{FF2B5EF4-FFF2-40B4-BE49-F238E27FC236}">
                      <a16:creationId xmlns:a16="http://schemas.microsoft.com/office/drawing/2014/main" id="{DE5B0054-5EEE-BF81-C42F-775237E5219D}"/>
                    </a:ext>
                  </a:extLst>
                </p:cNvPr>
                <p:cNvSpPr/>
                <p:nvPr/>
              </p:nvSpPr>
              <p:spPr>
                <a:xfrm>
                  <a:off x="3388592" y="3788696"/>
                  <a:ext cx="149398" cy="92123"/>
                </a:xfrm>
                <a:custGeom>
                  <a:avLst/>
                  <a:gdLst>
                    <a:gd name="connsiteX0" fmla="*/ 0 w 190216"/>
                    <a:gd name="connsiteY0" fmla="*/ 13790 h 117292"/>
                    <a:gd name="connsiteX1" fmla="*/ 178316 w 190216"/>
                    <a:gd name="connsiteY1" fmla="*/ 117293 h 117292"/>
                    <a:gd name="connsiteX2" fmla="*/ 189963 w 190216"/>
                    <a:gd name="connsiteY2" fmla="*/ 110671 h 117292"/>
                    <a:gd name="connsiteX3" fmla="*/ 190216 w 190216"/>
                    <a:gd name="connsiteY3" fmla="*/ 110320 h 117292"/>
                    <a:gd name="connsiteX4" fmla="*/ 0 w 190216"/>
                    <a:gd name="connsiteY4" fmla="*/ 0 h 117292"/>
                    <a:gd name="connsiteX5" fmla="*/ 0 w 190216"/>
                    <a:gd name="connsiteY5" fmla="*/ 13790 h 1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16" h="117292">
                      <a:moveTo>
                        <a:pt x="0" y="13790"/>
                      </a:moveTo>
                      <a:lnTo>
                        <a:pt x="178316" y="117293"/>
                      </a:lnTo>
                      <a:lnTo>
                        <a:pt x="189963" y="110671"/>
                      </a:lnTo>
                      <a:lnTo>
                        <a:pt x="190216" y="110320"/>
                      </a:lnTo>
                      <a:lnTo>
                        <a:pt x="0" y="0"/>
                      </a:lnTo>
                      <a:lnTo>
                        <a:pt x="0" y="13790"/>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5" name="Freeform: Shape 1324">
                  <a:extLst>
                    <a:ext uri="{FF2B5EF4-FFF2-40B4-BE49-F238E27FC236}">
                      <a16:creationId xmlns:a16="http://schemas.microsoft.com/office/drawing/2014/main" id="{92EAA7D1-0F27-9900-4664-BDA2ABE24E87}"/>
                    </a:ext>
                  </a:extLst>
                </p:cNvPr>
                <p:cNvSpPr/>
                <p:nvPr/>
              </p:nvSpPr>
              <p:spPr>
                <a:xfrm>
                  <a:off x="3110438" y="4417404"/>
                  <a:ext cx="44195" cy="173523"/>
                </a:xfrm>
                <a:custGeom>
                  <a:avLst/>
                  <a:gdLst>
                    <a:gd name="connsiteX0" fmla="*/ 0 w 56270"/>
                    <a:gd name="connsiteY0" fmla="*/ 188307 h 220932"/>
                    <a:gd name="connsiteX1" fmla="*/ 56270 w 56270"/>
                    <a:gd name="connsiteY1" fmla="*/ 220932 h 220932"/>
                    <a:gd name="connsiteX2" fmla="*/ 56270 w 56270"/>
                    <a:gd name="connsiteY2" fmla="*/ 32702 h 220932"/>
                    <a:gd name="connsiteX3" fmla="*/ 0 w 56270"/>
                    <a:gd name="connsiteY3" fmla="*/ 0 h 220932"/>
                    <a:gd name="connsiteX4" fmla="*/ 0 w 56270"/>
                    <a:gd name="connsiteY4" fmla="*/ 188307 h 220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0" h="220932">
                      <a:moveTo>
                        <a:pt x="0" y="188307"/>
                      </a:moveTo>
                      <a:lnTo>
                        <a:pt x="56270" y="220932"/>
                      </a:lnTo>
                      <a:lnTo>
                        <a:pt x="56270" y="32702"/>
                      </a:lnTo>
                      <a:lnTo>
                        <a:pt x="0" y="0"/>
                      </a:lnTo>
                      <a:lnTo>
                        <a:pt x="0" y="188307"/>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6" name="Freeform: Shape 1325">
                  <a:extLst>
                    <a:ext uri="{FF2B5EF4-FFF2-40B4-BE49-F238E27FC236}">
                      <a16:creationId xmlns:a16="http://schemas.microsoft.com/office/drawing/2014/main" id="{8F799213-A705-E3A8-1CA8-3749D9A76CB7}"/>
                    </a:ext>
                  </a:extLst>
                </p:cNvPr>
                <p:cNvSpPr/>
                <p:nvPr/>
              </p:nvSpPr>
              <p:spPr>
                <a:xfrm>
                  <a:off x="3209061" y="4474679"/>
                  <a:ext cx="2722" cy="135875"/>
                </a:xfrm>
                <a:custGeom>
                  <a:avLst/>
                  <a:gdLst>
                    <a:gd name="connsiteX0" fmla="*/ 0 w 3466"/>
                    <a:gd name="connsiteY0" fmla="*/ 0 h 172998"/>
                    <a:gd name="connsiteX1" fmla="*/ 273 w 3466"/>
                    <a:gd name="connsiteY1" fmla="*/ 171109 h 172998"/>
                    <a:gd name="connsiteX2" fmla="*/ 3467 w 3466"/>
                    <a:gd name="connsiteY2" fmla="*/ 172998 h 172998"/>
                    <a:gd name="connsiteX3" fmla="*/ 3409 w 3466"/>
                    <a:gd name="connsiteY3" fmla="*/ 1967 h 172998"/>
                    <a:gd name="connsiteX4" fmla="*/ 0 w 3466"/>
                    <a:gd name="connsiteY4" fmla="*/ 0 h 172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6" h="172998">
                      <a:moveTo>
                        <a:pt x="0" y="0"/>
                      </a:moveTo>
                      <a:lnTo>
                        <a:pt x="273" y="171109"/>
                      </a:lnTo>
                      <a:lnTo>
                        <a:pt x="3467" y="172998"/>
                      </a:lnTo>
                      <a:lnTo>
                        <a:pt x="3409" y="1967"/>
                      </a:lnTo>
                      <a:lnTo>
                        <a:pt x="0" y="0"/>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7" name="Freeform: Shape 1326">
                  <a:extLst>
                    <a:ext uri="{FF2B5EF4-FFF2-40B4-BE49-F238E27FC236}">
                      <a16:creationId xmlns:a16="http://schemas.microsoft.com/office/drawing/2014/main" id="{F6671959-5B25-97E5-DAD8-BE875D37DDAC}"/>
                    </a:ext>
                  </a:extLst>
                </p:cNvPr>
                <p:cNvSpPr/>
                <p:nvPr/>
              </p:nvSpPr>
              <p:spPr>
                <a:xfrm>
                  <a:off x="3243022" y="4494428"/>
                  <a:ext cx="44226" cy="173522"/>
                </a:xfrm>
                <a:custGeom>
                  <a:avLst/>
                  <a:gdLst>
                    <a:gd name="connsiteX0" fmla="*/ 0 w 56309"/>
                    <a:gd name="connsiteY0" fmla="*/ 188288 h 220931"/>
                    <a:gd name="connsiteX1" fmla="*/ 56270 w 56309"/>
                    <a:gd name="connsiteY1" fmla="*/ 220932 h 220931"/>
                    <a:gd name="connsiteX2" fmla="*/ 56309 w 56309"/>
                    <a:gd name="connsiteY2" fmla="*/ 32605 h 220931"/>
                    <a:gd name="connsiteX3" fmla="*/ 0 w 56309"/>
                    <a:gd name="connsiteY3" fmla="*/ 0 h 220931"/>
                    <a:gd name="connsiteX4" fmla="*/ 0 w 56309"/>
                    <a:gd name="connsiteY4" fmla="*/ 188288 h 220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09" h="220931">
                      <a:moveTo>
                        <a:pt x="0" y="188288"/>
                      </a:moveTo>
                      <a:lnTo>
                        <a:pt x="56270" y="220932"/>
                      </a:lnTo>
                      <a:lnTo>
                        <a:pt x="56309" y="32605"/>
                      </a:lnTo>
                      <a:lnTo>
                        <a:pt x="0" y="0"/>
                      </a:lnTo>
                      <a:lnTo>
                        <a:pt x="0" y="188288"/>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8" name="Freeform: Shape 1327">
                  <a:extLst>
                    <a:ext uri="{FF2B5EF4-FFF2-40B4-BE49-F238E27FC236}">
                      <a16:creationId xmlns:a16="http://schemas.microsoft.com/office/drawing/2014/main" id="{FC63FB06-6199-0B33-251B-560AD3305425}"/>
                    </a:ext>
                  </a:extLst>
                </p:cNvPr>
                <p:cNvSpPr/>
                <p:nvPr/>
              </p:nvSpPr>
              <p:spPr>
                <a:xfrm>
                  <a:off x="3155658" y="3960720"/>
                  <a:ext cx="1790" cy="91205"/>
                </a:xfrm>
                <a:custGeom>
                  <a:avLst/>
                  <a:gdLst>
                    <a:gd name="connsiteX0" fmla="*/ 0 w 2278"/>
                    <a:gd name="connsiteY0" fmla="*/ 75339 h 116124"/>
                    <a:gd name="connsiteX1" fmla="*/ 58 w 2278"/>
                    <a:gd name="connsiteY1" fmla="*/ 116124 h 116124"/>
                    <a:gd name="connsiteX2" fmla="*/ 2279 w 2278"/>
                    <a:gd name="connsiteY2" fmla="*/ 114858 h 116124"/>
                    <a:gd name="connsiteX3" fmla="*/ 2279 w 2278"/>
                    <a:gd name="connsiteY3" fmla="*/ 73897 h 116124"/>
                    <a:gd name="connsiteX4" fmla="*/ 2279 w 2278"/>
                    <a:gd name="connsiteY4" fmla="*/ 1247 h 116124"/>
                    <a:gd name="connsiteX5" fmla="*/ 58 w 2278"/>
                    <a:gd name="connsiteY5" fmla="*/ 0 h 116124"/>
                    <a:gd name="connsiteX6" fmla="*/ 0 w 2278"/>
                    <a:gd name="connsiteY6" fmla="*/ 75339 h 11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8" h="116124">
                      <a:moveTo>
                        <a:pt x="0" y="75339"/>
                      </a:moveTo>
                      <a:lnTo>
                        <a:pt x="58" y="116124"/>
                      </a:lnTo>
                      <a:lnTo>
                        <a:pt x="2279" y="114858"/>
                      </a:lnTo>
                      <a:lnTo>
                        <a:pt x="2279" y="73897"/>
                      </a:lnTo>
                      <a:lnTo>
                        <a:pt x="2279" y="1247"/>
                      </a:lnTo>
                      <a:lnTo>
                        <a:pt x="58" y="0"/>
                      </a:lnTo>
                      <a:lnTo>
                        <a:pt x="0" y="75339"/>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29" name="Freeform: Shape 1328">
                  <a:extLst>
                    <a:ext uri="{FF2B5EF4-FFF2-40B4-BE49-F238E27FC236}">
                      <a16:creationId xmlns:a16="http://schemas.microsoft.com/office/drawing/2014/main" id="{16789FDD-6EC2-388E-3E08-718200004F07}"/>
                    </a:ext>
                  </a:extLst>
                </p:cNvPr>
                <p:cNvSpPr/>
                <p:nvPr/>
              </p:nvSpPr>
              <p:spPr>
                <a:xfrm>
                  <a:off x="3219785" y="3997893"/>
                  <a:ext cx="1758" cy="77529"/>
                </a:xfrm>
                <a:custGeom>
                  <a:avLst/>
                  <a:gdLst>
                    <a:gd name="connsiteX0" fmla="*/ 0 w 2239"/>
                    <a:gd name="connsiteY0" fmla="*/ 21523 h 98711"/>
                    <a:gd name="connsiteX1" fmla="*/ 0 w 2239"/>
                    <a:gd name="connsiteY1" fmla="*/ 97523 h 98711"/>
                    <a:gd name="connsiteX2" fmla="*/ 2240 w 2239"/>
                    <a:gd name="connsiteY2" fmla="*/ 98711 h 98711"/>
                    <a:gd name="connsiteX3" fmla="*/ 2240 w 2239"/>
                    <a:gd name="connsiteY3" fmla="*/ 20140 h 98711"/>
                    <a:gd name="connsiteX4" fmla="*/ 2240 w 2239"/>
                    <a:gd name="connsiteY4" fmla="*/ 1305 h 98711"/>
                    <a:gd name="connsiteX5" fmla="*/ 0 w 2239"/>
                    <a:gd name="connsiteY5" fmla="*/ 0 h 98711"/>
                    <a:gd name="connsiteX6" fmla="*/ 0 w 2239"/>
                    <a:gd name="connsiteY6" fmla="*/ 21523 h 9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9" h="98711">
                      <a:moveTo>
                        <a:pt x="0" y="21523"/>
                      </a:moveTo>
                      <a:lnTo>
                        <a:pt x="0" y="97523"/>
                      </a:lnTo>
                      <a:lnTo>
                        <a:pt x="2240" y="98711"/>
                      </a:lnTo>
                      <a:lnTo>
                        <a:pt x="2240" y="20140"/>
                      </a:lnTo>
                      <a:lnTo>
                        <a:pt x="2240" y="1305"/>
                      </a:lnTo>
                      <a:lnTo>
                        <a:pt x="0" y="0"/>
                      </a:lnTo>
                      <a:lnTo>
                        <a:pt x="0" y="21523"/>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0" name="Freeform: Shape 1329">
                  <a:extLst>
                    <a:ext uri="{FF2B5EF4-FFF2-40B4-BE49-F238E27FC236}">
                      <a16:creationId xmlns:a16="http://schemas.microsoft.com/office/drawing/2014/main" id="{D8040A6F-E8FE-0536-80DF-A1DEE1B47CD3}"/>
                    </a:ext>
                  </a:extLst>
                </p:cNvPr>
                <p:cNvSpPr/>
                <p:nvPr/>
              </p:nvSpPr>
              <p:spPr>
                <a:xfrm>
                  <a:off x="3091468" y="4364153"/>
                  <a:ext cx="8245" cy="6869"/>
                </a:xfrm>
                <a:custGeom>
                  <a:avLst/>
                  <a:gdLst>
                    <a:gd name="connsiteX0" fmla="*/ 136 w 10498"/>
                    <a:gd name="connsiteY0" fmla="*/ 5376 h 8745"/>
                    <a:gd name="connsiteX1" fmla="*/ 5863 w 10498"/>
                    <a:gd name="connsiteY1" fmla="*/ 8745 h 8745"/>
                    <a:gd name="connsiteX2" fmla="*/ 10498 w 10498"/>
                    <a:gd name="connsiteY2" fmla="*/ 6038 h 8745"/>
                    <a:gd name="connsiteX3" fmla="*/ 0 w 10498"/>
                    <a:gd name="connsiteY3" fmla="*/ 0 h 8745"/>
                    <a:gd name="connsiteX4" fmla="*/ 136 w 10498"/>
                    <a:gd name="connsiteY4" fmla="*/ 5376 h 8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98" h="8745">
                      <a:moveTo>
                        <a:pt x="136" y="5376"/>
                      </a:moveTo>
                      <a:lnTo>
                        <a:pt x="5863" y="8745"/>
                      </a:lnTo>
                      <a:lnTo>
                        <a:pt x="10498" y="6038"/>
                      </a:lnTo>
                      <a:lnTo>
                        <a:pt x="0" y="0"/>
                      </a:lnTo>
                      <a:lnTo>
                        <a:pt x="136" y="5376"/>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1" name="Freeform: Shape 1330">
                  <a:extLst>
                    <a:ext uri="{FF2B5EF4-FFF2-40B4-BE49-F238E27FC236}">
                      <a16:creationId xmlns:a16="http://schemas.microsoft.com/office/drawing/2014/main" id="{86933CB3-CDC0-ADF6-AC22-2C6D80325F46}"/>
                    </a:ext>
                  </a:extLst>
                </p:cNvPr>
                <p:cNvSpPr/>
                <p:nvPr/>
              </p:nvSpPr>
              <p:spPr>
                <a:xfrm>
                  <a:off x="3084829" y="4057386"/>
                  <a:ext cx="30824" cy="179335"/>
                </a:xfrm>
                <a:custGeom>
                  <a:avLst/>
                  <a:gdLst>
                    <a:gd name="connsiteX0" fmla="*/ 0 w 39246"/>
                    <a:gd name="connsiteY0" fmla="*/ 209499 h 228333"/>
                    <a:gd name="connsiteX1" fmla="*/ 32547 w 39246"/>
                    <a:gd name="connsiteY1" fmla="*/ 228333 h 228333"/>
                    <a:gd name="connsiteX2" fmla="*/ 32605 w 39246"/>
                    <a:gd name="connsiteY2" fmla="*/ 26645 h 228333"/>
                    <a:gd name="connsiteX3" fmla="*/ 39247 w 39246"/>
                    <a:gd name="connsiteY3" fmla="*/ 22711 h 228333"/>
                    <a:gd name="connsiteX4" fmla="*/ 0 w 39246"/>
                    <a:gd name="connsiteY4" fmla="*/ 0 h 228333"/>
                    <a:gd name="connsiteX5" fmla="*/ 0 w 39246"/>
                    <a:gd name="connsiteY5" fmla="*/ 209499 h 228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46" h="228333">
                      <a:moveTo>
                        <a:pt x="0" y="209499"/>
                      </a:moveTo>
                      <a:lnTo>
                        <a:pt x="32547" y="228333"/>
                      </a:lnTo>
                      <a:lnTo>
                        <a:pt x="32605" y="26645"/>
                      </a:lnTo>
                      <a:lnTo>
                        <a:pt x="39247" y="22711"/>
                      </a:lnTo>
                      <a:lnTo>
                        <a:pt x="0" y="0"/>
                      </a:lnTo>
                      <a:lnTo>
                        <a:pt x="0" y="209499"/>
                      </a:lnTo>
                      <a:close/>
                    </a:path>
                  </a:pathLst>
                </a:custGeom>
                <a:solidFill>
                  <a:srgbClr val="BCBCB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2" name="Freeform: Shape 1331">
                  <a:extLst>
                    <a:ext uri="{FF2B5EF4-FFF2-40B4-BE49-F238E27FC236}">
                      <a16:creationId xmlns:a16="http://schemas.microsoft.com/office/drawing/2014/main" id="{66927B47-F87C-BF0E-073C-B10CE7E7CEE7}"/>
                    </a:ext>
                  </a:extLst>
                </p:cNvPr>
                <p:cNvSpPr/>
                <p:nvPr/>
              </p:nvSpPr>
              <p:spPr>
                <a:xfrm>
                  <a:off x="3221545" y="3998918"/>
                  <a:ext cx="12773" cy="14793"/>
                </a:xfrm>
                <a:custGeom>
                  <a:avLst/>
                  <a:gdLst>
                    <a:gd name="connsiteX0" fmla="*/ 0 w 16263"/>
                    <a:gd name="connsiteY0" fmla="*/ 18835 h 18834"/>
                    <a:gd name="connsiteX1" fmla="*/ 16264 w 16263"/>
                    <a:gd name="connsiteY1" fmla="*/ 9466 h 18834"/>
                    <a:gd name="connsiteX2" fmla="*/ 0 w 16263"/>
                    <a:gd name="connsiteY2" fmla="*/ 0 h 18834"/>
                    <a:gd name="connsiteX3" fmla="*/ 0 w 16263"/>
                    <a:gd name="connsiteY3" fmla="*/ 18835 h 18834"/>
                  </a:gdLst>
                  <a:ahLst/>
                  <a:cxnLst>
                    <a:cxn ang="0">
                      <a:pos x="connsiteX0" y="connsiteY0"/>
                    </a:cxn>
                    <a:cxn ang="0">
                      <a:pos x="connsiteX1" y="connsiteY1"/>
                    </a:cxn>
                    <a:cxn ang="0">
                      <a:pos x="connsiteX2" y="connsiteY2"/>
                    </a:cxn>
                    <a:cxn ang="0">
                      <a:pos x="connsiteX3" y="connsiteY3"/>
                    </a:cxn>
                  </a:cxnLst>
                  <a:rect l="l" t="t" r="r" b="b"/>
                  <a:pathLst>
                    <a:path w="16263" h="18834">
                      <a:moveTo>
                        <a:pt x="0" y="18835"/>
                      </a:moveTo>
                      <a:lnTo>
                        <a:pt x="16264" y="9466"/>
                      </a:lnTo>
                      <a:lnTo>
                        <a:pt x="0" y="0"/>
                      </a:lnTo>
                      <a:lnTo>
                        <a:pt x="0" y="18835"/>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3" name="Freeform: Shape 1332">
                  <a:extLst>
                    <a:ext uri="{FF2B5EF4-FFF2-40B4-BE49-F238E27FC236}">
                      <a16:creationId xmlns:a16="http://schemas.microsoft.com/office/drawing/2014/main" id="{8BD61BA0-BB50-E992-9BFE-D8E61CB27142}"/>
                    </a:ext>
                  </a:extLst>
                </p:cNvPr>
                <p:cNvSpPr/>
                <p:nvPr/>
              </p:nvSpPr>
              <p:spPr>
                <a:xfrm>
                  <a:off x="3093946" y="4019891"/>
                  <a:ext cx="61757" cy="51859"/>
                </a:xfrm>
                <a:custGeom>
                  <a:avLst/>
                  <a:gdLst>
                    <a:gd name="connsiteX0" fmla="*/ 0 w 78630"/>
                    <a:gd name="connsiteY0" fmla="*/ 45558 h 66028"/>
                    <a:gd name="connsiteX1" fmla="*/ 35176 w 78630"/>
                    <a:gd name="connsiteY1" fmla="*/ 66028 h 66028"/>
                    <a:gd name="connsiteX2" fmla="*/ 78630 w 78630"/>
                    <a:gd name="connsiteY2" fmla="*/ 40786 h 66028"/>
                    <a:gd name="connsiteX3" fmla="*/ 78572 w 78630"/>
                    <a:gd name="connsiteY3" fmla="*/ 0 h 66028"/>
                    <a:gd name="connsiteX4" fmla="*/ 0 w 78630"/>
                    <a:gd name="connsiteY4" fmla="*/ 45558 h 66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30" h="66028">
                      <a:moveTo>
                        <a:pt x="0" y="45558"/>
                      </a:moveTo>
                      <a:lnTo>
                        <a:pt x="35176" y="66028"/>
                      </a:lnTo>
                      <a:lnTo>
                        <a:pt x="78630" y="40786"/>
                      </a:lnTo>
                      <a:lnTo>
                        <a:pt x="78572" y="0"/>
                      </a:lnTo>
                      <a:lnTo>
                        <a:pt x="0" y="45558"/>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4" name="Freeform: Shape 1333">
                  <a:extLst>
                    <a:ext uri="{FF2B5EF4-FFF2-40B4-BE49-F238E27FC236}">
                      <a16:creationId xmlns:a16="http://schemas.microsoft.com/office/drawing/2014/main" id="{88E5429F-BE0C-C456-2FC1-F163B6166761}"/>
                    </a:ext>
                  </a:extLst>
                </p:cNvPr>
                <p:cNvSpPr/>
                <p:nvPr/>
              </p:nvSpPr>
              <p:spPr>
                <a:xfrm>
                  <a:off x="3157447" y="3990259"/>
                  <a:ext cx="62338" cy="60671"/>
                </a:xfrm>
                <a:custGeom>
                  <a:avLst/>
                  <a:gdLst>
                    <a:gd name="connsiteX0" fmla="*/ 0 w 79370"/>
                    <a:gd name="connsiteY0" fmla="*/ 36286 h 77247"/>
                    <a:gd name="connsiteX1" fmla="*/ 0 w 79370"/>
                    <a:gd name="connsiteY1" fmla="*/ 77247 h 77247"/>
                    <a:gd name="connsiteX2" fmla="*/ 79370 w 79370"/>
                    <a:gd name="connsiteY2" fmla="*/ 31242 h 77247"/>
                    <a:gd name="connsiteX3" fmla="*/ 79370 w 79370"/>
                    <a:gd name="connsiteY3" fmla="*/ 9719 h 77247"/>
                    <a:gd name="connsiteX4" fmla="*/ 62620 w 79370"/>
                    <a:gd name="connsiteY4" fmla="*/ 0 h 77247"/>
                    <a:gd name="connsiteX5" fmla="*/ 0 w 79370"/>
                    <a:gd name="connsiteY5" fmla="*/ 36286 h 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370" h="77247">
                      <a:moveTo>
                        <a:pt x="0" y="36286"/>
                      </a:moveTo>
                      <a:lnTo>
                        <a:pt x="0" y="77247"/>
                      </a:lnTo>
                      <a:lnTo>
                        <a:pt x="79370" y="31242"/>
                      </a:lnTo>
                      <a:lnTo>
                        <a:pt x="79370" y="9719"/>
                      </a:lnTo>
                      <a:lnTo>
                        <a:pt x="62620" y="0"/>
                      </a:lnTo>
                      <a:lnTo>
                        <a:pt x="0" y="36286"/>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5" name="Freeform: Shape 1334">
                  <a:extLst>
                    <a:ext uri="{FF2B5EF4-FFF2-40B4-BE49-F238E27FC236}">
                      <a16:creationId xmlns:a16="http://schemas.microsoft.com/office/drawing/2014/main" id="{E9F014B2-EB8B-4630-10BB-C2973CA0E6E5}"/>
                    </a:ext>
                  </a:extLst>
                </p:cNvPr>
                <p:cNvSpPr/>
                <p:nvPr/>
              </p:nvSpPr>
              <p:spPr>
                <a:xfrm>
                  <a:off x="3425066" y="4106874"/>
                  <a:ext cx="117364" cy="136288"/>
                </a:xfrm>
                <a:custGeom>
                  <a:avLst/>
                  <a:gdLst>
                    <a:gd name="connsiteX0" fmla="*/ 0 w 149430"/>
                    <a:gd name="connsiteY0" fmla="*/ 173524 h 173524"/>
                    <a:gd name="connsiteX1" fmla="*/ 149431 w 149430"/>
                    <a:gd name="connsiteY1" fmla="*/ 86811 h 173524"/>
                    <a:gd name="connsiteX2" fmla="*/ 0 w 149430"/>
                    <a:gd name="connsiteY2" fmla="*/ 0 h 173524"/>
                    <a:gd name="connsiteX3" fmla="*/ 0 w 149430"/>
                    <a:gd name="connsiteY3" fmla="*/ 173524 h 173524"/>
                  </a:gdLst>
                  <a:ahLst/>
                  <a:cxnLst>
                    <a:cxn ang="0">
                      <a:pos x="connsiteX0" y="connsiteY0"/>
                    </a:cxn>
                    <a:cxn ang="0">
                      <a:pos x="connsiteX1" y="connsiteY1"/>
                    </a:cxn>
                    <a:cxn ang="0">
                      <a:pos x="connsiteX2" y="connsiteY2"/>
                    </a:cxn>
                    <a:cxn ang="0">
                      <a:pos x="connsiteX3" y="connsiteY3"/>
                    </a:cxn>
                  </a:cxnLst>
                  <a:rect l="l" t="t" r="r" b="b"/>
                  <a:pathLst>
                    <a:path w="149430" h="173524">
                      <a:moveTo>
                        <a:pt x="0" y="173524"/>
                      </a:moveTo>
                      <a:lnTo>
                        <a:pt x="149431" y="86811"/>
                      </a:lnTo>
                      <a:lnTo>
                        <a:pt x="0" y="0"/>
                      </a:lnTo>
                      <a:lnTo>
                        <a:pt x="0" y="173524"/>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6" name="Freeform: Shape 1335">
                  <a:extLst>
                    <a:ext uri="{FF2B5EF4-FFF2-40B4-BE49-F238E27FC236}">
                      <a16:creationId xmlns:a16="http://schemas.microsoft.com/office/drawing/2014/main" id="{07545148-A500-D092-912C-1E486735BB4A}"/>
                    </a:ext>
                  </a:extLst>
                </p:cNvPr>
                <p:cNvSpPr/>
                <p:nvPr/>
              </p:nvSpPr>
              <p:spPr>
                <a:xfrm>
                  <a:off x="3298662" y="3953698"/>
                  <a:ext cx="243770" cy="141626"/>
                </a:xfrm>
                <a:custGeom>
                  <a:avLst/>
                  <a:gdLst>
                    <a:gd name="connsiteX0" fmla="*/ 0 w 310372"/>
                    <a:gd name="connsiteY0" fmla="*/ 93998 h 180321"/>
                    <a:gd name="connsiteX1" fmla="*/ 148729 w 310372"/>
                    <a:gd name="connsiteY1" fmla="*/ 180322 h 180321"/>
                    <a:gd name="connsiteX2" fmla="*/ 310372 w 310372"/>
                    <a:gd name="connsiteY2" fmla="*/ 86382 h 180321"/>
                    <a:gd name="connsiteX3" fmla="*/ 161857 w 310372"/>
                    <a:gd name="connsiteY3" fmla="*/ 0 h 180321"/>
                    <a:gd name="connsiteX4" fmla="*/ 0 w 310372"/>
                    <a:gd name="connsiteY4" fmla="*/ 93998 h 180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372" h="180321">
                      <a:moveTo>
                        <a:pt x="0" y="93998"/>
                      </a:moveTo>
                      <a:lnTo>
                        <a:pt x="148729" y="180322"/>
                      </a:lnTo>
                      <a:lnTo>
                        <a:pt x="310372" y="86382"/>
                      </a:lnTo>
                      <a:lnTo>
                        <a:pt x="161857" y="0"/>
                      </a:lnTo>
                      <a:lnTo>
                        <a:pt x="0" y="93998"/>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7" name="Freeform: Shape 1336">
                  <a:extLst>
                    <a:ext uri="{FF2B5EF4-FFF2-40B4-BE49-F238E27FC236}">
                      <a16:creationId xmlns:a16="http://schemas.microsoft.com/office/drawing/2014/main" id="{BB42A422-D312-6501-C314-8AA159203555}"/>
                    </a:ext>
                  </a:extLst>
                </p:cNvPr>
                <p:cNvSpPr/>
                <p:nvPr/>
              </p:nvSpPr>
              <p:spPr>
                <a:xfrm>
                  <a:off x="3092493" y="3912256"/>
                  <a:ext cx="192247" cy="123269"/>
                </a:xfrm>
                <a:custGeom>
                  <a:avLst/>
                  <a:gdLst>
                    <a:gd name="connsiteX0" fmla="*/ 78 w 244772"/>
                    <a:gd name="connsiteY0" fmla="*/ 14959 h 156948"/>
                    <a:gd name="connsiteX1" fmla="*/ 80091 w 244772"/>
                    <a:gd name="connsiteY1" fmla="*/ 61295 h 156948"/>
                    <a:gd name="connsiteX2" fmla="*/ 80481 w 244772"/>
                    <a:gd name="connsiteY2" fmla="*/ 61704 h 156948"/>
                    <a:gd name="connsiteX3" fmla="*/ 82701 w 244772"/>
                    <a:gd name="connsiteY3" fmla="*/ 62951 h 156948"/>
                    <a:gd name="connsiteX4" fmla="*/ 145321 w 244772"/>
                    <a:gd name="connsiteY4" fmla="*/ 99315 h 156948"/>
                    <a:gd name="connsiteX5" fmla="*/ 162071 w 244772"/>
                    <a:gd name="connsiteY5" fmla="*/ 109034 h 156948"/>
                    <a:gd name="connsiteX6" fmla="*/ 164311 w 244772"/>
                    <a:gd name="connsiteY6" fmla="*/ 110339 h 156948"/>
                    <a:gd name="connsiteX7" fmla="*/ 180575 w 244772"/>
                    <a:gd name="connsiteY7" fmla="*/ 119805 h 156948"/>
                    <a:gd name="connsiteX8" fmla="*/ 244695 w 244772"/>
                    <a:gd name="connsiteY8" fmla="*/ 156949 h 156948"/>
                    <a:gd name="connsiteX9" fmla="*/ 244772 w 244772"/>
                    <a:gd name="connsiteY9" fmla="*/ 142107 h 156948"/>
                    <a:gd name="connsiteX10" fmla="*/ 0 w 244772"/>
                    <a:gd name="connsiteY10" fmla="*/ 0 h 156948"/>
                    <a:gd name="connsiteX11" fmla="*/ 78 w 244772"/>
                    <a:gd name="connsiteY11" fmla="*/ 14959 h 15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772" h="156948">
                      <a:moveTo>
                        <a:pt x="78" y="14959"/>
                      </a:moveTo>
                      <a:lnTo>
                        <a:pt x="80091" y="61295"/>
                      </a:lnTo>
                      <a:lnTo>
                        <a:pt x="80481" y="61704"/>
                      </a:lnTo>
                      <a:lnTo>
                        <a:pt x="82701" y="62951"/>
                      </a:lnTo>
                      <a:lnTo>
                        <a:pt x="145321" y="99315"/>
                      </a:lnTo>
                      <a:lnTo>
                        <a:pt x="162071" y="109034"/>
                      </a:lnTo>
                      <a:lnTo>
                        <a:pt x="164311" y="110339"/>
                      </a:lnTo>
                      <a:lnTo>
                        <a:pt x="180575" y="119805"/>
                      </a:lnTo>
                      <a:lnTo>
                        <a:pt x="244695" y="156949"/>
                      </a:lnTo>
                      <a:lnTo>
                        <a:pt x="244772" y="142107"/>
                      </a:lnTo>
                      <a:lnTo>
                        <a:pt x="0" y="0"/>
                      </a:lnTo>
                      <a:lnTo>
                        <a:pt x="78" y="14959"/>
                      </a:lnTo>
                      <a:close/>
                    </a:path>
                  </a:pathLst>
                </a:custGeom>
                <a:solidFill>
                  <a:srgbClr val="29383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8" name="Freeform: Shape 1337">
                  <a:extLst>
                    <a:ext uri="{FF2B5EF4-FFF2-40B4-BE49-F238E27FC236}">
                      <a16:creationId xmlns:a16="http://schemas.microsoft.com/office/drawing/2014/main" id="{A09D9547-68B2-DB6B-BF51-6342FADD4A8D}"/>
                    </a:ext>
                  </a:extLst>
                </p:cNvPr>
                <p:cNvSpPr/>
                <p:nvPr/>
              </p:nvSpPr>
              <p:spPr>
                <a:xfrm>
                  <a:off x="3091135" y="3774875"/>
                  <a:ext cx="239915" cy="144717"/>
                </a:xfrm>
                <a:custGeom>
                  <a:avLst/>
                  <a:gdLst>
                    <a:gd name="connsiteX0" fmla="*/ 0 w 305464"/>
                    <a:gd name="connsiteY0" fmla="*/ 177342 h 184256"/>
                    <a:gd name="connsiteX1" fmla="*/ 195 w 305464"/>
                    <a:gd name="connsiteY1" fmla="*/ 177556 h 184256"/>
                    <a:gd name="connsiteX2" fmla="*/ 11881 w 305464"/>
                    <a:gd name="connsiteY2" fmla="*/ 184256 h 184256"/>
                    <a:gd name="connsiteX3" fmla="*/ 297926 w 305464"/>
                    <a:gd name="connsiteY3" fmla="*/ 18114 h 184256"/>
                    <a:gd name="connsiteX4" fmla="*/ 297965 w 305464"/>
                    <a:gd name="connsiteY4" fmla="*/ 16926 h 184256"/>
                    <a:gd name="connsiteX5" fmla="*/ 297926 w 305464"/>
                    <a:gd name="connsiteY5" fmla="*/ 16400 h 184256"/>
                    <a:gd name="connsiteX6" fmla="*/ 298238 w 305464"/>
                    <a:gd name="connsiteY6" fmla="*/ 15699 h 184256"/>
                    <a:gd name="connsiteX7" fmla="*/ 299095 w 305464"/>
                    <a:gd name="connsiteY7" fmla="*/ 15037 h 184256"/>
                    <a:gd name="connsiteX8" fmla="*/ 300205 w 305464"/>
                    <a:gd name="connsiteY8" fmla="*/ 14705 h 184256"/>
                    <a:gd name="connsiteX9" fmla="*/ 301919 w 305464"/>
                    <a:gd name="connsiteY9" fmla="*/ 14705 h 184256"/>
                    <a:gd name="connsiteX10" fmla="*/ 303166 w 305464"/>
                    <a:gd name="connsiteY10" fmla="*/ 15037 h 184256"/>
                    <a:gd name="connsiteX11" fmla="*/ 305464 w 305464"/>
                    <a:gd name="connsiteY11" fmla="*/ 13732 h 184256"/>
                    <a:gd name="connsiteX12" fmla="*/ 305464 w 305464"/>
                    <a:gd name="connsiteY12" fmla="*/ 0 h 184256"/>
                    <a:gd name="connsiteX13" fmla="*/ 390 w 305464"/>
                    <a:gd name="connsiteY13" fmla="*/ 176952 h 184256"/>
                    <a:gd name="connsiteX14" fmla="*/ 0 w 305464"/>
                    <a:gd name="connsiteY14" fmla="*/ 177342 h 184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5464" h="184256">
                      <a:moveTo>
                        <a:pt x="0" y="177342"/>
                      </a:moveTo>
                      <a:lnTo>
                        <a:pt x="195" y="177556"/>
                      </a:lnTo>
                      <a:lnTo>
                        <a:pt x="11881" y="184256"/>
                      </a:lnTo>
                      <a:lnTo>
                        <a:pt x="297926" y="18114"/>
                      </a:lnTo>
                      <a:lnTo>
                        <a:pt x="297965" y="16926"/>
                      </a:lnTo>
                      <a:lnTo>
                        <a:pt x="297926" y="16400"/>
                      </a:lnTo>
                      <a:lnTo>
                        <a:pt x="298238" y="15699"/>
                      </a:lnTo>
                      <a:lnTo>
                        <a:pt x="299095" y="15037"/>
                      </a:lnTo>
                      <a:lnTo>
                        <a:pt x="300205" y="14705"/>
                      </a:lnTo>
                      <a:lnTo>
                        <a:pt x="301919" y="14705"/>
                      </a:lnTo>
                      <a:lnTo>
                        <a:pt x="303166" y="15037"/>
                      </a:lnTo>
                      <a:lnTo>
                        <a:pt x="305464" y="13732"/>
                      </a:lnTo>
                      <a:lnTo>
                        <a:pt x="305464" y="0"/>
                      </a:lnTo>
                      <a:lnTo>
                        <a:pt x="390" y="176952"/>
                      </a:lnTo>
                      <a:lnTo>
                        <a:pt x="0" y="177342"/>
                      </a:lnTo>
                      <a:close/>
                    </a:path>
                  </a:pathLst>
                </a:custGeom>
                <a:solidFill>
                  <a:srgbClr val="586A6C"/>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39" name="Freeform: Shape 1338">
                  <a:extLst>
                    <a:ext uri="{FF2B5EF4-FFF2-40B4-BE49-F238E27FC236}">
                      <a16:creationId xmlns:a16="http://schemas.microsoft.com/office/drawing/2014/main" id="{55060309-537E-0375-A7F9-B3282B522284}"/>
                    </a:ext>
                  </a:extLst>
                </p:cNvPr>
                <p:cNvSpPr/>
                <p:nvPr/>
              </p:nvSpPr>
              <p:spPr>
                <a:xfrm>
                  <a:off x="3166427" y="4449927"/>
                  <a:ext cx="42680" cy="105371"/>
                </a:xfrm>
                <a:custGeom>
                  <a:avLst/>
                  <a:gdLst>
                    <a:gd name="connsiteX0" fmla="*/ 0 w 54341"/>
                    <a:gd name="connsiteY0" fmla="*/ 0 h 134160"/>
                    <a:gd name="connsiteX1" fmla="*/ 0 w 54341"/>
                    <a:gd name="connsiteY1" fmla="*/ 102646 h 134160"/>
                    <a:gd name="connsiteX2" fmla="*/ 54342 w 54341"/>
                    <a:gd name="connsiteY2" fmla="*/ 134160 h 134160"/>
                    <a:gd name="connsiteX3" fmla="*/ 54284 w 54341"/>
                    <a:gd name="connsiteY3" fmla="*/ 31514 h 134160"/>
                    <a:gd name="connsiteX4" fmla="*/ 0 w 54341"/>
                    <a:gd name="connsiteY4" fmla="*/ 0 h 134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1" h="134160">
                      <a:moveTo>
                        <a:pt x="0" y="0"/>
                      </a:moveTo>
                      <a:lnTo>
                        <a:pt x="0" y="102646"/>
                      </a:lnTo>
                      <a:lnTo>
                        <a:pt x="54342" y="134160"/>
                      </a:lnTo>
                      <a:lnTo>
                        <a:pt x="54284" y="31514"/>
                      </a:lnTo>
                      <a:lnTo>
                        <a:pt x="0" y="0"/>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0" name="Freeform: Shape 1339">
                  <a:extLst>
                    <a:ext uri="{FF2B5EF4-FFF2-40B4-BE49-F238E27FC236}">
                      <a16:creationId xmlns:a16="http://schemas.microsoft.com/office/drawing/2014/main" id="{3842FAF2-2B41-2009-6C77-8907B097E212}"/>
                    </a:ext>
                  </a:extLst>
                </p:cNvPr>
                <p:cNvSpPr/>
                <p:nvPr/>
              </p:nvSpPr>
              <p:spPr>
                <a:xfrm>
                  <a:off x="3221484" y="4481884"/>
                  <a:ext cx="21539" cy="93102"/>
                </a:xfrm>
                <a:custGeom>
                  <a:avLst/>
                  <a:gdLst>
                    <a:gd name="connsiteX0" fmla="*/ 0 w 27424"/>
                    <a:gd name="connsiteY0" fmla="*/ 102665 h 118539"/>
                    <a:gd name="connsiteX1" fmla="*/ 27424 w 27424"/>
                    <a:gd name="connsiteY1" fmla="*/ 118539 h 118539"/>
                    <a:gd name="connsiteX2" fmla="*/ 27424 w 27424"/>
                    <a:gd name="connsiteY2" fmla="*/ 15971 h 118539"/>
                    <a:gd name="connsiteX3" fmla="*/ 0 w 27424"/>
                    <a:gd name="connsiteY3" fmla="*/ 0 h 118539"/>
                    <a:gd name="connsiteX4" fmla="*/ 0 w 27424"/>
                    <a:gd name="connsiteY4" fmla="*/ 102665 h 118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24" h="118539">
                      <a:moveTo>
                        <a:pt x="0" y="102665"/>
                      </a:moveTo>
                      <a:lnTo>
                        <a:pt x="27424" y="118539"/>
                      </a:lnTo>
                      <a:lnTo>
                        <a:pt x="27424" y="15971"/>
                      </a:lnTo>
                      <a:lnTo>
                        <a:pt x="0" y="0"/>
                      </a:lnTo>
                      <a:lnTo>
                        <a:pt x="0" y="102665"/>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1" name="Freeform: Shape 1340">
                  <a:extLst>
                    <a:ext uri="{FF2B5EF4-FFF2-40B4-BE49-F238E27FC236}">
                      <a16:creationId xmlns:a16="http://schemas.microsoft.com/office/drawing/2014/main" id="{BDD2D1DF-CC6F-39C6-B0E6-7F4FDADC4A0F}"/>
                    </a:ext>
                  </a:extLst>
                </p:cNvPr>
                <p:cNvSpPr/>
                <p:nvPr/>
              </p:nvSpPr>
              <p:spPr>
                <a:xfrm>
                  <a:off x="3211678" y="4476225"/>
                  <a:ext cx="8107" cy="85254"/>
                </a:xfrm>
                <a:custGeom>
                  <a:avLst/>
                  <a:gdLst>
                    <a:gd name="connsiteX0" fmla="*/ 136 w 10323"/>
                    <a:gd name="connsiteY0" fmla="*/ 102724 h 108547"/>
                    <a:gd name="connsiteX1" fmla="*/ 10245 w 10323"/>
                    <a:gd name="connsiteY1" fmla="*/ 108548 h 108547"/>
                    <a:gd name="connsiteX2" fmla="*/ 10323 w 10323"/>
                    <a:gd name="connsiteY2" fmla="*/ 5980 h 108547"/>
                    <a:gd name="connsiteX3" fmla="*/ 0 w 10323"/>
                    <a:gd name="connsiteY3" fmla="*/ 0 h 108547"/>
                    <a:gd name="connsiteX4" fmla="*/ 136 w 10323"/>
                    <a:gd name="connsiteY4" fmla="*/ 102724 h 108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3" h="108547">
                      <a:moveTo>
                        <a:pt x="136" y="102724"/>
                      </a:moveTo>
                      <a:lnTo>
                        <a:pt x="10245" y="108548"/>
                      </a:lnTo>
                      <a:lnTo>
                        <a:pt x="10323" y="5980"/>
                      </a:lnTo>
                      <a:lnTo>
                        <a:pt x="0" y="0"/>
                      </a:lnTo>
                      <a:lnTo>
                        <a:pt x="136" y="102724"/>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2" name="Freeform: Shape 1341">
                  <a:extLst>
                    <a:ext uri="{FF2B5EF4-FFF2-40B4-BE49-F238E27FC236}">
                      <a16:creationId xmlns:a16="http://schemas.microsoft.com/office/drawing/2014/main" id="{137EF8E3-1A31-43CF-FF4F-9199BC04638A}"/>
                    </a:ext>
                  </a:extLst>
                </p:cNvPr>
                <p:cNvSpPr/>
                <p:nvPr/>
              </p:nvSpPr>
              <p:spPr>
                <a:xfrm>
                  <a:off x="3157417" y="3961699"/>
                  <a:ext cx="62369" cy="112698"/>
                </a:xfrm>
                <a:custGeom>
                  <a:avLst/>
                  <a:gdLst>
                    <a:gd name="connsiteX0" fmla="*/ 79331 w 79409"/>
                    <a:gd name="connsiteY0" fmla="*/ 143490 h 143489"/>
                    <a:gd name="connsiteX1" fmla="*/ 79409 w 79409"/>
                    <a:gd name="connsiteY1" fmla="*/ 46084 h 143489"/>
                    <a:gd name="connsiteX2" fmla="*/ 390 w 79409"/>
                    <a:gd name="connsiteY2" fmla="*/ 136 h 143489"/>
                    <a:gd name="connsiteX3" fmla="*/ 0 w 79409"/>
                    <a:gd name="connsiteY3" fmla="*/ 0 h 143489"/>
                    <a:gd name="connsiteX4" fmla="*/ 0 w 79409"/>
                    <a:gd name="connsiteY4" fmla="*/ 113612 h 143489"/>
                    <a:gd name="connsiteX5" fmla="*/ 13965 w 79409"/>
                    <a:gd name="connsiteY5" fmla="*/ 105606 h 143489"/>
                    <a:gd name="connsiteX6" fmla="*/ 79331 w 79409"/>
                    <a:gd name="connsiteY6" fmla="*/ 143490 h 14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409" h="143489">
                      <a:moveTo>
                        <a:pt x="79331" y="143490"/>
                      </a:moveTo>
                      <a:lnTo>
                        <a:pt x="79409" y="46084"/>
                      </a:lnTo>
                      <a:lnTo>
                        <a:pt x="390" y="136"/>
                      </a:lnTo>
                      <a:lnTo>
                        <a:pt x="0" y="0"/>
                      </a:lnTo>
                      <a:lnTo>
                        <a:pt x="0" y="113612"/>
                      </a:lnTo>
                      <a:lnTo>
                        <a:pt x="13965" y="105606"/>
                      </a:lnTo>
                      <a:lnTo>
                        <a:pt x="79331" y="143490"/>
                      </a:lnTo>
                      <a:close/>
                    </a:path>
                  </a:pathLst>
                </a:custGeom>
                <a:solidFill>
                  <a:srgbClr val="4D4D4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3" name="Freeform: Shape 1342">
                  <a:extLst>
                    <a:ext uri="{FF2B5EF4-FFF2-40B4-BE49-F238E27FC236}">
                      <a16:creationId xmlns:a16="http://schemas.microsoft.com/office/drawing/2014/main" id="{A149DD7C-7782-0201-05CC-64F3ABDEFF61}"/>
                    </a:ext>
                  </a:extLst>
                </p:cNvPr>
                <p:cNvSpPr/>
                <p:nvPr/>
              </p:nvSpPr>
              <p:spPr>
                <a:xfrm>
                  <a:off x="3092463" y="3924005"/>
                  <a:ext cx="63241" cy="147746"/>
                </a:xfrm>
                <a:custGeom>
                  <a:avLst/>
                  <a:gdLst>
                    <a:gd name="connsiteX0" fmla="*/ 79994 w 80519"/>
                    <a:gd name="connsiteY0" fmla="*/ 46298 h 188112"/>
                    <a:gd name="connsiteX1" fmla="*/ 39 w 80519"/>
                    <a:gd name="connsiteY1" fmla="*/ 0 h 188112"/>
                    <a:gd name="connsiteX2" fmla="*/ 0 w 80519"/>
                    <a:gd name="connsiteY2" fmla="*/ 166532 h 188112"/>
                    <a:gd name="connsiteX3" fmla="*/ 37065 w 80519"/>
                    <a:gd name="connsiteY3" fmla="*/ 188113 h 188112"/>
                    <a:gd name="connsiteX4" fmla="*/ 80520 w 80519"/>
                    <a:gd name="connsiteY4" fmla="*/ 162870 h 188112"/>
                    <a:gd name="connsiteX5" fmla="*/ 80520 w 80519"/>
                    <a:gd name="connsiteY5" fmla="*/ 46746 h 188112"/>
                    <a:gd name="connsiteX6" fmla="*/ 80461 w 80519"/>
                    <a:gd name="connsiteY6" fmla="*/ 46609 h 188112"/>
                    <a:gd name="connsiteX7" fmla="*/ 79994 w 80519"/>
                    <a:gd name="connsiteY7" fmla="*/ 46298 h 18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519" h="188112">
                      <a:moveTo>
                        <a:pt x="79994" y="46298"/>
                      </a:moveTo>
                      <a:lnTo>
                        <a:pt x="39" y="0"/>
                      </a:lnTo>
                      <a:lnTo>
                        <a:pt x="0" y="166532"/>
                      </a:lnTo>
                      <a:lnTo>
                        <a:pt x="37065" y="188113"/>
                      </a:lnTo>
                      <a:lnTo>
                        <a:pt x="80520" y="162870"/>
                      </a:lnTo>
                      <a:lnTo>
                        <a:pt x="80520" y="46746"/>
                      </a:lnTo>
                      <a:lnTo>
                        <a:pt x="80461" y="46609"/>
                      </a:lnTo>
                      <a:lnTo>
                        <a:pt x="79994" y="46298"/>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4" name="Freeform: Shape 1343">
                  <a:extLst>
                    <a:ext uri="{FF2B5EF4-FFF2-40B4-BE49-F238E27FC236}">
                      <a16:creationId xmlns:a16="http://schemas.microsoft.com/office/drawing/2014/main" id="{3D563DBE-702D-C75F-6002-32C7A47C54ED}"/>
                    </a:ext>
                  </a:extLst>
                </p:cNvPr>
                <p:cNvSpPr/>
                <p:nvPr/>
              </p:nvSpPr>
              <p:spPr>
                <a:xfrm>
                  <a:off x="3092493" y="4368955"/>
                  <a:ext cx="17944" cy="129022"/>
                </a:xfrm>
                <a:custGeom>
                  <a:avLst/>
                  <a:gdLst>
                    <a:gd name="connsiteX0" fmla="*/ 1324 w 22846"/>
                    <a:gd name="connsiteY0" fmla="*/ 4597 h 164272"/>
                    <a:gd name="connsiteX1" fmla="*/ 4558 w 22846"/>
                    <a:gd name="connsiteY1" fmla="*/ 2629 h 164272"/>
                    <a:gd name="connsiteX2" fmla="*/ 0 w 22846"/>
                    <a:gd name="connsiteY2" fmla="*/ 0 h 164272"/>
                    <a:gd name="connsiteX3" fmla="*/ 0 w 22846"/>
                    <a:gd name="connsiteY3" fmla="*/ 151086 h 164272"/>
                    <a:gd name="connsiteX4" fmla="*/ 22789 w 22846"/>
                    <a:gd name="connsiteY4" fmla="*/ 164272 h 164272"/>
                    <a:gd name="connsiteX5" fmla="*/ 22847 w 22846"/>
                    <a:gd name="connsiteY5" fmla="*/ 61685 h 164272"/>
                    <a:gd name="connsiteX6" fmla="*/ 1324 w 22846"/>
                    <a:gd name="connsiteY6" fmla="*/ 49141 h 164272"/>
                    <a:gd name="connsiteX7" fmla="*/ 1324 w 22846"/>
                    <a:gd name="connsiteY7" fmla="*/ 4597 h 16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46" h="164272">
                      <a:moveTo>
                        <a:pt x="1324" y="4597"/>
                      </a:moveTo>
                      <a:lnTo>
                        <a:pt x="4558" y="2629"/>
                      </a:lnTo>
                      <a:lnTo>
                        <a:pt x="0" y="0"/>
                      </a:lnTo>
                      <a:lnTo>
                        <a:pt x="0" y="151086"/>
                      </a:lnTo>
                      <a:lnTo>
                        <a:pt x="22789" y="164272"/>
                      </a:lnTo>
                      <a:lnTo>
                        <a:pt x="22847" y="61685"/>
                      </a:lnTo>
                      <a:lnTo>
                        <a:pt x="1324" y="49141"/>
                      </a:lnTo>
                      <a:lnTo>
                        <a:pt x="1324" y="4597"/>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5" name="Freeform: Shape 1344">
                  <a:extLst>
                    <a:ext uri="{FF2B5EF4-FFF2-40B4-BE49-F238E27FC236}">
                      <a16:creationId xmlns:a16="http://schemas.microsoft.com/office/drawing/2014/main" id="{1CBBFD36-DF92-17C0-9377-6ECAE2AF6283}"/>
                    </a:ext>
                  </a:extLst>
                </p:cNvPr>
                <p:cNvSpPr/>
                <p:nvPr/>
              </p:nvSpPr>
              <p:spPr>
                <a:xfrm>
                  <a:off x="3092493" y="4226411"/>
                  <a:ext cx="17944" cy="142239"/>
                </a:xfrm>
                <a:custGeom>
                  <a:avLst/>
                  <a:gdLst>
                    <a:gd name="connsiteX0" fmla="*/ 0 w 22846"/>
                    <a:gd name="connsiteY0" fmla="*/ 0 h 181100"/>
                    <a:gd name="connsiteX1" fmla="*/ 0 w 22846"/>
                    <a:gd name="connsiteY1" fmla="*/ 175238 h 181100"/>
                    <a:gd name="connsiteX2" fmla="*/ 214 w 22846"/>
                    <a:gd name="connsiteY2" fmla="*/ 175569 h 181100"/>
                    <a:gd name="connsiteX3" fmla="*/ 9719 w 22846"/>
                    <a:gd name="connsiteY3" fmla="*/ 181101 h 181100"/>
                    <a:gd name="connsiteX4" fmla="*/ 22789 w 22846"/>
                    <a:gd name="connsiteY4" fmla="*/ 173602 h 181100"/>
                    <a:gd name="connsiteX5" fmla="*/ 22847 w 22846"/>
                    <a:gd name="connsiteY5" fmla="*/ 173407 h 181100"/>
                    <a:gd name="connsiteX6" fmla="*/ 22789 w 22846"/>
                    <a:gd name="connsiteY6" fmla="*/ 13128 h 181100"/>
                    <a:gd name="connsiteX7" fmla="*/ 0 w 22846"/>
                    <a:gd name="connsiteY7" fmla="*/ 0 h 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46" h="181100">
                      <a:moveTo>
                        <a:pt x="0" y="0"/>
                      </a:moveTo>
                      <a:lnTo>
                        <a:pt x="0" y="175238"/>
                      </a:lnTo>
                      <a:lnTo>
                        <a:pt x="214" y="175569"/>
                      </a:lnTo>
                      <a:lnTo>
                        <a:pt x="9719" y="181101"/>
                      </a:lnTo>
                      <a:lnTo>
                        <a:pt x="22789" y="173602"/>
                      </a:lnTo>
                      <a:lnTo>
                        <a:pt x="22847" y="173407"/>
                      </a:lnTo>
                      <a:lnTo>
                        <a:pt x="22789" y="13128"/>
                      </a:lnTo>
                      <a:lnTo>
                        <a:pt x="0" y="0"/>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6" name="Freeform: Shape 1345">
                  <a:extLst>
                    <a:ext uri="{FF2B5EF4-FFF2-40B4-BE49-F238E27FC236}">
                      <a16:creationId xmlns:a16="http://schemas.microsoft.com/office/drawing/2014/main" id="{92272D4F-BFB0-2D1C-E1DE-72CF8F88D18E}"/>
                    </a:ext>
                  </a:extLst>
                </p:cNvPr>
                <p:cNvSpPr/>
                <p:nvPr/>
              </p:nvSpPr>
              <p:spPr>
                <a:xfrm>
                  <a:off x="3166320" y="4530546"/>
                  <a:ext cx="42956" cy="78462"/>
                </a:xfrm>
                <a:custGeom>
                  <a:avLst/>
                  <a:gdLst>
                    <a:gd name="connsiteX0" fmla="*/ 136 w 54692"/>
                    <a:gd name="connsiteY0" fmla="*/ 0 h 99899"/>
                    <a:gd name="connsiteX1" fmla="*/ 0 w 54692"/>
                    <a:gd name="connsiteY1" fmla="*/ 68405 h 99899"/>
                    <a:gd name="connsiteX2" fmla="*/ 54693 w 54692"/>
                    <a:gd name="connsiteY2" fmla="*/ 99900 h 99899"/>
                    <a:gd name="connsiteX3" fmla="*/ 54478 w 54692"/>
                    <a:gd name="connsiteY3" fmla="*/ 31514 h 99899"/>
                    <a:gd name="connsiteX4" fmla="*/ 136 w 54692"/>
                    <a:gd name="connsiteY4" fmla="*/ 0 h 99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92" h="99899">
                      <a:moveTo>
                        <a:pt x="136" y="0"/>
                      </a:moveTo>
                      <a:lnTo>
                        <a:pt x="0" y="68405"/>
                      </a:lnTo>
                      <a:lnTo>
                        <a:pt x="54693" y="99900"/>
                      </a:lnTo>
                      <a:lnTo>
                        <a:pt x="54478" y="31514"/>
                      </a:lnTo>
                      <a:lnTo>
                        <a:pt x="136" y="0"/>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7" name="Freeform: Shape 1346">
                  <a:extLst>
                    <a:ext uri="{FF2B5EF4-FFF2-40B4-BE49-F238E27FC236}">
                      <a16:creationId xmlns:a16="http://schemas.microsoft.com/office/drawing/2014/main" id="{A45C0563-0525-27A3-3138-5E562C172DB7}"/>
                    </a:ext>
                  </a:extLst>
                </p:cNvPr>
                <p:cNvSpPr/>
                <p:nvPr/>
              </p:nvSpPr>
              <p:spPr>
                <a:xfrm>
                  <a:off x="3221484" y="3998857"/>
                  <a:ext cx="63256" cy="113264"/>
                </a:xfrm>
                <a:custGeom>
                  <a:avLst/>
                  <a:gdLst>
                    <a:gd name="connsiteX0" fmla="*/ 0 w 80539"/>
                    <a:gd name="connsiteY0" fmla="*/ 0 h 144210"/>
                    <a:gd name="connsiteX1" fmla="*/ 0 w 80539"/>
                    <a:gd name="connsiteY1" fmla="*/ 97484 h 144210"/>
                    <a:gd name="connsiteX2" fmla="*/ 80461 w 80539"/>
                    <a:gd name="connsiteY2" fmla="*/ 144211 h 144210"/>
                    <a:gd name="connsiteX3" fmla="*/ 80539 w 80539"/>
                    <a:gd name="connsiteY3" fmla="*/ 46746 h 144210"/>
                    <a:gd name="connsiteX4" fmla="*/ 467 w 80539"/>
                    <a:gd name="connsiteY4" fmla="*/ 214 h 144210"/>
                    <a:gd name="connsiteX5" fmla="*/ 0 w 80539"/>
                    <a:gd name="connsiteY5" fmla="*/ 0 h 144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39" h="144210">
                      <a:moveTo>
                        <a:pt x="0" y="0"/>
                      </a:moveTo>
                      <a:lnTo>
                        <a:pt x="0" y="97484"/>
                      </a:lnTo>
                      <a:lnTo>
                        <a:pt x="80461" y="144211"/>
                      </a:lnTo>
                      <a:lnTo>
                        <a:pt x="80539" y="46746"/>
                      </a:lnTo>
                      <a:lnTo>
                        <a:pt x="467" y="214"/>
                      </a:lnTo>
                      <a:lnTo>
                        <a:pt x="0" y="0"/>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8" name="Freeform: Shape 1347">
                  <a:extLst>
                    <a:ext uri="{FF2B5EF4-FFF2-40B4-BE49-F238E27FC236}">
                      <a16:creationId xmlns:a16="http://schemas.microsoft.com/office/drawing/2014/main" id="{D329C6A7-267C-9B75-7074-34755CA4C1BE}"/>
                    </a:ext>
                  </a:extLst>
                </p:cNvPr>
                <p:cNvSpPr/>
                <p:nvPr/>
              </p:nvSpPr>
              <p:spPr>
                <a:xfrm>
                  <a:off x="3211784" y="4480920"/>
                  <a:ext cx="31237" cy="147684"/>
                </a:xfrm>
                <a:custGeom>
                  <a:avLst/>
                  <a:gdLst>
                    <a:gd name="connsiteX0" fmla="*/ 12349 w 39772"/>
                    <a:gd name="connsiteY0" fmla="*/ 1227 h 188034"/>
                    <a:gd name="connsiteX1" fmla="*/ 10187 w 39772"/>
                    <a:gd name="connsiteY1" fmla="*/ 0 h 188034"/>
                    <a:gd name="connsiteX2" fmla="*/ 10109 w 39772"/>
                    <a:gd name="connsiteY2" fmla="*/ 102568 h 188034"/>
                    <a:gd name="connsiteX3" fmla="*/ 0 w 39772"/>
                    <a:gd name="connsiteY3" fmla="*/ 96744 h 188034"/>
                    <a:gd name="connsiteX4" fmla="*/ 136 w 39772"/>
                    <a:gd name="connsiteY4" fmla="*/ 165051 h 188034"/>
                    <a:gd name="connsiteX5" fmla="*/ 39734 w 39772"/>
                    <a:gd name="connsiteY5" fmla="*/ 188035 h 188034"/>
                    <a:gd name="connsiteX6" fmla="*/ 39773 w 39772"/>
                    <a:gd name="connsiteY6" fmla="*/ 119767 h 188034"/>
                    <a:gd name="connsiteX7" fmla="*/ 12349 w 39772"/>
                    <a:gd name="connsiteY7" fmla="*/ 103892 h 188034"/>
                    <a:gd name="connsiteX8" fmla="*/ 12349 w 39772"/>
                    <a:gd name="connsiteY8" fmla="*/ 1227 h 18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772" h="188034">
                      <a:moveTo>
                        <a:pt x="12349" y="1227"/>
                      </a:moveTo>
                      <a:lnTo>
                        <a:pt x="10187" y="0"/>
                      </a:lnTo>
                      <a:lnTo>
                        <a:pt x="10109" y="102568"/>
                      </a:lnTo>
                      <a:lnTo>
                        <a:pt x="0" y="96744"/>
                      </a:lnTo>
                      <a:lnTo>
                        <a:pt x="136" y="165051"/>
                      </a:lnTo>
                      <a:lnTo>
                        <a:pt x="39734" y="188035"/>
                      </a:lnTo>
                      <a:lnTo>
                        <a:pt x="39773" y="119767"/>
                      </a:lnTo>
                      <a:lnTo>
                        <a:pt x="12349" y="103892"/>
                      </a:lnTo>
                      <a:lnTo>
                        <a:pt x="12349" y="1227"/>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49" name="Freeform: Shape 1348">
                  <a:extLst>
                    <a:ext uri="{FF2B5EF4-FFF2-40B4-BE49-F238E27FC236}">
                      <a16:creationId xmlns:a16="http://schemas.microsoft.com/office/drawing/2014/main" id="{E0A56553-21F8-D761-CF52-DA1EF5BCAEC3}"/>
                    </a:ext>
                  </a:extLst>
                </p:cNvPr>
                <p:cNvSpPr/>
                <p:nvPr/>
              </p:nvSpPr>
              <p:spPr>
                <a:xfrm>
                  <a:off x="3425066" y="4180426"/>
                  <a:ext cx="115299" cy="209457"/>
                </a:xfrm>
                <a:custGeom>
                  <a:avLst/>
                  <a:gdLst>
                    <a:gd name="connsiteX0" fmla="*/ 146743 w 146801"/>
                    <a:gd name="connsiteY0" fmla="*/ 128648 h 266684"/>
                    <a:gd name="connsiteX1" fmla="*/ 146743 w 146801"/>
                    <a:gd name="connsiteY1" fmla="*/ 0 h 266684"/>
                    <a:gd name="connsiteX2" fmla="*/ 144659 w 146801"/>
                    <a:gd name="connsiteY2" fmla="*/ 1247 h 266684"/>
                    <a:gd name="connsiteX3" fmla="*/ 144444 w 146801"/>
                    <a:gd name="connsiteY3" fmla="*/ 1305 h 266684"/>
                    <a:gd name="connsiteX4" fmla="*/ 144172 w 146801"/>
                    <a:gd name="connsiteY4" fmla="*/ 1519 h 266684"/>
                    <a:gd name="connsiteX5" fmla="*/ 143860 w 146801"/>
                    <a:gd name="connsiteY5" fmla="*/ 1656 h 266684"/>
                    <a:gd name="connsiteX6" fmla="*/ 143724 w 146801"/>
                    <a:gd name="connsiteY6" fmla="*/ 1772 h 266684"/>
                    <a:gd name="connsiteX7" fmla="*/ 0 w 146801"/>
                    <a:gd name="connsiteY7" fmla="*/ 85194 h 266684"/>
                    <a:gd name="connsiteX8" fmla="*/ 0 w 146801"/>
                    <a:gd name="connsiteY8" fmla="*/ 260958 h 266684"/>
                    <a:gd name="connsiteX9" fmla="*/ 9895 w 146801"/>
                    <a:gd name="connsiteY9" fmla="*/ 266684 h 266684"/>
                    <a:gd name="connsiteX10" fmla="*/ 10498 w 146801"/>
                    <a:gd name="connsiteY10" fmla="*/ 266334 h 266684"/>
                    <a:gd name="connsiteX11" fmla="*/ 10635 w 146801"/>
                    <a:gd name="connsiteY11" fmla="*/ 266295 h 266684"/>
                    <a:gd name="connsiteX12" fmla="*/ 12329 w 146801"/>
                    <a:gd name="connsiteY12" fmla="*/ 265282 h 266684"/>
                    <a:gd name="connsiteX13" fmla="*/ 12524 w 146801"/>
                    <a:gd name="connsiteY13" fmla="*/ 265165 h 266684"/>
                    <a:gd name="connsiteX14" fmla="*/ 12641 w 146801"/>
                    <a:gd name="connsiteY14" fmla="*/ 265107 h 266684"/>
                    <a:gd name="connsiteX15" fmla="*/ 13128 w 146801"/>
                    <a:gd name="connsiteY15" fmla="*/ 264854 h 266684"/>
                    <a:gd name="connsiteX16" fmla="*/ 13303 w 146801"/>
                    <a:gd name="connsiteY16" fmla="*/ 264717 h 266684"/>
                    <a:gd name="connsiteX17" fmla="*/ 14569 w 146801"/>
                    <a:gd name="connsiteY17" fmla="*/ 263977 h 266684"/>
                    <a:gd name="connsiteX18" fmla="*/ 14686 w 146801"/>
                    <a:gd name="connsiteY18" fmla="*/ 263919 h 266684"/>
                    <a:gd name="connsiteX19" fmla="*/ 16400 w 146801"/>
                    <a:gd name="connsiteY19" fmla="*/ 262925 h 266684"/>
                    <a:gd name="connsiteX20" fmla="*/ 16595 w 146801"/>
                    <a:gd name="connsiteY20" fmla="*/ 262789 h 266684"/>
                    <a:gd name="connsiteX21" fmla="*/ 16712 w 146801"/>
                    <a:gd name="connsiteY21" fmla="*/ 262750 h 266684"/>
                    <a:gd name="connsiteX22" fmla="*/ 17199 w 146801"/>
                    <a:gd name="connsiteY22" fmla="*/ 262477 h 266684"/>
                    <a:gd name="connsiteX23" fmla="*/ 17978 w 146801"/>
                    <a:gd name="connsiteY23" fmla="*/ 262010 h 266684"/>
                    <a:gd name="connsiteX24" fmla="*/ 18153 w 146801"/>
                    <a:gd name="connsiteY24" fmla="*/ 261874 h 266684"/>
                    <a:gd name="connsiteX25" fmla="*/ 18289 w 146801"/>
                    <a:gd name="connsiteY25" fmla="*/ 261835 h 266684"/>
                    <a:gd name="connsiteX26" fmla="*/ 18640 w 146801"/>
                    <a:gd name="connsiteY26" fmla="*/ 261620 h 266684"/>
                    <a:gd name="connsiteX27" fmla="*/ 18757 w 146801"/>
                    <a:gd name="connsiteY27" fmla="*/ 261562 h 266684"/>
                    <a:gd name="connsiteX28" fmla="*/ 20218 w 146801"/>
                    <a:gd name="connsiteY28" fmla="*/ 260705 h 266684"/>
                    <a:gd name="connsiteX29" fmla="*/ 20334 w 146801"/>
                    <a:gd name="connsiteY29" fmla="*/ 260646 h 266684"/>
                    <a:gd name="connsiteX30" fmla="*/ 20646 w 146801"/>
                    <a:gd name="connsiteY30" fmla="*/ 260432 h 266684"/>
                    <a:gd name="connsiteX31" fmla="*/ 20782 w 146801"/>
                    <a:gd name="connsiteY31" fmla="*/ 260374 h 266684"/>
                    <a:gd name="connsiteX32" fmla="*/ 21250 w 146801"/>
                    <a:gd name="connsiteY32" fmla="*/ 260121 h 266684"/>
                    <a:gd name="connsiteX33" fmla="*/ 21445 w 146801"/>
                    <a:gd name="connsiteY33" fmla="*/ 259984 h 266684"/>
                    <a:gd name="connsiteX34" fmla="*/ 22048 w 146801"/>
                    <a:gd name="connsiteY34" fmla="*/ 259653 h 266684"/>
                    <a:gd name="connsiteX35" fmla="*/ 22224 w 146801"/>
                    <a:gd name="connsiteY35" fmla="*/ 259517 h 266684"/>
                    <a:gd name="connsiteX36" fmla="*/ 22360 w 146801"/>
                    <a:gd name="connsiteY36" fmla="*/ 259458 h 266684"/>
                    <a:gd name="connsiteX37" fmla="*/ 22711 w 146801"/>
                    <a:gd name="connsiteY37" fmla="*/ 259244 h 266684"/>
                    <a:gd name="connsiteX38" fmla="*/ 22828 w 146801"/>
                    <a:gd name="connsiteY38" fmla="*/ 259205 h 266684"/>
                    <a:gd name="connsiteX39" fmla="*/ 24269 w 146801"/>
                    <a:gd name="connsiteY39" fmla="*/ 258329 h 266684"/>
                    <a:gd name="connsiteX40" fmla="*/ 24405 w 146801"/>
                    <a:gd name="connsiteY40" fmla="*/ 258290 h 266684"/>
                    <a:gd name="connsiteX41" fmla="*/ 24717 w 146801"/>
                    <a:gd name="connsiteY41" fmla="*/ 258075 h 266684"/>
                    <a:gd name="connsiteX42" fmla="*/ 24853 w 146801"/>
                    <a:gd name="connsiteY42" fmla="*/ 258017 h 266684"/>
                    <a:gd name="connsiteX43" fmla="*/ 25321 w 146801"/>
                    <a:gd name="connsiteY43" fmla="*/ 257764 h 266684"/>
                    <a:gd name="connsiteX44" fmla="*/ 25515 w 146801"/>
                    <a:gd name="connsiteY44" fmla="*/ 257627 h 266684"/>
                    <a:gd name="connsiteX45" fmla="*/ 26119 w 146801"/>
                    <a:gd name="connsiteY45" fmla="*/ 257277 h 266684"/>
                    <a:gd name="connsiteX46" fmla="*/ 26294 w 146801"/>
                    <a:gd name="connsiteY46" fmla="*/ 257160 h 266684"/>
                    <a:gd name="connsiteX47" fmla="*/ 26431 w 146801"/>
                    <a:gd name="connsiteY47" fmla="*/ 257102 h 266684"/>
                    <a:gd name="connsiteX48" fmla="*/ 26762 w 146801"/>
                    <a:gd name="connsiteY48" fmla="*/ 256887 h 266684"/>
                    <a:gd name="connsiteX49" fmla="*/ 26898 w 146801"/>
                    <a:gd name="connsiteY49" fmla="*/ 256829 h 266684"/>
                    <a:gd name="connsiteX50" fmla="*/ 28340 w 146801"/>
                    <a:gd name="connsiteY50" fmla="*/ 255972 h 266684"/>
                    <a:gd name="connsiteX51" fmla="*/ 28476 w 146801"/>
                    <a:gd name="connsiteY51" fmla="*/ 255913 h 266684"/>
                    <a:gd name="connsiteX52" fmla="*/ 28788 w 146801"/>
                    <a:gd name="connsiteY52" fmla="*/ 255699 h 266684"/>
                    <a:gd name="connsiteX53" fmla="*/ 28924 w 146801"/>
                    <a:gd name="connsiteY53" fmla="*/ 255660 h 266684"/>
                    <a:gd name="connsiteX54" fmla="*/ 29391 w 146801"/>
                    <a:gd name="connsiteY54" fmla="*/ 255388 h 266684"/>
                    <a:gd name="connsiteX55" fmla="*/ 30190 w 146801"/>
                    <a:gd name="connsiteY55" fmla="*/ 254920 h 266684"/>
                    <a:gd name="connsiteX56" fmla="*/ 30365 w 146801"/>
                    <a:gd name="connsiteY56" fmla="*/ 254784 h 266684"/>
                    <a:gd name="connsiteX57" fmla="*/ 30502 w 146801"/>
                    <a:gd name="connsiteY57" fmla="*/ 254745 h 266684"/>
                    <a:gd name="connsiteX58" fmla="*/ 30833 w 146801"/>
                    <a:gd name="connsiteY58" fmla="*/ 254531 h 266684"/>
                    <a:gd name="connsiteX59" fmla="*/ 30969 w 146801"/>
                    <a:gd name="connsiteY59" fmla="*/ 254472 h 266684"/>
                    <a:gd name="connsiteX60" fmla="*/ 32410 w 146801"/>
                    <a:gd name="connsiteY60" fmla="*/ 253615 h 266684"/>
                    <a:gd name="connsiteX61" fmla="*/ 32547 w 146801"/>
                    <a:gd name="connsiteY61" fmla="*/ 253557 h 266684"/>
                    <a:gd name="connsiteX62" fmla="*/ 33462 w 146801"/>
                    <a:gd name="connsiteY62" fmla="*/ 253031 h 266684"/>
                    <a:gd name="connsiteX63" fmla="*/ 33657 w 146801"/>
                    <a:gd name="connsiteY63" fmla="*/ 252894 h 266684"/>
                    <a:gd name="connsiteX64" fmla="*/ 34261 w 146801"/>
                    <a:gd name="connsiteY64" fmla="*/ 252563 h 266684"/>
                    <a:gd name="connsiteX65" fmla="*/ 34436 w 146801"/>
                    <a:gd name="connsiteY65" fmla="*/ 252427 h 266684"/>
                    <a:gd name="connsiteX66" fmla="*/ 34572 w 146801"/>
                    <a:gd name="connsiteY66" fmla="*/ 252369 h 266684"/>
                    <a:gd name="connsiteX67" fmla="*/ 37533 w 146801"/>
                    <a:gd name="connsiteY67" fmla="*/ 250674 h 266684"/>
                    <a:gd name="connsiteX68" fmla="*/ 37728 w 146801"/>
                    <a:gd name="connsiteY68" fmla="*/ 250538 h 266684"/>
                    <a:gd name="connsiteX69" fmla="*/ 38332 w 146801"/>
                    <a:gd name="connsiteY69" fmla="*/ 250187 h 266684"/>
                    <a:gd name="connsiteX70" fmla="*/ 38507 w 146801"/>
                    <a:gd name="connsiteY70" fmla="*/ 250070 h 266684"/>
                    <a:gd name="connsiteX71" fmla="*/ 38643 w 146801"/>
                    <a:gd name="connsiteY71" fmla="*/ 250012 h 266684"/>
                    <a:gd name="connsiteX72" fmla="*/ 39111 w 146801"/>
                    <a:gd name="connsiteY72" fmla="*/ 249739 h 266684"/>
                    <a:gd name="connsiteX73" fmla="*/ 39286 w 146801"/>
                    <a:gd name="connsiteY73" fmla="*/ 249622 h 266684"/>
                    <a:gd name="connsiteX74" fmla="*/ 40552 w 146801"/>
                    <a:gd name="connsiteY74" fmla="*/ 248882 h 266684"/>
                    <a:gd name="connsiteX75" fmla="*/ 40688 w 146801"/>
                    <a:gd name="connsiteY75" fmla="*/ 248824 h 266684"/>
                    <a:gd name="connsiteX76" fmla="*/ 41604 w 146801"/>
                    <a:gd name="connsiteY76" fmla="*/ 248298 h 266684"/>
                    <a:gd name="connsiteX77" fmla="*/ 42402 w 146801"/>
                    <a:gd name="connsiteY77" fmla="*/ 247830 h 266684"/>
                    <a:gd name="connsiteX78" fmla="*/ 42578 w 146801"/>
                    <a:gd name="connsiteY78" fmla="*/ 247694 h 266684"/>
                    <a:gd name="connsiteX79" fmla="*/ 42714 w 146801"/>
                    <a:gd name="connsiteY79" fmla="*/ 247655 h 266684"/>
                    <a:gd name="connsiteX80" fmla="*/ 44623 w 146801"/>
                    <a:gd name="connsiteY80" fmla="*/ 246525 h 266684"/>
                    <a:gd name="connsiteX81" fmla="*/ 44759 w 146801"/>
                    <a:gd name="connsiteY81" fmla="*/ 246467 h 266684"/>
                    <a:gd name="connsiteX82" fmla="*/ 45674 w 146801"/>
                    <a:gd name="connsiteY82" fmla="*/ 245941 h 266684"/>
                    <a:gd name="connsiteX83" fmla="*/ 45850 w 146801"/>
                    <a:gd name="connsiteY83" fmla="*/ 245805 h 266684"/>
                    <a:gd name="connsiteX84" fmla="*/ 46454 w 146801"/>
                    <a:gd name="connsiteY84" fmla="*/ 245474 h 266684"/>
                    <a:gd name="connsiteX85" fmla="*/ 46648 w 146801"/>
                    <a:gd name="connsiteY85" fmla="*/ 245337 h 266684"/>
                    <a:gd name="connsiteX86" fmla="*/ 46785 w 146801"/>
                    <a:gd name="connsiteY86" fmla="*/ 245279 h 266684"/>
                    <a:gd name="connsiteX87" fmla="*/ 48693 w 146801"/>
                    <a:gd name="connsiteY87" fmla="*/ 244149 h 266684"/>
                    <a:gd name="connsiteX88" fmla="*/ 48830 w 146801"/>
                    <a:gd name="connsiteY88" fmla="*/ 244110 h 266684"/>
                    <a:gd name="connsiteX89" fmla="*/ 49745 w 146801"/>
                    <a:gd name="connsiteY89" fmla="*/ 243584 h 266684"/>
                    <a:gd name="connsiteX90" fmla="*/ 49921 w 146801"/>
                    <a:gd name="connsiteY90" fmla="*/ 243448 h 266684"/>
                    <a:gd name="connsiteX91" fmla="*/ 50524 w 146801"/>
                    <a:gd name="connsiteY91" fmla="*/ 243097 h 266684"/>
                    <a:gd name="connsiteX92" fmla="*/ 50719 w 146801"/>
                    <a:gd name="connsiteY92" fmla="*/ 242980 h 266684"/>
                    <a:gd name="connsiteX93" fmla="*/ 50855 w 146801"/>
                    <a:gd name="connsiteY93" fmla="*/ 242922 h 266684"/>
                    <a:gd name="connsiteX94" fmla="*/ 52764 w 146801"/>
                    <a:gd name="connsiteY94" fmla="*/ 241792 h 266684"/>
                    <a:gd name="connsiteX95" fmla="*/ 52901 w 146801"/>
                    <a:gd name="connsiteY95" fmla="*/ 241734 h 266684"/>
                    <a:gd name="connsiteX96" fmla="*/ 53816 w 146801"/>
                    <a:gd name="connsiteY96" fmla="*/ 241208 h 266684"/>
                    <a:gd name="connsiteX97" fmla="*/ 54595 w 146801"/>
                    <a:gd name="connsiteY97" fmla="*/ 240741 h 266684"/>
                    <a:gd name="connsiteX98" fmla="*/ 54790 w 146801"/>
                    <a:gd name="connsiteY98" fmla="*/ 240604 h 266684"/>
                    <a:gd name="connsiteX99" fmla="*/ 54907 w 146801"/>
                    <a:gd name="connsiteY99" fmla="*/ 240565 h 266684"/>
                    <a:gd name="connsiteX100" fmla="*/ 55394 w 146801"/>
                    <a:gd name="connsiteY100" fmla="*/ 240293 h 266684"/>
                    <a:gd name="connsiteX101" fmla="*/ 55920 w 146801"/>
                    <a:gd name="connsiteY101" fmla="*/ 239961 h 266684"/>
                    <a:gd name="connsiteX102" fmla="*/ 56036 w 146801"/>
                    <a:gd name="connsiteY102" fmla="*/ 239903 h 266684"/>
                    <a:gd name="connsiteX103" fmla="*/ 56835 w 146801"/>
                    <a:gd name="connsiteY103" fmla="*/ 239436 h 266684"/>
                    <a:gd name="connsiteX104" fmla="*/ 56971 w 146801"/>
                    <a:gd name="connsiteY104" fmla="*/ 239377 h 266684"/>
                    <a:gd name="connsiteX105" fmla="*/ 57926 w 146801"/>
                    <a:gd name="connsiteY105" fmla="*/ 238773 h 266684"/>
                    <a:gd name="connsiteX106" fmla="*/ 58062 w 146801"/>
                    <a:gd name="connsiteY106" fmla="*/ 238715 h 266684"/>
                    <a:gd name="connsiteX107" fmla="*/ 58666 w 146801"/>
                    <a:gd name="connsiteY107" fmla="*/ 238384 h 266684"/>
                    <a:gd name="connsiteX108" fmla="*/ 58861 w 146801"/>
                    <a:gd name="connsiteY108" fmla="*/ 238247 h 266684"/>
                    <a:gd name="connsiteX109" fmla="*/ 58978 w 146801"/>
                    <a:gd name="connsiteY109" fmla="*/ 238189 h 266684"/>
                    <a:gd name="connsiteX110" fmla="*/ 59464 w 146801"/>
                    <a:gd name="connsiteY110" fmla="*/ 237936 h 266684"/>
                    <a:gd name="connsiteX111" fmla="*/ 59990 w 146801"/>
                    <a:gd name="connsiteY111" fmla="*/ 237585 h 266684"/>
                    <a:gd name="connsiteX112" fmla="*/ 60107 w 146801"/>
                    <a:gd name="connsiteY112" fmla="*/ 237546 h 266684"/>
                    <a:gd name="connsiteX113" fmla="*/ 60906 w 146801"/>
                    <a:gd name="connsiteY113" fmla="*/ 237059 h 266684"/>
                    <a:gd name="connsiteX114" fmla="*/ 61042 w 146801"/>
                    <a:gd name="connsiteY114" fmla="*/ 237020 h 266684"/>
                    <a:gd name="connsiteX115" fmla="*/ 61997 w 146801"/>
                    <a:gd name="connsiteY115" fmla="*/ 236417 h 266684"/>
                    <a:gd name="connsiteX116" fmla="*/ 62133 w 146801"/>
                    <a:gd name="connsiteY116" fmla="*/ 236358 h 266684"/>
                    <a:gd name="connsiteX117" fmla="*/ 62737 w 146801"/>
                    <a:gd name="connsiteY117" fmla="*/ 236027 h 266684"/>
                    <a:gd name="connsiteX118" fmla="*/ 62931 w 146801"/>
                    <a:gd name="connsiteY118" fmla="*/ 235891 h 266684"/>
                    <a:gd name="connsiteX119" fmla="*/ 63048 w 146801"/>
                    <a:gd name="connsiteY119" fmla="*/ 235832 h 266684"/>
                    <a:gd name="connsiteX120" fmla="*/ 64061 w 146801"/>
                    <a:gd name="connsiteY120" fmla="*/ 235228 h 266684"/>
                    <a:gd name="connsiteX121" fmla="*/ 64178 w 146801"/>
                    <a:gd name="connsiteY121" fmla="*/ 235170 h 266684"/>
                    <a:gd name="connsiteX122" fmla="*/ 64977 w 146801"/>
                    <a:gd name="connsiteY122" fmla="*/ 234703 h 266684"/>
                    <a:gd name="connsiteX123" fmla="*/ 65093 w 146801"/>
                    <a:gd name="connsiteY123" fmla="*/ 234644 h 266684"/>
                    <a:gd name="connsiteX124" fmla="*/ 66067 w 146801"/>
                    <a:gd name="connsiteY124" fmla="*/ 234040 h 266684"/>
                    <a:gd name="connsiteX125" fmla="*/ 66204 w 146801"/>
                    <a:gd name="connsiteY125" fmla="*/ 234001 h 266684"/>
                    <a:gd name="connsiteX126" fmla="*/ 66807 w 146801"/>
                    <a:gd name="connsiteY126" fmla="*/ 233651 h 266684"/>
                    <a:gd name="connsiteX127" fmla="*/ 67002 w 146801"/>
                    <a:gd name="connsiteY127" fmla="*/ 233514 h 266684"/>
                    <a:gd name="connsiteX128" fmla="*/ 67119 w 146801"/>
                    <a:gd name="connsiteY128" fmla="*/ 233475 h 266684"/>
                    <a:gd name="connsiteX129" fmla="*/ 67606 w 146801"/>
                    <a:gd name="connsiteY129" fmla="*/ 233203 h 266684"/>
                    <a:gd name="connsiteX130" fmla="*/ 68112 w 146801"/>
                    <a:gd name="connsiteY130" fmla="*/ 232872 h 266684"/>
                    <a:gd name="connsiteX131" fmla="*/ 68249 w 146801"/>
                    <a:gd name="connsiteY131" fmla="*/ 232813 h 266684"/>
                    <a:gd name="connsiteX132" fmla="*/ 69047 w 146801"/>
                    <a:gd name="connsiteY132" fmla="*/ 232346 h 266684"/>
                    <a:gd name="connsiteX133" fmla="*/ 69164 w 146801"/>
                    <a:gd name="connsiteY133" fmla="*/ 232287 h 266684"/>
                    <a:gd name="connsiteX134" fmla="*/ 70138 w 146801"/>
                    <a:gd name="connsiteY134" fmla="*/ 231684 h 266684"/>
                    <a:gd name="connsiteX135" fmla="*/ 70274 w 146801"/>
                    <a:gd name="connsiteY135" fmla="*/ 231625 h 266684"/>
                    <a:gd name="connsiteX136" fmla="*/ 70878 w 146801"/>
                    <a:gd name="connsiteY136" fmla="*/ 231294 h 266684"/>
                    <a:gd name="connsiteX137" fmla="*/ 71054 w 146801"/>
                    <a:gd name="connsiteY137" fmla="*/ 231158 h 266684"/>
                    <a:gd name="connsiteX138" fmla="*/ 71190 w 146801"/>
                    <a:gd name="connsiteY138" fmla="*/ 231099 h 266684"/>
                    <a:gd name="connsiteX139" fmla="*/ 71657 w 146801"/>
                    <a:gd name="connsiteY139" fmla="*/ 230846 h 266684"/>
                    <a:gd name="connsiteX140" fmla="*/ 73118 w 146801"/>
                    <a:gd name="connsiteY140" fmla="*/ 229970 h 266684"/>
                    <a:gd name="connsiteX141" fmla="*/ 73235 w 146801"/>
                    <a:gd name="connsiteY141" fmla="*/ 229931 h 266684"/>
                    <a:gd name="connsiteX142" fmla="*/ 74949 w 146801"/>
                    <a:gd name="connsiteY142" fmla="*/ 228937 h 266684"/>
                    <a:gd name="connsiteX143" fmla="*/ 75124 w 146801"/>
                    <a:gd name="connsiteY143" fmla="*/ 228801 h 266684"/>
                    <a:gd name="connsiteX144" fmla="*/ 75261 w 146801"/>
                    <a:gd name="connsiteY144" fmla="*/ 228743 h 266684"/>
                    <a:gd name="connsiteX145" fmla="*/ 75728 w 146801"/>
                    <a:gd name="connsiteY145" fmla="*/ 228489 h 266684"/>
                    <a:gd name="connsiteX146" fmla="*/ 75923 w 146801"/>
                    <a:gd name="connsiteY146" fmla="*/ 228353 h 266684"/>
                    <a:gd name="connsiteX147" fmla="*/ 77169 w 146801"/>
                    <a:gd name="connsiteY147" fmla="*/ 227613 h 266684"/>
                    <a:gd name="connsiteX148" fmla="*/ 77306 w 146801"/>
                    <a:gd name="connsiteY148" fmla="*/ 227554 h 266684"/>
                    <a:gd name="connsiteX149" fmla="*/ 79020 w 146801"/>
                    <a:gd name="connsiteY149" fmla="*/ 226561 h 266684"/>
                    <a:gd name="connsiteX150" fmla="*/ 79195 w 146801"/>
                    <a:gd name="connsiteY150" fmla="*/ 226444 h 266684"/>
                    <a:gd name="connsiteX151" fmla="*/ 79331 w 146801"/>
                    <a:gd name="connsiteY151" fmla="*/ 226386 h 266684"/>
                    <a:gd name="connsiteX152" fmla="*/ 79799 w 146801"/>
                    <a:gd name="connsiteY152" fmla="*/ 226113 h 266684"/>
                    <a:gd name="connsiteX153" fmla="*/ 81240 w 146801"/>
                    <a:gd name="connsiteY153" fmla="*/ 225256 h 266684"/>
                    <a:gd name="connsiteX154" fmla="*/ 81377 w 146801"/>
                    <a:gd name="connsiteY154" fmla="*/ 225198 h 266684"/>
                    <a:gd name="connsiteX155" fmla="*/ 83091 w 146801"/>
                    <a:gd name="connsiteY155" fmla="*/ 224204 h 266684"/>
                    <a:gd name="connsiteX156" fmla="*/ 83266 w 146801"/>
                    <a:gd name="connsiteY156" fmla="*/ 224068 h 266684"/>
                    <a:gd name="connsiteX157" fmla="*/ 83402 w 146801"/>
                    <a:gd name="connsiteY157" fmla="*/ 224029 h 266684"/>
                    <a:gd name="connsiteX158" fmla="*/ 83870 w 146801"/>
                    <a:gd name="connsiteY158" fmla="*/ 223756 h 266684"/>
                    <a:gd name="connsiteX159" fmla="*/ 84064 w 146801"/>
                    <a:gd name="connsiteY159" fmla="*/ 223620 h 266684"/>
                    <a:gd name="connsiteX160" fmla="*/ 85311 w 146801"/>
                    <a:gd name="connsiteY160" fmla="*/ 222899 h 266684"/>
                    <a:gd name="connsiteX161" fmla="*/ 85447 w 146801"/>
                    <a:gd name="connsiteY161" fmla="*/ 222841 h 266684"/>
                    <a:gd name="connsiteX162" fmla="*/ 87161 w 146801"/>
                    <a:gd name="connsiteY162" fmla="*/ 221847 h 266684"/>
                    <a:gd name="connsiteX163" fmla="*/ 87337 w 146801"/>
                    <a:gd name="connsiteY163" fmla="*/ 221711 h 266684"/>
                    <a:gd name="connsiteX164" fmla="*/ 87473 w 146801"/>
                    <a:gd name="connsiteY164" fmla="*/ 221653 h 266684"/>
                    <a:gd name="connsiteX165" fmla="*/ 87940 w 146801"/>
                    <a:gd name="connsiteY165" fmla="*/ 221399 h 266684"/>
                    <a:gd name="connsiteX166" fmla="*/ 88135 w 146801"/>
                    <a:gd name="connsiteY166" fmla="*/ 221263 h 266684"/>
                    <a:gd name="connsiteX167" fmla="*/ 89382 w 146801"/>
                    <a:gd name="connsiteY167" fmla="*/ 220523 h 266684"/>
                    <a:gd name="connsiteX168" fmla="*/ 89518 w 146801"/>
                    <a:gd name="connsiteY168" fmla="*/ 220484 h 266684"/>
                    <a:gd name="connsiteX169" fmla="*/ 90959 w 146801"/>
                    <a:gd name="connsiteY169" fmla="*/ 219608 h 266684"/>
                    <a:gd name="connsiteX170" fmla="*/ 91096 w 146801"/>
                    <a:gd name="connsiteY170" fmla="*/ 219549 h 266684"/>
                    <a:gd name="connsiteX171" fmla="*/ 91407 w 146801"/>
                    <a:gd name="connsiteY171" fmla="*/ 219354 h 266684"/>
                    <a:gd name="connsiteX172" fmla="*/ 91544 w 146801"/>
                    <a:gd name="connsiteY172" fmla="*/ 219296 h 266684"/>
                    <a:gd name="connsiteX173" fmla="*/ 92011 w 146801"/>
                    <a:gd name="connsiteY173" fmla="*/ 219023 h 266684"/>
                    <a:gd name="connsiteX174" fmla="*/ 92206 w 146801"/>
                    <a:gd name="connsiteY174" fmla="*/ 218906 h 266684"/>
                    <a:gd name="connsiteX175" fmla="*/ 92810 w 146801"/>
                    <a:gd name="connsiteY175" fmla="*/ 218556 h 266684"/>
                    <a:gd name="connsiteX176" fmla="*/ 92985 w 146801"/>
                    <a:gd name="connsiteY176" fmla="*/ 218419 h 266684"/>
                    <a:gd name="connsiteX177" fmla="*/ 93121 w 146801"/>
                    <a:gd name="connsiteY177" fmla="*/ 218381 h 266684"/>
                    <a:gd name="connsiteX178" fmla="*/ 93453 w 146801"/>
                    <a:gd name="connsiteY178" fmla="*/ 218166 h 266684"/>
                    <a:gd name="connsiteX179" fmla="*/ 93589 w 146801"/>
                    <a:gd name="connsiteY179" fmla="*/ 218108 h 266684"/>
                    <a:gd name="connsiteX180" fmla="*/ 95030 w 146801"/>
                    <a:gd name="connsiteY180" fmla="*/ 217251 h 266684"/>
                    <a:gd name="connsiteX181" fmla="*/ 95167 w 146801"/>
                    <a:gd name="connsiteY181" fmla="*/ 217192 h 266684"/>
                    <a:gd name="connsiteX182" fmla="*/ 95478 w 146801"/>
                    <a:gd name="connsiteY182" fmla="*/ 216978 h 266684"/>
                    <a:gd name="connsiteX183" fmla="*/ 95615 w 146801"/>
                    <a:gd name="connsiteY183" fmla="*/ 216939 h 266684"/>
                    <a:gd name="connsiteX184" fmla="*/ 96082 w 146801"/>
                    <a:gd name="connsiteY184" fmla="*/ 216666 h 266684"/>
                    <a:gd name="connsiteX185" fmla="*/ 96861 w 146801"/>
                    <a:gd name="connsiteY185" fmla="*/ 216199 h 266684"/>
                    <a:gd name="connsiteX186" fmla="*/ 97056 w 146801"/>
                    <a:gd name="connsiteY186" fmla="*/ 216063 h 266684"/>
                    <a:gd name="connsiteX187" fmla="*/ 97192 w 146801"/>
                    <a:gd name="connsiteY187" fmla="*/ 216004 h 266684"/>
                    <a:gd name="connsiteX188" fmla="*/ 97523 w 146801"/>
                    <a:gd name="connsiteY188" fmla="*/ 215809 h 266684"/>
                    <a:gd name="connsiteX189" fmla="*/ 97660 w 146801"/>
                    <a:gd name="connsiteY189" fmla="*/ 215751 h 266684"/>
                    <a:gd name="connsiteX190" fmla="*/ 99101 w 146801"/>
                    <a:gd name="connsiteY190" fmla="*/ 214875 h 266684"/>
                    <a:gd name="connsiteX191" fmla="*/ 99237 w 146801"/>
                    <a:gd name="connsiteY191" fmla="*/ 214836 h 266684"/>
                    <a:gd name="connsiteX192" fmla="*/ 99549 w 146801"/>
                    <a:gd name="connsiteY192" fmla="*/ 214621 h 266684"/>
                    <a:gd name="connsiteX193" fmla="*/ 99685 w 146801"/>
                    <a:gd name="connsiteY193" fmla="*/ 214563 h 266684"/>
                    <a:gd name="connsiteX194" fmla="*/ 100153 w 146801"/>
                    <a:gd name="connsiteY194" fmla="*/ 214310 h 266684"/>
                    <a:gd name="connsiteX195" fmla="*/ 100932 w 146801"/>
                    <a:gd name="connsiteY195" fmla="*/ 213842 h 266684"/>
                    <a:gd name="connsiteX196" fmla="*/ 101127 w 146801"/>
                    <a:gd name="connsiteY196" fmla="*/ 213706 h 266684"/>
                    <a:gd name="connsiteX197" fmla="*/ 101263 w 146801"/>
                    <a:gd name="connsiteY197" fmla="*/ 213648 h 266684"/>
                    <a:gd name="connsiteX198" fmla="*/ 101594 w 146801"/>
                    <a:gd name="connsiteY198" fmla="*/ 213433 h 266684"/>
                    <a:gd name="connsiteX199" fmla="*/ 101730 w 146801"/>
                    <a:gd name="connsiteY199" fmla="*/ 213394 h 266684"/>
                    <a:gd name="connsiteX200" fmla="*/ 103172 w 146801"/>
                    <a:gd name="connsiteY200" fmla="*/ 212518 h 266684"/>
                    <a:gd name="connsiteX201" fmla="*/ 103308 w 146801"/>
                    <a:gd name="connsiteY201" fmla="*/ 212459 h 266684"/>
                    <a:gd name="connsiteX202" fmla="*/ 103620 w 146801"/>
                    <a:gd name="connsiteY202" fmla="*/ 212265 h 266684"/>
                    <a:gd name="connsiteX203" fmla="*/ 103756 w 146801"/>
                    <a:gd name="connsiteY203" fmla="*/ 212206 h 266684"/>
                    <a:gd name="connsiteX204" fmla="*/ 104224 w 146801"/>
                    <a:gd name="connsiteY204" fmla="*/ 211934 h 266684"/>
                    <a:gd name="connsiteX205" fmla="*/ 104399 w 146801"/>
                    <a:gd name="connsiteY205" fmla="*/ 211817 h 266684"/>
                    <a:gd name="connsiteX206" fmla="*/ 105003 w 146801"/>
                    <a:gd name="connsiteY206" fmla="*/ 211466 h 266684"/>
                    <a:gd name="connsiteX207" fmla="*/ 105197 w 146801"/>
                    <a:gd name="connsiteY207" fmla="*/ 211330 h 266684"/>
                    <a:gd name="connsiteX208" fmla="*/ 105314 w 146801"/>
                    <a:gd name="connsiteY208" fmla="*/ 211291 h 266684"/>
                    <a:gd name="connsiteX209" fmla="*/ 105665 w 146801"/>
                    <a:gd name="connsiteY209" fmla="*/ 211076 h 266684"/>
                    <a:gd name="connsiteX210" fmla="*/ 105801 w 146801"/>
                    <a:gd name="connsiteY210" fmla="*/ 211018 h 266684"/>
                    <a:gd name="connsiteX211" fmla="*/ 107243 w 146801"/>
                    <a:gd name="connsiteY211" fmla="*/ 210161 h 266684"/>
                    <a:gd name="connsiteX212" fmla="*/ 107379 w 146801"/>
                    <a:gd name="connsiteY212" fmla="*/ 210103 h 266684"/>
                    <a:gd name="connsiteX213" fmla="*/ 108294 w 146801"/>
                    <a:gd name="connsiteY213" fmla="*/ 209577 h 266684"/>
                    <a:gd name="connsiteX214" fmla="*/ 108470 w 146801"/>
                    <a:gd name="connsiteY214" fmla="*/ 209440 h 266684"/>
                    <a:gd name="connsiteX215" fmla="*/ 109073 w 146801"/>
                    <a:gd name="connsiteY215" fmla="*/ 209109 h 266684"/>
                    <a:gd name="connsiteX216" fmla="*/ 109268 w 146801"/>
                    <a:gd name="connsiteY216" fmla="*/ 208973 h 266684"/>
                    <a:gd name="connsiteX217" fmla="*/ 109385 w 146801"/>
                    <a:gd name="connsiteY217" fmla="*/ 208915 h 266684"/>
                    <a:gd name="connsiteX218" fmla="*/ 111313 w 146801"/>
                    <a:gd name="connsiteY218" fmla="*/ 207804 h 266684"/>
                    <a:gd name="connsiteX219" fmla="*/ 111450 w 146801"/>
                    <a:gd name="connsiteY219" fmla="*/ 207746 h 266684"/>
                    <a:gd name="connsiteX220" fmla="*/ 113144 w 146801"/>
                    <a:gd name="connsiteY220" fmla="*/ 206753 h 266684"/>
                    <a:gd name="connsiteX221" fmla="*/ 113339 w 146801"/>
                    <a:gd name="connsiteY221" fmla="*/ 206616 h 266684"/>
                    <a:gd name="connsiteX222" fmla="*/ 113456 w 146801"/>
                    <a:gd name="connsiteY222" fmla="*/ 206558 h 266684"/>
                    <a:gd name="connsiteX223" fmla="*/ 115384 w 146801"/>
                    <a:gd name="connsiteY223" fmla="*/ 205428 h 266684"/>
                    <a:gd name="connsiteX224" fmla="*/ 115501 w 146801"/>
                    <a:gd name="connsiteY224" fmla="*/ 205370 h 266684"/>
                    <a:gd name="connsiteX225" fmla="*/ 116436 w 146801"/>
                    <a:gd name="connsiteY225" fmla="*/ 204863 h 266684"/>
                    <a:gd name="connsiteX226" fmla="*/ 116611 w 146801"/>
                    <a:gd name="connsiteY226" fmla="*/ 204727 h 266684"/>
                    <a:gd name="connsiteX227" fmla="*/ 117215 w 146801"/>
                    <a:gd name="connsiteY227" fmla="*/ 204376 h 266684"/>
                    <a:gd name="connsiteX228" fmla="*/ 117410 w 146801"/>
                    <a:gd name="connsiteY228" fmla="*/ 204259 h 266684"/>
                    <a:gd name="connsiteX229" fmla="*/ 117527 w 146801"/>
                    <a:gd name="connsiteY229" fmla="*/ 204201 h 266684"/>
                    <a:gd name="connsiteX230" fmla="*/ 119455 w 146801"/>
                    <a:gd name="connsiteY230" fmla="*/ 203071 h 266684"/>
                    <a:gd name="connsiteX231" fmla="*/ 119572 w 146801"/>
                    <a:gd name="connsiteY231" fmla="*/ 203013 h 266684"/>
                    <a:gd name="connsiteX232" fmla="*/ 120507 w 146801"/>
                    <a:gd name="connsiteY232" fmla="*/ 202487 h 266684"/>
                    <a:gd name="connsiteX233" fmla="*/ 120682 w 146801"/>
                    <a:gd name="connsiteY233" fmla="*/ 202351 h 266684"/>
                    <a:gd name="connsiteX234" fmla="*/ 121286 w 146801"/>
                    <a:gd name="connsiteY234" fmla="*/ 202020 h 266684"/>
                    <a:gd name="connsiteX235" fmla="*/ 121461 w 146801"/>
                    <a:gd name="connsiteY235" fmla="*/ 201883 h 266684"/>
                    <a:gd name="connsiteX236" fmla="*/ 121597 w 146801"/>
                    <a:gd name="connsiteY236" fmla="*/ 201844 h 266684"/>
                    <a:gd name="connsiteX237" fmla="*/ 123526 w 146801"/>
                    <a:gd name="connsiteY237" fmla="*/ 200715 h 266684"/>
                    <a:gd name="connsiteX238" fmla="*/ 123643 w 146801"/>
                    <a:gd name="connsiteY238" fmla="*/ 200656 h 266684"/>
                    <a:gd name="connsiteX239" fmla="*/ 124558 w 146801"/>
                    <a:gd name="connsiteY239" fmla="*/ 200130 h 266684"/>
                    <a:gd name="connsiteX240" fmla="*/ 124753 w 146801"/>
                    <a:gd name="connsiteY240" fmla="*/ 199994 h 266684"/>
                    <a:gd name="connsiteX241" fmla="*/ 125356 w 146801"/>
                    <a:gd name="connsiteY241" fmla="*/ 199663 h 266684"/>
                    <a:gd name="connsiteX242" fmla="*/ 125532 w 146801"/>
                    <a:gd name="connsiteY242" fmla="*/ 199526 h 266684"/>
                    <a:gd name="connsiteX243" fmla="*/ 125668 w 146801"/>
                    <a:gd name="connsiteY243" fmla="*/ 199468 h 266684"/>
                    <a:gd name="connsiteX244" fmla="*/ 127577 w 146801"/>
                    <a:gd name="connsiteY244" fmla="*/ 198338 h 266684"/>
                    <a:gd name="connsiteX245" fmla="*/ 127713 w 146801"/>
                    <a:gd name="connsiteY245" fmla="*/ 198299 h 266684"/>
                    <a:gd name="connsiteX246" fmla="*/ 128687 w 146801"/>
                    <a:gd name="connsiteY246" fmla="*/ 197696 h 266684"/>
                    <a:gd name="connsiteX247" fmla="*/ 128823 w 146801"/>
                    <a:gd name="connsiteY247" fmla="*/ 197637 h 266684"/>
                    <a:gd name="connsiteX248" fmla="*/ 129427 w 146801"/>
                    <a:gd name="connsiteY248" fmla="*/ 197287 h 266684"/>
                    <a:gd name="connsiteX249" fmla="*/ 129603 w 146801"/>
                    <a:gd name="connsiteY249" fmla="*/ 197170 h 266684"/>
                    <a:gd name="connsiteX250" fmla="*/ 129739 w 146801"/>
                    <a:gd name="connsiteY250" fmla="*/ 197111 h 266684"/>
                    <a:gd name="connsiteX251" fmla="*/ 130732 w 146801"/>
                    <a:gd name="connsiteY251" fmla="*/ 196507 h 266684"/>
                    <a:gd name="connsiteX252" fmla="*/ 130869 w 146801"/>
                    <a:gd name="connsiteY252" fmla="*/ 196449 h 266684"/>
                    <a:gd name="connsiteX253" fmla="*/ 131648 w 146801"/>
                    <a:gd name="connsiteY253" fmla="*/ 195982 h 266684"/>
                    <a:gd name="connsiteX254" fmla="*/ 131784 w 146801"/>
                    <a:gd name="connsiteY254" fmla="*/ 195923 h 266684"/>
                    <a:gd name="connsiteX255" fmla="*/ 132758 w 146801"/>
                    <a:gd name="connsiteY255" fmla="*/ 195319 h 266684"/>
                    <a:gd name="connsiteX256" fmla="*/ 132894 w 146801"/>
                    <a:gd name="connsiteY256" fmla="*/ 195280 h 266684"/>
                    <a:gd name="connsiteX257" fmla="*/ 133498 w 146801"/>
                    <a:gd name="connsiteY257" fmla="*/ 194930 h 266684"/>
                    <a:gd name="connsiteX258" fmla="*/ 133673 w 146801"/>
                    <a:gd name="connsiteY258" fmla="*/ 194793 h 266684"/>
                    <a:gd name="connsiteX259" fmla="*/ 133810 w 146801"/>
                    <a:gd name="connsiteY259" fmla="*/ 194754 h 266684"/>
                    <a:gd name="connsiteX260" fmla="*/ 134277 w 146801"/>
                    <a:gd name="connsiteY260" fmla="*/ 194482 h 266684"/>
                    <a:gd name="connsiteX261" fmla="*/ 134803 w 146801"/>
                    <a:gd name="connsiteY261" fmla="*/ 194151 h 266684"/>
                    <a:gd name="connsiteX262" fmla="*/ 134939 w 146801"/>
                    <a:gd name="connsiteY262" fmla="*/ 194092 h 266684"/>
                    <a:gd name="connsiteX263" fmla="*/ 135718 w 146801"/>
                    <a:gd name="connsiteY263" fmla="*/ 193625 h 266684"/>
                    <a:gd name="connsiteX264" fmla="*/ 135855 w 146801"/>
                    <a:gd name="connsiteY264" fmla="*/ 193566 h 266684"/>
                    <a:gd name="connsiteX265" fmla="*/ 136829 w 146801"/>
                    <a:gd name="connsiteY265" fmla="*/ 192963 h 266684"/>
                    <a:gd name="connsiteX266" fmla="*/ 136965 w 146801"/>
                    <a:gd name="connsiteY266" fmla="*/ 192904 h 266684"/>
                    <a:gd name="connsiteX267" fmla="*/ 137569 w 146801"/>
                    <a:gd name="connsiteY267" fmla="*/ 192573 h 266684"/>
                    <a:gd name="connsiteX268" fmla="*/ 137744 w 146801"/>
                    <a:gd name="connsiteY268" fmla="*/ 192437 h 266684"/>
                    <a:gd name="connsiteX269" fmla="*/ 137881 w 146801"/>
                    <a:gd name="connsiteY269" fmla="*/ 192378 h 266684"/>
                    <a:gd name="connsiteX270" fmla="*/ 138348 w 146801"/>
                    <a:gd name="connsiteY270" fmla="*/ 192125 h 266684"/>
                    <a:gd name="connsiteX271" fmla="*/ 138874 w 146801"/>
                    <a:gd name="connsiteY271" fmla="*/ 191774 h 266684"/>
                    <a:gd name="connsiteX272" fmla="*/ 139010 w 146801"/>
                    <a:gd name="connsiteY272" fmla="*/ 191735 h 266684"/>
                    <a:gd name="connsiteX273" fmla="*/ 139789 w 146801"/>
                    <a:gd name="connsiteY273" fmla="*/ 191249 h 266684"/>
                    <a:gd name="connsiteX274" fmla="*/ 139926 w 146801"/>
                    <a:gd name="connsiteY274" fmla="*/ 191210 h 266684"/>
                    <a:gd name="connsiteX275" fmla="*/ 140705 w 146801"/>
                    <a:gd name="connsiteY275" fmla="*/ 190723 h 266684"/>
                    <a:gd name="connsiteX276" fmla="*/ 140899 w 146801"/>
                    <a:gd name="connsiteY276" fmla="*/ 190606 h 266684"/>
                    <a:gd name="connsiteX277" fmla="*/ 141036 w 146801"/>
                    <a:gd name="connsiteY277" fmla="*/ 190547 h 266684"/>
                    <a:gd name="connsiteX278" fmla="*/ 141640 w 146801"/>
                    <a:gd name="connsiteY278" fmla="*/ 190197 h 266684"/>
                    <a:gd name="connsiteX279" fmla="*/ 141815 w 146801"/>
                    <a:gd name="connsiteY279" fmla="*/ 190080 h 266684"/>
                    <a:gd name="connsiteX280" fmla="*/ 141951 w 146801"/>
                    <a:gd name="connsiteY280" fmla="*/ 190021 h 266684"/>
                    <a:gd name="connsiteX281" fmla="*/ 142419 w 146801"/>
                    <a:gd name="connsiteY281" fmla="*/ 189749 h 266684"/>
                    <a:gd name="connsiteX282" fmla="*/ 143860 w 146801"/>
                    <a:gd name="connsiteY282" fmla="*/ 188892 h 266684"/>
                    <a:gd name="connsiteX283" fmla="*/ 143996 w 146801"/>
                    <a:gd name="connsiteY283" fmla="*/ 188833 h 266684"/>
                    <a:gd name="connsiteX284" fmla="*/ 145710 w 146801"/>
                    <a:gd name="connsiteY284" fmla="*/ 187840 h 266684"/>
                    <a:gd name="connsiteX285" fmla="*/ 145886 w 146801"/>
                    <a:gd name="connsiteY285" fmla="*/ 187704 h 266684"/>
                    <a:gd name="connsiteX286" fmla="*/ 146022 w 146801"/>
                    <a:gd name="connsiteY286" fmla="*/ 187665 h 266684"/>
                    <a:gd name="connsiteX287" fmla="*/ 146489 w 146801"/>
                    <a:gd name="connsiteY287" fmla="*/ 187392 h 266684"/>
                    <a:gd name="connsiteX288" fmla="*/ 146801 w 146801"/>
                    <a:gd name="connsiteY288" fmla="*/ 187178 h 266684"/>
                    <a:gd name="connsiteX289" fmla="*/ 146801 w 146801"/>
                    <a:gd name="connsiteY289" fmla="*/ 187002 h 266684"/>
                    <a:gd name="connsiteX290" fmla="*/ 146743 w 146801"/>
                    <a:gd name="connsiteY290" fmla="*/ 186866 h 266684"/>
                    <a:gd name="connsiteX291" fmla="*/ 146801 w 146801"/>
                    <a:gd name="connsiteY291" fmla="*/ 128765 h 266684"/>
                    <a:gd name="connsiteX292" fmla="*/ 146743 w 146801"/>
                    <a:gd name="connsiteY292" fmla="*/ 128648 h 266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146801" h="266684">
                      <a:moveTo>
                        <a:pt x="146743" y="128648"/>
                      </a:moveTo>
                      <a:lnTo>
                        <a:pt x="146743" y="0"/>
                      </a:lnTo>
                      <a:lnTo>
                        <a:pt x="144659" y="1247"/>
                      </a:lnTo>
                      <a:lnTo>
                        <a:pt x="144444" y="1305"/>
                      </a:lnTo>
                      <a:lnTo>
                        <a:pt x="144172" y="1519"/>
                      </a:lnTo>
                      <a:lnTo>
                        <a:pt x="143860" y="1656"/>
                      </a:lnTo>
                      <a:lnTo>
                        <a:pt x="143724" y="1772"/>
                      </a:lnTo>
                      <a:lnTo>
                        <a:pt x="0" y="85194"/>
                      </a:lnTo>
                      <a:lnTo>
                        <a:pt x="0" y="260958"/>
                      </a:lnTo>
                      <a:lnTo>
                        <a:pt x="9895" y="266684"/>
                      </a:lnTo>
                      <a:lnTo>
                        <a:pt x="10498" y="266334"/>
                      </a:lnTo>
                      <a:lnTo>
                        <a:pt x="10635" y="266295"/>
                      </a:lnTo>
                      <a:lnTo>
                        <a:pt x="12329" y="265282"/>
                      </a:lnTo>
                      <a:lnTo>
                        <a:pt x="12524" y="265165"/>
                      </a:lnTo>
                      <a:lnTo>
                        <a:pt x="12641" y="265107"/>
                      </a:lnTo>
                      <a:lnTo>
                        <a:pt x="13128" y="264854"/>
                      </a:lnTo>
                      <a:lnTo>
                        <a:pt x="13303" y="264717"/>
                      </a:lnTo>
                      <a:lnTo>
                        <a:pt x="14569" y="263977"/>
                      </a:lnTo>
                      <a:lnTo>
                        <a:pt x="14686" y="263919"/>
                      </a:lnTo>
                      <a:lnTo>
                        <a:pt x="16400" y="262925"/>
                      </a:lnTo>
                      <a:lnTo>
                        <a:pt x="16595" y="262789"/>
                      </a:lnTo>
                      <a:lnTo>
                        <a:pt x="16712" y="262750"/>
                      </a:lnTo>
                      <a:lnTo>
                        <a:pt x="17199" y="262477"/>
                      </a:lnTo>
                      <a:lnTo>
                        <a:pt x="17978" y="262010"/>
                      </a:lnTo>
                      <a:lnTo>
                        <a:pt x="18153" y="261874"/>
                      </a:lnTo>
                      <a:lnTo>
                        <a:pt x="18289" y="261835"/>
                      </a:lnTo>
                      <a:lnTo>
                        <a:pt x="18640" y="261620"/>
                      </a:lnTo>
                      <a:lnTo>
                        <a:pt x="18757" y="261562"/>
                      </a:lnTo>
                      <a:lnTo>
                        <a:pt x="20218" y="260705"/>
                      </a:lnTo>
                      <a:lnTo>
                        <a:pt x="20334" y="260646"/>
                      </a:lnTo>
                      <a:lnTo>
                        <a:pt x="20646" y="260432"/>
                      </a:lnTo>
                      <a:lnTo>
                        <a:pt x="20782" y="260374"/>
                      </a:lnTo>
                      <a:lnTo>
                        <a:pt x="21250" y="260121"/>
                      </a:lnTo>
                      <a:lnTo>
                        <a:pt x="21445" y="259984"/>
                      </a:lnTo>
                      <a:lnTo>
                        <a:pt x="22048" y="259653"/>
                      </a:lnTo>
                      <a:lnTo>
                        <a:pt x="22224" y="259517"/>
                      </a:lnTo>
                      <a:lnTo>
                        <a:pt x="22360" y="259458"/>
                      </a:lnTo>
                      <a:lnTo>
                        <a:pt x="22711" y="259244"/>
                      </a:lnTo>
                      <a:lnTo>
                        <a:pt x="22828" y="259205"/>
                      </a:lnTo>
                      <a:lnTo>
                        <a:pt x="24269" y="258329"/>
                      </a:lnTo>
                      <a:lnTo>
                        <a:pt x="24405" y="258290"/>
                      </a:lnTo>
                      <a:lnTo>
                        <a:pt x="24717" y="258075"/>
                      </a:lnTo>
                      <a:lnTo>
                        <a:pt x="24853" y="258017"/>
                      </a:lnTo>
                      <a:lnTo>
                        <a:pt x="25321" y="257764"/>
                      </a:lnTo>
                      <a:lnTo>
                        <a:pt x="25515" y="257627"/>
                      </a:lnTo>
                      <a:lnTo>
                        <a:pt x="26119" y="257277"/>
                      </a:lnTo>
                      <a:lnTo>
                        <a:pt x="26294" y="257160"/>
                      </a:lnTo>
                      <a:lnTo>
                        <a:pt x="26431" y="257102"/>
                      </a:lnTo>
                      <a:lnTo>
                        <a:pt x="26762" y="256887"/>
                      </a:lnTo>
                      <a:lnTo>
                        <a:pt x="26898" y="256829"/>
                      </a:lnTo>
                      <a:lnTo>
                        <a:pt x="28340" y="255972"/>
                      </a:lnTo>
                      <a:lnTo>
                        <a:pt x="28476" y="255913"/>
                      </a:lnTo>
                      <a:lnTo>
                        <a:pt x="28788" y="255699"/>
                      </a:lnTo>
                      <a:lnTo>
                        <a:pt x="28924" y="255660"/>
                      </a:lnTo>
                      <a:lnTo>
                        <a:pt x="29391" y="255388"/>
                      </a:lnTo>
                      <a:lnTo>
                        <a:pt x="30190" y="254920"/>
                      </a:lnTo>
                      <a:lnTo>
                        <a:pt x="30365" y="254784"/>
                      </a:lnTo>
                      <a:lnTo>
                        <a:pt x="30502" y="254745"/>
                      </a:lnTo>
                      <a:lnTo>
                        <a:pt x="30833" y="254531"/>
                      </a:lnTo>
                      <a:lnTo>
                        <a:pt x="30969" y="254472"/>
                      </a:lnTo>
                      <a:lnTo>
                        <a:pt x="32410" y="253615"/>
                      </a:lnTo>
                      <a:lnTo>
                        <a:pt x="32547" y="253557"/>
                      </a:lnTo>
                      <a:lnTo>
                        <a:pt x="33462" y="253031"/>
                      </a:lnTo>
                      <a:lnTo>
                        <a:pt x="33657" y="252894"/>
                      </a:lnTo>
                      <a:lnTo>
                        <a:pt x="34261" y="252563"/>
                      </a:lnTo>
                      <a:lnTo>
                        <a:pt x="34436" y="252427"/>
                      </a:lnTo>
                      <a:lnTo>
                        <a:pt x="34572" y="252369"/>
                      </a:lnTo>
                      <a:lnTo>
                        <a:pt x="37533" y="250674"/>
                      </a:lnTo>
                      <a:lnTo>
                        <a:pt x="37728" y="250538"/>
                      </a:lnTo>
                      <a:lnTo>
                        <a:pt x="38332" y="250187"/>
                      </a:lnTo>
                      <a:lnTo>
                        <a:pt x="38507" y="250070"/>
                      </a:lnTo>
                      <a:lnTo>
                        <a:pt x="38643" y="250012"/>
                      </a:lnTo>
                      <a:lnTo>
                        <a:pt x="39111" y="249739"/>
                      </a:lnTo>
                      <a:lnTo>
                        <a:pt x="39286" y="249622"/>
                      </a:lnTo>
                      <a:lnTo>
                        <a:pt x="40552" y="248882"/>
                      </a:lnTo>
                      <a:lnTo>
                        <a:pt x="40688" y="248824"/>
                      </a:lnTo>
                      <a:lnTo>
                        <a:pt x="41604" y="248298"/>
                      </a:lnTo>
                      <a:lnTo>
                        <a:pt x="42402" y="247830"/>
                      </a:lnTo>
                      <a:lnTo>
                        <a:pt x="42578" y="247694"/>
                      </a:lnTo>
                      <a:lnTo>
                        <a:pt x="42714" y="247655"/>
                      </a:lnTo>
                      <a:lnTo>
                        <a:pt x="44623" y="246525"/>
                      </a:lnTo>
                      <a:lnTo>
                        <a:pt x="44759" y="246467"/>
                      </a:lnTo>
                      <a:lnTo>
                        <a:pt x="45674" y="245941"/>
                      </a:lnTo>
                      <a:lnTo>
                        <a:pt x="45850" y="245805"/>
                      </a:lnTo>
                      <a:lnTo>
                        <a:pt x="46454" y="245474"/>
                      </a:lnTo>
                      <a:lnTo>
                        <a:pt x="46648" y="245337"/>
                      </a:lnTo>
                      <a:lnTo>
                        <a:pt x="46785" y="245279"/>
                      </a:lnTo>
                      <a:lnTo>
                        <a:pt x="48693" y="244149"/>
                      </a:lnTo>
                      <a:lnTo>
                        <a:pt x="48830" y="244110"/>
                      </a:lnTo>
                      <a:lnTo>
                        <a:pt x="49745" y="243584"/>
                      </a:lnTo>
                      <a:lnTo>
                        <a:pt x="49921" y="243448"/>
                      </a:lnTo>
                      <a:lnTo>
                        <a:pt x="50524" y="243097"/>
                      </a:lnTo>
                      <a:lnTo>
                        <a:pt x="50719" y="242980"/>
                      </a:lnTo>
                      <a:lnTo>
                        <a:pt x="50855" y="242922"/>
                      </a:lnTo>
                      <a:lnTo>
                        <a:pt x="52764" y="241792"/>
                      </a:lnTo>
                      <a:lnTo>
                        <a:pt x="52901" y="241734"/>
                      </a:lnTo>
                      <a:lnTo>
                        <a:pt x="53816" y="241208"/>
                      </a:lnTo>
                      <a:lnTo>
                        <a:pt x="54595" y="240741"/>
                      </a:lnTo>
                      <a:lnTo>
                        <a:pt x="54790" y="240604"/>
                      </a:lnTo>
                      <a:lnTo>
                        <a:pt x="54907" y="240565"/>
                      </a:lnTo>
                      <a:lnTo>
                        <a:pt x="55394" y="240293"/>
                      </a:lnTo>
                      <a:lnTo>
                        <a:pt x="55920" y="239961"/>
                      </a:lnTo>
                      <a:lnTo>
                        <a:pt x="56036" y="239903"/>
                      </a:lnTo>
                      <a:lnTo>
                        <a:pt x="56835" y="239436"/>
                      </a:lnTo>
                      <a:lnTo>
                        <a:pt x="56971" y="239377"/>
                      </a:lnTo>
                      <a:lnTo>
                        <a:pt x="57926" y="238773"/>
                      </a:lnTo>
                      <a:lnTo>
                        <a:pt x="58062" y="238715"/>
                      </a:lnTo>
                      <a:lnTo>
                        <a:pt x="58666" y="238384"/>
                      </a:lnTo>
                      <a:lnTo>
                        <a:pt x="58861" y="238247"/>
                      </a:lnTo>
                      <a:lnTo>
                        <a:pt x="58978" y="238189"/>
                      </a:lnTo>
                      <a:lnTo>
                        <a:pt x="59464" y="237936"/>
                      </a:lnTo>
                      <a:lnTo>
                        <a:pt x="59990" y="237585"/>
                      </a:lnTo>
                      <a:lnTo>
                        <a:pt x="60107" y="237546"/>
                      </a:lnTo>
                      <a:lnTo>
                        <a:pt x="60906" y="237059"/>
                      </a:lnTo>
                      <a:lnTo>
                        <a:pt x="61042" y="237020"/>
                      </a:lnTo>
                      <a:lnTo>
                        <a:pt x="61997" y="236417"/>
                      </a:lnTo>
                      <a:lnTo>
                        <a:pt x="62133" y="236358"/>
                      </a:lnTo>
                      <a:lnTo>
                        <a:pt x="62737" y="236027"/>
                      </a:lnTo>
                      <a:lnTo>
                        <a:pt x="62931" y="235891"/>
                      </a:lnTo>
                      <a:lnTo>
                        <a:pt x="63048" y="235832"/>
                      </a:lnTo>
                      <a:lnTo>
                        <a:pt x="64061" y="235228"/>
                      </a:lnTo>
                      <a:lnTo>
                        <a:pt x="64178" y="235170"/>
                      </a:lnTo>
                      <a:lnTo>
                        <a:pt x="64977" y="234703"/>
                      </a:lnTo>
                      <a:lnTo>
                        <a:pt x="65093" y="234644"/>
                      </a:lnTo>
                      <a:lnTo>
                        <a:pt x="66067" y="234040"/>
                      </a:lnTo>
                      <a:lnTo>
                        <a:pt x="66204" y="234001"/>
                      </a:lnTo>
                      <a:lnTo>
                        <a:pt x="66807" y="233651"/>
                      </a:lnTo>
                      <a:lnTo>
                        <a:pt x="67002" y="233514"/>
                      </a:lnTo>
                      <a:lnTo>
                        <a:pt x="67119" y="233475"/>
                      </a:lnTo>
                      <a:lnTo>
                        <a:pt x="67606" y="233203"/>
                      </a:lnTo>
                      <a:lnTo>
                        <a:pt x="68112" y="232872"/>
                      </a:lnTo>
                      <a:lnTo>
                        <a:pt x="68249" y="232813"/>
                      </a:lnTo>
                      <a:lnTo>
                        <a:pt x="69047" y="232346"/>
                      </a:lnTo>
                      <a:lnTo>
                        <a:pt x="69164" y="232287"/>
                      </a:lnTo>
                      <a:lnTo>
                        <a:pt x="70138" y="231684"/>
                      </a:lnTo>
                      <a:lnTo>
                        <a:pt x="70274" y="231625"/>
                      </a:lnTo>
                      <a:lnTo>
                        <a:pt x="70878" y="231294"/>
                      </a:lnTo>
                      <a:lnTo>
                        <a:pt x="71054" y="231158"/>
                      </a:lnTo>
                      <a:lnTo>
                        <a:pt x="71190" y="231099"/>
                      </a:lnTo>
                      <a:lnTo>
                        <a:pt x="71657" y="230846"/>
                      </a:lnTo>
                      <a:lnTo>
                        <a:pt x="73118" y="229970"/>
                      </a:lnTo>
                      <a:lnTo>
                        <a:pt x="73235" y="229931"/>
                      </a:lnTo>
                      <a:lnTo>
                        <a:pt x="74949" y="228937"/>
                      </a:lnTo>
                      <a:lnTo>
                        <a:pt x="75124" y="228801"/>
                      </a:lnTo>
                      <a:lnTo>
                        <a:pt x="75261" y="228743"/>
                      </a:lnTo>
                      <a:lnTo>
                        <a:pt x="75728" y="228489"/>
                      </a:lnTo>
                      <a:lnTo>
                        <a:pt x="75923" y="228353"/>
                      </a:lnTo>
                      <a:lnTo>
                        <a:pt x="77169" y="227613"/>
                      </a:lnTo>
                      <a:lnTo>
                        <a:pt x="77306" y="227554"/>
                      </a:lnTo>
                      <a:lnTo>
                        <a:pt x="79020" y="226561"/>
                      </a:lnTo>
                      <a:lnTo>
                        <a:pt x="79195" y="226444"/>
                      </a:lnTo>
                      <a:lnTo>
                        <a:pt x="79331" y="226386"/>
                      </a:lnTo>
                      <a:lnTo>
                        <a:pt x="79799" y="226113"/>
                      </a:lnTo>
                      <a:lnTo>
                        <a:pt x="81240" y="225256"/>
                      </a:lnTo>
                      <a:lnTo>
                        <a:pt x="81377" y="225198"/>
                      </a:lnTo>
                      <a:lnTo>
                        <a:pt x="83091" y="224204"/>
                      </a:lnTo>
                      <a:lnTo>
                        <a:pt x="83266" y="224068"/>
                      </a:lnTo>
                      <a:lnTo>
                        <a:pt x="83402" y="224029"/>
                      </a:lnTo>
                      <a:lnTo>
                        <a:pt x="83870" y="223756"/>
                      </a:lnTo>
                      <a:lnTo>
                        <a:pt x="84064" y="223620"/>
                      </a:lnTo>
                      <a:lnTo>
                        <a:pt x="85311" y="222899"/>
                      </a:lnTo>
                      <a:lnTo>
                        <a:pt x="85447" y="222841"/>
                      </a:lnTo>
                      <a:lnTo>
                        <a:pt x="87161" y="221847"/>
                      </a:lnTo>
                      <a:lnTo>
                        <a:pt x="87337" y="221711"/>
                      </a:lnTo>
                      <a:lnTo>
                        <a:pt x="87473" y="221653"/>
                      </a:lnTo>
                      <a:lnTo>
                        <a:pt x="87940" y="221399"/>
                      </a:lnTo>
                      <a:lnTo>
                        <a:pt x="88135" y="221263"/>
                      </a:lnTo>
                      <a:lnTo>
                        <a:pt x="89382" y="220523"/>
                      </a:lnTo>
                      <a:lnTo>
                        <a:pt x="89518" y="220484"/>
                      </a:lnTo>
                      <a:lnTo>
                        <a:pt x="90959" y="219608"/>
                      </a:lnTo>
                      <a:lnTo>
                        <a:pt x="91096" y="219549"/>
                      </a:lnTo>
                      <a:lnTo>
                        <a:pt x="91407" y="219354"/>
                      </a:lnTo>
                      <a:lnTo>
                        <a:pt x="91544" y="219296"/>
                      </a:lnTo>
                      <a:lnTo>
                        <a:pt x="92011" y="219023"/>
                      </a:lnTo>
                      <a:lnTo>
                        <a:pt x="92206" y="218906"/>
                      </a:lnTo>
                      <a:lnTo>
                        <a:pt x="92810" y="218556"/>
                      </a:lnTo>
                      <a:lnTo>
                        <a:pt x="92985" y="218419"/>
                      </a:lnTo>
                      <a:lnTo>
                        <a:pt x="93121" y="218381"/>
                      </a:lnTo>
                      <a:lnTo>
                        <a:pt x="93453" y="218166"/>
                      </a:lnTo>
                      <a:lnTo>
                        <a:pt x="93589" y="218108"/>
                      </a:lnTo>
                      <a:lnTo>
                        <a:pt x="95030" y="217251"/>
                      </a:lnTo>
                      <a:lnTo>
                        <a:pt x="95167" y="217192"/>
                      </a:lnTo>
                      <a:lnTo>
                        <a:pt x="95478" y="216978"/>
                      </a:lnTo>
                      <a:lnTo>
                        <a:pt x="95615" y="216939"/>
                      </a:lnTo>
                      <a:lnTo>
                        <a:pt x="96082" y="216666"/>
                      </a:lnTo>
                      <a:lnTo>
                        <a:pt x="96861" y="216199"/>
                      </a:lnTo>
                      <a:lnTo>
                        <a:pt x="97056" y="216063"/>
                      </a:lnTo>
                      <a:lnTo>
                        <a:pt x="97192" y="216004"/>
                      </a:lnTo>
                      <a:lnTo>
                        <a:pt x="97523" y="215809"/>
                      </a:lnTo>
                      <a:lnTo>
                        <a:pt x="97660" y="215751"/>
                      </a:lnTo>
                      <a:lnTo>
                        <a:pt x="99101" y="214875"/>
                      </a:lnTo>
                      <a:lnTo>
                        <a:pt x="99237" y="214836"/>
                      </a:lnTo>
                      <a:lnTo>
                        <a:pt x="99549" y="214621"/>
                      </a:lnTo>
                      <a:lnTo>
                        <a:pt x="99685" y="214563"/>
                      </a:lnTo>
                      <a:lnTo>
                        <a:pt x="100153" y="214310"/>
                      </a:lnTo>
                      <a:lnTo>
                        <a:pt x="100932" y="213842"/>
                      </a:lnTo>
                      <a:lnTo>
                        <a:pt x="101127" y="213706"/>
                      </a:lnTo>
                      <a:lnTo>
                        <a:pt x="101263" y="213648"/>
                      </a:lnTo>
                      <a:lnTo>
                        <a:pt x="101594" y="213433"/>
                      </a:lnTo>
                      <a:lnTo>
                        <a:pt x="101730" y="213394"/>
                      </a:lnTo>
                      <a:lnTo>
                        <a:pt x="103172" y="212518"/>
                      </a:lnTo>
                      <a:lnTo>
                        <a:pt x="103308" y="212459"/>
                      </a:lnTo>
                      <a:lnTo>
                        <a:pt x="103620" y="212265"/>
                      </a:lnTo>
                      <a:lnTo>
                        <a:pt x="103756" y="212206"/>
                      </a:lnTo>
                      <a:lnTo>
                        <a:pt x="104224" y="211934"/>
                      </a:lnTo>
                      <a:lnTo>
                        <a:pt x="104399" y="211817"/>
                      </a:lnTo>
                      <a:lnTo>
                        <a:pt x="105003" y="211466"/>
                      </a:lnTo>
                      <a:lnTo>
                        <a:pt x="105197" y="211330"/>
                      </a:lnTo>
                      <a:lnTo>
                        <a:pt x="105314" y="211291"/>
                      </a:lnTo>
                      <a:lnTo>
                        <a:pt x="105665" y="211076"/>
                      </a:lnTo>
                      <a:lnTo>
                        <a:pt x="105801" y="211018"/>
                      </a:lnTo>
                      <a:lnTo>
                        <a:pt x="107243" y="210161"/>
                      </a:lnTo>
                      <a:lnTo>
                        <a:pt x="107379" y="210103"/>
                      </a:lnTo>
                      <a:lnTo>
                        <a:pt x="108294" y="209577"/>
                      </a:lnTo>
                      <a:lnTo>
                        <a:pt x="108470" y="209440"/>
                      </a:lnTo>
                      <a:lnTo>
                        <a:pt x="109073" y="209109"/>
                      </a:lnTo>
                      <a:lnTo>
                        <a:pt x="109268" y="208973"/>
                      </a:lnTo>
                      <a:lnTo>
                        <a:pt x="109385" y="208915"/>
                      </a:lnTo>
                      <a:lnTo>
                        <a:pt x="111313" y="207804"/>
                      </a:lnTo>
                      <a:lnTo>
                        <a:pt x="111450" y="207746"/>
                      </a:lnTo>
                      <a:lnTo>
                        <a:pt x="113144" y="206753"/>
                      </a:lnTo>
                      <a:lnTo>
                        <a:pt x="113339" y="206616"/>
                      </a:lnTo>
                      <a:lnTo>
                        <a:pt x="113456" y="206558"/>
                      </a:lnTo>
                      <a:lnTo>
                        <a:pt x="115384" y="205428"/>
                      </a:lnTo>
                      <a:lnTo>
                        <a:pt x="115501" y="205370"/>
                      </a:lnTo>
                      <a:lnTo>
                        <a:pt x="116436" y="204863"/>
                      </a:lnTo>
                      <a:lnTo>
                        <a:pt x="116611" y="204727"/>
                      </a:lnTo>
                      <a:lnTo>
                        <a:pt x="117215" y="204376"/>
                      </a:lnTo>
                      <a:lnTo>
                        <a:pt x="117410" y="204259"/>
                      </a:lnTo>
                      <a:lnTo>
                        <a:pt x="117527" y="204201"/>
                      </a:lnTo>
                      <a:lnTo>
                        <a:pt x="119455" y="203071"/>
                      </a:lnTo>
                      <a:lnTo>
                        <a:pt x="119572" y="203013"/>
                      </a:lnTo>
                      <a:lnTo>
                        <a:pt x="120507" y="202487"/>
                      </a:lnTo>
                      <a:lnTo>
                        <a:pt x="120682" y="202351"/>
                      </a:lnTo>
                      <a:lnTo>
                        <a:pt x="121286" y="202020"/>
                      </a:lnTo>
                      <a:lnTo>
                        <a:pt x="121461" y="201883"/>
                      </a:lnTo>
                      <a:lnTo>
                        <a:pt x="121597" y="201844"/>
                      </a:lnTo>
                      <a:lnTo>
                        <a:pt x="123526" y="200715"/>
                      </a:lnTo>
                      <a:lnTo>
                        <a:pt x="123643" y="200656"/>
                      </a:lnTo>
                      <a:lnTo>
                        <a:pt x="124558" y="200130"/>
                      </a:lnTo>
                      <a:lnTo>
                        <a:pt x="124753" y="199994"/>
                      </a:lnTo>
                      <a:lnTo>
                        <a:pt x="125356" y="199663"/>
                      </a:lnTo>
                      <a:lnTo>
                        <a:pt x="125532" y="199526"/>
                      </a:lnTo>
                      <a:lnTo>
                        <a:pt x="125668" y="199468"/>
                      </a:lnTo>
                      <a:lnTo>
                        <a:pt x="127577" y="198338"/>
                      </a:lnTo>
                      <a:lnTo>
                        <a:pt x="127713" y="198299"/>
                      </a:lnTo>
                      <a:lnTo>
                        <a:pt x="128687" y="197696"/>
                      </a:lnTo>
                      <a:lnTo>
                        <a:pt x="128823" y="197637"/>
                      </a:lnTo>
                      <a:lnTo>
                        <a:pt x="129427" y="197287"/>
                      </a:lnTo>
                      <a:lnTo>
                        <a:pt x="129603" y="197170"/>
                      </a:lnTo>
                      <a:lnTo>
                        <a:pt x="129739" y="197111"/>
                      </a:lnTo>
                      <a:lnTo>
                        <a:pt x="130732" y="196507"/>
                      </a:lnTo>
                      <a:lnTo>
                        <a:pt x="130869" y="196449"/>
                      </a:lnTo>
                      <a:lnTo>
                        <a:pt x="131648" y="195982"/>
                      </a:lnTo>
                      <a:lnTo>
                        <a:pt x="131784" y="195923"/>
                      </a:lnTo>
                      <a:lnTo>
                        <a:pt x="132758" y="195319"/>
                      </a:lnTo>
                      <a:lnTo>
                        <a:pt x="132894" y="195280"/>
                      </a:lnTo>
                      <a:lnTo>
                        <a:pt x="133498" y="194930"/>
                      </a:lnTo>
                      <a:lnTo>
                        <a:pt x="133673" y="194793"/>
                      </a:lnTo>
                      <a:lnTo>
                        <a:pt x="133810" y="194754"/>
                      </a:lnTo>
                      <a:lnTo>
                        <a:pt x="134277" y="194482"/>
                      </a:lnTo>
                      <a:lnTo>
                        <a:pt x="134803" y="194151"/>
                      </a:lnTo>
                      <a:lnTo>
                        <a:pt x="134939" y="194092"/>
                      </a:lnTo>
                      <a:lnTo>
                        <a:pt x="135718" y="193625"/>
                      </a:lnTo>
                      <a:lnTo>
                        <a:pt x="135855" y="193566"/>
                      </a:lnTo>
                      <a:lnTo>
                        <a:pt x="136829" y="192963"/>
                      </a:lnTo>
                      <a:lnTo>
                        <a:pt x="136965" y="192904"/>
                      </a:lnTo>
                      <a:lnTo>
                        <a:pt x="137569" y="192573"/>
                      </a:lnTo>
                      <a:lnTo>
                        <a:pt x="137744" y="192437"/>
                      </a:lnTo>
                      <a:lnTo>
                        <a:pt x="137881" y="192378"/>
                      </a:lnTo>
                      <a:lnTo>
                        <a:pt x="138348" y="192125"/>
                      </a:lnTo>
                      <a:lnTo>
                        <a:pt x="138874" y="191774"/>
                      </a:lnTo>
                      <a:lnTo>
                        <a:pt x="139010" y="191735"/>
                      </a:lnTo>
                      <a:lnTo>
                        <a:pt x="139789" y="191249"/>
                      </a:lnTo>
                      <a:lnTo>
                        <a:pt x="139926" y="191210"/>
                      </a:lnTo>
                      <a:lnTo>
                        <a:pt x="140705" y="190723"/>
                      </a:lnTo>
                      <a:lnTo>
                        <a:pt x="140899" y="190606"/>
                      </a:lnTo>
                      <a:lnTo>
                        <a:pt x="141036" y="190547"/>
                      </a:lnTo>
                      <a:lnTo>
                        <a:pt x="141640" y="190197"/>
                      </a:lnTo>
                      <a:lnTo>
                        <a:pt x="141815" y="190080"/>
                      </a:lnTo>
                      <a:lnTo>
                        <a:pt x="141951" y="190021"/>
                      </a:lnTo>
                      <a:lnTo>
                        <a:pt x="142419" y="189749"/>
                      </a:lnTo>
                      <a:lnTo>
                        <a:pt x="143860" y="188892"/>
                      </a:lnTo>
                      <a:lnTo>
                        <a:pt x="143996" y="188833"/>
                      </a:lnTo>
                      <a:lnTo>
                        <a:pt x="145710" y="187840"/>
                      </a:lnTo>
                      <a:lnTo>
                        <a:pt x="145886" y="187704"/>
                      </a:lnTo>
                      <a:lnTo>
                        <a:pt x="146022" y="187665"/>
                      </a:lnTo>
                      <a:lnTo>
                        <a:pt x="146489" y="187392"/>
                      </a:lnTo>
                      <a:lnTo>
                        <a:pt x="146801" y="187178"/>
                      </a:lnTo>
                      <a:lnTo>
                        <a:pt x="146801" y="187002"/>
                      </a:lnTo>
                      <a:lnTo>
                        <a:pt x="146743" y="186866"/>
                      </a:lnTo>
                      <a:lnTo>
                        <a:pt x="146801" y="128765"/>
                      </a:lnTo>
                      <a:lnTo>
                        <a:pt x="146743" y="128648"/>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0" name="Freeform: Shape 1349">
                  <a:extLst>
                    <a:ext uri="{FF2B5EF4-FFF2-40B4-BE49-F238E27FC236}">
                      <a16:creationId xmlns:a16="http://schemas.microsoft.com/office/drawing/2014/main" id="{E6785EBF-483A-2DF6-C9E5-D62DFBDE43BD}"/>
                    </a:ext>
                  </a:extLst>
                </p:cNvPr>
                <p:cNvSpPr/>
                <p:nvPr/>
              </p:nvSpPr>
              <p:spPr>
                <a:xfrm>
                  <a:off x="3425066" y="4333940"/>
                  <a:ext cx="115299" cy="183788"/>
                </a:xfrm>
                <a:custGeom>
                  <a:avLst/>
                  <a:gdLst>
                    <a:gd name="connsiteX0" fmla="*/ 144444 w 146801"/>
                    <a:gd name="connsiteY0" fmla="*/ 1305 h 234001"/>
                    <a:gd name="connsiteX1" fmla="*/ 144250 w 146801"/>
                    <a:gd name="connsiteY1" fmla="*/ 1383 h 234001"/>
                    <a:gd name="connsiteX2" fmla="*/ 143996 w 146801"/>
                    <a:gd name="connsiteY2" fmla="*/ 1578 h 234001"/>
                    <a:gd name="connsiteX3" fmla="*/ 143782 w 146801"/>
                    <a:gd name="connsiteY3" fmla="*/ 1656 h 234001"/>
                    <a:gd name="connsiteX4" fmla="*/ 143646 w 146801"/>
                    <a:gd name="connsiteY4" fmla="*/ 1792 h 234001"/>
                    <a:gd name="connsiteX5" fmla="*/ 17062 w 146801"/>
                    <a:gd name="connsiteY5" fmla="*/ 75339 h 234001"/>
                    <a:gd name="connsiteX6" fmla="*/ 21308 w 146801"/>
                    <a:gd name="connsiteY6" fmla="*/ 77968 h 234001"/>
                    <a:gd name="connsiteX7" fmla="*/ 21523 w 146801"/>
                    <a:gd name="connsiteY7" fmla="*/ 122610 h 234001"/>
                    <a:gd name="connsiteX8" fmla="*/ 21250 w 146801"/>
                    <a:gd name="connsiteY8" fmla="*/ 122727 h 234001"/>
                    <a:gd name="connsiteX9" fmla="*/ 0 w 146801"/>
                    <a:gd name="connsiteY9" fmla="*/ 135154 h 234001"/>
                    <a:gd name="connsiteX10" fmla="*/ 0 w 146801"/>
                    <a:gd name="connsiteY10" fmla="*/ 234001 h 234001"/>
                    <a:gd name="connsiteX11" fmla="*/ 146801 w 146801"/>
                    <a:gd name="connsiteY11" fmla="*/ 148807 h 234001"/>
                    <a:gd name="connsiteX12" fmla="*/ 146743 w 146801"/>
                    <a:gd name="connsiteY12" fmla="*/ 0 h 234001"/>
                    <a:gd name="connsiteX13" fmla="*/ 144444 w 146801"/>
                    <a:gd name="connsiteY13" fmla="*/ 1305 h 23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6801" h="234001">
                      <a:moveTo>
                        <a:pt x="144444" y="1305"/>
                      </a:moveTo>
                      <a:lnTo>
                        <a:pt x="144250" y="1383"/>
                      </a:lnTo>
                      <a:lnTo>
                        <a:pt x="143996" y="1578"/>
                      </a:lnTo>
                      <a:lnTo>
                        <a:pt x="143782" y="1656"/>
                      </a:lnTo>
                      <a:lnTo>
                        <a:pt x="143646" y="1792"/>
                      </a:lnTo>
                      <a:lnTo>
                        <a:pt x="17062" y="75339"/>
                      </a:lnTo>
                      <a:lnTo>
                        <a:pt x="21308" y="77968"/>
                      </a:lnTo>
                      <a:lnTo>
                        <a:pt x="21523" y="122610"/>
                      </a:lnTo>
                      <a:lnTo>
                        <a:pt x="21250" y="122727"/>
                      </a:lnTo>
                      <a:lnTo>
                        <a:pt x="0" y="135154"/>
                      </a:lnTo>
                      <a:lnTo>
                        <a:pt x="0" y="234001"/>
                      </a:lnTo>
                      <a:lnTo>
                        <a:pt x="146801" y="148807"/>
                      </a:lnTo>
                      <a:lnTo>
                        <a:pt x="146743" y="0"/>
                      </a:lnTo>
                      <a:lnTo>
                        <a:pt x="144444" y="1305"/>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1" name="Freeform: Shape 1350">
                  <a:extLst>
                    <a:ext uri="{FF2B5EF4-FFF2-40B4-BE49-F238E27FC236}">
                      <a16:creationId xmlns:a16="http://schemas.microsoft.com/office/drawing/2014/main" id="{078E535A-FE5B-A9F5-6521-09B68630C8CA}"/>
                    </a:ext>
                  </a:extLst>
                </p:cNvPr>
                <p:cNvSpPr/>
                <p:nvPr/>
              </p:nvSpPr>
              <p:spPr>
                <a:xfrm>
                  <a:off x="3284679" y="3887167"/>
                  <a:ext cx="255687" cy="225000"/>
                </a:xfrm>
                <a:custGeom>
                  <a:avLst/>
                  <a:gdLst>
                    <a:gd name="connsiteX0" fmla="*/ 215615 w 325545"/>
                    <a:gd name="connsiteY0" fmla="*/ 63711 h 286473"/>
                    <a:gd name="connsiteX1" fmla="*/ 215147 w 325545"/>
                    <a:gd name="connsiteY1" fmla="*/ 64061 h 286473"/>
                    <a:gd name="connsiteX2" fmla="*/ 107126 w 325545"/>
                    <a:gd name="connsiteY2" fmla="*/ 126720 h 286473"/>
                    <a:gd name="connsiteX3" fmla="*/ 106678 w 325545"/>
                    <a:gd name="connsiteY3" fmla="*/ 127071 h 286473"/>
                    <a:gd name="connsiteX4" fmla="*/ 78 w 325545"/>
                    <a:gd name="connsiteY4" fmla="*/ 188950 h 286473"/>
                    <a:gd name="connsiteX5" fmla="*/ 0 w 325545"/>
                    <a:gd name="connsiteY5" fmla="*/ 286415 h 286473"/>
                    <a:gd name="connsiteX6" fmla="*/ 214 w 325545"/>
                    <a:gd name="connsiteY6" fmla="*/ 286474 h 286473"/>
                    <a:gd name="connsiteX7" fmla="*/ 351 w 325545"/>
                    <a:gd name="connsiteY7" fmla="*/ 286415 h 286473"/>
                    <a:gd name="connsiteX8" fmla="*/ 1130 w 325545"/>
                    <a:gd name="connsiteY8" fmla="*/ 285948 h 286473"/>
                    <a:gd name="connsiteX9" fmla="*/ 1266 w 325545"/>
                    <a:gd name="connsiteY9" fmla="*/ 285889 h 286473"/>
                    <a:gd name="connsiteX10" fmla="*/ 2181 w 325545"/>
                    <a:gd name="connsiteY10" fmla="*/ 285383 h 286473"/>
                    <a:gd name="connsiteX11" fmla="*/ 2961 w 325545"/>
                    <a:gd name="connsiteY11" fmla="*/ 284896 h 286473"/>
                    <a:gd name="connsiteX12" fmla="*/ 3155 w 325545"/>
                    <a:gd name="connsiteY12" fmla="*/ 284779 h 286473"/>
                    <a:gd name="connsiteX13" fmla="*/ 3272 w 325545"/>
                    <a:gd name="connsiteY13" fmla="*/ 284721 h 286473"/>
                    <a:gd name="connsiteX14" fmla="*/ 5200 w 325545"/>
                    <a:gd name="connsiteY14" fmla="*/ 283591 h 286473"/>
                    <a:gd name="connsiteX15" fmla="*/ 5337 w 325545"/>
                    <a:gd name="connsiteY15" fmla="*/ 283532 h 286473"/>
                    <a:gd name="connsiteX16" fmla="*/ 6252 w 325545"/>
                    <a:gd name="connsiteY16" fmla="*/ 283007 h 286473"/>
                    <a:gd name="connsiteX17" fmla="*/ 6428 w 325545"/>
                    <a:gd name="connsiteY17" fmla="*/ 282870 h 286473"/>
                    <a:gd name="connsiteX18" fmla="*/ 7031 w 325545"/>
                    <a:gd name="connsiteY18" fmla="*/ 282539 h 286473"/>
                    <a:gd name="connsiteX19" fmla="*/ 7226 w 325545"/>
                    <a:gd name="connsiteY19" fmla="*/ 282403 h 286473"/>
                    <a:gd name="connsiteX20" fmla="*/ 7343 w 325545"/>
                    <a:gd name="connsiteY20" fmla="*/ 282364 h 286473"/>
                    <a:gd name="connsiteX21" fmla="*/ 9271 w 325545"/>
                    <a:gd name="connsiteY21" fmla="*/ 281234 h 286473"/>
                    <a:gd name="connsiteX22" fmla="*/ 9408 w 325545"/>
                    <a:gd name="connsiteY22" fmla="*/ 281176 h 286473"/>
                    <a:gd name="connsiteX23" fmla="*/ 10323 w 325545"/>
                    <a:gd name="connsiteY23" fmla="*/ 280650 h 286473"/>
                    <a:gd name="connsiteX24" fmla="*/ 10498 w 325545"/>
                    <a:gd name="connsiteY24" fmla="*/ 280513 h 286473"/>
                    <a:gd name="connsiteX25" fmla="*/ 11102 w 325545"/>
                    <a:gd name="connsiteY25" fmla="*/ 280182 h 286473"/>
                    <a:gd name="connsiteX26" fmla="*/ 11297 w 325545"/>
                    <a:gd name="connsiteY26" fmla="*/ 280046 h 286473"/>
                    <a:gd name="connsiteX27" fmla="*/ 11414 w 325545"/>
                    <a:gd name="connsiteY27" fmla="*/ 279988 h 286473"/>
                    <a:gd name="connsiteX28" fmla="*/ 13342 w 325545"/>
                    <a:gd name="connsiteY28" fmla="*/ 278858 h 286473"/>
                    <a:gd name="connsiteX29" fmla="*/ 13459 w 325545"/>
                    <a:gd name="connsiteY29" fmla="*/ 278819 h 286473"/>
                    <a:gd name="connsiteX30" fmla="*/ 15173 w 325545"/>
                    <a:gd name="connsiteY30" fmla="*/ 277806 h 286473"/>
                    <a:gd name="connsiteX31" fmla="*/ 15368 w 325545"/>
                    <a:gd name="connsiteY31" fmla="*/ 277689 h 286473"/>
                    <a:gd name="connsiteX32" fmla="*/ 15485 w 325545"/>
                    <a:gd name="connsiteY32" fmla="*/ 277631 h 286473"/>
                    <a:gd name="connsiteX33" fmla="*/ 17413 w 325545"/>
                    <a:gd name="connsiteY33" fmla="*/ 276501 h 286473"/>
                    <a:gd name="connsiteX34" fmla="*/ 17530 w 325545"/>
                    <a:gd name="connsiteY34" fmla="*/ 276443 h 286473"/>
                    <a:gd name="connsiteX35" fmla="*/ 18465 w 325545"/>
                    <a:gd name="connsiteY35" fmla="*/ 275917 h 286473"/>
                    <a:gd name="connsiteX36" fmla="*/ 19244 w 325545"/>
                    <a:gd name="connsiteY36" fmla="*/ 275449 h 286473"/>
                    <a:gd name="connsiteX37" fmla="*/ 19419 w 325545"/>
                    <a:gd name="connsiteY37" fmla="*/ 275313 h 286473"/>
                    <a:gd name="connsiteX38" fmla="*/ 19555 w 325545"/>
                    <a:gd name="connsiteY38" fmla="*/ 275274 h 286473"/>
                    <a:gd name="connsiteX39" fmla="*/ 21484 w 325545"/>
                    <a:gd name="connsiteY39" fmla="*/ 274144 h 286473"/>
                    <a:gd name="connsiteX40" fmla="*/ 21600 w 325545"/>
                    <a:gd name="connsiteY40" fmla="*/ 274086 h 286473"/>
                    <a:gd name="connsiteX41" fmla="*/ 22574 w 325545"/>
                    <a:gd name="connsiteY41" fmla="*/ 273482 h 286473"/>
                    <a:gd name="connsiteX42" fmla="*/ 22711 w 325545"/>
                    <a:gd name="connsiteY42" fmla="*/ 273424 h 286473"/>
                    <a:gd name="connsiteX43" fmla="*/ 23314 w 325545"/>
                    <a:gd name="connsiteY43" fmla="*/ 273093 h 286473"/>
                    <a:gd name="connsiteX44" fmla="*/ 23490 w 325545"/>
                    <a:gd name="connsiteY44" fmla="*/ 272956 h 286473"/>
                    <a:gd name="connsiteX45" fmla="*/ 23626 w 325545"/>
                    <a:gd name="connsiteY45" fmla="*/ 272898 h 286473"/>
                    <a:gd name="connsiteX46" fmla="*/ 24619 w 325545"/>
                    <a:gd name="connsiteY46" fmla="*/ 272294 h 286473"/>
                    <a:gd name="connsiteX47" fmla="*/ 24756 w 325545"/>
                    <a:gd name="connsiteY47" fmla="*/ 272255 h 286473"/>
                    <a:gd name="connsiteX48" fmla="*/ 25554 w 325545"/>
                    <a:gd name="connsiteY48" fmla="*/ 271768 h 286473"/>
                    <a:gd name="connsiteX49" fmla="*/ 25671 w 325545"/>
                    <a:gd name="connsiteY49" fmla="*/ 271729 h 286473"/>
                    <a:gd name="connsiteX50" fmla="*/ 26645 w 325545"/>
                    <a:gd name="connsiteY50" fmla="*/ 271125 h 286473"/>
                    <a:gd name="connsiteX51" fmla="*/ 26781 w 325545"/>
                    <a:gd name="connsiteY51" fmla="*/ 271067 h 286473"/>
                    <a:gd name="connsiteX52" fmla="*/ 27385 w 325545"/>
                    <a:gd name="connsiteY52" fmla="*/ 270716 h 286473"/>
                    <a:gd name="connsiteX53" fmla="*/ 27561 w 325545"/>
                    <a:gd name="connsiteY53" fmla="*/ 270599 h 286473"/>
                    <a:gd name="connsiteX54" fmla="*/ 27697 w 325545"/>
                    <a:gd name="connsiteY54" fmla="*/ 270541 h 286473"/>
                    <a:gd name="connsiteX55" fmla="*/ 28164 w 325545"/>
                    <a:gd name="connsiteY55" fmla="*/ 270268 h 286473"/>
                    <a:gd name="connsiteX56" fmla="*/ 28690 w 325545"/>
                    <a:gd name="connsiteY56" fmla="*/ 269937 h 286473"/>
                    <a:gd name="connsiteX57" fmla="*/ 28827 w 325545"/>
                    <a:gd name="connsiteY57" fmla="*/ 269879 h 286473"/>
                    <a:gd name="connsiteX58" fmla="*/ 29606 w 325545"/>
                    <a:gd name="connsiteY58" fmla="*/ 269411 h 286473"/>
                    <a:gd name="connsiteX59" fmla="*/ 29742 w 325545"/>
                    <a:gd name="connsiteY59" fmla="*/ 269353 h 286473"/>
                    <a:gd name="connsiteX60" fmla="*/ 30716 w 325545"/>
                    <a:gd name="connsiteY60" fmla="*/ 268749 h 286473"/>
                    <a:gd name="connsiteX61" fmla="*/ 30852 w 325545"/>
                    <a:gd name="connsiteY61" fmla="*/ 268710 h 286473"/>
                    <a:gd name="connsiteX62" fmla="*/ 31456 w 325545"/>
                    <a:gd name="connsiteY62" fmla="*/ 268360 h 286473"/>
                    <a:gd name="connsiteX63" fmla="*/ 31631 w 325545"/>
                    <a:gd name="connsiteY63" fmla="*/ 268223 h 286473"/>
                    <a:gd name="connsiteX64" fmla="*/ 31768 w 325545"/>
                    <a:gd name="connsiteY64" fmla="*/ 268184 h 286473"/>
                    <a:gd name="connsiteX65" fmla="*/ 32761 w 325545"/>
                    <a:gd name="connsiteY65" fmla="*/ 267580 h 286473"/>
                    <a:gd name="connsiteX66" fmla="*/ 32897 w 325545"/>
                    <a:gd name="connsiteY66" fmla="*/ 267522 h 286473"/>
                    <a:gd name="connsiteX67" fmla="*/ 33676 w 325545"/>
                    <a:gd name="connsiteY67" fmla="*/ 267055 h 286473"/>
                    <a:gd name="connsiteX68" fmla="*/ 33813 w 325545"/>
                    <a:gd name="connsiteY68" fmla="*/ 266996 h 286473"/>
                    <a:gd name="connsiteX69" fmla="*/ 34787 w 325545"/>
                    <a:gd name="connsiteY69" fmla="*/ 266392 h 286473"/>
                    <a:gd name="connsiteX70" fmla="*/ 34923 w 325545"/>
                    <a:gd name="connsiteY70" fmla="*/ 266334 h 286473"/>
                    <a:gd name="connsiteX71" fmla="*/ 35527 w 325545"/>
                    <a:gd name="connsiteY71" fmla="*/ 266003 h 286473"/>
                    <a:gd name="connsiteX72" fmla="*/ 35702 w 325545"/>
                    <a:gd name="connsiteY72" fmla="*/ 265866 h 286473"/>
                    <a:gd name="connsiteX73" fmla="*/ 35838 w 325545"/>
                    <a:gd name="connsiteY73" fmla="*/ 265808 h 286473"/>
                    <a:gd name="connsiteX74" fmla="*/ 36832 w 325545"/>
                    <a:gd name="connsiteY74" fmla="*/ 265204 h 286473"/>
                    <a:gd name="connsiteX75" fmla="*/ 36968 w 325545"/>
                    <a:gd name="connsiteY75" fmla="*/ 265165 h 286473"/>
                    <a:gd name="connsiteX76" fmla="*/ 37747 w 325545"/>
                    <a:gd name="connsiteY76" fmla="*/ 264678 h 286473"/>
                    <a:gd name="connsiteX77" fmla="*/ 37884 w 325545"/>
                    <a:gd name="connsiteY77" fmla="*/ 264639 h 286473"/>
                    <a:gd name="connsiteX78" fmla="*/ 39598 w 325545"/>
                    <a:gd name="connsiteY78" fmla="*/ 263627 h 286473"/>
                    <a:gd name="connsiteX79" fmla="*/ 39773 w 325545"/>
                    <a:gd name="connsiteY79" fmla="*/ 263510 h 286473"/>
                    <a:gd name="connsiteX80" fmla="*/ 39909 w 325545"/>
                    <a:gd name="connsiteY80" fmla="*/ 263451 h 286473"/>
                    <a:gd name="connsiteX81" fmla="*/ 40377 w 325545"/>
                    <a:gd name="connsiteY81" fmla="*/ 263198 h 286473"/>
                    <a:gd name="connsiteX82" fmla="*/ 43668 w 325545"/>
                    <a:gd name="connsiteY82" fmla="*/ 261270 h 286473"/>
                    <a:gd name="connsiteX83" fmla="*/ 43844 w 325545"/>
                    <a:gd name="connsiteY83" fmla="*/ 261133 h 286473"/>
                    <a:gd name="connsiteX84" fmla="*/ 43980 w 325545"/>
                    <a:gd name="connsiteY84" fmla="*/ 261094 h 286473"/>
                    <a:gd name="connsiteX85" fmla="*/ 44447 w 325545"/>
                    <a:gd name="connsiteY85" fmla="*/ 260822 h 286473"/>
                    <a:gd name="connsiteX86" fmla="*/ 45889 w 325545"/>
                    <a:gd name="connsiteY86" fmla="*/ 259965 h 286473"/>
                    <a:gd name="connsiteX87" fmla="*/ 46025 w 325545"/>
                    <a:gd name="connsiteY87" fmla="*/ 259906 h 286473"/>
                    <a:gd name="connsiteX88" fmla="*/ 47739 w 325545"/>
                    <a:gd name="connsiteY88" fmla="*/ 258913 h 286473"/>
                    <a:gd name="connsiteX89" fmla="*/ 47914 w 325545"/>
                    <a:gd name="connsiteY89" fmla="*/ 258777 h 286473"/>
                    <a:gd name="connsiteX90" fmla="*/ 48051 w 325545"/>
                    <a:gd name="connsiteY90" fmla="*/ 258718 h 286473"/>
                    <a:gd name="connsiteX91" fmla="*/ 48518 w 325545"/>
                    <a:gd name="connsiteY91" fmla="*/ 258465 h 286473"/>
                    <a:gd name="connsiteX92" fmla="*/ 49960 w 325545"/>
                    <a:gd name="connsiteY92" fmla="*/ 257589 h 286473"/>
                    <a:gd name="connsiteX93" fmla="*/ 50096 w 325545"/>
                    <a:gd name="connsiteY93" fmla="*/ 257550 h 286473"/>
                    <a:gd name="connsiteX94" fmla="*/ 51790 w 325545"/>
                    <a:gd name="connsiteY94" fmla="*/ 256556 h 286473"/>
                    <a:gd name="connsiteX95" fmla="*/ 51985 w 325545"/>
                    <a:gd name="connsiteY95" fmla="*/ 256420 h 286473"/>
                    <a:gd name="connsiteX96" fmla="*/ 52122 w 325545"/>
                    <a:gd name="connsiteY96" fmla="*/ 256361 h 286473"/>
                    <a:gd name="connsiteX97" fmla="*/ 52589 w 325545"/>
                    <a:gd name="connsiteY97" fmla="*/ 256108 h 286473"/>
                    <a:gd name="connsiteX98" fmla="*/ 52764 w 325545"/>
                    <a:gd name="connsiteY98" fmla="*/ 255972 h 286473"/>
                    <a:gd name="connsiteX99" fmla="*/ 54030 w 325545"/>
                    <a:gd name="connsiteY99" fmla="*/ 255232 h 286473"/>
                    <a:gd name="connsiteX100" fmla="*/ 54167 w 325545"/>
                    <a:gd name="connsiteY100" fmla="*/ 255173 h 286473"/>
                    <a:gd name="connsiteX101" fmla="*/ 55861 w 325545"/>
                    <a:gd name="connsiteY101" fmla="*/ 254180 h 286473"/>
                    <a:gd name="connsiteX102" fmla="*/ 56056 w 325545"/>
                    <a:gd name="connsiteY102" fmla="*/ 254044 h 286473"/>
                    <a:gd name="connsiteX103" fmla="*/ 56192 w 325545"/>
                    <a:gd name="connsiteY103" fmla="*/ 254005 h 286473"/>
                    <a:gd name="connsiteX104" fmla="*/ 56660 w 325545"/>
                    <a:gd name="connsiteY104" fmla="*/ 253732 h 286473"/>
                    <a:gd name="connsiteX105" fmla="*/ 56835 w 325545"/>
                    <a:gd name="connsiteY105" fmla="*/ 253615 h 286473"/>
                    <a:gd name="connsiteX106" fmla="*/ 58101 w 325545"/>
                    <a:gd name="connsiteY106" fmla="*/ 252875 h 286473"/>
                    <a:gd name="connsiteX107" fmla="*/ 58237 w 325545"/>
                    <a:gd name="connsiteY107" fmla="*/ 252817 h 286473"/>
                    <a:gd name="connsiteX108" fmla="*/ 59679 w 325545"/>
                    <a:gd name="connsiteY108" fmla="*/ 251960 h 286473"/>
                    <a:gd name="connsiteX109" fmla="*/ 59815 w 325545"/>
                    <a:gd name="connsiteY109" fmla="*/ 251901 h 286473"/>
                    <a:gd name="connsiteX110" fmla="*/ 60127 w 325545"/>
                    <a:gd name="connsiteY110" fmla="*/ 251687 h 286473"/>
                    <a:gd name="connsiteX111" fmla="*/ 60244 w 325545"/>
                    <a:gd name="connsiteY111" fmla="*/ 251628 h 286473"/>
                    <a:gd name="connsiteX112" fmla="*/ 60731 w 325545"/>
                    <a:gd name="connsiteY112" fmla="*/ 251375 h 286473"/>
                    <a:gd name="connsiteX113" fmla="*/ 60906 w 325545"/>
                    <a:gd name="connsiteY113" fmla="*/ 251239 h 286473"/>
                    <a:gd name="connsiteX114" fmla="*/ 61510 w 325545"/>
                    <a:gd name="connsiteY114" fmla="*/ 250908 h 286473"/>
                    <a:gd name="connsiteX115" fmla="*/ 61704 w 325545"/>
                    <a:gd name="connsiteY115" fmla="*/ 250771 h 286473"/>
                    <a:gd name="connsiteX116" fmla="*/ 61821 w 325545"/>
                    <a:gd name="connsiteY116" fmla="*/ 250713 h 286473"/>
                    <a:gd name="connsiteX117" fmla="*/ 62172 w 325545"/>
                    <a:gd name="connsiteY117" fmla="*/ 250499 h 286473"/>
                    <a:gd name="connsiteX118" fmla="*/ 62308 w 325545"/>
                    <a:gd name="connsiteY118" fmla="*/ 250460 h 286473"/>
                    <a:gd name="connsiteX119" fmla="*/ 63750 w 325545"/>
                    <a:gd name="connsiteY119" fmla="*/ 249583 h 286473"/>
                    <a:gd name="connsiteX120" fmla="*/ 63866 w 325545"/>
                    <a:gd name="connsiteY120" fmla="*/ 249544 h 286473"/>
                    <a:gd name="connsiteX121" fmla="*/ 64198 w 325545"/>
                    <a:gd name="connsiteY121" fmla="*/ 249330 h 286473"/>
                    <a:gd name="connsiteX122" fmla="*/ 64314 w 325545"/>
                    <a:gd name="connsiteY122" fmla="*/ 249272 h 286473"/>
                    <a:gd name="connsiteX123" fmla="*/ 64801 w 325545"/>
                    <a:gd name="connsiteY123" fmla="*/ 249018 h 286473"/>
                    <a:gd name="connsiteX124" fmla="*/ 64977 w 325545"/>
                    <a:gd name="connsiteY124" fmla="*/ 248882 h 286473"/>
                    <a:gd name="connsiteX125" fmla="*/ 65580 w 325545"/>
                    <a:gd name="connsiteY125" fmla="*/ 248532 h 286473"/>
                    <a:gd name="connsiteX126" fmla="*/ 65775 w 325545"/>
                    <a:gd name="connsiteY126" fmla="*/ 248415 h 286473"/>
                    <a:gd name="connsiteX127" fmla="*/ 65892 w 325545"/>
                    <a:gd name="connsiteY127" fmla="*/ 248356 h 286473"/>
                    <a:gd name="connsiteX128" fmla="*/ 66243 w 325545"/>
                    <a:gd name="connsiteY128" fmla="*/ 248142 h 286473"/>
                    <a:gd name="connsiteX129" fmla="*/ 66379 w 325545"/>
                    <a:gd name="connsiteY129" fmla="*/ 248084 h 286473"/>
                    <a:gd name="connsiteX130" fmla="*/ 67820 w 325545"/>
                    <a:gd name="connsiteY130" fmla="*/ 247227 h 286473"/>
                    <a:gd name="connsiteX131" fmla="*/ 67937 w 325545"/>
                    <a:gd name="connsiteY131" fmla="*/ 247168 h 286473"/>
                    <a:gd name="connsiteX132" fmla="*/ 68268 w 325545"/>
                    <a:gd name="connsiteY132" fmla="*/ 246973 h 286473"/>
                    <a:gd name="connsiteX133" fmla="*/ 68385 w 325545"/>
                    <a:gd name="connsiteY133" fmla="*/ 246915 h 286473"/>
                    <a:gd name="connsiteX134" fmla="*/ 68872 w 325545"/>
                    <a:gd name="connsiteY134" fmla="*/ 246642 h 286473"/>
                    <a:gd name="connsiteX135" fmla="*/ 69047 w 325545"/>
                    <a:gd name="connsiteY135" fmla="*/ 246525 h 286473"/>
                    <a:gd name="connsiteX136" fmla="*/ 69651 w 325545"/>
                    <a:gd name="connsiteY136" fmla="*/ 246175 h 286473"/>
                    <a:gd name="connsiteX137" fmla="*/ 69826 w 325545"/>
                    <a:gd name="connsiteY137" fmla="*/ 246038 h 286473"/>
                    <a:gd name="connsiteX138" fmla="*/ 69963 w 325545"/>
                    <a:gd name="connsiteY138" fmla="*/ 245999 h 286473"/>
                    <a:gd name="connsiteX139" fmla="*/ 70313 w 325545"/>
                    <a:gd name="connsiteY139" fmla="*/ 245785 h 286473"/>
                    <a:gd name="connsiteX140" fmla="*/ 70430 w 325545"/>
                    <a:gd name="connsiteY140" fmla="*/ 245727 h 286473"/>
                    <a:gd name="connsiteX141" fmla="*/ 71891 w 325545"/>
                    <a:gd name="connsiteY141" fmla="*/ 244870 h 286473"/>
                    <a:gd name="connsiteX142" fmla="*/ 72008 w 325545"/>
                    <a:gd name="connsiteY142" fmla="*/ 244811 h 286473"/>
                    <a:gd name="connsiteX143" fmla="*/ 72339 w 325545"/>
                    <a:gd name="connsiteY143" fmla="*/ 244597 h 286473"/>
                    <a:gd name="connsiteX144" fmla="*/ 72456 w 325545"/>
                    <a:gd name="connsiteY144" fmla="*/ 244558 h 286473"/>
                    <a:gd name="connsiteX145" fmla="*/ 72943 w 325545"/>
                    <a:gd name="connsiteY145" fmla="*/ 244285 h 286473"/>
                    <a:gd name="connsiteX146" fmla="*/ 73118 w 325545"/>
                    <a:gd name="connsiteY146" fmla="*/ 244149 h 286473"/>
                    <a:gd name="connsiteX147" fmla="*/ 73722 w 325545"/>
                    <a:gd name="connsiteY147" fmla="*/ 243818 h 286473"/>
                    <a:gd name="connsiteX148" fmla="*/ 73897 w 325545"/>
                    <a:gd name="connsiteY148" fmla="*/ 243682 h 286473"/>
                    <a:gd name="connsiteX149" fmla="*/ 74034 w 325545"/>
                    <a:gd name="connsiteY149" fmla="*/ 243623 h 286473"/>
                    <a:gd name="connsiteX150" fmla="*/ 74384 w 325545"/>
                    <a:gd name="connsiteY150" fmla="*/ 243428 h 286473"/>
                    <a:gd name="connsiteX151" fmla="*/ 74501 w 325545"/>
                    <a:gd name="connsiteY151" fmla="*/ 243370 h 286473"/>
                    <a:gd name="connsiteX152" fmla="*/ 75962 w 325545"/>
                    <a:gd name="connsiteY152" fmla="*/ 242494 h 286473"/>
                    <a:gd name="connsiteX153" fmla="*/ 76079 w 325545"/>
                    <a:gd name="connsiteY153" fmla="*/ 242455 h 286473"/>
                    <a:gd name="connsiteX154" fmla="*/ 77793 w 325545"/>
                    <a:gd name="connsiteY154" fmla="*/ 241442 h 286473"/>
                    <a:gd name="connsiteX155" fmla="*/ 77968 w 325545"/>
                    <a:gd name="connsiteY155" fmla="*/ 241325 h 286473"/>
                    <a:gd name="connsiteX156" fmla="*/ 78104 w 325545"/>
                    <a:gd name="connsiteY156" fmla="*/ 241266 h 286473"/>
                    <a:gd name="connsiteX157" fmla="*/ 80013 w 325545"/>
                    <a:gd name="connsiteY157" fmla="*/ 240137 h 286473"/>
                    <a:gd name="connsiteX158" fmla="*/ 80149 w 325545"/>
                    <a:gd name="connsiteY158" fmla="*/ 240078 h 286473"/>
                    <a:gd name="connsiteX159" fmla="*/ 81863 w 325545"/>
                    <a:gd name="connsiteY159" fmla="*/ 239085 h 286473"/>
                    <a:gd name="connsiteX160" fmla="*/ 82039 w 325545"/>
                    <a:gd name="connsiteY160" fmla="*/ 238949 h 286473"/>
                    <a:gd name="connsiteX161" fmla="*/ 82175 w 325545"/>
                    <a:gd name="connsiteY161" fmla="*/ 238910 h 286473"/>
                    <a:gd name="connsiteX162" fmla="*/ 84084 w 325545"/>
                    <a:gd name="connsiteY162" fmla="*/ 237780 h 286473"/>
                    <a:gd name="connsiteX163" fmla="*/ 84220 w 325545"/>
                    <a:gd name="connsiteY163" fmla="*/ 237722 h 286473"/>
                    <a:gd name="connsiteX164" fmla="*/ 85136 w 325545"/>
                    <a:gd name="connsiteY164" fmla="*/ 237196 h 286473"/>
                    <a:gd name="connsiteX165" fmla="*/ 85330 w 325545"/>
                    <a:gd name="connsiteY165" fmla="*/ 237059 h 286473"/>
                    <a:gd name="connsiteX166" fmla="*/ 85934 w 325545"/>
                    <a:gd name="connsiteY166" fmla="*/ 236728 h 286473"/>
                    <a:gd name="connsiteX167" fmla="*/ 86110 w 325545"/>
                    <a:gd name="connsiteY167" fmla="*/ 236592 h 286473"/>
                    <a:gd name="connsiteX168" fmla="*/ 86246 w 325545"/>
                    <a:gd name="connsiteY168" fmla="*/ 236533 h 286473"/>
                    <a:gd name="connsiteX169" fmla="*/ 88155 w 325545"/>
                    <a:gd name="connsiteY169" fmla="*/ 235404 h 286473"/>
                    <a:gd name="connsiteX170" fmla="*/ 88291 w 325545"/>
                    <a:gd name="connsiteY170" fmla="*/ 235365 h 286473"/>
                    <a:gd name="connsiteX171" fmla="*/ 89206 w 325545"/>
                    <a:gd name="connsiteY171" fmla="*/ 234839 h 286473"/>
                    <a:gd name="connsiteX172" fmla="*/ 89401 w 325545"/>
                    <a:gd name="connsiteY172" fmla="*/ 234703 h 286473"/>
                    <a:gd name="connsiteX173" fmla="*/ 90005 w 325545"/>
                    <a:gd name="connsiteY173" fmla="*/ 234371 h 286473"/>
                    <a:gd name="connsiteX174" fmla="*/ 90180 w 325545"/>
                    <a:gd name="connsiteY174" fmla="*/ 234235 h 286473"/>
                    <a:gd name="connsiteX175" fmla="*/ 90317 w 325545"/>
                    <a:gd name="connsiteY175" fmla="*/ 234177 h 286473"/>
                    <a:gd name="connsiteX176" fmla="*/ 92225 w 325545"/>
                    <a:gd name="connsiteY176" fmla="*/ 233047 h 286473"/>
                    <a:gd name="connsiteX177" fmla="*/ 92362 w 325545"/>
                    <a:gd name="connsiteY177" fmla="*/ 232989 h 286473"/>
                    <a:gd name="connsiteX178" fmla="*/ 93277 w 325545"/>
                    <a:gd name="connsiteY178" fmla="*/ 232463 h 286473"/>
                    <a:gd name="connsiteX179" fmla="*/ 94076 w 325545"/>
                    <a:gd name="connsiteY179" fmla="*/ 231995 h 286473"/>
                    <a:gd name="connsiteX180" fmla="*/ 94251 w 325545"/>
                    <a:gd name="connsiteY180" fmla="*/ 231859 h 286473"/>
                    <a:gd name="connsiteX181" fmla="*/ 94387 w 325545"/>
                    <a:gd name="connsiteY181" fmla="*/ 231820 h 286473"/>
                    <a:gd name="connsiteX182" fmla="*/ 95381 w 325545"/>
                    <a:gd name="connsiteY182" fmla="*/ 231216 h 286473"/>
                    <a:gd name="connsiteX183" fmla="*/ 95517 w 325545"/>
                    <a:gd name="connsiteY183" fmla="*/ 231158 h 286473"/>
                    <a:gd name="connsiteX184" fmla="*/ 96296 w 325545"/>
                    <a:gd name="connsiteY184" fmla="*/ 230690 h 286473"/>
                    <a:gd name="connsiteX185" fmla="*/ 96433 w 325545"/>
                    <a:gd name="connsiteY185" fmla="*/ 230632 h 286473"/>
                    <a:gd name="connsiteX186" fmla="*/ 97406 w 325545"/>
                    <a:gd name="connsiteY186" fmla="*/ 230028 h 286473"/>
                    <a:gd name="connsiteX187" fmla="*/ 97543 w 325545"/>
                    <a:gd name="connsiteY187" fmla="*/ 229970 h 286473"/>
                    <a:gd name="connsiteX188" fmla="*/ 98147 w 325545"/>
                    <a:gd name="connsiteY188" fmla="*/ 229638 h 286473"/>
                    <a:gd name="connsiteX189" fmla="*/ 98322 w 325545"/>
                    <a:gd name="connsiteY189" fmla="*/ 229502 h 286473"/>
                    <a:gd name="connsiteX190" fmla="*/ 98458 w 325545"/>
                    <a:gd name="connsiteY190" fmla="*/ 229444 h 286473"/>
                    <a:gd name="connsiteX191" fmla="*/ 98926 w 325545"/>
                    <a:gd name="connsiteY191" fmla="*/ 229190 h 286473"/>
                    <a:gd name="connsiteX192" fmla="*/ 99452 w 325545"/>
                    <a:gd name="connsiteY192" fmla="*/ 228840 h 286473"/>
                    <a:gd name="connsiteX193" fmla="*/ 99588 w 325545"/>
                    <a:gd name="connsiteY193" fmla="*/ 228801 h 286473"/>
                    <a:gd name="connsiteX194" fmla="*/ 100367 w 325545"/>
                    <a:gd name="connsiteY194" fmla="*/ 228314 h 286473"/>
                    <a:gd name="connsiteX195" fmla="*/ 100503 w 325545"/>
                    <a:gd name="connsiteY195" fmla="*/ 228275 h 286473"/>
                    <a:gd name="connsiteX196" fmla="*/ 101477 w 325545"/>
                    <a:gd name="connsiteY196" fmla="*/ 227671 h 286473"/>
                    <a:gd name="connsiteX197" fmla="*/ 101594 w 325545"/>
                    <a:gd name="connsiteY197" fmla="*/ 227613 h 286473"/>
                    <a:gd name="connsiteX198" fmla="*/ 101730 w 325545"/>
                    <a:gd name="connsiteY198" fmla="*/ 227535 h 286473"/>
                    <a:gd name="connsiteX199" fmla="*/ 163961 w 325545"/>
                    <a:gd name="connsiteY199" fmla="*/ 263588 h 286473"/>
                    <a:gd name="connsiteX200" fmla="*/ 165870 w 325545"/>
                    <a:gd name="connsiteY200" fmla="*/ 262458 h 286473"/>
                    <a:gd name="connsiteX201" fmla="*/ 166006 w 325545"/>
                    <a:gd name="connsiteY201" fmla="*/ 262399 h 286473"/>
                    <a:gd name="connsiteX202" fmla="*/ 166921 w 325545"/>
                    <a:gd name="connsiteY202" fmla="*/ 261874 h 286473"/>
                    <a:gd name="connsiteX203" fmla="*/ 167700 w 325545"/>
                    <a:gd name="connsiteY203" fmla="*/ 261406 h 286473"/>
                    <a:gd name="connsiteX204" fmla="*/ 167895 w 325545"/>
                    <a:gd name="connsiteY204" fmla="*/ 261270 h 286473"/>
                    <a:gd name="connsiteX205" fmla="*/ 168032 w 325545"/>
                    <a:gd name="connsiteY205" fmla="*/ 261211 h 286473"/>
                    <a:gd name="connsiteX206" fmla="*/ 169940 w 325545"/>
                    <a:gd name="connsiteY206" fmla="*/ 260082 h 286473"/>
                    <a:gd name="connsiteX207" fmla="*/ 170077 w 325545"/>
                    <a:gd name="connsiteY207" fmla="*/ 260043 h 286473"/>
                    <a:gd name="connsiteX208" fmla="*/ 170992 w 325545"/>
                    <a:gd name="connsiteY208" fmla="*/ 259517 h 286473"/>
                    <a:gd name="connsiteX209" fmla="*/ 171167 w 325545"/>
                    <a:gd name="connsiteY209" fmla="*/ 259380 h 286473"/>
                    <a:gd name="connsiteX210" fmla="*/ 171771 w 325545"/>
                    <a:gd name="connsiteY210" fmla="*/ 259049 h 286473"/>
                    <a:gd name="connsiteX211" fmla="*/ 171966 w 325545"/>
                    <a:gd name="connsiteY211" fmla="*/ 258913 h 286473"/>
                    <a:gd name="connsiteX212" fmla="*/ 172102 w 325545"/>
                    <a:gd name="connsiteY212" fmla="*/ 258855 h 286473"/>
                    <a:gd name="connsiteX213" fmla="*/ 174011 w 325545"/>
                    <a:gd name="connsiteY213" fmla="*/ 257725 h 286473"/>
                    <a:gd name="connsiteX214" fmla="*/ 174147 w 325545"/>
                    <a:gd name="connsiteY214" fmla="*/ 257666 h 286473"/>
                    <a:gd name="connsiteX215" fmla="*/ 174926 w 325545"/>
                    <a:gd name="connsiteY215" fmla="*/ 257199 h 286473"/>
                    <a:gd name="connsiteX216" fmla="*/ 175121 w 325545"/>
                    <a:gd name="connsiteY216" fmla="*/ 257063 h 286473"/>
                    <a:gd name="connsiteX217" fmla="*/ 175238 w 325545"/>
                    <a:gd name="connsiteY217" fmla="*/ 257024 h 286473"/>
                    <a:gd name="connsiteX218" fmla="*/ 175842 w 325545"/>
                    <a:gd name="connsiteY218" fmla="*/ 256673 h 286473"/>
                    <a:gd name="connsiteX219" fmla="*/ 176037 w 325545"/>
                    <a:gd name="connsiteY219" fmla="*/ 256556 h 286473"/>
                    <a:gd name="connsiteX220" fmla="*/ 176173 w 325545"/>
                    <a:gd name="connsiteY220" fmla="*/ 256498 h 286473"/>
                    <a:gd name="connsiteX221" fmla="*/ 177166 w 325545"/>
                    <a:gd name="connsiteY221" fmla="*/ 255894 h 286473"/>
                    <a:gd name="connsiteX222" fmla="*/ 177283 w 325545"/>
                    <a:gd name="connsiteY222" fmla="*/ 255836 h 286473"/>
                    <a:gd name="connsiteX223" fmla="*/ 178082 w 325545"/>
                    <a:gd name="connsiteY223" fmla="*/ 255368 h 286473"/>
                    <a:gd name="connsiteX224" fmla="*/ 178218 w 325545"/>
                    <a:gd name="connsiteY224" fmla="*/ 255310 h 286473"/>
                    <a:gd name="connsiteX225" fmla="*/ 179192 w 325545"/>
                    <a:gd name="connsiteY225" fmla="*/ 254706 h 286473"/>
                    <a:gd name="connsiteX226" fmla="*/ 179309 w 325545"/>
                    <a:gd name="connsiteY226" fmla="*/ 254647 h 286473"/>
                    <a:gd name="connsiteX227" fmla="*/ 179913 w 325545"/>
                    <a:gd name="connsiteY227" fmla="*/ 254316 h 286473"/>
                    <a:gd name="connsiteX228" fmla="*/ 180107 w 325545"/>
                    <a:gd name="connsiteY228" fmla="*/ 254180 h 286473"/>
                    <a:gd name="connsiteX229" fmla="*/ 180224 w 325545"/>
                    <a:gd name="connsiteY229" fmla="*/ 254122 h 286473"/>
                    <a:gd name="connsiteX230" fmla="*/ 181237 w 325545"/>
                    <a:gd name="connsiteY230" fmla="*/ 253518 h 286473"/>
                    <a:gd name="connsiteX231" fmla="*/ 181354 w 325545"/>
                    <a:gd name="connsiteY231" fmla="*/ 253479 h 286473"/>
                    <a:gd name="connsiteX232" fmla="*/ 182153 w 325545"/>
                    <a:gd name="connsiteY232" fmla="*/ 253011 h 286473"/>
                    <a:gd name="connsiteX233" fmla="*/ 182289 w 325545"/>
                    <a:gd name="connsiteY233" fmla="*/ 252953 h 286473"/>
                    <a:gd name="connsiteX234" fmla="*/ 183243 w 325545"/>
                    <a:gd name="connsiteY234" fmla="*/ 252349 h 286473"/>
                    <a:gd name="connsiteX235" fmla="*/ 183380 w 325545"/>
                    <a:gd name="connsiteY235" fmla="*/ 252291 h 286473"/>
                    <a:gd name="connsiteX236" fmla="*/ 183984 w 325545"/>
                    <a:gd name="connsiteY236" fmla="*/ 251960 h 286473"/>
                    <a:gd name="connsiteX237" fmla="*/ 184178 w 325545"/>
                    <a:gd name="connsiteY237" fmla="*/ 251823 h 286473"/>
                    <a:gd name="connsiteX238" fmla="*/ 184295 w 325545"/>
                    <a:gd name="connsiteY238" fmla="*/ 251765 h 286473"/>
                    <a:gd name="connsiteX239" fmla="*/ 184782 w 325545"/>
                    <a:gd name="connsiteY239" fmla="*/ 251512 h 286473"/>
                    <a:gd name="connsiteX240" fmla="*/ 185308 w 325545"/>
                    <a:gd name="connsiteY240" fmla="*/ 251161 h 286473"/>
                    <a:gd name="connsiteX241" fmla="*/ 185425 w 325545"/>
                    <a:gd name="connsiteY241" fmla="*/ 251103 h 286473"/>
                    <a:gd name="connsiteX242" fmla="*/ 186223 w 325545"/>
                    <a:gd name="connsiteY242" fmla="*/ 250635 h 286473"/>
                    <a:gd name="connsiteX243" fmla="*/ 186360 w 325545"/>
                    <a:gd name="connsiteY243" fmla="*/ 250596 h 286473"/>
                    <a:gd name="connsiteX244" fmla="*/ 187314 w 325545"/>
                    <a:gd name="connsiteY244" fmla="*/ 249992 h 286473"/>
                    <a:gd name="connsiteX245" fmla="*/ 187450 w 325545"/>
                    <a:gd name="connsiteY245" fmla="*/ 249934 h 286473"/>
                    <a:gd name="connsiteX246" fmla="*/ 188054 w 325545"/>
                    <a:gd name="connsiteY246" fmla="*/ 249583 h 286473"/>
                    <a:gd name="connsiteX247" fmla="*/ 188249 w 325545"/>
                    <a:gd name="connsiteY247" fmla="*/ 249466 h 286473"/>
                    <a:gd name="connsiteX248" fmla="*/ 188366 w 325545"/>
                    <a:gd name="connsiteY248" fmla="*/ 249408 h 286473"/>
                    <a:gd name="connsiteX249" fmla="*/ 188853 w 325545"/>
                    <a:gd name="connsiteY249" fmla="*/ 249135 h 286473"/>
                    <a:gd name="connsiteX250" fmla="*/ 189379 w 325545"/>
                    <a:gd name="connsiteY250" fmla="*/ 248804 h 286473"/>
                    <a:gd name="connsiteX251" fmla="*/ 189496 w 325545"/>
                    <a:gd name="connsiteY251" fmla="*/ 248746 h 286473"/>
                    <a:gd name="connsiteX252" fmla="*/ 190294 w 325545"/>
                    <a:gd name="connsiteY252" fmla="*/ 248278 h 286473"/>
                    <a:gd name="connsiteX253" fmla="*/ 190411 w 325545"/>
                    <a:gd name="connsiteY253" fmla="*/ 248220 h 286473"/>
                    <a:gd name="connsiteX254" fmla="*/ 192125 w 325545"/>
                    <a:gd name="connsiteY254" fmla="*/ 247227 h 286473"/>
                    <a:gd name="connsiteX255" fmla="*/ 192320 w 325545"/>
                    <a:gd name="connsiteY255" fmla="*/ 247090 h 286473"/>
                    <a:gd name="connsiteX256" fmla="*/ 192437 w 325545"/>
                    <a:gd name="connsiteY256" fmla="*/ 247051 h 286473"/>
                    <a:gd name="connsiteX257" fmla="*/ 192904 w 325545"/>
                    <a:gd name="connsiteY257" fmla="*/ 246779 h 286473"/>
                    <a:gd name="connsiteX258" fmla="*/ 194365 w 325545"/>
                    <a:gd name="connsiteY258" fmla="*/ 245922 h 286473"/>
                    <a:gd name="connsiteX259" fmla="*/ 194482 w 325545"/>
                    <a:gd name="connsiteY259" fmla="*/ 245863 h 286473"/>
                    <a:gd name="connsiteX260" fmla="*/ 196196 w 325545"/>
                    <a:gd name="connsiteY260" fmla="*/ 244870 h 286473"/>
                    <a:gd name="connsiteX261" fmla="*/ 196371 w 325545"/>
                    <a:gd name="connsiteY261" fmla="*/ 244733 h 286473"/>
                    <a:gd name="connsiteX262" fmla="*/ 196507 w 325545"/>
                    <a:gd name="connsiteY262" fmla="*/ 244675 h 286473"/>
                    <a:gd name="connsiteX263" fmla="*/ 196975 w 325545"/>
                    <a:gd name="connsiteY263" fmla="*/ 244422 h 286473"/>
                    <a:gd name="connsiteX264" fmla="*/ 197170 w 325545"/>
                    <a:gd name="connsiteY264" fmla="*/ 244285 h 286473"/>
                    <a:gd name="connsiteX265" fmla="*/ 198436 w 325545"/>
                    <a:gd name="connsiteY265" fmla="*/ 243545 h 286473"/>
                    <a:gd name="connsiteX266" fmla="*/ 198553 w 325545"/>
                    <a:gd name="connsiteY266" fmla="*/ 243506 h 286473"/>
                    <a:gd name="connsiteX267" fmla="*/ 200267 w 325545"/>
                    <a:gd name="connsiteY267" fmla="*/ 242494 h 286473"/>
                    <a:gd name="connsiteX268" fmla="*/ 200442 w 325545"/>
                    <a:gd name="connsiteY268" fmla="*/ 242377 h 286473"/>
                    <a:gd name="connsiteX269" fmla="*/ 200578 w 325545"/>
                    <a:gd name="connsiteY269" fmla="*/ 242318 h 286473"/>
                    <a:gd name="connsiteX270" fmla="*/ 201046 w 325545"/>
                    <a:gd name="connsiteY270" fmla="*/ 242046 h 286473"/>
                    <a:gd name="connsiteX271" fmla="*/ 201240 w 325545"/>
                    <a:gd name="connsiteY271" fmla="*/ 241929 h 286473"/>
                    <a:gd name="connsiteX272" fmla="*/ 202487 w 325545"/>
                    <a:gd name="connsiteY272" fmla="*/ 241189 h 286473"/>
                    <a:gd name="connsiteX273" fmla="*/ 202623 w 325545"/>
                    <a:gd name="connsiteY273" fmla="*/ 241130 h 286473"/>
                    <a:gd name="connsiteX274" fmla="*/ 204337 w 325545"/>
                    <a:gd name="connsiteY274" fmla="*/ 240137 h 286473"/>
                    <a:gd name="connsiteX275" fmla="*/ 204513 w 325545"/>
                    <a:gd name="connsiteY275" fmla="*/ 240000 h 286473"/>
                    <a:gd name="connsiteX276" fmla="*/ 204649 w 325545"/>
                    <a:gd name="connsiteY276" fmla="*/ 239961 h 286473"/>
                    <a:gd name="connsiteX277" fmla="*/ 205116 w 325545"/>
                    <a:gd name="connsiteY277" fmla="*/ 239689 h 286473"/>
                    <a:gd name="connsiteX278" fmla="*/ 205311 w 325545"/>
                    <a:gd name="connsiteY278" fmla="*/ 239552 h 286473"/>
                    <a:gd name="connsiteX279" fmla="*/ 206558 w 325545"/>
                    <a:gd name="connsiteY279" fmla="*/ 238832 h 286473"/>
                    <a:gd name="connsiteX280" fmla="*/ 206694 w 325545"/>
                    <a:gd name="connsiteY280" fmla="*/ 238773 h 286473"/>
                    <a:gd name="connsiteX281" fmla="*/ 208408 w 325545"/>
                    <a:gd name="connsiteY281" fmla="*/ 237780 h 286473"/>
                    <a:gd name="connsiteX282" fmla="*/ 208583 w 325545"/>
                    <a:gd name="connsiteY282" fmla="*/ 237644 h 286473"/>
                    <a:gd name="connsiteX283" fmla="*/ 208720 w 325545"/>
                    <a:gd name="connsiteY283" fmla="*/ 237585 h 286473"/>
                    <a:gd name="connsiteX284" fmla="*/ 209187 w 325545"/>
                    <a:gd name="connsiteY284" fmla="*/ 237332 h 286473"/>
                    <a:gd name="connsiteX285" fmla="*/ 209986 w 325545"/>
                    <a:gd name="connsiteY285" fmla="*/ 236865 h 286473"/>
                    <a:gd name="connsiteX286" fmla="*/ 210161 w 325545"/>
                    <a:gd name="connsiteY286" fmla="*/ 236728 h 286473"/>
                    <a:gd name="connsiteX287" fmla="*/ 210297 w 325545"/>
                    <a:gd name="connsiteY287" fmla="*/ 236670 h 286473"/>
                    <a:gd name="connsiteX288" fmla="*/ 210629 w 325545"/>
                    <a:gd name="connsiteY288" fmla="*/ 236456 h 286473"/>
                    <a:gd name="connsiteX289" fmla="*/ 210765 w 325545"/>
                    <a:gd name="connsiteY289" fmla="*/ 236417 h 286473"/>
                    <a:gd name="connsiteX290" fmla="*/ 212206 w 325545"/>
                    <a:gd name="connsiteY290" fmla="*/ 235540 h 286473"/>
                    <a:gd name="connsiteX291" fmla="*/ 212343 w 325545"/>
                    <a:gd name="connsiteY291" fmla="*/ 235482 h 286473"/>
                    <a:gd name="connsiteX292" fmla="*/ 212654 w 325545"/>
                    <a:gd name="connsiteY292" fmla="*/ 235287 h 286473"/>
                    <a:gd name="connsiteX293" fmla="*/ 212791 w 325545"/>
                    <a:gd name="connsiteY293" fmla="*/ 235228 h 286473"/>
                    <a:gd name="connsiteX294" fmla="*/ 213258 w 325545"/>
                    <a:gd name="connsiteY294" fmla="*/ 234975 h 286473"/>
                    <a:gd name="connsiteX295" fmla="*/ 213453 w 325545"/>
                    <a:gd name="connsiteY295" fmla="*/ 234839 h 286473"/>
                    <a:gd name="connsiteX296" fmla="*/ 214057 w 325545"/>
                    <a:gd name="connsiteY296" fmla="*/ 234488 h 286473"/>
                    <a:gd name="connsiteX297" fmla="*/ 214232 w 325545"/>
                    <a:gd name="connsiteY297" fmla="*/ 234371 h 286473"/>
                    <a:gd name="connsiteX298" fmla="*/ 214368 w 325545"/>
                    <a:gd name="connsiteY298" fmla="*/ 234313 h 286473"/>
                    <a:gd name="connsiteX299" fmla="*/ 214699 w 325545"/>
                    <a:gd name="connsiteY299" fmla="*/ 234099 h 286473"/>
                    <a:gd name="connsiteX300" fmla="*/ 214836 w 325545"/>
                    <a:gd name="connsiteY300" fmla="*/ 234040 h 286473"/>
                    <a:gd name="connsiteX301" fmla="*/ 215673 w 325545"/>
                    <a:gd name="connsiteY301" fmla="*/ 233514 h 286473"/>
                    <a:gd name="connsiteX302" fmla="*/ 216725 w 325545"/>
                    <a:gd name="connsiteY302" fmla="*/ 232911 h 286473"/>
                    <a:gd name="connsiteX303" fmla="*/ 216861 w 325545"/>
                    <a:gd name="connsiteY303" fmla="*/ 232872 h 286473"/>
                    <a:gd name="connsiteX304" fmla="*/ 217329 w 325545"/>
                    <a:gd name="connsiteY304" fmla="*/ 232599 h 286473"/>
                    <a:gd name="connsiteX305" fmla="*/ 217504 w 325545"/>
                    <a:gd name="connsiteY305" fmla="*/ 232463 h 286473"/>
                    <a:gd name="connsiteX306" fmla="*/ 218770 w 325545"/>
                    <a:gd name="connsiteY306" fmla="*/ 231742 h 286473"/>
                    <a:gd name="connsiteX307" fmla="*/ 218906 w 325545"/>
                    <a:gd name="connsiteY307" fmla="*/ 231684 h 286473"/>
                    <a:gd name="connsiteX308" fmla="*/ 220348 w 325545"/>
                    <a:gd name="connsiteY308" fmla="*/ 230827 h 286473"/>
                    <a:gd name="connsiteX309" fmla="*/ 220484 w 325545"/>
                    <a:gd name="connsiteY309" fmla="*/ 230768 h 286473"/>
                    <a:gd name="connsiteX310" fmla="*/ 220796 w 325545"/>
                    <a:gd name="connsiteY310" fmla="*/ 230554 h 286473"/>
                    <a:gd name="connsiteX311" fmla="*/ 220932 w 325545"/>
                    <a:gd name="connsiteY311" fmla="*/ 230495 h 286473"/>
                    <a:gd name="connsiteX312" fmla="*/ 221400 w 325545"/>
                    <a:gd name="connsiteY312" fmla="*/ 230242 h 286473"/>
                    <a:gd name="connsiteX313" fmla="*/ 221575 w 325545"/>
                    <a:gd name="connsiteY313" fmla="*/ 230106 h 286473"/>
                    <a:gd name="connsiteX314" fmla="*/ 222179 w 325545"/>
                    <a:gd name="connsiteY314" fmla="*/ 229775 h 286473"/>
                    <a:gd name="connsiteX315" fmla="*/ 222373 w 325545"/>
                    <a:gd name="connsiteY315" fmla="*/ 229638 h 286473"/>
                    <a:gd name="connsiteX316" fmla="*/ 222510 w 325545"/>
                    <a:gd name="connsiteY316" fmla="*/ 229580 h 286473"/>
                    <a:gd name="connsiteX317" fmla="*/ 222841 w 325545"/>
                    <a:gd name="connsiteY317" fmla="*/ 229366 h 286473"/>
                    <a:gd name="connsiteX318" fmla="*/ 222977 w 325545"/>
                    <a:gd name="connsiteY318" fmla="*/ 229327 h 286473"/>
                    <a:gd name="connsiteX319" fmla="*/ 224419 w 325545"/>
                    <a:gd name="connsiteY319" fmla="*/ 228450 h 286473"/>
                    <a:gd name="connsiteX320" fmla="*/ 224555 w 325545"/>
                    <a:gd name="connsiteY320" fmla="*/ 228411 h 286473"/>
                    <a:gd name="connsiteX321" fmla="*/ 224867 w 325545"/>
                    <a:gd name="connsiteY321" fmla="*/ 228197 h 286473"/>
                    <a:gd name="connsiteX322" fmla="*/ 225003 w 325545"/>
                    <a:gd name="connsiteY322" fmla="*/ 228139 h 286473"/>
                    <a:gd name="connsiteX323" fmla="*/ 225470 w 325545"/>
                    <a:gd name="connsiteY323" fmla="*/ 227886 h 286473"/>
                    <a:gd name="connsiteX324" fmla="*/ 225646 w 325545"/>
                    <a:gd name="connsiteY324" fmla="*/ 227749 h 286473"/>
                    <a:gd name="connsiteX325" fmla="*/ 226249 w 325545"/>
                    <a:gd name="connsiteY325" fmla="*/ 227399 h 286473"/>
                    <a:gd name="connsiteX326" fmla="*/ 226444 w 325545"/>
                    <a:gd name="connsiteY326" fmla="*/ 227282 h 286473"/>
                    <a:gd name="connsiteX327" fmla="*/ 226581 w 325545"/>
                    <a:gd name="connsiteY327" fmla="*/ 227223 h 286473"/>
                    <a:gd name="connsiteX328" fmla="*/ 226912 w 325545"/>
                    <a:gd name="connsiteY328" fmla="*/ 227009 h 286473"/>
                    <a:gd name="connsiteX329" fmla="*/ 227048 w 325545"/>
                    <a:gd name="connsiteY329" fmla="*/ 226951 h 286473"/>
                    <a:gd name="connsiteX330" fmla="*/ 228489 w 325545"/>
                    <a:gd name="connsiteY330" fmla="*/ 226094 h 286473"/>
                    <a:gd name="connsiteX331" fmla="*/ 228626 w 325545"/>
                    <a:gd name="connsiteY331" fmla="*/ 226035 h 286473"/>
                    <a:gd name="connsiteX332" fmla="*/ 229541 w 325545"/>
                    <a:gd name="connsiteY332" fmla="*/ 225509 h 286473"/>
                    <a:gd name="connsiteX333" fmla="*/ 230320 w 325545"/>
                    <a:gd name="connsiteY333" fmla="*/ 225042 h 286473"/>
                    <a:gd name="connsiteX334" fmla="*/ 230515 w 325545"/>
                    <a:gd name="connsiteY334" fmla="*/ 224905 h 286473"/>
                    <a:gd name="connsiteX335" fmla="*/ 230632 w 325545"/>
                    <a:gd name="connsiteY335" fmla="*/ 224867 h 286473"/>
                    <a:gd name="connsiteX336" fmla="*/ 232560 w 325545"/>
                    <a:gd name="connsiteY336" fmla="*/ 223737 h 286473"/>
                    <a:gd name="connsiteX337" fmla="*/ 232696 w 325545"/>
                    <a:gd name="connsiteY337" fmla="*/ 223678 h 286473"/>
                    <a:gd name="connsiteX338" fmla="*/ 233612 w 325545"/>
                    <a:gd name="connsiteY338" fmla="*/ 223152 h 286473"/>
                    <a:gd name="connsiteX339" fmla="*/ 233787 w 325545"/>
                    <a:gd name="connsiteY339" fmla="*/ 223016 h 286473"/>
                    <a:gd name="connsiteX340" fmla="*/ 234391 w 325545"/>
                    <a:gd name="connsiteY340" fmla="*/ 222685 h 286473"/>
                    <a:gd name="connsiteX341" fmla="*/ 234586 w 325545"/>
                    <a:gd name="connsiteY341" fmla="*/ 222549 h 286473"/>
                    <a:gd name="connsiteX342" fmla="*/ 234703 w 325545"/>
                    <a:gd name="connsiteY342" fmla="*/ 222490 h 286473"/>
                    <a:gd name="connsiteX343" fmla="*/ 236631 w 325545"/>
                    <a:gd name="connsiteY343" fmla="*/ 221361 h 286473"/>
                    <a:gd name="connsiteX344" fmla="*/ 236767 w 325545"/>
                    <a:gd name="connsiteY344" fmla="*/ 221322 h 286473"/>
                    <a:gd name="connsiteX345" fmla="*/ 237683 w 325545"/>
                    <a:gd name="connsiteY345" fmla="*/ 220796 h 286473"/>
                    <a:gd name="connsiteX346" fmla="*/ 238462 w 325545"/>
                    <a:gd name="connsiteY346" fmla="*/ 220309 h 286473"/>
                    <a:gd name="connsiteX347" fmla="*/ 238657 w 325545"/>
                    <a:gd name="connsiteY347" fmla="*/ 220192 h 286473"/>
                    <a:gd name="connsiteX348" fmla="*/ 238773 w 325545"/>
                    <a:gd name="connsiteY348" fmla="*/ 220133 h 286473"/>
                    <a:gd name="connsiteX349" fmla="*/ 240702 w 325545"/>
                    <a:gd name="connsiteY349" fmla="*/ 219004 h 286473"/>
                    <a:gd name="connsiteX350" fmla="*/ 240819 w 325545"/>
                    <a:gd name="connsiteY350" fmla="*/ 218945 h 286473"/>
                    <a:gd name="connsiteX351" fmla="*/ 241753 w 325545"/>
                    <a:gd name="connsiteY351" fmla="*/ 218419 h 286473"/>
                    <a:gd name="connsiteX352" fmla="*/ 242533 w 325545"/>
                    <a:gd name="connsiteY352" fmla="*/ 217952 h 286473"/>
                    <a:gd name="connsiteX353" fmla="*/ 242708 w 325545"/>
                    <a:gd name="connsiteY353" fmla="*/ 217816 h 286473"/>
                    <a:gd name="connsiteX354" fmla="*/ 242844 w 325545"/>
                    <a:gd name="connsiteY354" fmla="*/ 217777 h 286473"/>
                    <a:gd name="connsiteX355" fmla="*/ 244772 w 325545"/>
                    <a:gd name="connsiteY355" fmla="*/ 216647 h 286473"/>
                    <a:gd name="connsiteX356" fmla="*/ 244889 w 325545"/>
                    <a:gd name="connsiteY356" fmla="*/ 216589 h 286473"/>
                    <a:gd name="connsiteX357" fmla="*/ 245824 w 325545"/>
                    <a:gd name="connsiteY357" fmla="*/ 216063 h 286473"/>
                    <a:gd name="connsiteX358" fmla="*/ 246000 w 325545"/>
                    <a:gd name="connsiteY358" fmla="*/ 215926 h 286473"/>
                    <a:gd name="connsiteX359" fmla="*/ 246603 w 325545"/>
                    <a:gd name="connsiteY359" fmla="*/ 215595 h 286473"/>
                    <a:gd name="connsiteX360" fmla="*/ 246779 w 325545"/>
                    <a:gd name="connsiteY360" fmla="*/ 215459 h 286473"/>
                    <a:gd name="connsiteX361" fmla="*/ 246915 w 325545"/>
                    <a:gd name="connsiteY361" fmla="*/ 215400 h 286473"/>
                    <a:gd name="connsiteX362" fmla="*/ 248843 w 325545"/>
                    <a:gd name="connsiteY362" fmla="*/ 214271 h 286473"/>
                    <a:gd name="connsiteX363" fmla="*/ 248960 w 325545"/>
                    <a:gd name="connsiteY363" fmla="*/ 214232 h 286473"/>
                    <a:gd name="connsiteX364" fmla="*/ 249934 w 325545"/>
                    <a:gd name="connsiteY364" fmla="*/ 213628 h 286473"/>
                    <a:gd name="connsiteX365" fmla="*/ 250070 w 325545"/>
                    <a:gd name="connsiteY365" fmla="*/ 213570 h 286473"/>
                    <a:gd name="connsiteX366" fmla="*/ 250674 w 325545"/>
                    <a:gd name="connsiteY366" fmla="*/ 213219 h 286473"/>
                    <a:gd name="connsiteX367" fmla="*/ 250849 w 325545"/>
                    <a:gd name="connsiteY367" fmla="*/ 213102 h 286473"/>
                    <a:gd name="connsiteX368" fmla="*/ 250986 w 325545"/>
                    <a:gd name="connsiteY368" fmla="*/ 213044 h 286473"/>
                    <a:gd name="connsiteX369" fmla="*/ 251453 w 325545"/>
                    <a:gd name="connsiteY369" fmla="*/ 212791 h 286473"/>
                    <a:gd name="connsiteX370" fmla="*/ 251979 w 325545"/>
                    <a:gd name="connsiteY370" fmla="*/ 212440 h 286473"/>
                    <a:gd name="connsiteX371" fmla="*/ 252115 w 325545"/>
                    <a:gd name="connsiteY371" fmla="*/ 212381 h 286473"/>
                    <a:gd name="connsiteX372" fmla="*/ 252895 w 325545"/>
                    <a:gd name="connsiteY372" fmla="*/ 211914 h 286473"/>
                    <a:gd name="connsiteX373" fmla="*/ 253031 w 325545"/>
                    <a:gd name="connsiteY373" fmla="*/ 211856 h 286473"/>
                    <a:gd name="connsiteX374" fmla="*/ 254005 w 325545"/>
                    <a:gd name="connsiteY374" fmla="*/ 211252 h 286473"/>
                    <a:gd name="connsiteX375" fmla="*/ 254141 w 325545"/>
                    <a:gd name="connsiteY375" fmla="*/ 211213 h 286473"/>
                    <a:gd name="connsiteX376" fmla="*/ 254745 w 325545"/>
                    <a:gd name="connsiteY376" fmla="*/ 210862 h 286473"/>
                    <a:gd name="connsiteX377" fmla="*/ 254920 w 325545"/>
                    <a:gd name="connsiteY377" fmla="*/ 210726 h 286473"/>
                    <a:gd name="connsiteX378" fmla="*/ 255057 w 325545"/>
                    <a:gd name="connsiteY378" fmla="*/ 210687 h 286473"/>
                    <a:gd name="connsiteX379" fmla="*/ 256050 w 325545"/>
                    <a:gd name="connsiteY379" fmla="*/ 210083 h 286473"/>
                    <a:gd name="connsiteX380" fmla="*/ 256186 w 325545"/>
                    <a:gd name="connsiteY380" fmla="*/ 210025 h 286473"/>
                    <a:gd name="connsiteX381" fmla="*/ 256965 w 325545"/>
                    <a:gd name="connsiteY381" fmla="*/ 209557 h 286473"/>
                    <a:gd name="connsiteX382" fmla="*/ 257102 w 325545"/>
                    <a:gd name="connsiteY382" fmla="*/ 209499 h 286473"/>
                    <a:gd name="connsiteX383" fmla="*/ 258076 w 325545"/>
                    <a:gd name="connsiteY383" fmla="*/ 208895 h 286473"/>
                    <a:gd name="connsiteX384" fmla="*/ 258212 w 325545"/>
                    <a:gd name="connsiteY384" fmla="*/ 208837 h 286473"/>
                    <a:gd name="connsiteX385" fmla="*/ 258816 w 325545"/>
                    <a:gd name="connsiteY385" fmla="*/ 208505 h 286473"/>
                    <a:gd name="connsiteX386" fmla="*/ 258991 w 325545"/>
                    <a:gd name="connsiteY386" fmla="*/ 208369 h 286473"/>
                    <a:gd name="connsiteX387" fmla="*/ 259127 w 325545"/>
                    <a:gd name="connsiteY387" fmla="*/ 208311 h 286473"/>
                    <a:gd name="connsiteX388" fmla="*/ 260121 w 325545"/>
                    <a:gd name="connsiteY388" fmla="*/ 207707 h 286473"/>
                    <a:gd name="connsiteX389" fmla="*/ 260257 w 325545"/>
                    <a:gd name="connsiteY389" fmla="*/ 207668 h 286473"/>
                    <a:gd name="connsiteX390" fmla="*/ 261036 w 325545"/>
                    <a:gd name="connsiteY390" fmla="*/ 207181 h 286473"/>
                    <a:gd name="connsiteX391" fmla="*/ 261172 w 325545"/>
                    <a:gd name="connsiteY391" fmla="*/ 207142 h 286473"/>
                    <a:gd name="connsiteX392" fmla="*/ 261971 w 325545"/>
                    <a:gd name="connsiteY392" fmla="*/ 206655 h 286473"/>
                    <a:gd name="connsiteX393" fmla="*/ 262146 w 325545"/>
                    <a:gd name="connsiteY393" fmla="*/ 206538 h 286473"/>
                    <a:gd name="connsiteX394" fmla="*/ 262283 w 325545"/>
                    <a:gd name="connsiteY394" fmla="*/ 206480 h 286473"/>
                    <a:gd name="connsiteX395" fmla="*/ 262886 w 325545"/>
                    <a:gd name="connsiteY395" fmla="*/ 206149 h 286473"/>
                    <a:gd name="connsiteX396" fmla="*/ 263062 w 325545"/>
                    <a:gd name="connsiteY396" fmla="*/ 206012 h 286473"/>
                    <a:gd name="connsiteX397" fmla="*/ 263198 w 325545"/>
                    <a:gd name="connsiteY397" fmla="*/ 205954 h 286473"/>
                    <a:gd name="connsiteX398" fmla="*/ 264191 w 325545"/>
                    <a:gd name="connsiteY398" fmla="*/ 205350 h 286473"/>
                    <a:gd name="connsiteX399" fmla="*/ 264328 w 325545"/>
                    <a:gd name="connsiteY399" fmla="*/ 205292 h 286473"/>
                    <a:gd name="connsiteX400" fmla="*/ 265107 w 325545"/>
                    <a:gd name="connsiteY400" fmla="*/ 204824 h 286473"/>
                    <a:gd name="connsiteX401" fmla="*/ 265243 w 325545"/>
                    <a:gd name="connsiteY401" fmla="*/ 204766 h 286473"/>
                    <a:gd name="connsiteX402" fmla="*/ 266957 w 325545"/>
                    <a:gd name="connsiteY402" fmla="*/ 203772 h 286473"/>
                    <a:gd name="connsiteX403" fmla="*/ 267133 w 325545"/>
                    <a:gd name="connsiteY403" fmla="*/ 203636 h 286473"/>
                    <a:gd name="connsiteX404" fmla="*/ 267269 w 325545"/>
                    <a:gd name="connsiteY404" fmla="*/ 203597 h 286473"/>
                    <a:gd name="connsiteX405" fmla="*/ 267736 w 325545"/>
                    <a:gd name="connsiteY405" fmla="*/ 203325 h 286473"/>
                    <a:gd name="connsiteX406" fmla="*/ 269178 w 325545"/>
                    <a:gd name="connsiteY406" fmla="*/ 202468 h 286473"/>
                    <a:gd name="connsiteX407" fmla="*/ 269314 w 325545"/>
                    <a:gd name="connsiteY407" fmla="*/ 202409 h 286473"/>
                    <a:gd name="connsiteX408" fmla="*/ 271028 w 325545"/>
                    <a:gd name="connsiteY408" fmla="*/ 201416 h 286473"/>
                    <a:gd name="connsiteX409" fmla="*/ 271203 w 325545"/>
                    <a:gd name="connsiteY409" fmla="*/ 201279 h 286473"/>
                    <a:gd name="connsiteX410" fmla="*/ 271340 w 325545"/>
                    <a:gd name="connsiteY410" fmla="*/ 201221 h 286473"/>
                    <a:gd name="connsiteX411" fmla="*/ 271807 w 325545"/>
                    <a:gd name="connsiteY411" fmla="*/ 200968 h 286473"/>
                    <a:gd name="connsiteX412" fmla="*/ 271982 w 325545"/>
                    <a:gd name="connsiteY412" fmla="*/ 200831 h 286473"/>
                    <a:gd name="connsiteX413" fmla="*/ 273248 w 325545"/>
                    <a:gd name="connsiteY413" fmla="*/ 200091 h 286473"/>
                    <a:gd name="connsiteX414" fmla="*/ 273385 w 325545"/>
                    <a:gd name="connsiteY414" fmla="*/ 200052 h 286473"/>
                    <a:gd name="connsiteX415" fmla="*/ 275079 w 325545"/>
                    <a:gd name="connsiteY415" fmla="*/ 199059 h 286473"/>
                    <a:gd name="connsiteX416" fmla="*/ 275274 w 325545"/>
                    <a:gd name="connsiteY416" fmla="*/ 198923 h 286473"/>
                    <a:gd name="connsiteX417" fmla="*/ 275410 w 325545"/>
                    <a:gd name="connsiteY417" fmla="*/ 198864 h 286473"/>
                    <a:gd name="connsiteX418" fmla="*/ 275878 w 325545"/>
                    <a:gd name="connsiteY418" fmla="*/ 198611 h 286473"/>
                    <a:gd name="connsiteX419" fmla="*/ 276053 w 325545"/>
                    <a:gd name="connsiteY419" fmla="*/ 198475 h 286473"/>
                    <a:gd name="connsiteX420" fmla="*/ 277319 w 325545"/>
                    <a:gd name="connsiteY420" fmla="*/ 197734 h 286473"/>
                    <a:gd name="connsiteX421" fmla="*/ 277456 w 325545"/>
                    <a:gd name="connsiteY421" fmla="*/ 197676 h 286473"/>
                    <a:gd name="connsiteX422" fmla="*/ 279150 w 325545"/>
                    <a:gd name="connsiteY422" fmla="*/ 196683 h 286473"/>
                    <a:gd name="connsiteX423" fmla="*/ 279345 w 325545"/>
                    <a:gd name="connsiteY423" fmla="*/ 196566 h 286473"/>
                    <a:gd name="connsiteX424" fmla="*/ 279481 w 325545"/>
                    <a:gd name="connsiteY424" fmla="*/ 196507 h 286473"/>
                    <a:gd name="connsiteX425" fmla="*/ 279949 w 325545"/>
                    <a:gd name="connsiteY425" fmla="*/ 196235 h 286473"/>
                    <a:gd name="connsiteX426" fmla="*/ 281390 w 325545"/>
                    <a:gd name="connsiteY426" fmla="*/ 195378 h 286473"/>
                    <a:gd name="connsiteX427" fmla="*/ 281526 w 325545"/>
                    <a:gd name="connsiteY427" fmla="*/ 195319 h 286473"/>
                    <a:gd name="connsiteX428" fmla="*/ 283221 w 325545"/>
                    <a:gd name="connsiteY428" fmla="*/ 194326 h 286473"/>
                    <a:gd name="connsiteX429" fmla="*/ 283416 w 325545"/>
                    <a:gd name="connsiteY429" fmla="*/ 194190 h 286473"/>
                    <a:gd name="connsiteX430" fmla="*/ 283552 w 325545"/>
                    <a:gd name="connsiteY430" fmla="*/ 194151 h 286473"/>
                    <a:gd name="connsiteX431" fmla="*/ 284019 w 325545"/>
                    <a:gd name="connsiteY431" fmla="*/ 193878 h 286473"/>
                    <a:gd name="connsiteX432" fmla="*/ 284798 w 325545"/>
                    <a:gd name="connsiteY432" fmla="*/ 193411 h 286473"/>
                    <a:gd name="connsiteX433" fmla="*/ 284993 w 325545"/>
                    <a:gd name="connsiteY433" fmla="*/ 193274 h 286473"/>
                    <a:gd name="connsiteX434" fmla="*/ 285110 w 325545"/>
                    <a:gd name="connsiteY434" fmla="*/ 193216 h 286473"/>
                    <a:gd name="connsiteX435" fmla="*/ 285461 w 325545"/>
                    <a:gd name="connsiteY435" fmla="*/ 193021 h 286473"/>
                    <a:gd name="connsiteX436" fmla="*/ 285597 w 325545"/>
                    <a:gd name="connsiteY436" fmla="*/ 192963 h 286473"/>
                    <a:gd name="connsiteX437" fmla="*/ 287038 w 325545"/>
                    <a:gd name="connsiteY437" fmla="*/ 192086 h 286473"/>
                    <a:gd name="connsiteX438" fmla="*/ 287175 w 325545"/>
                    <a:gd name="connsiteY438" fmla="*/ 192047 h 286473"/>
                    <a:gd name="connsiteX439" fmla="*/ 287486 w 325545"/>
                    <a:gd name="connsiteY439" fmla="*/ 191833 h 286473"/>
                    <a:gd name="connsiteX440" fmla="*/ 287603 w 325545"/>
                    <a:gd name="connsiteY440" fmla="*/ 191774 h 286473"/>
                    <a:gd name="connsiteX441" fmla="*/ 288090 w 325545"/>
                    <a:gd name="connsiteY441" fmla="*/ 191521 h 286473"/>
                    <a:gd name="connsiteX442" fmla="*/ 288266 w 325545"/>
                    <a:gd name="connsiteY442" fmla="*/ 191385 h 286473"/>
                    <a:gd name="connsiteX443" fmla="*/ 288869 w 325545"/>
                    <a:gd name="connsiteY443" fmla="*/ 191034 h 286473"/>
                    <a:gd name="connsiteX444" fmla="*/ 289064 w 325545"/>
                    <a:gd name="connsiteY444" fmla="*/ 190917 h 286473"/>
                    <a:gd name="connsiteX445" fmla="*/ 289181 w 325545"/>
                    <a:gd name="connsiteY445" fmla="*/ 190859 h 286473"/>
                    <a:gd name="connsiteX446" fmla="*/ 289532 w 325545"/>
                    <a:gd name="connsiteY446" fmla="*/ 190645 h 286473"/>
                    <a:gd name="connsiteX447" fmla="*/ 289668 w 325545"/>
                    <a:gd name="connsiteY447" fmla="*/ 190606 h 286473"/>
                    <a:gd name="connsiteX448" fmla="*/ 291109 w 325545"/>
                    <a:gd name="connsiteY448" fmla="*/ 189729 h 286473"/>
                    <a:gd name="connsiteX449" fmla="*/ 291226 w 325545"/>
                    <a:gd name="connsiteY449" fmla="*/ 189671 h 286473"/>
                    <a:gd name="connsiteX450" fmla="*/ 291557 w 325545"/>
                    <a:gd name="connsiteY450" fmla="*/ 189476 h 286473"/>
                    <a:gd name="connsiteX451" fmla="*/ 291674 w 325545"/>
                    <a:gd name="connsiteY451" fmla="*/ 189418 h 286473"/>
                    <a:gd name="connsiteX452" fmla="*/ 292161 w 325545"/>
                    <a:gd name="connsiteY452" fmla="*/ 189145 h 286473"/>
                    <a:gd name="connsiteX453" fmla="*/ 292336 w 325545"/>
                    <a:gd name="connsiteY453" fmla="*/ 189028 h 286473"/>
                    <a:gd name="connsiteX454" fmla="*/ 292940 w 325545"/>
                    <a:gd name="connsiteY454" fmla="*/ 188678 h 286473"/>
                    <a:gd name="connsiteX455" fmla="*/ 293115 w 325545"/>
                    <a:gd name="connsiteY455" fmla="*/ 188541 h 286473"/>
                    <a:gd name="connsiteX456" fmla="*/ 293252 w 325545"/>
                    <a:gd name="connsiteY456" fmla="*/ 188502 h 286473"/>
                    <a:gd name="connsiteX457" fmla="*/ 293602 w 325545"/>
                    <a:gd name="connsiteY457" fmla="*/ 188288 h 286473"/>
                    <a:gd name="connsiteX458" fmla="*/ 293719 w 325545"/>
                    <a:gd name="connsiteY458" fmla="*/ 188230 h 286473"/>
                    <a:gd name="connsiteX459" fmla="*/ 295180 w 325545"/>
                    <a:gd name="connsiteY459" fmla="*/ 187373 h 286473"/>
                    <a:gd name="connsiteX460" fmla="*/ 295297 w 325545"/>
                    <a:gd name="connsiteY460" fmla="*/ 187314 h 286473"/>
                    <a:gd name="connsiteX461" fmla="*/ 295628 w 325545"/>
                    <a:gd name="connsiteY461" fmla="*/ 187100 h 286473"/>
                    <a:gd name="connsiteX462" fmla="*/ 295745 w 325545"/>
                    <a:gd name="connsiteY462" fmla="*/ 187061 h 286473"/>
                    <a:gd name="connsiteX463" fmla="*/ 296232 w 325545"/>
                    <a:gd name="connsiteY463" fmla="*/ 186788 h 286473"/>
                    <a:gd name="connsiteX464" fmla="*/ 297011 w 325545"/>
                    <a:gd name="connsiteY464" fmla="*/ 186321 h 286473"/>
                    <a:gd name="connsiteX465" fmla="*/ 297186 w 325545"/>
                    <a:gd name="connsiteY465" fmla="*/ 186184 h 286473"/>
                    <a:gd name="connsiteX466" fmla="*/ 297322 w 325545"/>
                    <a:gd name="connsiteY466" fmla="*/ 186126 h 286473"/>
                    <a:gd name="connsiteX467" fmla="*/ 297673 w 325545"/>
                    <a:gd name="connsiteY467" fmla="*/ 185931 h 286473"/>
                    <a:gd name="connsiteX468" fmla="*/ 297790 w 325545"/>
                    <a:gd name="connsiteY468" fmla="*/ 185873 h 286473"/>
                    <a:gd name="connsiteX469" fmla="*/ 299251 w 325545"/>
                    <a:gd name="connsiteY469" fmla="*/ 184996 h 286473"/>
                    <a:gd name="connsiteX470" fmla="*/ 299368 w 325545"/>
                    <a:gd name="connsiteY470" fmla="*/ 184957 h 286473"/>
                    <a:gd name="connsiteX471" fmla="*/ 301082 w 325545"/>
                    <a:gd name="connsiteY471" fmla="*/ 183964 h 286473"/>
                    <a:gd name="connsiteX472" fmla="*/ 301257 w 325545"/>
                    <a:gd name="connsiteY472" fmla="*/ 183828 h 286473"/>
                    <a:gd name="connsiteX473" fmla="*/ 301393 w 325545"/>
                    <a:gd name="connsiteY473" fmla="*/ 183769 h 286473"/>
                    <a:gd name="connsiteX474" fmla="*/ 303302 w 325545"/>
                    <a:gd name="connsiteY474" fmla="*/ 182640 h 286473"/>
                    <a:gd name="connsiteX475" fmla="*/ 303438 w 325545"/>
                    <a:gd name="connsiteY475" fmla="*/ 182581 h 286473"/>
                    <a:gd name="connsiteX476" fmla="*/ 305152 w 325545"/>
                    <a:gd name="connsiteY476" fmla="*/ 181588 h 286473"/>
                    <a:gd name="connsiteX477" fmla="*/ 305328 w 325545"/>
                    <a:gd name="connsiteY477" fmla="*/ 181451 h 286473"/>
                    <a:gd name="connsiteX478" fmla="*/ 305464 w 325545"/>
                    <a:gd name="connsiteY478" fmla="*/ 181412 h 286473"/>
                    <a:gd name="connsiteX479" fmla="*/ 307373 w 325545"/>
                    <a:gd name="connsiteY479" fmla="*/ 180283 h 286473"/>
                    <a:gd name="connsiteX480" fmla="*/ 307509 w 325545"/>
                    <a:gd name="connsiteY480" fmla="*/ 180224 h 286473"/>
                    <a:gd name="connsiteX481" fmla="*/ 308425 w 325545"/>
                    <a:gd name="connsiteY481" fmla="*/ 179698 h 286473"/>
                    <a:gd name="connsiteX482" fmla="*/ 308619 w 325545"/>
                    <a:gd name="connsiteY482" fmla="*/ 179562 h 286473"/>
                    <a:gd name="connsiteX483" fmla="*/ 309223 w 325545"/>
                    <a:gd name="connsiteY483" fmla="*/ 179231 h 286473"/>
                    <a:gd name="connsiteX484" fmla="*/ 309398 w 325545"/>
                    <a:gd name="connsiteY484" fmla="*/ 179095 h 286473"/>
                    <a:gd name="connsiteX485" fmla="*/ 309535 w 325545"/>
                    <a:gd name="connsiteY485" fmla="*/ 179036 h 286473"/>
                    <a:gd name="connsiteX486" fmla="*/ 311444 w 325545"/>
                    <a:gd name="connsiteY486" fmla="*/ 177907 h 286473"/>
                    <a:gd name="connsiteX487" fmla="*/ 311580 w 325545"/>
                    <a:gd name="connsiteY487" fmla="*/ 177868 h 286473"/>
                    <a:gd name="connsiteX488" fmla="*/ 312495 w 325545"/>
                    <a:gd name="connsiteY488" fmla="*/ 177342 h 286473"/>
                    <a:gd name="connsiteX489" fmla="*/ 312690 w 325545"/>
                    <a:gd name="connsiteY489" fmla="*/ 177205 h 286473"/>
                    <a:gd name="connsiteX490" fmla="*/ 313294 w 325545"/>
                    <a:gd name="connsiteY490" fmla="*/ 176874 h 286473"/>
                    <a:gd name="connsiteX491" fmla="*/ 313469 w 325545"/>
                    <a:gd name="connsiteY491" fmla="*/ 176738 h 286473"/>
                    <a:gd name="connsiteX492" fmla="*/ 313606 w 325545"/>
                    <a:gd name="connsiteY492" fmla="*/ 176679 h 286473"/>
                    <a:gd name="connsiteX493" fmla="*/ 315514 w 325545"/>
                    <a:gd name="connsiteY493" fmla="*/ 175550 h 286473"/>
                    <a:gd name="connsiteX494" fmla="*/ 315651 w 325545"/>
                    <a:gd name="connsiteY494" fmla="*/ 175491 h 286473"/>
                    <a:gd name="connsiteX495" fmla="*/ 316566 w 325545"/>
                    <a:gd name="connsiteY495" fmla="*/ 174985 h 286473"/>
                    <a:gd name="connsiteX496" fmla="*/ 316761 w 325545"/>
                    <a:gd name="connsiteY496" fmla="*/ 174849 h 286473"/>
                    <a:gd name="connsiteX497" fmla="*/ 317365 w 325545"/>
                    <a:gd name="connsiteY497" fmla="*/ 174498 h 286473"/>
                    <a:gd name="connsiteX498" fmla="*/ 317540 w 325545"/>
                    <a:gd name="connsiteY498" fmla="*/ 174381 h 286473"/>
                    <a:gd name="connsiteX499" fmla="*/ 317676 w 325545"/>
                    <a:gd name="connsiteY499" fmla="*/ 174323 h 286473"/>
                    <a:gd name="connsiteX500" fmla="*/ 318144 w 325545"/>
                    <a:gd name="connsiteY500" fmla="*/ 174050 h 286473"/>
                    <a:gd name="connsiteX501" fmla="*/ 318670 w 325545"/>
                    <a:gd name="connsiteY501" fmla="*/ 173719 h 286473"/>
                    <a:gd name="connsiteX502" fmla="*/ 318806 w 325545"/>
                    <a:gd name="connsiteY502" fmla="*/ 173660 h 286473"/>
                    <a:gd name="connsiteX503" fmla="*/ 319585 w 325545"/>
                    <a:gd name="connsiteY503" fmla="*/ 173193 h 286473"/>
                    <a:gd name="connsiteX504" fmla="*/ 319721 w 325545"/>
                    <a:gd name="connsiteY504" fmla="*/ 173135 h 286473"/>
                    <a:gd name="connsiteX505" fmla="*/ 320501 w 325545"/>
                    <a:gd name="connsiteY505" fmla="*/ 172667 h 286473"/>
                    <a:gd name="connsiteX506" fmla="*/ 320695 w 325545"/>
                    <a:gd name="connsiteY506" fmla="*/ 172531 h 286473"/>
                    <a:gd name="connsiteX507" fmla="*/ 320832 w 325545"/>
                    <a:gd name="connsiteY507" fmla="*/ 172472 h 286473"/>
                    <a:gd name="connsiteX508" fmla="*/ 321436 w 325545"/>
                    <a:gd name="connsiteY508" fmla="*/ 172141 h 286473"/>
                    <a:gd name="connsiteX509" fmla="*/ 321611 w 325545"/>
                    <a:gd name="connsiteY509" fmla="*/ 172005 h 286473"/>
                    <a:gd name="connsiteX510" fmla="*/ 321747 w 325545"/>
                    <a:gd name="connsiteY510" fmla="*/ 171966 h 286473"/>
                    <a:gd name="connsiteX511" fmla="*/ 322740 w 325545"/>
                    <a:gd name="connsiteY511" fmla="*/ 171362 h 286473"/>
                    <a:gd name="connsiteX512" fmla="*/ 322877 w 325545"/>
                    <a:gd name="connsiteY512" fmla="*/ 171304 h 286473"/>
                    <a:gd name="connsiteX513" fmla="*/ 323656 w 325545"/>
                    <a:gd name="connsiteY513" fmla="*/ 170836 h 286473"/>
                    <a:gd name="connsiteX514" fmla="*/ 323792 w 325545"/>
                    <a:gd name="connsiteY514" fmla="*/ 170778 h 286473"/>
                    <a:gd name="connsiteX515" fmla="*/ 324571 w 325545"/>
                    <a:gd name="connsiteY515" fmla="*/ 170310 h 286473"/>
                    <a:gd name="connsiteX516" fmla="*/ 324766 w 325545"/>
                    <a:gd name="connsiteY516" fmla="*/ 170174 h 286473"/>
                    <a:gd name="connsiteX517" fmla="*/ 324883 w 325545"/>
                    <a:gd name="connsiteY517" fmla="*/ 170116 h 286473"/>
                    <a:gd name="connsiteX518" fmla="*/ 325487 w 325545"/>
                    <a:gd name="connsiteY518" fmla="*/ 169784 h 286473"/>
                    <a:gd name="connsiteX519" fmla="*/ 325545 w 325545"/>
                    <a:gd name="connsiteY519" fmla="*/ 169512 h 286473"/>
                    <a:gd name="connsiteX520" fmla="*/ 325487 w 325545"/>
                    <a:gd name="connsiteY520" fmla="*/ 0 h 286473"/>
                    <a:gd name="connsiteX521" fmla="*/ 215615 w 325545"/>
                    <a:gd name="connsiteY521" fmla="*/ 63711 h 28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Lst>
                  <a:rect l="l" t="t" r="r" b="b"/>
                  <a:pathLst>
                    <a:path w="325545" h="286473">
                      <a:moveTo>
                        <a:pt x="215615" y="63711"/>
                      </a:moveTo>
                      <a:lnTo>
                        <a:pt x="215147" y="64061"/>
                      </a:lnTo>
                      <a:lnTo>
                        <a:pt x="107126" y="126720"/>
                      </a:lnTo>
                      <a:lnTo>
                        <a:pt x="106678" y="127071"/>
                      </a:lnTo>
                      <a:lnTo>
                        <a:pt x="78" y="188950"/>
                      </a:lnTo>
                      <a:lnTo>
                        <a:pt x="0" y="286415"/>
                      </a:lnTo>
                      <a:lnTo>
                        <a:pt x="214" y="286474"/>
                      </a:lnTo>
                      <a:lnTo>
                        <a:pt x="351" y="286415"/>
                      </a:lnTo>
                      <a:lnTo>
                        <a:pt x="1130" y="285948"/>
                      </a:lnTo>
                      <a:lnTo>
                        <a:pt x="1266" y="285889"/>
                      </a:lnTo>
                      <a:lnTo>
                        <a:pt x="2181" y="285383"/>
                      </a:lnTo>
                      <a:lnTo>
                        <a:pt x="2961" y="284896"/>
                      </a:lnTo>
                      <a:lnTo>
                        <a:pt x="3155" y="284779"/>
                      </a:lnTo>
                      <a:lnTo>
                        <a:pt x="3272" y="284721"/>
                      </a:lnTo>
                      <a:lnTo>
                        <a:pt x="5200" y="283591"/>
                      </a:lnTo>
                      <a:lnTo>
                        <a:pt x="5337" y="283532"/>
                      </a:lnTo>
                      <a:lnTo>
                        <a:pt x="6252" y="283007"/>
                      </a:lnTo>
                      <a:lnTo>
                        <a:pt x="6428" y="282870"/>
                      </a:lnTo>
                      <a:lnTo>
                        <a:pt x="7031" y="282539"/>
                      </a:lnTo>
                      <a:lnTo>
                        <a:pt x="7226" y="282403"/>
                      </a:lnTo>
                      <a:lnTo>
                        <a:pt x="7343" y="282364"/>
                      </a:lnTo>
                      <a:lnTo>
                        <a:pt x="9271" y="281234"/>
                      </a:lnTo>
                      <a:lnTo>
                        <a:pt x="9408" y="281176"/>
                      </a:lnTo>
                      <a:lnTo>
                        <a:pt x="10323" y="280650"/>
                      </a:lnTo>
                      <a:lnTo>
                        <a:pt x="10498" y="280513"/>
                      </a:lnTo>
                      <a:lnTo>
                        <a:pt x="11102" y="280182"/>
                      </a:lnTo>
                      <a:lnTo>
                        <a:pt x="11297" y="280046"/>
                      </a:lnTo>
                      <a:lnTo>
                        <a:pt x="11414" y="279988"/>
                      </a:lnTo>
                      <a:lnTo>
                        <a:pt x="13342" y="278858"/>
                      </a:lnTo>
                      <a:lnTo>
                        <a:pt x="13459" y="278819"/>
                      </a:lnTo>
                      <a:lnTo>
                        <a:pt x="15173" y="277806"/>
                      </a:lnTo>
                      <a:lnTo>
                        <a:pt x="15368" y="277689"/>
                      </a:lnTo>
                      <a:lnTo>
                        <a:pt x="15485" y="277631"/>
                      </a:lnTo>
                      <a:lnTo>
                        <a:pt x="17413" y="276501"/>
                      </a:lnTo>
                      <a:lnTo>
                        <a:pt x="17530" y="276443"/>
                      </a:lnTo>
                      <a:lnTo>
                        <a:pt x="18465" y="275917"/>
                      </a:lnTo>
                      <a:lnTo>
                        <a:pt x="19244" y="275449"/>
                      </a:lnTo>
                      <a:lnTo>
                        <a:pt x="19419" y="275313"/>
                      </a:lnTo>
                      <a:lnTo>
                        <a:pt x="19555" y="275274"/>
                      </a:lnTo>
                      <a:lnTo>
                        <a:pt x="21484" y="274144"/>
                      </a:lnTo>
                      <a:lnTo>
                        <a:pt x="21600" y="274086"/>
                      </a:lnTo>
                      <a:lnTo>
                        <a:pt x="22574" y="273482"/>
                      </a:lnTo>
                      <a:lnTo>
                        <a:pt x="22711" y="273424"/>
                      </a:lnTo>
                      <a:lnTo>
                        <a:pt x="23314" y="273093"/>
                      </a:lnTo>
                      <a:lnTo>
                        <a:pt x="23490" y="272956"/>
                      </a:lnTo>
                      <a:lnTo>
                        <a:pt x="23626" y="272898"/>
                      </a:lnTo>
                      <a:lnTo>
                        <a:pt x="24619" y="272294"/>
                      </a:lnTo>
                      <a:lnTo>
                        <a:pt x="24756" y="272255"/>
                      </a:lnTo>
                      <a:lnTo>
                        <a:pt x="25554" y="271768"/>
                      </a:lnTo>
                      <a:lnTo>
                        <a:pt x="25671" y="271729"/>
                      </a:lnTo>
                      <a:lnTo>
                        <a:pt x="26645" y="271125"/>
                      </a:lnTo>
                      <a:lnTo>
                        <a:pt x="26781" y="271067"/>
                      </a:lnTo>
                      <a:lnTo>
                        <a:pt x="27385" y="270716"/>
                      </a:lnTo>
                      <a:lnTo>
                        <a:pt x="27561" y="270599"/>
                      </a:lnTo>
                      <a:lnTo>
                        <a:pt x="27697" y="270541"/>
                      </a:lnTo>
                      <a:lnTo>
                        <a:pt x="28164" y="270268"/>
                      </a:lnTo>
                      <a:lnTo>
                        <a:pt x="28690" y="269937"/>
                      </a:lnTo>
                      <a:lnTo>
                        <a:pt x="28827" y="269879"/>
                      </a:lnTo>
                      <a:lnTo>
                        <a:pt x="29606" y="269411"/>
                      </a:lnTo>
                      <a:lnTo>
                        <a:pt x="29742" y="269353"/>
                      </a:lnTo>
                      <a:lnTo>
                        <a:pt x="30716" y="268749"/>
                      </a:lnTo>
                      <a:lnTo>
                        <a:pt x="30852" y="268710"/>
                      </a:lnTo>
                      <a:lnTo>
                        <a:pt x="31456" y="268360"/>
                      </a:lnTo>
                      <a:lnTo>
                        <a:pt x="31631" y="268223"/>
                      </a:lnTo>
                      <a:lnTo>
                        <a:pt x="31768" y="268184"/>
                      </a:lnTo>
                      <a:lnTo>
                        <a:pt x="32761" y="267580"/>
                      </a:lnTo>
                      <a:lnTo>
                        <a:pt x="32897" y="267522"/>
                      </a:lnTo>
                      <a:lnTo>
                        <a:pt x="33676" y="267055"/>
                      </a:lnTo>
                      <a:lnTo>
                        <a:pt x="33813" y="266996"/>
                      </a:lnTo>
                      <a:lnTo>
                        <a:pt x="34787" y="266392"/>
                      </a:lnTo>
                      <a:lnTo>
                        <a:pt x="34923" y="266334"/>
                      </a:lnTo>
                      <a:lnTo>
                        <a:pt x="35527" y="266003"/>
                      </a:lnTo>
                      <a:lnTo>
                        <a:pt x="35702" y="265866"/>
                      </a:lnTo>
                      <a:lnTo>
                        <a:pt x="35838" y="265808"/>
                      </a:lnTo>
                      <a:lnTo>
                        <a:pt x="36832" y="265204"/>
                      </a:lnTo>
                      <a:lnTo>
                        <a:pt x="36968" y="265165"/>
                      </a:lnTo>
                      <a:lnTo>
                        <a:pt x="37747" y="264678"/>
                      </a:lnTo>
                      <a:lnTo>
                        <a:pt x="37884" y="264639"/>
                      </a:lnTo>
                      <a:lnTo>
                        <a:pt x="39598" y="263627"/>
                      </a:lnTo>
                      <a:lnTo>
                        <a:pt x="39773" y="263510"/>
                      </a:lnTo>
                      <a:lnTo>
                        <a:pt x="39909" y="263451"/>
                      </a:lnTo>
                      <a:lnTo>
                        <a:pt x="40377" y="263198"/>
                      </a:lnTo>
                      <a:lnTo>
                        <a:pt x="43668" y="261270"/>
                      </a:lnTo>
                      <a:lnTo>
                        <a:pt x="43844" y="261133"/>
                      </a:lnTo>
                      <a:lnTo>
                        <a:pt x="43980" y="261094"/>
                      </a:lnTo>
                      <a:lnTo>
                        <a:pt x="44447" y="260822"/>
                      </a:lnTo>
                      <a:lnTo>
                        <a:pt x="45889" y="259965"/>
                      </a:lnTo>
                      <a:lnTo>
                        <a:pt x="46025" y="259906"/>
                      </a:lnTo>
                      <a:lnTo>
                        <a:pt x="47739" y="258913"/>
                      </a:lnTo>
                      <a:lnTo>
                        <a:pt x="47914" y="258777"/>
                      </a:lnTo>
                      <a:lnTo>
                        <a:pt x="48051" y="258718"/>
                      </a:lnTo>
                      <a:lnTo>
                        <a:pt x="48518" y="258465"/>
                      </a:lnTo>
                      <a:lnTo>
                        <a:pt x="49960" y="257589"/>
                      </a:lnTo>
                      <a:lnTo>
                        <a:pt x="50096" y="257550"/>
                      </a:lnTo>
                      <a:lnTo>
                        <a:pt x="51790" y="256556"/>
                      </a:lnTo>
                      <a:lnTo>
                        <a:pt x="51985" y="256420"/>
                      </a:lnTo>
                      <a:lnTo>
                        <a:pt x="52122" y="256361"/>
                      </a:lnTo>
                      <a:lnTo>
                        <a:pt x="52589" y="256108"/>
                      </a:lnTo>
                      <a:lnTo>
                        <a:pt x="52764" y="255972"/>
                      </a:lnTo>
                      <a:lnTo>
                        <a:pt x="54030" y="255232"/>
                      </a:lnTo>
                      <a:lnTo>
                        <a:pt x="54167" y="255173"/>
                      </a:lnTo>
                      <a:lnTo>
                        <a:pt x="55861" y="254180"/>
                      </a:lnTo>
                      <a:lnTo>
                        <a:pt x="56056" y="254044"/>
                      </a:lnTo>
                      <a:lnTo>
                        <a:pt x="56192" y="254005"/>
                      </a:lnTo>
                      <a:lnTo>
                        <a:pt x="56660" y="253732"/>
                      </a:lnTo>
                      <a:lnTo>
                        <a:pt x="56835" y="253615"/>
                      </a:lnTo>
                      <a:lnTo>
                        <a:pt x="58101" y="252875"/>
                      </a:lnTo>
                      <a:lnTo>
                        <a:pt x="58237" y="252817"/>
                      </a:lnTo>
                      <a:lnTo>
                        <a:pt x="59679" y="251960"/>
                      </a:lnTo>
                      <a:lnTo>
                        <a:pt x="59815" y="251901"/>
                      </a:lnTo>
                      <a:lnTo>
                        <a:pt x="60127" y="251687"/>
                      </a:lnTo>
                      <a:lnTo>
                        <a:pt x="60244" y="251628"/>
                      </a:lnTo>
                      <a:lnTo>
                        <a:pt x="60731" y="251375"/>
                      </a:lnTo>
                      <a:lnTo>
                        <a:pt x="60906" y="251239"/>
                      </a:lnTo>
                      <a:lnTo>
                        <a:pt x="61510" y="250908"/>
                      </a:lnTo>
                      <a:lnTo>
                        <a:pt x="61704" y="250771"/>
                      </a:lnTo>
                      <a:lnTo>
                        <a:pt x="61821" y="250713"/>
                      </a:lnTo>
                      <a:lnTo>
                        <a:pt x="62172" y="250499"/>
                      </a:lnTo>
                      <a:lnTo>
                        <a:pt x="62308" y="250460"/>
                      </a:lnTo>
                      <a:lnTo>
                        <a:pt x="63750" y="249583"/>
                      </a:lnTo>
                      <a:lnTo>
                        <a:pt x="63866" y="249544"/>
                      </a:lnTo>
                      <a:lnTo>
                        <a:pt x="64198" y="249330"/>
                      </a:lnTo>
                      <a:lnTo>
                        <a:pt x="64314" y="249272"/>
                      </a:lnTo>
                      <a:lnTo>
                        <a:pt x="64801" y="249018"/>
                      </a:lnTo>
                      <a:lnTo>
                        <a:pt x="64977" y="248882"/>
                      </a:lnTo>
                      <a:lnTo>
                        <a:pt x="65580" y="248532"/>
                      </a:lnTo>
                      <a:lnTo>
                        <a:pt x="65775" y="248415"/>
                      </a:lnTo>
                      <a:lnTo>
                        <a:pt x="65892" y="248356"/>
                      </a:lnTo>
                      <a:lnTo>
                        <a:pt x="66243" y="248142"/>
                      </a:lnTo>
                      <a:lnTo>
                        <a:pt x="66379" y="248084"/>
                      </a:lnTo>
                      <a:lnTo>
                        <a:pt x="67820" y="247227"/>
                      </a:lnTo>
                      <a:lnTo>
                        <a:pt x="67937" y="247168"/>
                      </a:lnTo>
                      <a:lnTo>
                        <a:pt x="68268" y="246973"/>
                      </a:lnTo>
                      <a:lnTo>
                        <a:pt x="68385" y="246915"/>
                      </a:lnTo>
                      <a:lnTo>
                        <a:pt x="68872" y="246642"/>
                      </a:lnTo>
                      <a:lnTo>
                        <a:pt x="69047" y="246525"/>
                      </a:lnTo>
                      <a:lnTo>
                        <a:pt x="69651" y="246175"/>
                      </a:lnTo>
                      <a:lnTo>
                        <a:pt x="69826" y="246038"/>
                      </a:lnTo>
                      <a:lnTo>
                        <a:pt x="69963" y="245999"/>
                      </a:lnTo>
                      <a:lnTo>
                        <a:pt x="70313" y="245785"/>
                      </a:lnTo>
                      <a:lnTo>
                        <a:pt x="70430" y="245727"/>
                      </a:lnTo>
                      <a:lnTo>
                        <a:pt x="71891" y="244870"/>
                      </a:lnTo>
                      <a:lnTo>
                        <a:pt x="72008" y="244811"/>
                      </a:lnTo>
                      <a:lnTo>
                        <a:pt x="72339" y="244597"/>
                      </a:lnTo>
                      <a:lnTo>
                        <a:pt x="72456" y="244558"/>
                      </a:lnTo>
                      <a:lnTo>
                        <a:pt x="72943" y="244285"/>
                      </a:lnTo>
                      <a:lnTo>
                        <a:pt x="73118" y="244149"/>
                      </a:lnTo>
                      <a:lnTo>
                        <a:pt x="73722" y="243818"/>
                      </a:lnTo>
                      <a:lnTo>
                        <a:pt x="73897" y="243682"/>
                      </a:lnTo>
                      <a:lnTo>
                        <a:pt x="74034" y="243623"/>
                      </a:lnTo>
                      <a:lnTo>
                        <a:pt x="74384" y="243428"/>
                      </a:lnTo>
                      <a:lnTo>
                        <a:pt x="74501" y="243370"/>
                      </a:lnTo>
                      <a:lnTo>
                        <a:pt x="75962" y="242494"/>
                      </a:lnTo>
                      <a:lnTo>
                        <a:pt x="76079" y="242455"/>
                      </a:lnTo>
                      <a:lnTo>
                        <a:pt x="77793" y="241442"/>
                      </a:lnTo>
                      <a:lnTo>
                        <a:pt x="77968" y="241325"/>
                      </a:lnTo>
                      <a:lnTo>
                        <a:pt x="78104" y="241266"/>
                      </a:lnTo>
                      <a:lnTo>
                        <a:pt x="80013" y="240137"/>
                      </a:lnTo>
                      <a:lnTo>
                        <a:pt x="80149" y="240078"/>
                      </a:lnTo>
                      <a:lnTo>
                        <a:pt x="81863" y="239085"/>
                      </a:lnTo>
                      <a:lnTo>
                        <a:pt x="82039" y="238949"/>
                      </a:lnTo>
                      <a:lnTo>
                        <a:pt x="82175" y="238910"/>
                      </a:lnTo>
                      <a:lnTo>
                        <a:pt x="84084" y="237780"/>
                      </a:lnTo>
                      <a:lnTo>
                        <a:pt x="84220" y="237722"/>
                      </a:lnTo>
                      <a:lnTo>
                        <a:pt x="85136" y="237196"/>
                      </a:lnTo>
                      <a:lnTo>
                        <a:pt x="85330" y="237059"/>
                      </a:lnTo>
                      <a:lnTo>
                        <a:pt x="85934" y="236728"/>
                      </a:lnTo>
                      <a:lnTo>
                        <a:pt x="86110" y="236592"/>
                      </a:lnTo>
                      <a:lnTo>
                        <a:pt x="86246" y="236533"/>
                      </a:lnTo>
                      <a:lnTo>
                        <a:pt x="88155" y="235404"/>
                      </a:lnTo>
                      <a:lnTo>
                        <a:pt x="88291" y="235365"/>
                      </a:lnTo>
                      <a:lnTo>
                        <a:pt x="89206" y="234839"/>
                      </a:lnTo>
                      <a:lnTo>
                        <a:pt x="89401" y="234703"/>
                      </a:lnTo>
                      <a:lnTo>
                        <a:pt x="90005" y="234371"/>
                      </a:lnTo>
                      <a:lnTo>
                        <a:pt x="90180" y="234235"/>
                      </a:lnTo>
                      <a:lnTo>
                        <a:pt x="90317" y="234177"/>
                      </a:lnTo>
                      <a:lnTo>
                        <a:pt x="92225" y="233047"/>
                      </a:lnTo>
                      <a:lnTo>
                        <a:pt x="92362" y="232989"/>
                      </a:lnTo>
                      <a:lnTo>
                        <a:pt x="93277" y="232463"/>
                      </a:lnTo>
                      <a:lnTo>
                        <a:pt x="94076" y="231995"/>
                      </a:lnTo>
                      <a:lnTo>
                        <a:pt x="94251" y="231859"/>
                      </a:lnTo>
                      <a:lnTo>
                        <a:pt x="94387" y="231820"/>
                      </a:lnTo>
                      <a:lnTo>
                        <a:pt x="95381" y="231216"/>
                      </a:lnTo>
                      <a:lnTo>
                        <a:pt x="95517" y="231158"/>
                      </a:lnTo>
                      <a:lnTo>
                        <a:pt x="96296" y="230690"/>
                      </a:lnTo>
                      <a:lnTo>
                        <a:pt x="96433" y="230632"/>
                      </a:lnTo>
                      <a:lnTo>
                        <a:pt x="97406" y="230028"/>
                      </a:lnTo>
                      <a:lnTo>
                        <a:pt x="97543" y="229970"/>
                      </a:lnTo>
                      <a:lnTo>
                        <a:pt x="98147" y="229638"/>
                      </a:lnTo>
                      <a:lnTo>
                        <a:pt x="98322" y="229502"/>
                      </a:lnTo>
                      <a:lnTo>
                        <a:pt x="98458" y="229444"/>
                      </a:lnTo>
                      <a:lnTo>
                        <a:pt x="98926" y="229190"/>
                      </a:lnTo>
                      <a:lnTo>
                        <a:pt x="99452" y="228840"/>
                      </a:lnTo>
                      <a:lnTo>
                        <a:pt x="99588" y="228801"/>
                      </a:lnTo>
                      <a:lnTo>
                        <a:pt x="100367" y="228314"/>
                      </a:lnTo>
                      <a:lnTo>
                        <a:pt x="100503" y="228275"/>
                      </a:lnTo>
                      <a:lnTo>
                        <a:pt x="101477" y="227671"/>
                      </a:lnTo>
                      <a:lnTo>
                        <a:pt x="101594" y="227613"/>
                      </a:lnTo>
                      <a:lnTo>
                        <a:pt x="101730" y="227535"/>
                      </a:lnTo>
                      <a:lnTo>
                        <a:pt x="163961" y="263588"/>
                      </a:lnTo>
                      <a:lnTo>
                        <a:pt x="165870" y="262458"/>
                      </a:lnTo>
                      <a:lnTo>
                        <a:pt x="166006" y="262399"/>
                      </a:lnTo>
                      <a:lnTo>
                        <a:pt x="166921" y="261874"/>
                      </a:lnTo>
                      <a:lnTo>
                        <a:pt x="167700" y="261406"/>
                      </a:lnTo>
                      <a:lnTo>
                        <a:pt x="167895" y="261270"/>
                      </a:lnTo>
                      <a:lnTo>
                        <a:pt x="168032" y="261211"/>
                      </a:lnTo>
                      <a:lnTo>
                        <a:pt x="169940" y="260082"/>
                      </a:lnTo>
                      <a:lnTo>
                        <a:pt x="170077" y="260043"/>
                      </a:lnTo>
                      <a:lnTo>
                        <a:pt x="170992" y="259517"/>
                      </a:lnTo>
                      <a:lnTo>
                        <a:pt x="171167" y="259380"/>
                      </a:lnTo>
                      <a:lnTo>
                        <a:pt x="171771" y="259049"/>
                      </a:lnTo>
                      <a:lnTo>
                        <a:pt x="171966" y="258913"/>
                      </a:lnTo>
                      <a:lnTo>
                        <a:pt x="172102" y="258855"/>
                      </a:lnTo>
                      <a:lnTo>
                        <a:pt x="174011" y="257725"/>
                      </a:lnTo>
                      <a:lnTo>
                        <a:pt x="174147" y="257666"/>
                      </a:lnTo>
                      <a:lnTo>
                        <a:pt x="174926" y="257199"/>
                      </a:lnTo>
                      <a:lnTo>
                        <a:pt x="175121" y="257063"/>
                      </a:lnTo>
                      <a:lnTo>
                        <a:pt x="175238" y="257024"/>
                      </a:lnTo>
                      <a:lnTo>
                        <a:pt x="175842" y="256673"/>
                      </a:lnTo>
                      <a:lnTo>
                        <a:pt x="176037" y="256556"/>
                      </a:lnTo>
                      <a:lnTo>
                        <a:pt x="176173" y="256498"/>
                      </a:lnTo>
                      <a:lnTo>
                        <a:pt x="177166" y="255894"/>
                      </a:lnTo>
                      <a:lnTo>
                        <a:pt x="177283" y="255836"/>
                      </a:lnTo>
                      <a:lnTo>
                        <a:pt x="178082" y="255368"/>
                      </a:lnTo>
                      <a:lnTo>
                        <a:pt x="178218" y="255310"/>
                      </a:lnTo>
                      <a:lnTo>
                        <a:pt x="179192" y="254706"/>
                      </a:lnTo>
                      <a:lnTo>
                        <a:pt x="179309" y="254647"/>
                      </a:lnTo>
                      <a:lnTo>
                        <a:pt x="179913" y="254316"/>
                      </a:lnTo>
                      <a:lnTo>
                        <a:pt x="180107" y="254180"/>
                      </a:lnTo>
                      <a:lnTo>
                        <a:pt x="180224" y="254122"/>
                      </a:lnTo>
                      <a:lnTo>
                        <a:pt x="181237" y="253518"/>
                      </a:lnTo>
                      <a:lnTo>
                        <a:pt x="181354" y="253479"/>
                      </a:lnTo>
                      <a:lnTo>
                        <a:pt x="182153" y="253011"/>
                      </a:lnTo>
                      <a:lnTo>
                        <a:pt x="182289" y="252953"/>
                      </a:lnTo>
                      <a:lnTo>
                        <a:pt x="183243" y="252349"/>
                      </a:lnTo>
                      <a:lnTo>
                        <a:pt x="183380" y="252291"/>
                      </a:lnTo>
                      <a:lnTo>
                        <a:pt x="183984" y="251960"/>
                      </a:lnTo>
                      <a:lnTo>
                        <a:pt x="184178" y="251823"/>
                      </a:lnTo>
                      <a:lnTo>
                        <a:pt x="184295" y="251765"/>
                      </a:lnTo>
                      <a:lnTo>
                        <a:pt x="184782" y="251512"/>
                      </a:lnTo>
                      <a:lnTo>
                        <a:pt x="185308" y="251161"/>
                      </a:lnTo>
                      <a:lnTo>
                        <a:pt x="185425" y="251103"/>
                      </a:lnTo>
                      <a:lnTo>
                        <a:pt x="186223" y="250635"/>
                      </a:lnTo>
                      <a:lnTo>
                        <a:pt x="186360" y="250596"/>
                      </a:lnTo>
                      <a:lnTo>
                        <a:pt x="187314" y="249992"/>
                      </a:lnTo>
                      <a:lnTo>
                        <a:pt x="187450" y="249934"/>
                      </a:lnTo>
                      <a:lnTo>
                        <a:pt x="188054" y="249583"/>
                      </a:lnTo>
                      <a:lnTo>
                        <a:pt x="188249" y="249466"/>
                      </a:lnTo>
                      <a:lnTo>
                        <a:pt x="188366" y="249408"/>
                      </a:lnTo>
                      <a:lnTo>
                        <a:pt x="188853" y="249135"/>
                      </a:lnTo>
                      <a:lnTo>
                        <a:pt x="189379" y="248804"/>
                      </a:lnTo>
                      <a:lnTo>
                        <a:pt x="189496" y="248746"/>
                      </a:lnTo>
                      <a:lnTo>
                        <a:pt x="190294" y="248278"/>
                      </a:lnTo>
                      <a:lnTo>
                        <a:pt x="190411" y="248220"/>
                      </a:lnTo>
                      <a:lnTo>
                        <a:pt x="192125" y="247227"/>
                      </a:lnTo>
                      <a:lnTo>
                        <a:pt x="192320" y="247090"/>
                      </a:lnTo>
                      <a:lnTo>
                        <a:pt x="192437" y="247051"/>
                      </a:lnTo>
                      <a:lnTo>
                        <a:pt x="192904" y="246779"/>
                      </a:lnTo>
                      <a:lnTo>
                        <a:pt x="194365" y="245922"/>
                      </a:lnTo>
                      <a:lnTo>
                        <a:pt x="194482" y="245863"/>
                      </a:lnTo>
                      <a:lnTo>
                        <a:pt x="196196" y="244870"/>
                      </a:lnTo>
                      <a:lnTo>
                        <a:pt x="196371" y="244733"/>
                      </a:lnTo>
                      <a:lnTo>
                        <a:pt x="196507" y="244675"/>
                      </a:lnTo>
                      <a:lnTo>
                        <a:pt x="196975" y="244422"/>
                      </a:lnTo>
                      <a:lnTo>
                        <a:pt x="197170" y="244285"/>
                      </a:lnTo>
                      <a:lnTo>
                        <a:pt x="198436" y="243545"/>
                      </a:lnTo>
                      <a:lnTo>
                        <a:pt x="198553" y="243506"/>
                      </a:lnTo>
                      <a:lnTo>
                        <a:pt x="200267" y="242494"/>
                      </a:lnTo>
                      <a:lnTo>
                        <a:pt x="200442" y="242377"/>
                      </a:lnTo>
                      <a:lnTo>
                        <a:pt x="200578" y="242318"/>
                      </a:lnTo>
                      <a:lnTo>
                        <a:pt x="201046" y="242046"/>
                      </a:lnTo>
                      <a:lnTo>
                        <a:pt x="201240" y="241929"/>
                      </a:lnTo>
                      <a:lnTo>
                        <a:pt x="202487" y="241189"/>
                      </a:lnTo>
                      <a:lnTo>
                        <a:pt x="202623" y="241130"/>
                      </a:lnTo>
                      <a:lnTo>
                        <a:pt x="204337" y="240137"/>
                      </a:lnTo>
                      <a:lnTo>
                        <a:pt x="204513" y="240000"/>
                      </a:lnTo>
                      <a:lnTo>
                        <a:pt x="204649" y="239961"/>
                      </a:lnTo>
                      <a:lnTo>
                        <a:pt x="205116" y="239689"/>
                      </a:lnTo>
                      <a:lnTo>
                        <a:pt x="205311" y="239552"/>
                      </a:lnTo>
                      <a:lnTo>
                        <a:pt x="206558" y="238832"/>
                      </a:lnTo>
                      <a:lnTo>
                        <a:pt x="206694" y="238773"/>
                      </a:lnTo>
                      <a:lnTo>
                        <a:pt x="208408" y="237780"/>
                      </a:lnTo>
                      <a:lnTo>
                        <a:pt x="208583" y="237644"/>
                      </a:lnTo>
                      <a:lnTo>
                        <a:pt x="208720" y="237585"/>
                      </a:lnTo>
                      <a:lnTo>
                        <a:pt x="209187" y="237332"/>
                      </a:lnTo>
                      <a:lnTo>
                        <a:pt x="209986" y="236865"/>
                      </a:lnTo>
                      <a:lnTo>
                        <a:pt x="210161" y="236728"/>
                      </a:lnTo>
                      <a:lnTo>
                        <a:pt x="210297" y="236670"/>
                      </a:lnTo>
                      <a:lnTo>
                        <a:pt x="210629" y="236456"/>
                      </a:lnTo>
                      <a:lnTo>
                        <a:pt x="210765" y="236417"/>
                      </a:lnTo>
                      <a:lnTo>
                        <a:pt x="212206" y="235540"/>
                      </a:lnTo>
                      <a:lnTo>
                        <a:pt x="212343" y="235482"/>
                      </a:lnTo>
                      <a:lnTo>
                        <a:pt x="212654" y="235287"/>
                      </a:lnTo>
                      <a:lnTo>
                        <a:pt x="212791" y="235228"/>
                      </a:lnTo>
                      <a:lnTo>
                        <a:pt x="213258" y="234975"/>
                      </a:lnTo>
                      <a:lnTo>
                        <a:pt x="213453" y="234839"/>
                      </a:lnTo>
                      <a:lnTo>
                        <a:pt x="214057" y="234488"/>
                      </a:lnTo>
                      <a:lnTo>
                        <a:pt x="214232" y="234371"/>
                      </a:lnTo>
                      <a:lnTo>
                        <a:pt x="214368" y="234313"/>
                      </a:lnTo>
                      <a:lnTo>
                        <a:pt x="214699" y="234099"/>
                      </a:lnTo>
                      <a:lnTo>
                        <a:pt x="214836" y="234040"/>
                      </a:lnTo>
                      <a:lnTo>
                        <a:pt x="215673" y="233514"/>
                      </a:lnTo>
                      <a:lnTo>
                        <a:pt x="216725" y="232911"/>
                      </a:lnTo>
                      <a:lnTo>
                        <a:pt x="216861" y="232872"/>
                      </a:lnTo>
                      <a:lnTo>
                        <a:pt x="217329" y="232599"/>
                      </a:lnTo>
                      <a:lnTo>
                        <a:pt x="217504" y="232463"/>
                      </a:lnTo>
                      <a:lnTo>
                        <a:pt x="218770" y="231742"/>
                      </a:lnTo>
                      <a:lnTo>
                        <a:pt x="218906" y="231684"/>
                      </a:lnTo>
                      <a:lnTo>
                        <a:pt x="220348" y="230827"/>
                      </a:lnTo>
                      <a:lnTo>
                        <a:pt x="220484" y="230768"/>
                      </a:lnTo>
                      <a:lnTo>
                        <a:pt x="220796" y="230554"/>
                      </a:lnTo>
                      <a:lnTo>
                        <a:pt x="220932" y="230495"/>
                      </a:lnTo>
                      <a:lnTo>
                        <a:pt x="221400" y="230242"/>
                      </a:lnTo>
                      <a:lnTo>
                        <a:pt x="221575" y="230106"/>
                      </a:lnTo>
                      <a:lnTo>
                        <a:pt x="222179" y="229775"/>
                      </a:lnTo>
                      <a:lnTo>
                        <a:pt x="222373" y="229638"/>
                      </a:lnTo>
                      <a:lnTo>
                        <a:pt x="222510" y="229580"/>
                      </a:lnTo>
                      <a:lnTo>
                        <a:pt x="222841" y="229366"/>
                      </a:lnTo>
                      <a:lnTo>
                        <a:pt x="222977" y="229327"/>
                      </a:lnTo>
                      <a:lnTo>
                        <a:pt x="224419" y="228450"/>
                      </a:lnTo>
                      <a:lnTo>
                        <a:pt x="224555" y="228411"/>
                      </a:lnTo>
                      <a:lnTo>
                        <a:pt x="224867" y="228197"/>
                      </a:lnTo>
                      <a:lnTo>
                        <a:pt x="225003" y="228139"/>
                      </a:lnTo>
                      <a:lnTo>
                        <a:pt x="225470" y="227886"/>
                      </a:lnTo>
                      <a:lnTo>
                        <a:pt x="225646" y="227749"/>
                      </a:lnTo>
                      <a:lnTo>
                        <a:pt x="226249" y="227399"/>
                      </a:lnTo>
                      <a:lnTo>
                        <a:pt x="226444" y="227282"/>
                      </a:lnTo>
                      <a:lnTo>
                        <a:pt x="226581" y="227223"/>
                      </a:lnTo>
                      <a:lnTo>
                        <a:pt x="226912" y="227009"/>
                      </a:lnTo>
                      <a:lnTo>
                        <a:pt x="227048" y="226951"/>
                      </a:lnTo>
                      <a:lnTo>
                        <a:pt x="228489" y="226094"/>
                      </a:lnTo>
                      <a:lnTo>
                        <a:pt x="228626" y="226035"/>
                      </a:lnTo>
                      <a:lnTo>
                        <a:pt x="229541" y="225509"/>
                      </a:lnTo>
                      <a:lnTo>
                        <a:pt x="230320" y="225042"/>
                      </a:lnTo>
                      <a:lnTo>
                        <a:pt x="230515" y="224905"/>
                      </a:lnTo>
                      <a:lnTo>
                        <a:pt x="230632" y="224867"/>
                      </a:lnTo>
                      <a:lnTo>
                        <a:pt x="232560" y="223737"/>
                      </a:lnTo>
                      <a:lnTo>
                        <a:pt x="232696" y="223678"/>
                      </a:lnTo>
                      <a:lnTo>
                        <a:pt x="233612" y="223152"/>
                      </a:lnTo>
                      <a:lnTo>
                        <a:pt x="233787" y="223016"/>
                      </a:lnTo>
                      <a:lnTo>
                        <a:pt x="234391" y="222685"/>
                      </a:lnTo>
                      <a:lnTo>
                        <a:pt x="234586" y="222549"/>
                      </a:lnTo>
                      <a:lnTo>
                        <a:pt x="234703" y="222490"/>
                      </a:lnTo>
                      <a:lnTo>
                        <a:pt x="236631" y="221361"/>
                      </a:lnTo>
                      <a:lnTo>
                        <a:pt x="236767" y="221322"/>
                      </a:lnTo>
                      <a:lnTo>
                        <a:pt x="237683" y="220796"/>
                      </a:lnTo>
                      <a:lnTo>
                        <a:pt x="238462" y="220309"/>
                      </a:lnTo>
                      <a:lnTo>
                        <a:pt x="238657" y="220192"/>
                      </a:lnTo>
                      <a:lnTo>
                        <a:pt x="238773" y="220133"/>
                      </a:lnTo>
                      <a:lnTo>
                        <a:pt x="240702" y="219004"/>
                      </a:lnTo>
                      <a:lnTo>
                        <a:pt x="240819" y="218945"/>
                      </a:lnTo>
                      <a:lnTo>
                        <a:pt x="241753" y="218419"/>
                      </a:lnTo>
                      <a:lnTo>
                        <a:pt x="242533" y="217952"/>
                      </a:lnTo>
                      <a:lnTo>
                        <a:pt x="242708" y="217816"/>
                      </a:lnTo>
                      <a:lnTo>
                        <a:pt x="242844" y="217777"/>
                      </a:lnTo>
                      <a:lnTo>
                        <a:pt x="244772" y="216647"/>
                      </a:lnTo>
                      <a:lnTo>
                        <a:pt x="244889" y="216589"/>
                      </a:lnTo>
                      <a:lnTo>
                        <a:pt x="245824" y="216063"/>
                      </a:lnTo>
                      <a:lnTo>
                        <a:pt x="246000" y="215926"/>
                      </a:lnTo>
                      <a:lnTo>
                        <a:pt x="246603" y="215595"/>
                      </a:lnTo>
                      <a:lnTo>
                        <a:pt x="246779" y="215459"/>
                      </a:lnTo>
                      <a:lnTo>
                        <a:pt x="246915" y="215400"/>
                      </a:lnTo>
                      <a:lnTo>
                        <a:pt x="248843" y="214271"/>
                      </a:lnTo>
                      <a:lnTo>
                        <a:pt x="248960" y="214232"/>
                      </a:lnTo>
                      <a:lnTo>
                        <a:pt x="249934" y="213628"/>
                      </a:lnTo>
                      <a:lnTo>
                        <a:pt x="250070" y="213570"/>
                      </a:lnTo>
                      <a:lnTo>
                        <a:pt x="250674" y="213219"/>
                      </a:lnTo>
                      <a:lnTo>
                        <a:pt x="250849" y="213102"/>
                      </a:lnTo>
                      <a:lnTo>
                        <a:pt x="250986" y="213044"/>
                      </a:lnTo>
                      <a:lnTo>
                        <a:pt x="251453" y="212791"/>
                      </a:lnTo>
                      <a:lnTo>
                        <a:pt x="251979" y="212440"/>
                      </a:lnTo>
                      <a:lnTo>
                        <a:pt x="252115" y="212381"/>
                      </a:lnTo>
                      <a:lnTo>
                        <a:pt x="252895" y="211914"/>
                      </a:lnTo>
                      <a:lnTo>
                        <a:pt x="253031" y="211856"/>
                      </a:lnTo>
                      <a:lnTo>
                        <a:pt x="254005" y="211252"/>
                      </a:lnTo>
                      <a:lnTo>
                        <a:pt x="254141" y="211213"/>
                      </a:lnTo>
                      <a:lnTo>
                        <a:pt x="254745" y="210862"/>
                      </a:lnTo>
                      <a:lnTo>
                        <a:pt x="254920" y="210726"/>
                      </a:lnTo>
                      <a:lnTo>
                        <a:pt x="255057" y="210687"/>
                      </a:lnTo>
                      <a:lnTo>
                        <a:pt x="256050" y="210083"/>
                      </a:lnTo>
                      <a:lnTo>
                        <a:pt x="256186" y="210025"/>
                      </a:lnTo>
                      <a:lnTo>
                        <a:pt x="256965" y="209557"/>
                      </a:lnTo>
                      <a:lnTo>
                        <a:pt x="257102" y="209499"/>
                      </a:lnTo>
                      <a:lnTo>
                        <a:pt x="258076" y="208895"/>
                      </a:lnTo>
                      <a:lnTo>
                        <a:pt x="258212" y="208837"/>
                      </a:lnTo>
                      <a:lnTo>
                        <a:pt x="258816" y="208505"/>
                      </a:lnTo>
                      <a:lnTo>
                        <a:pt x="258991" y="208369"/>
                      </a:lnTo>
                      <a:lnTo>
                        <a:pt x="259127" y="208311"/>
                      </a:lnTo>
                      <a:lnTo>
                        <a:pt x="260121" y="207707"/>
                      </a:lnTo>
                      <a:lnTo>
                        <a:pt x="260257" y="207668"/>
                      </a:lnTo>
                      <a:lnTo>
                        <a:pt x="261036" y="207181"/>
                      </a:lnTo>
                      <a:lnTo>
                        <a:pt x="261172" y="207142"/>
                      </a:lnTo>
                      <a:lnTo>
                        <a:pt x="261971" y="206655"/>
                      </a:lnTo>
                      <a:lnTo>
                        <a:pt x="262146" y="206538"/>
                      </a:lnTo>
                      <a:lnTo>
                        <a:pt x="262283" y="206480"/>
                      </a:lnTo>
                      <a:lnTo>
                        <a:pt x="262886" y="206149"/>
                      </a:lnTo>
                      <a:lnTo>
                        <a:pt x="263062" y="206012"/>
                      </a:lnTo>
                      <a:lnTo>
                        <a:pt x="263198" y="205954"/>
                      </a:lnTo>
                      <a:lnTo>
                        <a:pt x="264191" y="205350"/>
                      </a:lnTo>
                      <a:lnTo>
                        <a:pt x="264328" y="205292"/>
                      </a:lnTo>
                      <a:lnTo>
                        <a:pt x="265107" y="204824"/>
                      </a:lnTo>
                      <a:lnTo>
                        <a:pt x="265243" y="204766"/>
                      </a:lnTo>
                      <a:lnTo>
                        <a:pt x="266957" y="203772"/>
                      </a:lnTo>
                      <a:lnTo>
                        <a:pt x="267133" y="203636"/>
                      </a:lnTo>
                      <a:lnTo>
                        <a:pt x="267269" y="203597"/>
                      </a:lnTo>
                      <a:lnTo>
                        <a:pt x="267736" y="203325"/>
                      </a:lnTo>
                      <a:lnTo>
                        <a:pt x="269178" y="202468"/>
                      </a:lnTo>
                      <a:lnTo>
                        <a:pt x="269314" y="202409"/>
                      </a:lnTo>
                      <a:lnTo>
                        <a:pt x="271028" y="201416"/>
                      </a:lnTo>
                      <a:lnTo>
                        <a:pt x="271203" y="201279"/>
                      </a:lnTo>
                      <a:lnTo>
                        <a:pt x="271340" y="201221"/>
                      </a:lnTo>
                      <a:lnTo>
                        <a:pt x="271807" y="200968"/>
                      </a:lnTo>
                      <a:lnTo>
                        <a:pt x="271982" y="200831"/>
                      </a:lnTo>
                      <a:lnTo>
                        <a:pt x="273248" y="200091"/>
                      </a:lnTo>
                      <a:lnTo>
                        <a:pt x="273385" y="200052"/>
                      </a:lnTo>
                      <a:lnTo>
                        <a:pt x="275079" y="199059"/>
                      </a:lnTo>
                      <a:lnTo>
                        <a:pt x="275274" y="198923"/>
                      </a:lnTo>
                      <a:lnTo>
                        <a:pt x="275410" y="198864"/>
                      </a:lnTo>
                      <a:lnTo>
                        <a:pt x="275878" y="198611"/>
                      </a:lnTo>
                      <a:lnTo>
                        <a:pt x="276053" y="198475"/>
                      </a:lnTo>
                      <a:lnTo>
                        <a:pt x="277319" y="197734"/>
                      </a:lnTo>
                      <a:lnTo>
                        <a:pt x="277456" y="197676"/>
                      </a:lnTo>
                      <a:lnTo>
                        <a:pt x="279150" y="196683"/>
                      </a:lnTo>
                      <a:lnTo>
                        <a:pt x="279345" y="196566"/>
                      </a:lnTo>
                      <a:lnTo>
                        <a:pt x="279481" y="196507"/>
                      </a:lnTo>
                      <a:lnTo>
                        <a:pt x="279949" y="196235"/>
                      </a:lnTo>
                      <a:lnTo>
                        <a:pt x="281390" y="195378"/>
                      </a:lnTo>
                      <a:lnTo>
                        <a:pt x="281526" y="195319"/>
                      </a:lnTo>
                      <a:lnTo>
                        <a:pt x="283221" y="194326"/>
                      </a:lnTo>
                      <a:lnTo>
                        <a:pt x="283416" y="194190"/>
                      </a:lnTo>
                      <a:lnTo>
                        <a:pt x="283552" y="194151"/>
                      </a:lnTo>
                      <a:lnTo>
                        <a:pt x="284019" y="193878"/>
                      </a:lnTo>
                      <a:lnTo>
                        <a:pt x="284798" y="193411"/>
                      </a:lnTo>
                      <a:lnTo>
                        <a:pt x="284993" y="193274"/>
                      </a:lnTo>
                      <a:lnTo>
                        <a:pt x="285110" y="193216"/>
                      </a:lnTo>
                      <a:lnTo>
                        <a:pt x="285461" y="193021"/>
                      </a:lnTo>
                      <a:lnTo>
                        <a:pt x="285597" y="192963"/>
                      </a:lnTo>
                      <a:lnTo>
                        <a:pt x="287038" y="192086"/>
                      </a:lnTo>
                      <a:lnTo>
                        <a:pt x="287175" y="192047"/>
                      </a:lnTo>
                      <a:lnTo>
                        <a:pt x="287486" y="191833"/>
                      </a:lnTo>
                      <a:lnTo>
                        <a:pt x="287603" y="191774"/>
                      </a:lnTo>
                      <a:lnTo>
                        <a:pt x="288090" y="191521"/>
                      </a:lnTo>
                      <a:lnTo>
                        <a:pt x="288266" y="191385"/>
                      </a:lnTo>
                      <a:lnTo>
                        <a:pt x="288869" y="191034"/>
                      </a:lnTo>
                      <a:lnTo>
                        <a:pt x="289064" y="190917"/>
                      </a:lnTo>
                      <a:lnTo>
                        <a:pt x="289181" y="190859"/>
                      </a:lnTo>
                      <a:lnTo>
                        <a:pt x="289532" y="190645"/>
                      </a:lnTo>
                      <a:lnTo>
                        <a:pt x="289668" y="190606"/>
                      </a:lnTo>
                      <a:lnTo>
                        <a:pt x="291109" y="189729"/>
                      </a:lnTo>
                      <a:lnTo>
                        <a:pt x="291226" y="189671"/>
                      </a:lnTo>
                      <a:lnTo>
                        <a:pt x="291557" y="189476"/>
                      </a:lnTo>
                      <a:lnTo>
                        <a:pt x="291674" y="189418"/>
                      </a:lnTo>
                      <a:lnTo>
                        <a:pt x="292161" y="189145"/>
                      </a:lnTo>
                      <a:lnTo>
                        <a:pt x="292336" y="189028"/>
                      </a:lnTo>
                      <a:lnTo>
                        <a:pt x="292940" y="188678"/>
                      </a:lnTo>
                      <a:lnTo>
                        <a:pt x="293115" y="188541"/>
                      </a:lnTo>
                      <a:lnTo>
                        <a:pt x="293252" y="188502"/>
                      </a:lnTo>
                      <a:lnTo>
                        <a:pt x="293602" y="188288"/>
                      </a:lnTo>
                      <a:lnTo>
                        <a:pt x="293719" y="188230"/>
                      </a:lnTo>
                      <a:lnTo>
                        <a:pt x="295180" y="187373"/>
                      </a:lnTo>
                      <a:lnTo>
                        <a:pt x="295297" y="187314"/>
                      </a:lnTo>
                      <a:lnTo>
                        <a:pt x="295628" y="187100"/>
                      </a:lnTo>
                      <a:lnTo>
                        <a:pt x="295745" y="187061"/>
                      </a:lnTo>
                      <a:lnTo>
                        <a:pt x="296232" y="186788"/>
                      </a:lnTo>
                      <a:lnTo>
                        <a:pt x="297011" y="186321"/>
                      </a:lnTo>
                      <a:lnTo>
                        <a:pt x="297186" y="186184"/>
                      </a:lnTo>
                      <a:lnTo>
                        <a:pt x="297322" y="186126"/>
                      </a:lnTo>
                      <a:lnTo>
                        <a:pt x="297673" y="185931"/>
                      </a:lnTo>
                      <a:lnTo>
                        <a:pt x="297790" y="185873"/>
                      </a:lnTo>
                      <a:lnTo>
                        <a:pt x="299251" y="184996"/>
                      </a:lnTo>
                      <a:lnTo>
                        <a:pt x="299368" y="184957"/>
                      </a:lnTo>
                      <a:lnTo>
                        <a:pt x="301082" y="183964"/>
                      </a:lnTo>
                      <a:lnTo>
                        <a:pt x="301257" y="183828"/>
                      </a:lnTo>
                      <a:lnTo>
                        <a:pt x="301393" y="183769"/>
                      </a:lnTo>
                      <a:lnTo>
                        <a:pt x="303302" y="182640"/>
                      </a:lnTo>
                      <a:lnTo>
                        <a:pt x="303438" y="182581"/>
                      </a:lnTo>
                      <a:lnTo>
                        <a:pt x="305152" y="181588"/>
                      </a:lnTo>
                      <a:lnTo>
                        <a:pt x="305328" y="181451"/>
                      </a:lnTo>
                      <a:lnTo>
                        <a:pt x="305464" y="181412"/>
                      </a:lnTo>
                      <a:lnTo>
                        <a:pt x="307373" y="180283"/>
                      </a:lnTo>
                      <a:lnTo>
                        <a:pt x="307509" y="180224"/>
                      </a:lnTo>
                      <a:lnTo>
                        <a:pt x="308425" y="179698"/>
                      </a:lnTo>
                      <a:lnTo>
                        <a:pt x="308619" y="179562"/>
                      </a:lnTo>
                      <a:lnTo>
                        <a:pt x="309223" y="179231"/>
                      </a:lnTo>
                      <a:lnTo>
                        <a:pt x="309398" y="179095"/>
                      </a:lnTo>
                      <a:lnTo>
                        <a:pt x="309535" y="179036"/>
                      </a:lnTo>
                      <a:lnTo>
                        <a:pt x="311444" y="177907"/>
                      </a:lnTo>
                      <a:lnTo>
                        <a:pt x="311580" y="177868"/>
                      </a:lnTo>
                      <a:lnTo>
                        <a:pt x="312495" y="177342"/>
                      </a:lnTo>
                      <a:lnTo>
                        <a:pt x="312690" y="177205"/>
                      </a:lnTo>
                      <a:lnTo>
                        <a:pt x="313294" y="176874"/>
                      </a:lnTo>
                      <a:lnTo>
                        <a:pt x="313469" y="176738"/>
                      </a:lnTo>
                      <a:lnTo>
                        <a:pt x="313606" y="176679"/>
                      </a:lnTo>
                      <a:lnTo>
                        <a:pt x="315514" y="175550"/>
                      </a:lnTo>
                      <a:lnTo>
                        <a:pt x="315651" y="175491"/>
                      </a:lnTo>
                      <a:lnTo>
                        <a:pt x="316566" y="174985"/>
                      </a:lnTo>
                      <a:lnTo>
                        <a:pt x="316761" y="174849"/>
                      </a:lnTo>
                      <a:lnTo>
                        <a:pt x="317365" y="174498"/>
                      </a:lnTo>
                      <a:lnTo>
                        <a:pt x="317540" y="174381"/>
                      </a:lnTo>
                      <a:lnTo>
                        <a:pt x="317676" y="174323"/>
                      </a:lnTo>
                      <a:lnTo>
                        <a:pt x="318144" y="174050"/>
                      </a:lnTo>
                      <a:lnTo>
                        <a:pt x="318670" y="173719"/>
                      </a:lnTo>
                      <a:lnTo>
                        <a:pt x="318806" y="173660"/>
                      </a:lnTo>
                      <a:lnTo>
                        <a:pt x="319585" y="173193"/>
                      </a:lnTo>
                      <a:lnTo>
                        <a:pt x="319721" y="173135"/>
                      </a:lnTo>
                      <a:lnTo>
                        <a:pt x="320501" y="172667"/>
                      </a:lnTo>
                      <a:lnTo>
                        <a:pt x="320695" y="172531"/>
                      </a:lnTo>
                      <a:lnTo>
                        <a:pt x="320832" y="172472"/>
                      </a:lnTo>
                      <a:lnTo>
                        <a:pt x="321436" y="172141"/>
                      </a:lnTo>
                      <a:lnTo>
                        <a:pt x="321611" y="172005"/>
                      </a:lnTo>
                      <a:lnTo>
                        <a:pt x="321747" y="171966"/>
                      </a:lnTo>
                      <a:lnTo>
                        <a:pt x="322740" y="171362"/>
                      </a:lnTo>
                      <a:lnTo>
                        <a:pt x="322877" y="171304"/>
                      </a:lnTo>
                      <a:lnTo>
                        <a:pt x="323656" y="170836"/>
                      </a:lnTo>
                      <a:lnTo>
                        <a:pt x="323792" y="170778"/>
                      </a:lnTo>
                      <a:lnTo>
                        <a:pt x="324571" y="170310"/>
                      </a:lnTo>
                      <a:lnTo>
                        <a:pt x="324766" y="170174"/>
                      </a:lnTo>
                      <a:lnTo>
                        <a:pt x="324883" y="170116"/>
                      </a:lnTo>
                      <a:lnTo>
                        <a:pt x="325487" y="169784"/>
                      </a:lnTo>
                      <a:lnTo>
                        <a:pt x="325545" y="169512"/>
                      </a:lnTo>
                      <a:lnTo>
                        <a:pt x="325487" y="0"/>
                      </a:lnTo>
                      <a:lnTo>
                        <a:pt x="215615" y="63711"/>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2" name="Freeform: Shape 1351">
                  <a:extLst>
                    <a:ext uri="{FF2B5EF4-FFF2-40B4-BE49-F238E27FC236}">
                      <a16:creationId xmlns:a16="http://schemas.microsoft.com/office/drawing/2014/main" id="{DE8E726B-0BF3-C450-6C52-7D17F85953DA}"/>
                    </a:ext>
                  </a:extLst>
                </p:cNvPr>
                <p:cNvSpPr/>
                <p:nvPr/>
              </p:nvSpPr>
              <p:spPr>
                <a:xfrm>
                  <a:off x="3419024" y="4026974"/>
                  <a:ext cx="121342" cy="213862"/>
                </a:xfrm>
                <a:custGeom>
                  <a:avLst/>
                  <a:gdLst>
                    <a:gd name="connsiteX0" fmla="*/ 152391 w 154494"/>
                    <a:gd name="connsiteY0" fmla="*/ 1169 h 272293"/>
                    <a:gd name="connsiteX1" fmla="*/ 152216 w 154494"/>
                    <a:gd name="connsiteY1" fmla="*/ 1227 h 272293"/>
                    <a:gd name="connsiteX2" fmla="*/ 151943 w 154494"/>
                    <a:gd name="connsiteY2" fmla="*/ 1441 h 272293"/>
                    <a:gd name="connsiteX3" fmla="*/ 151748 w 154494"/>
                    <a:gd name="connsiteY3" fmla="*/ 1480 h 272293"/>
                    <a:gd name="connsiteX4" fmla="*/ 151612 w 154494"/>
                    <a:gd name="connsiteY4" fmla="*/ 1617 h 272293"/>
                    <a:gd name="connsiteX5" fmla="*/ 151300 w 154494"/>
                    <a:gd name="connsiteY5" fmla="*/ 1753 h 272293"/>
                    <a:gd name="connsiteX6" fmla="*/ 151164 w 154494"/>
                    <a:gd name="connsiteY6" fmla="*/ 1889 h 272293"/>
                    <a:gd name="connsiteX7" fmla="*/ 0 w 154494"/>
                    <a:gd name="connsiteY7" fmla="*/ 89654 h 272293"/>
                    <a:gd name="connsiteX8" fmla="*/ 7616 w 154494"/>
                    <a:gd name="connsiteY8" fmla="*/ 94251 h 272293"/>
                    <a:gd name="connsiteX9" fmla="*/ 7694 w 154494"/>
                    <a:gd name="connsiteY9" fmla="*/ 272294 h 272293"/>
                    <a:gd name="connsiteX10" fmla="*/ 7947 w 154494"/>
                    <a:gd name="connsiteY10" fmla="*/ 272236 h 272293"/>
                    <a:gd name="connsiteX11" fmla="*/ 8336 w 154494"/>
                    <a:gd name="connsiteY11" fmla="*/ 272041 h 272293"/>
                    <a:gd name="connsiteX12" fmla="*/ 8531 w 154494"/>
                    <a:gd name="connsiteY12" fmla="*/ 271904 h 272293"/>
                    <a:gd name="connsiteX13" fmla="*/ 8648 w 154494"/>
                    <a:gd name="connsiteY13" fmla="*/ 271846 h 272293"/>
                    <a:gd name="connsiteX14" fmla="*/ 9135 w 154494"/>
                    <a:gd name="connsiteY14" fmla="*/ 271593 h 272293"/>
                    <a:gd name="connsiteX15" fmla="*/ 9661 w 154494"/>
                    <a:gd name="connsiteY15" fmla="*/ 271242 h 272293"/>
                    <a:gd name="connsiteX16" fmla="*/ 9778 w 154494"/>
                    <a:gd name="connsiteY16" fmla="*/ 271203 h 272293"/>
                    <a:gd name="connsiteX17" fmla="*/ 10576 w 154494"/>
                    <a:gd name="connsiteY17" fmla="*/ 270716 h 272293"/>
                    <a:gd name="connsiteX18" fmla="*/ 10713 w 154494"/>
                    <a:gd name="connsiteY18" fmla="*/ 270677 h 272293"/>
                    <a:gd name="connsiteX19" fmla="*/ 12407 w 154494"/>
                    <a:gd name="connsiteY19" fmla="*/ 269664 h 272293"/>
                    <a:gd name="connsiteX20" fmla="*/ 12602 w 154494"/>
                    <a:gd name="connsiteY20" fmla="*/ 269548 h 272293"/>
                    <a:gd name="connsiteX21" fmla="*/ 12719 w 154494"/>
                    <a:gd name="connsiteY21" fmla="*/ 269489 h 272293"/>
                    <a:gd name="connsiteX22" fmla="*/ 13206 w 154494"/>
                    <a:gd name="connsiteY22" fmla="*/ 269217 h 272293"/>
                    <a:gd name="connsiteX23" fmla="*/ 14647 w 154494"/>
                    <a:gd name="connsiteY23" fmla="*/ 268360 h 272293"/>
                    <a:gd name="connsiteX24" fmla="*/ 14783 w 154494"/>
                    <a:gd name="connsiteY24" fmla="*/ 268301 h 272293"/>
                    <a:gd name="connsiteX25" fmla="*/ 16478 w 154494"/>
                    <a:gd name="connsiteY25" fmla="*/ 267308 h 272293"/>
                    <a:gd name="connsiteX26" fmla="*/ 16673 w 154494"/>
                    <a:gd name="connsiteY26" fmla="*/ 267171 h 272293"/>
                    <a:gd name="connsiteX27" fmla="*/ 16790 w 154494"/>
                    <a:gd name="connsiteY27" fmla="*/ 267132 h 272293"/>
                    <a:gd name="connsiteX28" fmla="*/ 17276 w 154494"/>
                    <a:gd name="connsiteY28" fmla="*/ 266860 h 272293"/>
                    <a:gd name="connsiteX29" fmla="*/ 18718 w 154494"/>
                    <a:gd name="connsiteY29" fmla="*/ 266003 h 272293"/>
                    <a:gd name="connsiteX30" fmla="*/ 18835 w 154494"/>
                    <a:gd name="connsiteY30" fmla="*/ 265944 h 272293"/>
                    <a:gd name="connsiteX31" fmla="*/ 20549 w 154494"/>
                    <a:gd name="connsiteY31" fmla="*/ 264951 h 272293"/>
                    <a:gd name="connsiteX32" fmla="*/ 20743 w 154494"/>
                    <a:gd name="connsiteY32" fmla="*/ 264815 h 272293"/>
                    <a:gd name="connsiteX33" fmla="*/ 20860 w 154494"/>
                    <a:gd name="connsiteY33" fmla="*/ 264756 h 272293"/>
                    <a:gd name="connsiteX34" fmla="*/ 21347 w 154494"/>
                    <a:gd name="connsiteY34" fmla="*/ 264503 h 272293"/>
                    <a:gd name="connsiteX35" fmla="*/ 21523 w 154494"/>
                    <a:gd name="connsiteY35" fmla="*/ 264367 h 272293"/>
                    <a:gd name="connsiteX36" fmla="*/ 22789 w 154494"/>
                    <a:gd name="connsiteY36" fmla="*/ 263627 h 272293"/>
                    <a:gd name="connsiteX37" fmla="*/ 22905 w 154494"/>
                    <a:gd name="connsiteY37" fmla="*/ 263588 h 272293"/>
                    <a:gd name="connsiteX38" fmla="*/ 24619 w 154494"/>
                    <a:gd name="connsiteY38" fmla="*/ 262575 h 272293"/>
                    <a:gd name="connsiteX39" fmla="*/ 24795 w 154494"/>
                    <a:gd name="connsiteY39" fmla="*/ 262458 h 272293"/>
                    <a:gd name="connsiteX40" fmla="*/ 24931 w 154494"/>
                    <a:gd name="connsiteY40" fmla="*/ 262399 h 272293"/>
                    <a:gd name="connsiteX41" fmla="*/ 25399 w 154494"/>
                    <a:gd name="connsiteY41" fmla="*/ 262127 h 272293"/>
                    <a:gd name="connsiteX42" fmla="*/ 25593 w 154494"/>
                    <a:gd name="connsiteY42" fmla="*/ 262010 h 272293"/>
                    <a:gd name="connsiteX43" fmla="*/ 26859 w 154494"/>
                    <a:gd name="connsiteY43" fmla="*/ 261270 h 272293"/>
                    <a:gd name="connsiteX44" fmla="*/ 26976 w 154494"/>
                    <a:gd name="connsiteY44" fmla="*/ 261211 h 272293"/>
                    <a:gd name="connsiteX45" fmla="*/ 28690 w 154494"/>
                    <a:gd name="connsiteY45" fmla="*/ 260218 h 272293"/>
                    <a:gd name="connsiteX46" fmla="*/ 28865 w 154494"/>
                    <a:gd name="connsiteY46" fmla="*/ 260082 h 272293"/>
                    <a:gd name="connsiteX47" fmla="*/ 29002 w 154494"/>
                    <a:gd name="connsiteY47" fmla="*/ 260043 h 272293"/>
                    <a:gd name="connsiteX48" fmla="*/ 30268 w 154494"/>
                    <a:gd name="connsiteY48" fmla="*/ 259303 h 272293"/>
                    <a:gd name="connsiteX49" fmla="*/ 30443 w 154494"/>
                    <a:gd name="connsiteY49" fmla="*/ 259166 h 272293"/>
                    <a:gd name="connsiteX50" fmla="*/ 30580 w 154494"/>
                    <a:gd name="connsiteY50" fmla="*/ 259108 h 272293"/>
                    <a:gd name="connsiteX51" fmla="*/ 30930 w 154494"/>
                    <a:gd name="connsiteY51" fmla="*/ 258913 h 272293"/>
                    <a:gd name="connsiteX52" fmla="*/ 31047 w 154494"/>
                    <a:gd name="connsiteY52" fmla="*/ 258855 h 272293"/>
                    <a:gd name="connsiteX53" fmla="*/ 32488 w 154494"/>
                    <a:gd name="connsiteY53" fmla="*/ 257998 h 272293"/>
                    <a:gd name="connsiteX54" fmla="*/ 32625 w 154494"/>
                    <a:gd name="connsiteY54" fmla="*/ 257939 h 272293"/>
                    <a:gd name="connsiteX55" fmla="*/ 32936 w 154494"/>
                    <a:gd name="connsiteY55" fmla="*/ 257725 h 272293"/>
                    <a:gd name="connsiteX56" fmla="*/ 33073 w 154494"/>
                    <a:gd name="connsiteY56" fmla="*/ 257666 h 272293"/>
                    <a:gd name="connsiteX57" fmla="*/ 33540 w 154494"/>
                    <a:gd name="connsiteY57" fmla="*/ 257413 h 272293"/>
                    <a:gd name="connsiteX58" fmla="*/ 33735 w 154494"/>
                    <a:gd name="connsiteY58" fmla="*/ 257277 h 272293"/>
                    <a:gd name="connsiteX59" fmla="*/ 34339 w 154494"/>
                    <a:gd name="connsiteY59" fmla="*/ 256946 h 272293"/>
                    <a:gd name="connsiteX60" fmla="*/ 34514 w 154494"/>
                    <a:gd name="connsiteY60" fmla="*/ 256809 h 272293"/>
                    <a:gd name="connsiteX61" fmla="*/ 34650 w 154494"/>
                    <a:gd name="connsiteY61" fmla="*/ 256751 h 272293"/>
                    <a:gd name="connsiteX62" fmla="*/ 34981 w 154494"/>
                    <a:gd name="connsiteY62" fmla="*/ 256537 h 272293"/>
                    <a:gd name="connsiteX63" fmla="*/ 35118 w 154494"/>
                    <a:gd name="connsiteY63" fmla="*/ 256498 h 272293"/>
                    <a:gd name="connsiteX64" fmla="*/ 36559 w 154494"/>
                    <a:gd name="connsiteY64" fmla="*/ 255621 h 272293"/>
                    <a:gd name="connsiteX65" fmla="*/ 36695 w 154494"/>
                    <a:gd name="connsiteY65" fmla="*/ 255582 h 272293"/>
                    <a:gd name="connsiteX66" fmla="*/ 37007 w 154494"/>
                    <a:gd name="connsiteY66" fmla="*/ 255368 h 272293"/>
                    <a:gd name="connsiteX67" fmla="*/ 37143 w 154494"/>
                    <a:gd name="connsiteY67" fmla="*/ 255310 h 272293"/>
                    <a:gd name="connsiteX68" fmla="*/ 38409 w 154494"/>
                    <a:gd name="connsiteY68" fmla="*/ 254569 h 272293"/>
                    <a:gd name="connsiteX69" fmla="*/ 38585 w 154494"/>
                    <a:gd name="connsiteY69" fmla="*/ 254453 h 272293"/>
                    <a:gd name="connsiteX70" fmla="*/ 38721 w 154494"/>
                    <a:gd name="connsiteY70" fmla="*/ 254394 h 272293"/>
                    <a:gd name="connsiteX71" fmla="*/ 39052 w 154494"/>
                    <a:gd name="connsiteY71" fmla="*/ 254180 h 272293"/>
                    <a:gd name="connsiteX72" fmla="*/ 39189 w 154494"/>
                    <a:gd name="connsiteY72" fmla="*/ 254122 h 272293"/>
                    <a:gd name="connsiteX73" fmla="*/ 40630 w 154494"/>
                    <a:gd name="connsiteY73" fmla="*/ 253265 h 272293"/>
                    <a:gd name="connsiteX74" fmla="*/ 40766 w 154494"/>
                    <a:gd name="connsiteY74" fmla="*/ 253206 h 272293"/>
                    <a:gd name="connsiteX75" fmla="*/ 41078 w 154494"/>
                    <a:gd name="connsiteY75" fmla="*/ 252992 h 272293"/>
                    <a:gd name="connsiteX76" fmla="*/ 41214 w 154494"/>
                    <a:gd name="connsiteY76" fmla="*/ 252953 h 272293"/>
                    <a:gd name="connsiteX77" fmla="*/ 41682 w 154494"/>
                    <a:gd name="connsiteY77" fmla="*/ 252680 h 272293"/>
                    <a:gd name="connsiteX78" fmla="*/ 41876 w 154494"/>
                    <a:gd name="connsiteY78" fmla="*/ 252563 h 272293"/>
                    <a:gd name="connsiteX79" fmla="*/ 42480 w 154494"/>
                    <a:gd name="connsiteY79" fmla="*/ 252213 h 272293"/>
                    <a:gd name="connsiteX80" fmla="*/ 42655 w 154494"/>
                    <a:gd name="connsiteY80" fmla="*/ 252076 h 272293"/>
                    <a:gd name="connsiteX81" fmla="*/ 42792 w 154494"/>
                    <a:gd name="connsiteY81" fmla="*/ 252037 h 272293"/>
                    <a:gd name="connsiteX82" fmla="*/ 43123 w 154494"/>
                    <a:gd name="connsiteY82" fmla="*/ 251823 h 272293"/>
                    <a:gd name="connsiteX83" fmla="*/ 43259 w 154494"/>
                    <a:gd name="connsiteY83" fmla="*/ 251765 h 272293"/>
                    <a:gd name="connsiteX84" fmla="*/ 44701 w 154494"/>
                    <a:gd name="connsiteY84" fmla="*/ 250908 h 272293"/>
                    <a:gd name="connsiteX85" fmla="*/ 44837 w 154494"/>
                    <a:gd name="connsiteY85" fmla="*/ 250849 h 272293"/>
                    <a:gd name="connsiteX86" fmla="*/ 45149 w 154494"/>
                    <a:gd name="connsiteY86" fmla="*/ 250635 h 272293"/>
                    <a:gd name="connsiteX87" fmla="*/ 45285 w 154494"/>
                    <a:gd name="connsiteY87" fmla="*/ 250577 h 272293"/>
                    <a:gd name="connsiteX88" fmla="*/ 45752 w 154494"/>
                    <a:gd name="connsiteY88" fmla="*/ 250323 h 272293"/>
                    <a:gd name="connsiteX89" fmla="*/ 45947 w 154494"/>
                    <a:gd name="connsiteY89" fmla="*/ 250187 h 272293"/>
                    <a:gd name="connsiteX90" fmla="*/ 46551 w 154494"/>
                    <a:gd name="connsiteY90" fmla="*/ 249856 h 272293"/>
                    <a:gd name="connsiteX91" fmla="*/ 46726 w 154494"/>
                    <a:gd name="connsiteY91" fmla="*/ 249720 h 272293"/>
                    <a:gd name="connsiteX92" fmla="*/ 46863 w 154494"/>
                    <a:gd name="connsiteY92" fmla="*/ 249661 h 272293"/>
                    <a:gd name="connsiteX93" fmla="*/ 47642 w 154494"/>
                    <a:gd name="connsiteY93" fmla="*/ 249194 h 272293"/>
                    <a:gd name="connsiteX94" fmla="*/ 47778 w 154494"/>
                    <a:gd name="connsiteY94" fmla="*/ 249135 h 272293"/>
                    <a:gd name="connsiteX95" fmla="*/ 48771 w 154494"/>
                    <a:gd name="connsiteY95" fmla="*/ 248532 h 272293"/>
                    <a:gd name="connsiteX96" fmla="*/ 48908 w 154494"/>
                    <a:gd name="connsiteY96" fmla="*/ 248493 h 272293"/>
                    <a:gd name="connsiteX97" fmla="*/ 49823 w 154494"/>
                    <a:gd name="connsiteY97" fmla="*/ 247967 h 272293"/>
                    <a:gd name="connsiteX98" fmla="*/ 49998 w 154494"/>
                    <a:gd name="connsiteY98" fmla="*/ 247830 h 272293"/>
                    <a:gd name="connsiteX99" fmla="*/ 50602 w 154494"/>
                    <a:gd name="connsiteY99" fmla="*/ 247480 h 272293"/>
                    <a:gd name="connsiteX100" fmla="*/ 50797 w 154494"/>
                    <a:gd name="connsiteY100" fmla="*/ 247363 h 272293"/>
                    <a:gd name="connsiteX101" fmla="*/ 50933 w 154494"/>
                    <a:gd name="connsiteY101" fmla="*/ 247304 h 272293"/>
                    <a:gd name="connsiteX102" fmla="*/ 52842 w 154494"/>
                    <a:gd name="connsiteY102" fmla="*/ 246175 h 272293"/>
                    <a:gd name="connsiteX103" fmla="*/ 52979 w 154494"/>
                    <a:gd name="connsiteY103" fmla="*/ 246116 h 272293"/>
                    <a:gd name="connsiteX104" fmla="*/ 53894 w 154494"/>
                    <a:gd name="connsiteY104" fmla="*/ 245590 h 272293"/>
                    <a:gd name="connsiteX105" fmla="*/ 54069 w 154494"/>
                    <a:gd name="connsiteY105" fmla="*/ 245474 h 272293"/>
                    <a:gd name="connsiteX106" fmla="*/ 54673 w 154494"/>
                    <a:gd name="connsiteY106" fmla="*/ 245123 h 272293"/>
                    <a:gd name="connsiteX107" fmla="*/ 54868 w 154494"/>
                    <a:gd name="connsiteY107" fmla="*/ 244987 h 272293"/>
                    <a:gd name="connsiteX108" fmla="*/ 55004 w 154494"/>
                    <a:gd name="connsiteY108" fmla="*/ 244948 h 272293"/>
                    <a:gd name="connsiteX109" fmla="*/ 56913 w 154494"/>
                    <a:gd name="connsiteY109" fmla="*/ 243818 h 272293"/>
                    <a:gd name="connsiteX110" fmla="*/ 57049 w 154494"/>
                    <a:gd name="connsiteY110" fmla="*/ 243760 h 272293"/>
                    <a:gd name="connsiteX111" fmla="*/ 57965 w 154494"/>
                    <a:gd name="connsiteY111" fmla="*/ 243234 h 272293"/>
                    <a:gd name="connsiteX112" fmla="*/ 58744 w 154494"/>
                    <a:gd name="connsiteY112" fmla="*/ 242766 h 272293"/>
                    <a:gd name="connsiteX113" fmla="*/ 58939 w 154494"/>
                    <a:gd name="connsiteY113" fmla="*/ 242630 h 272293"/>
                    <a:gd name="connsiteX114" fmla="*/ 59055 w 154494"/>
                    <a:gd name="connsiteY114" fmla="*/ 242571 h 272293"/>
                    <a:gd name="connsiteX115" fmla="*/ 60984 w 154494"/>
                    <a:gd name="connsiteY115" fmla="*/ 241442 h 272293"/>
                    <a:gd name="connsiteX116" fmla="*/ 61120 w 154494"/>
                    <a:gd name="connsiteY116" fmla="*/ 241403 h 272293"/>
                    <a:gd name="connsiteX117" fmla="*/ 62035 w 154494"/>
                    <a:gd name="connsiteY117" fmla="*/ 240877 h 272293"/>
                    <a:gd name="connsiteX118" fmla="*/ 62211 w 154494"/>
                    <a:gd name="connsiteY118" fmla="*/ 240741 h 272293"/>
                    <a:gd name="connsiteX119" fmla="*/ 62815 w 154494"/>
                    <a:gd name="connsiteY119" fmla="*/ 240390 h 272293"/>
                    <a:gd name="connsiteX120" fmla="*/ 63009 w 154494"/>
                    <a:gd name="connsiteY120" fmla="*/ 240273 h 272293"/>
                    <a:gd name="connsiteX121" fmla="*/ 63126 w 154494"/>
                    <a:gd name="connsiteY121" fmla="*/ 240215 h 272293"/>
                    <a:gd name="connsiteX122" fmla="*/ 65054 w 154494"/>
                    <a:gd name="connsiteY122" fmla="*/ 239085 h 272293"/>
                    <a:gd name="connsiteX123" fmla="*/ 65191 w 154494"/>
                    <a:gd name="connsiteY123" fmla="*/ 239027 h 272293"/>
                    <a:gd name="connsiteX124" fmla="*/ 66106 w 154494"/>
                    <a:gd name="connsiteY124" fmla="*/ 238501 h 272293"/>
                    <a:gd name="connsiteX125" fmla="*/ 66282 w 154494"/>
                    <a:gd name="connsiteY125" fmla="*/ 238384 h 272293"/>
                    <a:gd name="connsiteX126" fmla="*/ 66885 w 154494"/>
                    <a:gd name="connsiteY126" fmla="*/ 238033 h 272293"/>
                    <a:gd name="connsiteX127" fmla="*/ 67080 w 154494"/>
                    <a:gd name="connsiteY127" fmla="*/ 237897 h 272293"/>
                    <a:gd name="connsiteX128" fmla="*/ 67197 w 154494"/>
                    <a:gd name="connsiteY128" fmla="*/ 237858 h 272293"/>
                    <a:gd name="connsiteX129" fmla="*/ 69125 w 154494"/>
                    <a:gd name="connsiteY129" fmla="*/ 236728 h 272293"/>
                    <a:gd name="connsiteX130" fmla="*/ 69242 w 154494"/>
                    <a:gd name="connsiteY130" fmla="*/ 236670 h 272293"/>
                    <a:gd name="connsiteX131" fmla="*/ 70216 w 154494"/>
                    <a:gd name="connsiteY131" fmla="*/ 236066 h 272293"/>
                    <a:gd name="connsiteX132" fmla="*/ 70352 w 154494"/>
                    <a:gd name="connsiteY132" fmla="*/ 236008 h 272293"/>
                    <a:gd name="connsiteX133" fmla="*/ 70956 w 154494"/>
                    <a:gd name="connsiteY133" fmla="*/ 235676 h 272293"/>
                    <a:gd name="connsiteX134" fmla="*/ 71151 w 154494"/>
                    <a:gd name="connsiteY134" fmla="*/ 235540 h 272293"/>
                    <a:gd name="connsiteX135" fmla="*/ 71268 w 154494"/>
                    <a:gd name="connsiteY135" fmla="*/ 235482 h 272293"/>
                    <a:gd name="connsiteX136" fmla="*/ 72261 w 154494"/>
                    <a:gd name="connsiteY136" fmla="*/ 234878 h 272293"/>
                    <a:gd name="connsiteX137" fmla="*/ 72397 w 154494"/>
                    <a:gd name="connsiteY137" fmla="*/ 234839 h 272293"/>
                    <a:gd name="connsiteX138" fmla="*/ 73196 w 154494"/>
                    <a:gd name="connsiteY138" fmla="*/ 234352 h 272293"/>
                    <a:gd name="connsiteX139" fmla="*/ 73313 w 154494"/>
                    <a:gd name="connsiteY139" fmla="*/ 234313 h 272293"/>
                    <a:gd name="connsiteX140" fmla="*/ 74287 w 154494"/>
                    <a:gd name="connsiteY140" fmla="*/ 233709 h 272293"/>
                    <a:gd name="connsiteX141" fmla="*/ 74423 w 154494"/>
                    <a:gd name="connsiteY141" fmla="*/ 233651 h 272293"/>
                    <a:gd name="connsiteX142" fmla="*/ 75027 w 154494"/>
                    <a:gd name="connsiteY142" fmla="*/ 233300 h 272293"/>
                    <a:gd name="connsiteX143" fmla="*/ 75202 w 154494"/>
                    <a:gd name="connsiteY143" fmla="*/ 233183 h 272293"/>
                    <a:gd name="connsiteX144" fmla="*/ 75339 w 154494"/>
                    <a:gd name="connsiteY144" fmla="*/ 233125 h 272293"/>
                    <a:gd name="connsiteX145" fmla="*/ 76332 w 154494"/>
                    <a:gd name="connsiteY145" fmla="*/ 232521 h 272293"/>
                    <a:gd name="connsiteX146" fmla="*/ 76468 w 154494"/>
                    <a:gd name="connsiteY146" fmla="*/ 232463 h 272293"/>
                    <a:gd name="connsiteX147" fmla="*/ 77267 w 154494"/>
                    <a:gd name="connsiteY147" fmla="*/ 231995 h 272293"/>
                    <a:gd name="connsiteX148" fmla="*/ 77384 w 154494"/>
                    <a:gd name="connsiteY148" fmla="*/ 231937 h 272293"/>
                    <a:gd name="connsiteX149" fmla="*/ 78358 w 154494"/>
                    <a:gd name="connsiteY149" fmla="*/ 231333 h 272293"/>
                    <a:gd name="connsiteX150" fmla="*/ 78494 w 154494"/>
                    <a:gd name="connsiteY150" fmla="*/ 231294 h 272293"/>
                    <a:gd name="connsiteX151" fmla="*/ 79098 w 154494"/>
                    <a:gd name="connsiteY151" fmla="*/ 230943 h 272293"/>
                    <a:gd name="connsiteX152" fmla="*/ 79273 w 154494"/>
                    <a:gd name="connsiteY152" fmla="*/ 230807 h 272293"/>
                    <a:gd name="connsiteX153" fmla="*/ 79409 w 154494"/>
                    <a:gd name="connsiteY153" fmla="*/ 230768 h 272293"/>
                    <a:gd name="connsiteX154" fmla="*/ 80403 w 154494"/>
                    <a:gd name="connsiteY154" fmla="*/ 230164 h 272293"/>
                    <a:gd name="connsiteX155" fmla="*/ 80539 w 154494"/>
                    <a:gd name="connsiteY155" fmla="*/ 230106 h 272293"/>
                    <a:gd name="connsiteX156" fmla="*/ 81338 w 154494"/>
                    <a:gd name="connsiteY156" fmla="*/ 229638 h 272293"/>
                    <a:gd name="connsiteX157" fmla="*/ 81454 w 154494"/>
                    <a:gd name="connsiteY157" fmla="*/ 229580 h 272293"/>
                    <a:gd name="connsiteX158" fmla="*/ 82428 w 154494"/>
                    <a:gd name="connsiteY158" fmla="*/ 228976 h 272293"/>
                    <a:gd name="connsiteX159" fmla="*/ 82565 w 154494"/>
                    <a:gd name="connsiteY159" fmla="*/ 228918 h 272293"/>
                    <a:gd name="connsiteX160" fmla="*/ 83168 w 154494"/>
                    <a:gd name="connsiteY160" fmla="*/ 228587 h 272293"/>
                    <a:gd name="connsiteX161" fmla="*/ 83344 w 154494"/>
                    <a:gd name="connsiteY161" fmla="*/ 228450 h 272293"/>
                    <a:gd name="connsiteX162" fmla="*/ 83480 w 154494"/>
                    <a:gd name="connsiteY162" fmla="*/ 228392 h 272293"/>
                    <a:gd name="connsiteX163" fmla="*/ 83948 w 154494"/>
                    <a:gd name="connsiteY163" fmla="*/ 228139 h 272293"/>
                    <a:gd name="connsiteX164" fmla="*/ 84473 w 154494"/>
                    <a:gd name="connsiteY164" fmla="*/ 227788 h 272293"/>
                    <a:gd name="connsiteX165" fmla="*/ 84610 w 154494"/>
                    <a:gd name="connsiteY165" fmla="*/ 227749 h 272293"/>
                    <a:gd name="connsiteX166" fmla="*/ 85389 w 154494"/>
                    <a:gd name="connsiteY166" fmla="*/ 227262 h 272293"/>
                    <a:gd name="connsiteX167" fmla="*/ 85525 w 154494"/>
                    <a:gd name="connsiteY167" fmla="*/ 227223 h 272293"/>
                    <a:gd name="connsiteX168" fmla="*/ 87239 w 154494"/>
                    <a:gd name="connsiteY168" fmla="*/ 226230 h 272293"/>
                    <a:gd name="connsiteX169" fmla="*/ 87415 w 154494"/>
                    <a:gd name="connsiteY169" fmla="*/ 226094 h 272293"/>
                    <a:gd name="connsiteX170" fmla="*/ 87551 w 154494"/>
                    <a:gd name="connsiteY170" fmla="*/ 226035 h 272293"/>
                    <a:gd name="connsiteX171" fmla="*/ 88018 w 154494"/>
                    <a:gd name="connsiteY171" fmla="*/ 225782 h 272293"/>
                    <a:gd name="connsiteX172" fmla="*/ 88213 w 154494"/>
                    <a:gd name="connsiteY172" fmla="*/ 225646 h 272293"/>
                    <a:gd name="connsiteX173" fmla="*/ 89460 w 154494"/>
                    <a:gd name="connsiteY173" fmla="*/ 224905 h 272293"/>
                    <a:gd name="connsiteX174" fmla="*/ 89596 w 154494"/>
                    <a:gd name="connsiteY174" fmla="*/ 224847 h 272293"/>
                    <a:gd name="connsiteX175" fmla="*/ 91310 w 154494"/>
                    <a:gd name="connsiteY175" fmla="*/ 223854 h 272293"/>
                    <a:gd name="connsiteX176" fmla="*/ 91485 w 154494"/>
                    <a:gd name="connsiteY176" fmla="*/ 223717 h 272293"/>
                    <a:gd name="connsiteX177" fmla="*/ 91622 w 154494"/>
                    <a:gd name="connsiteY177" fmla="*/ 223678 h 272293"/>
                    <a:gd name="connsiteX178" fmla="*/ 92089 w 154494"/>
                    <a:gd name="connsiteY178" fmla="*/ 223406 h 272293"/>
                    <a:gd name="connsiteX179" fmla="*/ 93530 w 154494"/>
                    <a:gd name="connsiteY179" fmla="*/ 222549 h 272293"/>
                    <a:gd name="connsiteX180" fmla="*/ 93667 w 154494"/>
                    <a:gd name="connsiteY180" fmla="*/ 222490 h 272293"/>
                    <a:gd name="connsiteX181" fmla="*/ 95381 w 154494"/>
                    <a:gd name="connsiteY181" fmla="*/ 221497 h 272293"/>
                    <a:gd name="connsiteX182" fmla="*/ 95556 w 154494"/>
                    <a:gd name="connsiteY182" fmla="*/ 221361 h 272293"/>
                    <a:gd name="connsiteX183" fmla="*/ 95692 w 154494"/>
                    <a:gd name="connsiteY183" fmla="*/ 221302 h 272293"/>
                    <a:gd name="connsiteX184" fmla="*/ 96160 w 154494"/>
                    <a:gd name="connsiteY184" fmla="*/ 221049 h 272293"/>
                    <a:gd name="connsiteX185" fmla="*/ 97601 w 154494"/>
                    <a:gd name="connsiteY185" fmla="*/ 220192 h 272293"/>
                    <a:gd name="connsiteX186" fmla="*/ 97738 w 154494"/>
                    <a:gd name="connsiteY186" fmla="*/ 220133 h 272293"/>
                    <a:gd name="connsiteX187" fmla="*/ 99452 w 154494"/>
                    <a:gd name="connsiteY187" fmla="*/ 219140 h 272293"/>
                    <a:gd name="connsiteX188" fmla="*/ 99627 w 154494"/>
                    <a:gd name="connsiteY188" fmla="*/ 219004 h 272293"/>
                    <a:gd name="connsiteX189" fmla="*/ 99763 w 154494"/>
                    <a:gd name="connsiteY189" fmla="*/ 218945 h 272293"/>
                    <a:gd name="connsiteX190" fmla="*/ 100231 w 154494"/>
                    <a:gd name="connsiteY190" fmla="*/ 218692 h 272293"/>
                    <a:gd name="connsiteX191" fmla="*/ 101672 w 154494"/>
                    <a:gd name="connsiteY191" fmla="*/ 217816 h 272293"/>
                    <a:gd name="connsiteX192" fmla="*/ 101808 w 154494"/>
                    <a:gd name="connsiteY192" fmla="*/ 217777 h 272293"/>
                    <a:gd name="connsiteX193" fmla="*/ 103522 w 154494"/>
                    <a:gd name="connsiteY193" fmla="*/ 216764 h 272293"/>
                    <a:gd name="connsiteX194" fmla="*/ 103698 w 154494"/>
                    <a:gd name="connsiteY194" fmla="*/ 216647 h 272293"/>
                    <a:gd name="connsiteX195" fmla="*/ 103834 w 154494"/>
                    <a:gd name="connsiteY195" fmla="*/ 216589 h 272293"/>
                    <a:gd name="connsiteX196" fmla="*/ 104301 w 154494"/>
                    <a:gd name="connsiteY196" fmla="*/ 216316 h 272293"/>
                    <a:gd name="connsiteX197" fmla="*/ 104477 w 154494"/>
                    <a:gd name="connsiteY197" fmla="*/ 216199 h 272293"/>
                    <a:gd name="connsiteX198" fmla="*/ 105743 w 154494"/>
                    <a:gd name="connsiteY198" fmla="*/ 215459 h 272293"/>
                    <a:gd name="connsiteX199" fmla="*/ 105879 w 154494"/>
                    <a:gd name="connsiteY199" fmla="*/ 215400 h 272293"/>
                    <a:gd name="connsiteX200" fmla="*/ 107320 w 154494"/>
                    <a:gd name="connsiteY200" fmla="*/ 214543 h 272293"/>
                    <a:gd name="connsiteX201" fmla="*/ 107457 w 154494"/>
                    <a:gd name="connsiteY201" fmla="*/ 214485 h 272293"/>
                    <a:gd name="connsiteX202" fmla="*/ 107768 w 154494"/>
                    <a:gd name="connsiteY202" fmla="*/ 214271 h 272293"/>
                    <a:gd name="connsiteX203" fmla="*/ 107905 w 154494"/>
                    <a:gd name="connsiteY203" fmla="*/ 214232 h 272293"/>
                    <a:gd name="connsiteX204" fmla="*/ 108372 w 154494"/>
                    <a:gd name="connsiteY204" fmla="*/ 213959 h 272293"/>
                    <a:gd name="connsiteX205" fmla="*/ 109151 w 154494"/>
                    <a:gd name="connsiteY205" fmla="*/ 213492 h 272293"/>
                    <a:gd name="connsiteX206" fmla="*/ 109346 w 154494"/>
                    <a:gd name="connsiteY206" fmla="*/ 213355 h 272293"/>
                    <a:gd name="connsiteX207" fmla="*/ 109463 w 154494"/>
                    <a:gd name="connsiteY207" fmla="*/ 213297 h 272293"/>
                    <a:gd name="connsiteX208" fmla="*/ 109814 w 154494"/>
                    <a:gd name="connsiteY208" fmla="*/ 213102 h 272293"/>
                    <a:gd name="connsiteX209" fmla="*/ 109950 w 154494"/>
                    <a:gd name="connsiteY209" fmla="*/ 213044 h 272293"/>
                    <a:gd name="connsiteX210" fmla="*/ 111391 w 154494"/>
                    <a:gd name="connsiteY210" fmla="*/ 212167 h 272293"/>
                    <a:gd name="connsiteX211" fmla="*/ 111528 w 154494"/>
                    <a:gd name="connsiteY211" fmla="*/ 212128 h 272293"/>
                    <a:gd name="connsiteX212" fmla="*/ 111839 w 154494"/>
                    <a:gd name="connsiteY212" fmla="*/ 211914 h 272293"/>
                    <a:gd name="connsiteX213" fmla="*/ 111976 w 154494"/>
                    <a:gd name="connsiteY213" fmla="*/ 211856 h 272293"/>
                    <a:gd name="connsiteX214" fmla="*/ 112443 w 154494"/>
                    <a:gd name="connsiteY214" fmla="*/ 211602 h 272293"/>
                    <a:gd name="connsiteX215" fmla="*/ 113222 w 154494"/>
                    <a:gd name="connsiteY215" fmla="*/ 211115 h 272293"/>
                    <a:gd name="connsiteX216" fmla="*/ 113417 w 154494"/>
                    <a:gd name="connsiteY216" fmla="*/ 210999 h 272293"/>
                    <a:gd name="connsiteX217" fmla="*/ 113534 w 154494"/>
                    <a:gd name="connsiteY217" fmla="*/ 210940 h 272293"/>
                    <a:gd name="connsiteX218" fmla="*/ 113884 w 154494"/>
                    <a:gd name="connsiteY218" fmla="*/ 210726 h 272293"/>
                    <a:gd name="connsiteX219" fmla="*/ 114021 w 154494"/>
                    <a:gd name="connsiteY219" fmla="*/ 210687 h 272293"/>
                    <a:gd name="connsiteX220" fmla="*/ 115462 w 154494"/>
                    <a:gd name="connsiteY220" fmla="*/ 209810 h 272293"/>
                    <a:gd name="connsiteX221" fmla="*/ 115598 w 154494"/>
                    <a:gd name="connsiteY221" fmla="*/ 209752 h 272293"/>
                    <a:gd name="connsiteX222" fmla="*/ 115910 w 154494"/>
                    <a:gd name="connsiteY222" fmla="*/ 209557 h 272293"/>
                    <a:gd name="connsiteX223" fmla="*/ 116027 w 154494"/>
                    <a:gd name="connsiteY223" fmla="*/ 209499 h 272293"/>
                    <a:gd name="connsiteX224" fmla="*/ 116514 w 154494"/>
                    <a:gd name="connsiteY224" fmla="*/ 209226 h 272293"/>
                    <a:gd name="connsiteX225" fmla="*/ 116689 w 154494"/>
                    <a:gd name="connsiteY225" fmla="*/ 209109 h 272293"/>
                    <a:gd name="connsiteX226" fmla="*/ 117293 w 154494"/>
                    <a:gd name="connsiteY226" fmla="*/ 208759 h 272293"/>
                    <a:gd name="connsiteX227" fmla="*/ 117488 w 154494"/>
                    <a:gd name="connsiteY227" fmla="*/ 208622 h 272293"/>
                    <a:gd name="connsiteX228" fmla="*/ 117605 w 154494"/>
                    <a:gd name="connsiteY228" fmla="*/ 208583 h 272293"/>
                    <a:gd name="connsiteX229" fmla="*/ 117955 w 154494"/>
                    <a:gd name="connsiteY229" fmla="*/ 208369 h 272293"/>
                    <a:gd name="connsiteX230" fmla="*/ 118091 w 154494"/>
                    <a:gd name="connsiteY230" fmla="*/ 208311 h 272293"/>
                    <a:gd name="connsiteX231" fmla="*/ 119533 w 154494"/>
                    <a:gd name="connsiteY231" fmla="*/ 207454 h 272293"/>
                    <a:gd name="connsiteX232" fmla="*/ 119650 w 154494"/>
                    <a:gd name="connsiteY232" fmla="*/ 207395 h 272293"/>
                    <a:gd name="connsiteX233" fmla="*/ 119981 w 154494"/>
                    <a:gd name="connsiteY233" fmla="*/ 207181 h 272293"/>
                    <a:gd name="connsiteX234" fmla="*/ 120098 w 154494"/>
                    <a:gd name="connsiteY234" fmla="*/ 207142 h 272293"/>
                    <a:gd name="connsiteX235" fmla="*/ 120585 w 154494"/>
                    <a:gd name="connsiteY235" fmla="*/ 206869 h 272293"/>
                    <a:gd name="connsiteX236" fmla="*/ 120760 w 154494"/>
                    <a:gd name="connsiteY236" fmla="*/ 206733 h 272293"/>
                    <a:gd name="connsiteX237" fmla="*/ 121364 w 154494"/>
                    <a:gd name="connsiteY237" fmla="*/ 206402 h 272293"/>
                    <a:gd name="connsiteX238" fmla="*/ 121558 w 154494"/>
                    <a:gd name="connsiteY238" fmla="*/ 206266 h 272293"/>
                    <a:gd name="connsiteX239" fmla="*/ 121675 w 154494"/>
                    <a:gd name="connsiteY239" fmla="*/ 206207 h 272293"/>
                    <a:gd name="connsiteX240" fmla="*/ 123604 w 154494"/>
                    <a:gd name="connsiteY240" fmla="*/ 205077 h 272293"/>
                    <a:gd name="connsiteX241" fmla="*/ 123720 w 154494"/>
                    <a:gd name="connsiteY241" fmla="*/ 205038 h 272293"/>
                    <a:gd name="connsiteX242" fmla="*/ 125434 w 154494"/>
                    <a:gd name="connsiteY242" fmla="*/ 204045 h 272293"/>
                    <a:gd name="connsiteX243" fmla="*/ 125610 w 154494"/>
                    <a:gd name="connsiteY243" fmla="*/ 203909 h 272293"/>
                    <a:gd name="connsiteX244" fmla="*/ 125746 w 154494"/>
                    <a:gd name="connsiteY244" fmla="*/ 203850 h 272293"/>
                    <a:gd name="connsiteX245" fmla="*/ 127674 w 154494"/>
                    <a:gd name="connsiteY245" fmla="*/ 202721 h 272293"/>
                    <a:gd name="connsiteX246" fmla="*/ 127791 w 154494"/>
                    <a:gd name="connsiteY246" fmla="*/ 202662 h 272293"/>
                    <a:gd name="connsiteX247" fmla="*/ 128726 w 154494"/>
                    <a:gd name="connsiteY247" fmla="*/ 202136 h 272293"/>
                    <a:gd name="connsiteX248" fmla="*/ 129505 w 154494"/>
                    <a:gd name="connsiteY248" fmla="*/ 201669 h 272293"/>
                    <a:gd name="connsiteX249" fmla="*/ 129681 w 154494"/>
                    <a:gd name="connsiteY249" fmla="*/ 201533 h 272293"/>
                    <a:gd name="connsiteX250" fmla="*/ 129817 w 154494"/>
                    <a:gd name="connsiteY250" fmla="*/ 201494 h 272293"/>
                    <a:gd name="connsiteX251" fmla="*/ 131745 w 154494"/>
                    <a:gd name="connsiteY251" fmla="*/ 200364 h 272293"/>
                    <a:gd name="connsiteX252" fmla="*/ 131862 w 154494"/>
                    <a:gd name="connsiteY252" fmla="*/ 200306 h 272293"/>
                    <a:gd name="connsiteX253" fmla="*/ 132777 w 154494"/>
                    <a:gd name="connsiteY253" fmla="*/ 199780 h 272293"/>
                    <a:gd name="connsiteX254" fmla="*/ 132972 w 154494"/>
                    <a:gd name="connsiteY254" fmla="*/ 199643 h 272293"/>
                    <a:gd name="connsiteX255" fmla="*/ 133576 w 154494"/>
                    <a:gd name="connsiteY255" fmla="*/ 199312 h 272293"/>
                    <a:gd name="connsiteX256" fmla="*/ 133751 w 154494"/>
                    <a:gd name="connsiteY256" fmla="*/ 199176 h 272293"/>
                    <a:gd name="connsiteX257" fmla="*/ 133888 w 154494"/>
                    <a:gd name="connsiteY257" fmla="*/ 199117 h 272293"/>
                    <a:gd name="connsiteX258" fmla="*/ 135796 w 154494"/>
                    <a:gd name="connsiteY258" fmla="*/ 198007 h 272293"/>
                    <a:gd name="connsiteX259" fmla="*/ 135933 w 154494"/>
                    <a:gd name="connsiteY259" fmla="*/ 197949 h 272293"/>
                    <a:gd name="connsiteX260" fmla="*/ 136848 w 154494"/>
                    <a:gd name="connsiteY260" fmla="*/ 197423 h 272293"/>
                    <a:gd name="connsiteX261" fmla="*/ 137043 w 154494"/>
                    <a:gd name="connsiteY261" fmla="*/ 197287 h 272293"/>
                    <a:gd name="connsiteX262" fmla="*/ 137647 w 154494"/>
                    <a:gd name="connsiteY262" fmla="*/ 196955 h 272293"/>
                    <a:gd name="connsiteX263" fmla="*/ 137822 w 154494"/>
                    <a:gd name="connsiteY263" fmla="*/ 196819 h 272293"/>
                    <a:gd name="connsiteX264" fmla="*/ 137958 w 154494"/>
                    <a:gd name="connsiteY264" fmla="*/ 196761 h 272293"/>
                    <a:gd name="connsiteX265" fmla="*/ 139867 w 154494"/>
                    <a:gd name="connsiteY265" fmla="*/ 195631 h 272293"/>
                    <a:gd name="connsiteX266" fmla="*/ 140004 w 154494"/>
                    <a:gd name="connsiteY266" fmla="*/ 195592 h 272293"/>
                    <a:gd name="connsiteX267" fmla="*/ 140977 w 154494"/>
                    <a:gd name="connsiteY267" fmla="*/ 194988 h 272293"/>
                    <a:gd name="connsiteX268" fmla="*/ 141114 w 154494"/>
                    <a:gd name="connsiteY268" fmla="*/ 194930 h 272293"/>
                    <a:gd name="connsiteX269" fmla="*/ 141718 w 154494"/>
                    <a:gd name="connsiteY269" fmla="*/ 194579 h 272293"/>
                    <a:gd name="connsiteX270" fmla="*/ 141893 w 154494"/>
                    <a:gd name="connsiteY270" fmla="*/ 194462 h 272293"/>
                    <a:gd name="connsiteX271" fmla="*/ 142029 w 154494"/>
                    <a:gd name="connsiteY271" fmla="*/ 194404 h 272293"/>
                    <a:gd name="connsiteX272" fmla="*/ 143023 w 154494"/>
                    <a:gd name="connsiteY272" fmla="*/ 193800 h 272293"/>
                    <a:gd name="connsiteX273" fmla="*/ 143159 w 154494"/>
                    <a:gd name="connsiteY273" fmla="*/ 193742 h 272293"/>
                    <a:gd name="connsiteX274" fmla="*/ 143938 w 154494"/>
                    <a:gd name="connsiteY274" fmla="*/ 193274 h 272293"/>
                    <a:gd name="connsiteX275" fmla="*/ 144074 w 154494"/>
                    <a:gd name="connsiteY275" fmla="*/ 193216 h 272293"/>
                    <a:gd name="connsiteX276" fmla="*/ 144853 w 154494"/>
                    <a:gd name="connsiteY276" fmla="*/ 192748 h 272293"/>
                    <a:gd name="connsiteX277" fmla="*/ 145048 w 154494"/>
                    <a:gd name="connsiteY277" fmla="*/ 192612 h 272293"/>
                    <a:gd name="connsiteX278" fmla="*/ 145185 w 154494"/>
                    <a:gd name="connsiteY278" fmla="*/ 192573 h 272293"/>
                    <a:gd name="connsiteX279" fmla="*/ 145788 w 154494"/>
                    <a:gd name="connsiteY279" fmla="*/ 192222 h 272293"/>
                    <a:gd name="connsiteX280" fmla="*/ 145964 w 154494"/>
                    <a:gd name="connsiteY280" fmla="*/ 192086 h 272293"/>
                    <a:gd name="connsiteX281" fmla="*/ 146100 w 154494"/>
                    <a:gd name="connsiteY281" fmla="*/ 192047 h 272293"/>
                    <a:gd name="connsiteX282" fmla="*/ 146567 w 154494"/>
                    <a:gd name="connsiteY282" fmla="*/ 191774 h 272293"/>
                    <a:gd name="connsiteX283" fmla="*/ 147093 w 154494"/>
                    <a:gd name="connsiteY283" fmla="*/ 191443 h 272293"/>
                    <a:gd name="connsiteX284" fmla="*/ 147230 w 154494"/>
                    <a:gd name="connsiteY284" fmla="*/ 191385 h 272293"/>
                    <a:gd name="connsiteX285" fmla="*/ 148009 w 154494"/>
                    <a:gd name="connsiteY285" fmla="*/ 190917 h 272293"/>
                    <a:gd name="connsiteX286" fmla="*/ 148145 w 154494"/>
                    <a:gd name="connsiteY286" fmla="*/ 190859 h 272293"/>
                    <a:gd name="connsiteX287" fmla="*/ 149119 w 154494"/>
                    <a:gd name="connsiteY287" fmla="*/ 190255 h 272293"/>
                    <a:gd name="connsiteX288" fmla="*/ 149255 w 154494"/>
                    <a:gd name="connsiteY288" fmla="*/ 190197 h 272293"/>
                    <a:gd name="connsiteX289" fmla="*/ 149859 w 154494"/>
                    <a:gd name="connsiteY289" fmla="*/ 189866 h 272293"/>
                    <a:gd name="connsiteX290" fmla="*/ 150034 w 154494"/>
                    <a:gd name="connsiteY290" fmla="*/ 189729 h 272293"/>
                    <a:gd name="connsiteX291" fmla="*/ 150171 w 154494"/>
                    <a:gd name="connsiteY291" fmla="*/ 189671 h 272293"/>
                    <a:gd name="connsiteX292" fmla="*/ 151164 w 154494"/>
                    <a:gd name="connsiteY292" fmla="*/ 189067 h 272293"/>
                    <a:gd name="connsiteX293" fmla="*/ 151476 w 154494"/>
                    <a:gd name="connsiteY293" fmla="*/ 188931 h 272293"/>
                    <a:gd name="connsiteX294" fmla="*/ 152080 w 154494"/>
                    <a:gd name="connsiteY294" fmla="*/ 188541 h 272293"/>
                    <a:gd name="connsiteX295" fmla="*/ 152216 w 154494"/>
                    <a:gd name="connsiteY295" fmla="*/ 188502 h 272293"/>
                    <a:gd name="connsiteX296" fmla="*/ 152995 w 154494"/>
                    <a:gd name="connsiteY296" fmla="*/ 188015 h 272293"/>
                    <a:gd name="connsiteX297" fmla="*/ 153190 w 154494"/>
                    <a:gd name="connsiteY297" fmla="*/ 187898 h 272293"/>
                    <a:gd name="connsiteX298" fmla="*/ 153326 w 154494"/>
                    <a:gd name="connsiteY298" fmla="*/ 187840 h 272293"/>
                    <a:gd name="connsiteX299" fmla="*/ 153930 w 154494"/>
                    <a:gd name="connsiteY299" fmla="*/ 187489 h 272293"/>
                    <a:gd name="connsiteX300" fmla="*/ 154105 w 154494"/>
                    <a:gd name="connsiteY300" fmla="*/ 187372 h 272293"/>
                    <a:gd name="connsiteX301" fmla="*/ 154241 w 154494"/>
                    <a:gd name="connsiteY301" fmla="*/ 187314 h 272293"/>
                    <a:gd name="connsiteX302" fmla="*/ 154436 w 154494"/>
                    <a:gd name="connsiteY302" fmla="*/ 187178 h 272293"/>
                    <a:gd name="connsiteX303" fmla="*/ 154495 w 154494"/>
                    <a:gd name="connsiteY303" fmla="*/ 186963 h 272293"/>
                    <a:gd name="connsiteX304" fmla="*/ 154436 w 154494"/>
                    <a:gd name="connsiteY304" fmla="*/ 0 h 272293"/>
                    <a:gd name="connsiteX305" fmla="*/ 152391 w 154494"/>
                    <a:gd name="connsiteY305" fmla="*/ 1169 h 272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154494" h="272293">
                      <a:moveTo>
                        <a:pt x="152391" y="1169"/>
                      </a:moveTo>
                      <a:lnTo>
                        <a:pt x="152216" y="1227"/>
                      </a:lnTo>
                      <a:lnTo>
                        <a:pt x="151943" y="1441"/>
                      </a:lnTo>
                      <a:lnTo>
                        <a:pt x="151748" y="1480"/>
                      </a:lnTo>
                      <a:lnTo>
                        <a:pt x="151612" y="1617"/>
                      </a:lnTo>
                      <a:lnTo>
                        <a:pt x="151300" y="1753"/>
                      </a:lnTo>
                      <a:lnTo>
                        <a:pt x="151164" y="1889"/>
                      </a:lnTo>
                      <a:lnTo>
                        <a:pt x="0" y="89654"/>
                      </a:lnTo>
                      <a:lnTo>
                        <a:pt x="7616" y="94251"/>
                      </a:lnTo>
                      <a:lnTo>
                        <a:pt x="7694" y="272294"/>
                      </a:lnTo>
                      <a:lnTo>
                        <a:pt x="7947" y="272236"/>
                      </a:lnTo>
                      <a:lnTo>
                        <a:pt x="8336" y="272041"/>
                      </a:lnTo>
                      <a:lnTo>
                        <a:pt x="8531" y="271904"/>
                      </a:lnTo>
                      <a:lnTo>
                        <a:pt x="8648" y="271846"/>
                      </a:lnTo>
                      <a:lnTo>
                        <a:pt x="9135" y="271593"/>
                      </a:lnTo>
                      <a:lnTo>
                        <a:pt x="9661" y="271242"/>
                      </a:lnTo>
                      <a:lnTo>
                        <a:pt x="9778" y="271203"/>
                      </a:lnTo>
                      <a:lnTo>
                        <a:pt x="10576" y="270716"/>
                      </a:lnTo>
                      <a:lnTo>
                        <a:pt x="10713" y="270677"/>
                      </a:lnTo>
                      <a:lnTo>
                        <a:pt x="12407" y="269664"/>
                      </a:lnTo>
                      <a:lnTo>
                        <a:pt x="12602" y="269548"/>
                      </a:lnTo>
                      <a:lnTo>
                        <a:pt x="12719" y="269489"/>
                      </a:lnTo>
                      <a:lnTo>
                        <a:pt x="13206" y="269217"/>
                      </a:lnTo>
                      <a:lnTo>
                        <a:pt x="14647" y="268360"/>
                      </a:lnTo>
                      <a:lnTo>
                        <a:pt x="14783" y="268301"/>
                      </a:lnTo>
                      <a:lnTo>
                        <a:pt x="16478" y="267308"/>
                      </a:lnTo>
                      <a:lnTo>
                        <a:pt x="16673" y="267171"/>
                      </a:lnTo>
                      <a:lnTo>
                        <a:pt x="16790" y="267132"/>
                      </a:lnTo>
                      <a:lnTo>
                        <a:pt x="17276" y="266860"/>
                      </a:lnTo>
                      <a:lnTo>
                        <a:pt x="18718" y="266003"/>
                      </a:lnTo>
                      <a:lnTo>
                        <a:pt x="18835" y="265944"/>
                      </a:lnTo>
                      <a:lnTo>
                        <a:pt x="20549" y="264951"/>
                      </a:lnTo>
                      <a:lnTo>
                        <a:pt x="20743" y="264815"/>
                      </a:lnTo>
                      <a:lnTo>
                        <a:pt x="20860" y="264756"/>
                      </a:lnTo>
                      <a:lnTo>
                        <a:pt x="21347" y="264503"/>
                      </a:lnTo>
                      <a:lnTo>
                        <a:pt x="21523" y="264367"/>
                      </a:lnTo>
                      <a:lnTo>
                        <a:pt x="22789" y="263627"/>
                      </a:lnTo>
                      <a:lnTo>
                        <a:pt x="22905" y="263588"/>
                      </a:lnTo>
                      <a:lnTo>
                        <a:pt x="24619" y="262575"/>
                      </a:lnTo>
                      <a:lnTo>
                        <a:pt x="24795" y="262458"/>
                      </a:lnTo>
                      <a:lnTo>
                        <a:pt x="24931" y="262399"/>
                      </a:lnTo>
                      <a:lnTo>
                        <a:pt x="25399" y="262127"/>
                      </a:lnTo>
                      <a:lnTo>
                        <a:pt x="25593" y="262010"/>
                      </a:lnTo>
                      <a:lnTo>
                        <a:pt x="26859" y="261270"/>
                      </a:lnTo>
                      <a:lnTo>
                        <a:pt x="26976" y="261211"/>
                      </a:lnTo>
                      <a:lnTo>
                        <a:pt x="28690" y="260218"/>
                      </a:lnTo>
                      <a:lnTo>
                        <a:pt x="28865" y="260082"/>
                      </a:lnTo>
                      <a:lnTo>
                        <a:pt x="29002" y="260043"/>
                      </a:lnTo>
                      <a:lnTo>
                        <a:pt x="30268" y="259303"/>
                      </a:lnTo>
                      <a:lnTo>
                        <a:pt x="30443" y="259166"/>
                      </a:lnTo>
                      <a:lnTo>
                        <a:pt x="30580" y="259108"/>
                      </a:lnTo>
                      <a:lnTo>
                        <a:pt x="30930" y="258913"/>
                      </a:lnTo>
                      <a:lnTo>
                        <a:pt x="31047" y="258855"/>
                      </a:lnTo>
                      <a:lnTo>
                        <a:pt x="32488" y="257998"/>
                      </a:lnTo>
                      <a:lnTo>
                        <a:pt x="32625" y="257939"/>
                      </a:lnTo>
                      <a:lnTo>
                        <a:pt x="32936" y="257725"/>
                      </a:lnTo>
                      <a:lnTo>
                        <a:pt x="33073" y="257666"/>
                      </a:lnTo>
                      <a:lnTo>
                        <a:pt x="33540" y="257413"/>
                      </a:lnTo>
                      <a:lnTo>
                        <a:pt x="33735" y="257277"/>
                      </a:lnTo>
                      <a:lnTo>
                        <a:pt x="34339" y="256946"/>
                      </a:lnTo>
                      <a:lnTo>
                        <a:pt x="34514" y="256809"/>
                      </a:lnTo>
                      <a:lnTo>
                        <a:pt x="34650" y="256751"/>
                      </a:lnTo>
                      <a:lnTo>
                        <a:pt x="34981" y="256537"/>
                      </a:lnTo>
                      <a:lnTo>
                        <a:pt x="35118" y="256498"/>
                      </a:lnTo>
                      <a:lnTo>
                        <a:pt x="36559" y="255621"/>
                      </a:lnTo>
                      <a:lnTo>
                        <a:pt x="36695" y="255582"/>
                      </a:lnTo>
                      <a:lnTo>
                        <a:pt x="37007" y="255368"/>
                      </a:lnTo>
                      <a:lnTo>
                        <a:pt x="37143" y="255310"/>
                      </a:lnTo>
                      <a:lnTo>
                        <a:pt x="38409" y="254569"/>
                      </a:lnTo>
                      <a:lnTo>
                        <a:pt x="38585" y="254453"/>
                      </a:lnTo>
                      <a:lnTo>
                        <a:pt x="38721" y="254394"/>
                      </a:lnTo>
                      <a:lnTo>
                        <a:pt x="39052" y="254180"/>
                      </a:lnTo>
                      <a:lnTo>
                        <a:pt x="39189" y="254122"/>
                      </a:lnTo>
                      <a:lnTo>
                        <a:pt x="40630" y="253265"/>
                      </a:lnTo>
                      <a:lnTo>
                        <a:pt x="40766" y="253206"/>
                      </a:lnTo>
                      <a:lnTo>
                        <a:pt x="41078" y="252992"/>
                      </a:lnTo>
                      <a:lnTo>
                        <a:pt x="41214" y="252953"/>
                      </a:lnTo>
                      <a:lnTo>
                        <a:pt x="41682" y="252680"/>
                      </a:lnTo>
                      <a:lnTo>
                        <a:pt x="41876" y="252563"/>
                      </a:lnTo>
                      <a:lnTo>
                        <a:pt x="42480" y="252213"/>
                      </a:lnTo>
                      <a:lnTo>
                        <a:pt x="42655" y="252076"/>
                      </a:lnTo>
                      <a:lnTo>
                        <a:pt x="42792" y="252037"/>
                      </a:lnTo>
                      <a:lnTo>
                        <a:pt x="43123" y="251823"/>
                      </a:lnTo>
                      <a:lnTo>
                        <a:pt x="43259" y="251765"/>
                      </a:lnTo>
                      <a:lnTo>
                        <a:pt x="44701" y="250908"/>
                      </a:lnTo>
                      <a:lnTo>
                        <a:pt x="44837" y="250849"/>
                      </a:lnTo>
                      <a:lnTo>
                        <a:pt x="45149" y="250635"/>
                      </a:lnTo>
                      <a:lnTo>
                        <a:pt x="45285" y="250577"/>
                      </a:lnTo>
                      <a:lnTo>
                        <a:pt x="45752" y="250323"/>
                      </a:lnTo>
                      <a:lnTo>
                        <a:pt x="45947" y="250187"/>
                      </a:lnTo>
                      <a:lnTo>
                        <a:pt x="46551" y="249856"/>
                      </a:lnTo>
                      <a:lnTo>
                        <a:pt x="46726" y="249720"/>
                      </a:lnTo>
                      <a:lnTo>
                        <a:pt x="46863" y="249661"/>
                      </a:lnTo>
                      <a:lnTo>
                        <a:pt x="47642" y="249194"/>
                      </a:lnTo>
                      <a:lnTo>
                        <a:pt x="47778" y="249135"/>
                      </a:lnTo>
                      <a:lnTo>
                        <a:pt x="48771" y="248532"/>
                      </a:lnTo>
                      <a:lnTo>
                        <a:pt x="48908" y="248493"/>
                      </a:lnTo>
                      <a:lnTo>
                        <a:pt x="49823" y="247967"/>
                      </a:lnTo>
                      <a:lnTo>
                        <a:pt x="49998" y="247830"/>
                      </a:lnTo>
                      <a:lnTo>
                        <a:pt x="50602" y="247480"/>
                      </a:lnTo>
                      <a:lnTo>
                        <a:pt x="50797" y="247363"/>
                      </a:lnTo>
                      <a:lnTo>
                        <a:pt x="50933" y="247304"/>
                      </a:lnTo>
                      <a:lnTo>
                        <a:pt x="52842" y="246175"/>
                      </a:lnTo>
                      <a:lnTo>
                        <a:pt x="52979" y="246116"/>
                      </a:lnTo>
                      <a:lnTo>
                        <a:pt x="53894" y="245590"/>
                      </a:lnTo>
                      <a:lnTo>
                        <a:pt x="54069" y="245474"/>
                      </a:lnTo>
                      <a:lnTo>
                        <a:pt x="54673" y="245123"/>
                      </a:lnTo>
                      <a:lnTo>
                        <a:pt x="54868" y="244987"/>
                      </a:lnTo>
                      <a:lnTo>
                        <a:pt x="55004" y="244948"/>
                      </a:lnTo>
                      <a:lnTo>
                        <a:pt x="56913" y="243818"/>
                      </a:lnTo>
                      <a:lnTo>
                        <a:pt x="57049" y="243760"/>
                      </a:lnTo>
                      <a:lnTo>
                        <a:pt x="57965" y="243234"/>
                      </a:lnTo>
                      <a:lnTo>
                        <a:pt x="58744" y="242766"/>
                      </a:lnTo>
                      <a:lnTo>
                        <a:pt x="58939" y="242630"/>
                      </a:lnTo>
                      <a:lnTo>
                        <a:pt x="59055" y="242571"/>
                      </a:lnTo>
                      <a:lnTo>
                        <a:pt x="60984" y="241442"/>
                      </a:lnTo>
                      <a:lnTo>
                        <a:pt x="61120" y="241403"/>
                      </a:lnTo>
                      <a:lnTo>
                        <a:pt x="62035" y="240877"/>
                      </a:lnTo>
                      <a:lnTo>
                        <a:pt x="62211" y="240741"/>
                      </a:lnTo>
                      <a:lnTo>
                        <a:pt x="62815" y="240390"/>
                      </a:lnTo>
                      <a:lnTo>
                        <a:pt x="63009" y="240273"/>
                      </a:lnTo>
                      <a:lnTo>
                        <a:pt x="63126" y="240215"/>
                      </a:lnTo>
                      <a:lnTo>
                        <a:pt x="65054" y="239085"/>
                      </a:lnTo>
                      <a:lnTo>
                        <a:pt x="65191" y="239027"/>
                      </a:lnTo>
                      <a:lnTo>
                        <a:pt x="66106" y="238501"/>
                      </a:lnTo>
                      <a:lnTo>
                        <a:pt x="66282" y="238384"/>
                      </a:lnTo>
                      <a:lnTo>
                        <a:pt x="66885" y="238033"/>
                      </a:lnTo>
                      <a:lnTo>
                        <a:pt x="67080" y="237897"/>
                      </a:lnTo>
                      <a:lnTo>
                        <a:pt x="67197" y="237858"/>
                      </a:lnTo>
                      <a:lnTo>
                        <a:pt x="69125" y="236728"/>
                      </a:lnTo>
                      <a:lnTo>
                        <a:pt x="69242" y="236670"/>
                      </a:lnTo>
                      <a:lnTo>
                        <a:pt x="70216" y="236066"/>
                      </a:lnTo>
                      <a:lnTo>
                        <a:pt x="70352" y="236008"/>
                      </a:lnTo>
                      <a:lnTo>
                        <a:pt x="70956" y="235676"/>
                      </a:lnTo>
                      <a:lnTo>
                        <a:pt x="71151" y="235540"/>
                      </a:lnTo>
                      <a:lnTo>
                        <a:pt x="71268" y="235482"/>
                      </a:lnTo>
                      <a:lnTo>
                        <a:pt x="72261" y="234878"/>
                      </a:lnTo>
                      <a:lnTo>
                        <a:pt x="72397" y="234839"/>
                      </a:lnTo>
                      <a:lnTo>
                        <a:pt x="73196" y="234352"/>
                      </a:lnTo>
                      <a:lnTo>
                        <a:pt x="73313" y="234313"/>
                      </a:lnTo>
                      <a:lnTo>
                        <a:pt x="74287" y="233709"/>
                      </a:lnTo>
                      <a:lnTo>
                        <a:pt x="74423" y="233651"/>
                      </a:lnTo>
                      <a:lnTo>
                        <a:pt x="75027" y="233300"/>
                      </a:lnTo>
                      <a:lnTo>
                        <a:pt x="75202" y="233183"/>
                      </a:lnTo>
                      <a:lnTo>
                        <a:pt x="75339" y="233125"/>
                      </a:lnTo>
                      <a:lnTo>
                        <a:pt x="76332" y="232521"/>
                      </a:lnTo>
                      <a:lnTo>
                        <a:pt x="76468" y="232463"/>
                      </a:lnTo>
                      <a:lnTo>
                        <a:pt x="77267" y="231995"/>
                      </a:lnTo>
                      <a:lnTo>
                        <a:pt x="77384" y="231937"/>
                      </a:lnTo>
                      <a:lnTo>
                        <a:pt x="78358" y="231333"/>
                      </a:lnTo>
                      <a:lnTo>
                        <a:pt x="78494" y="231294"/>
                      </a:lnTo>
                      <a:lnTo>
                        <a:pt x="79098" y="230943"/>
                      </a:lnTo>
                      <a:lnTo>
                        <a:pt x="79273" y="230807"/>
                      </a:lnTo>
                      <a:lnTo>
                        <a:pt x="79409" y="230768"/>
                      </a:lnTo>
                      <a:lnTo>
                        <a:pt x="80403" y="230164"/>
                      </a:lnTo>
                      <a:lnTo>
                        <a:pt x="80539" y="230106"/>
                      </a:lnTo>
                      <a:lnTo>
                        <a:pt x="81338" y="229638"/>
                      </a:lnTo>
                      <a:lnTo>
                        <a:pt x="81454" y="229580"/>
                      </a:lnTo>
                      <a:lnTo>
                        <a:pt x="82428" y="228976"/>
                      </a:lnTo>
                      <a:lnTo>
                        <a:pt x="82565" y="228918"/>
                      </a:lnTo>
                      <a:lnTo>
                        <a:pt x="83168" y="228587"/>
                      </a:lnTo>
                      <a:lnTo>
                        <a:pt x="83344" y="228450"/>
                      </a:lnTo>
                      <a:lnTo>
                        <a:pt x="83480" y="228392"/>
                      </a:lnTo>
                      <a:lnTo>
                        <a:pt x="83948" y="228139"/>
                      </a:lnTo>
                      <a:lnTo>
                        <a:pt x="84473" y="227788"/>
                      </a:lnTo>
                      <a:lnTo>
                        <a:pt x="84610" y="227749"/>
                      </a:lnTo>
                      <a:lnTo>
                        <a:pt x="85389" y="227262"/>
                      </a:lnTo>
                      <a:lnTo>
                        <a:pt x="85525" y="227223"/>
                      </a:lnTo>
                      <a:lnTo>
                        <a:pt x="87239" y="226230"/>
                      </a:lnTo>
                      <a:lnTo>
                        <a:pt x="87415" y="226094"/>
                      </a:lnTo>
                      <a:lnTo>
                        <a:pt x="87551" y="226035"/>
                      </a:lnTo>
                      <a:lnTo>
                        <a:pt x="88018" y="225782"/>
                      </a:lnTo>
                      <a:lnTo>
                        <a:pt x="88213" y="225646"/>
                      </a:lnTo>
                      <a:lnTo>
                        <a:pt x="89460" y="224905"/>
                      </a:lnTo>
                      <a:lnTo>
                        <a:pt x="89596" y="224847"/>
                      </a:lnTo>
                      <a:lnTo>
                        <a:pt x="91310" y="223854"/>
                      </a:lnTo>
                      <a:lnTo>
                        <a:pt x="91485" y="223717"/>
                      </a:lnTo>
                      <a:lnTo>
                        <a:pt x="91622" y="223678"/>
                      </a:lnTo>
                      <a:lnTo>
                        <a:pt x="92089" y="223406"/>
                      </a:lnTo>
                      <a:lnTo>
                        <a:pt x="93530" y="222549"/>
                      </a:lnTo>
                      <a:lnTo>
                        <a:pt x="93667" y="222490"/>
                      </a:lnTo>
                      <a:lnTo>
                        <a:pt x="95381" y="221497"/>
                      </a:lnTo>
                      <a:lnTo>
                        <a:pt x="95556" y="221361"/>
                      </a:lnTo>
                      <a:lnTo>
                        <a:pt x="95692" y="221302"/>
                      </a:lnTo>
                      <a:lnTo>
                        <a:pt x="96160" y="221049"/>
                      </a:lnTo>
                      <a:lnTo>
                        <a:pt x="97601" y="220192"/>
                      </a:lnTo>
                      <a:lnTo>
                        <a:pt x="97738" y="220133"/>
                      </a:lnTo>
                      <a:lnTo>
                        <a:pt x="99452" y="219140"/>
                      </a:lnTo>
                      <a:lnTo>
                        <a:pt x="99627" y="219004"/>
                      </a:lnTo>
                      <a:lnTo>
                        <a:pt x="99763" y="218945"/>
                      </a:lnTo>
                      <a:lnTo>
                        <a:pt x="100231" y="218692"/>
                      </a:lnTo>
                      <a:lnTo>
                        <a:pt x="101672" y="217816"/>
                      </a:lnTo>
                      <a:lnTo>
                        <a:pt x="101808" y="217777"/>
                      </a:lnTo>
                      <a:lnTo>
                        <a:pt x="103522" y="216764"/>
                      </a:lnTo>
                      <a:lnTo>
                        <a:pt x="103698" y="216647"/>
                      </a:lnTo>
                      <a:lnTo>
                        <a:pt x="103834" y="216589"/>
                      </a:lnTo>
                      <a:lnTo>
                        <a:pt x="104301" y="216316"/>
                      </a:lnTo>
                      <a:lnTo>
                        <a:pt x="104477" y="216199"/>
                      </a:lnTo>
                      <a:lnTo>
                        <a:pt x="105743" y="215459"/>
                      </a:lnTo>
                      <a:lnTo>
                        <a:pt x="105879" y="215400"/>
                      </a:lnTo>
                      <a:lnTo>
                        <a:pt x="107320" y="214543"/>
                      </a:lnTo>
                      <a:lnTo>
                        <a:pt x="107457" y="214485"/>
                      </a:lnTo>
                      <a:lnTo>
                        <a:pt x="107768" y="214271"/>
                      </a:lnTo>
                      <a:lnTo>
                        <a:pt x="107905" y="214232"/>
                      </a:lnTo>
                      <a:lnTo>
                        <a:pt x="108372" y="213959"/>
                      </a:lnTo>
                      <a:lnTo>
                        <a:pt x="109151" y="213492"/>
                      </a:lnTo>
                      <a:lnTo>
                        <a:pt x="109346" y="213355"/>
                      </a:lnTo>
                      <a:lnTo>
                        <a:pt x="109463" y="213297"/>
                      </a:lnTo>
                      <a:lnTo>
                        <a:pt x="109814" y="213102"/>
                      </a:lnTo>
                      <a:lnTo>
                        <a:pt x="109950" y="213044"/>
                      </a:lnTo>
                      <a:lnTo>
                        <a:pt x="111391" y="212167"/>
                      </a:lnTo>
                      <a:lnTo>
                        <a:pt x="111528" y="212128"/>
                      </a:lnTo>
                      <a:lnTo>
                        <a:pt x="111839" y="211914"/>
                      </a:lnTo>
                      <a:lnTo>
                        <a:pt x="111976" y="211856"/>
                      </a:lnTo>
                      <a:lnTo>
                        <a:pt x="112443" y="211602"/>
                      </a:lnTo>
                      <a:lnTo>
                        <a:pt x="113222" y="211115"/>
                      </a:lnTo>
                      <a:lnTo>
                        <a:pt x="113417" y="210999"/>
                      </a:lnTo>
                      <a:lnTo>
                        <a:pt x="113534" y="210940"/>
                      </a:lnTo>
                      <a:lnTo>
                        <a:pt x="113884" y="210726"/>
                      </a:lnTo>
                      <a:lnTo>
                        <a:pt x="114021" y="210687"/>
                      </a:lnTo>
                      <a:lnTo>
                        <a:pt x="115462" y="209810"/>
                      </a:lnTo>
                      <a:lnTo>
                        <a:pt x="115598" y="209752"/>
                      </a:lnTo>
                      <a:lnTo>
                        <a:pt x="115910" y="209557"/>
                      </a:lnTo>
                      <a:lnTo>
                        <a:pt x="116027" y="209499"/>
                      </a:lnTo>
                      <a:lnTo>
                        <a:pt x="116514" y="209226"/>
                      </a:lnTo>
                      <a:lnTo>
                        <a:pt x="116689" y="209109"/>
                      </a:lnTo>
                      <a:lnTo>
                        <a:pt x="117293" y="208759"/>
                      </a:lnTo>
                      <a:lnTo>
                        <a:pt x="117488" y="208622"/>
                      </a:lnTo>
                      <a:lnTo>
                        <a:pt x="117605" y="208583"/>
                      </a:lnTo>
                      <a:lnTo>
                        <a:pt x="117955" y="208369"/>
                      </a:lnTo>
                      <a:lnTo>
                        <a:pt x="118091" y="208311"/>
                      </a:lnTo>
                      <a:lnTo>
                        <a:pt x="119533" y="207454"/>
                      </a:lnTo>
                      <a:lnTo>
                        <a:pt x="119650" y="207395"/>
                      </a:lnTo>
                      <a:lnTo>
                        <a:pt x="119981" y="207181"/>
                      </a:lnTo>
                      <a:lnTo>
                        <a:pt x="120098" y="207142"/>
                      </a:lnTo>
                      <a:lnTo>
                        <a:pt x="120585" y="206869"/>
                      </a:lnTo>
                      <a:lnTo>
                        <a:pt x="120760" y="206733"/>
                      </a:lnTo>
                      <a:lnTo>
                        <a:pt x="121364" y="206402"/>
                      </a:lnTo>
                      <a:lnTo>
                        <a:pt x="121558" y="206266"/>
                      </a:lnTo>
                      <a:lnTo>
                        <a:pt x="121675" y="206207"/>
                      </a:lnTo>
                      <a:lnTo>
                        <a:pt x="123604" y="205077"/>
                      </a:lnTo>
                      <a:lnTo>
                        <a:pt x="123720" y="205038"/>
                      </a:lnTo>
                      <a:lnTo>
                        <a:pt x="125434" y="204045"/>
                      </a:lnTo>
                      <a:lnTo>
                        <a:pt x="125610" y="203909"/>
                      </a:lnTo>
                      <a:lnTo>
                        <a:pt x="125746" y="203850"/>
                      </a:lnTo>
                      <a:lnTo>
                        <a:pt x="127674" y="202721"/>
                      </a:lnTo>
                      <a:lnTo>
                        <a:pt x="127791" y="202662"/>
                      </a:lnTo>
                      <a:lnTo>
                        <a:pt x="128726" y="202136"/>
                      </a:lnTo>
                      <a:lnTo>
                        <a:pt x="129505" y="201669"/>
                      </a:lnTo>
                      <a:lnTo>
                        <a:pt x="129681" y="201533"/>
                      </a:lnTo>
                      <a:lnTo>
                        <a:pt x="129817" y="201494"/>
                      </a:lnTo>
                      <a:lnTo>
                        <a:pt x="131745" y="200364"/>
                      </a:lnTo>
                      <a:lnTo>
                        <a:pt x="131862" y="200306"/>
                      </a:lnTo>
                      <a:lnTo>
                        <a:pt x="132777" y="199780"/>
                      </a:lnTo>
                      <a:lnTo>
                        <a:pt x="132972" y="199643"/>
                      </a:lnTo>
                      <a:lnTo>
                        <a:pt x="133576" y="199312"/>
                      </a:lnTo>
                      <a:lnTo>
                        <a:pt x="133751" y="199176"/>
                      </a:lnTo>
                      <a:lnTo>
                        <a:pt x="133888" y="199117"/>
                      </a:lnTo>
                      <a:lnTo>
                        <a:pt x="135796" y="198007"/>
                      </a:lnTo>
                      <a:lnTo>
                        <a:pt x="135933" y="197949"/>
                      </a:lnTo>
                      <a:lnTo>
                        <a:pt x="136848" y="197423"/>
                      </a:lnTo>
                      <a:lnTo>
                        <a:pt x="137043" y="197287"/>
                      </a:lnTo>
                      <a:lnTo>
                        <a:pt x="137647" y="196955"/>
                      </a:lnTo>
                      <a:lnTo>
                        <a:pt x="137822" y="196819"/>
                      </a:lnTo>
                      <a:lnTo>
                        <a:pt x="137958" y="196761"/>
                      </a:lnTo>
                      <a:lnTo>
                        <a:pt x="139867" y="195631"/>
                      </a:lnTo>
                      <a:lnTo>
                        <a:pt x="140004" y="195592"/>
                      </a:lnTo>
                      <a:lnTo>
                        <a:pt x="140977" y="194988"/>
                      </a:lnTo>
                      <a:lnTo>
                        <a:pt x="141114" y="194930"/>
                      </a:lnTo>
                      <a:lnTo>
                        <a:pt x="141718" y="194579"/>
                      </a:lnTo>
                      <a:lnTo>
                        <a:pt x="141893" y="194462"/>
                      </a:lnTo>
                      <a:lnTo>
                        <a:pt x="142029" y="194404"/>
                      </a:lnTo>
                      <a:lnTo>
                        <a:pt x="143023" y="193800"/>
                      </a:lnTo>
                      <a:lnTo>
                        <a:pt x="143159" y="193742"/>
                      </a:lnTo>
                      <a:lnTo>
                        <a:pt x="143938" y="193274"/>
                      </a:lnTo>
                      <a:lnTo>
                        <a:pt x="144074" y="193216"/>
                      </a:lnTo>
                      <a:lnTo>
                        <a:pt x="144853" y="192748"/>
                      </a:lnTo>
                      <a:lnTo>
                        <a:pt x="145048" y="192612"/>
                      </a:lnTo>
                      <a:lnTo>
                        <a:pt x="145185" y="192573"/>
                      </a:lnTo>
                      <a:lnTo>
                        <a:pt x="145788" y="192222"/>
                      </a:lnTo>
                      <a:lnTo>
                        <a:pt x="145964" y="192086"/>
                      </a:lnTo>
                      <a:lnTo>
                        <a:pt x="146100" y="192047"/>
                      </a:lnTo>
                      <a:lnTo>
                        <a:pt x="146567" y="191774"/>
                      </a:lnTo>
                      <a:lnTo>
                        <a:pt x="147093" y="191443"/>
                      </a:lnTo>
                      <a:lnTo>
                        <a:pt x="147230" y="191385"/>
                      </a:lnTo>
                      <a:lnTo>
                        <a:pt x="148009" y="190917"/>
                      </a:lnTo>
                      <a:lnTo>
                        <a:pt x="148145" y="190859"/>
                      </a:lnTo>
                      <a:lnTo>
                        <a:pt x="149119" y="190255"/>
                      </a:lnTo>
                      <a:lnTo>
                        <a:pt x="149255" y="190197"/>
                      </a:lnTo>
                      <a:lnTo>
                        <a:pt x="149859" y="189866"/>
                      </a:lnTo>
                      <a:lnTo>
                        <a:pt x="150034" y="189729"/>
                      </a:lnTo>
                      <a:lnTo>
                        <a:pt x="150171" y="189671"/>
                      </a:lnTo>
                      <a:lnTo>
                        <a:pt x="151164" y="189067"/>
                      </a:lnTo>
                      <a:lnTo>
                        <a:pt x="151476" y="188931"/>
                      </a:lnTo>
                      <a:lnTo>
                        <a:pt x="152080" y="188541"/>
                      </a:lnTo>
                      <a:lnTo>
                        <a:pt x="152216" y="188502"/>
                      </a:lnTo>
                      <a:lnTo>
                        <a:pt x="152995" y="188015"/>
                      </a:lnTo>
                      <a:lnTo>
                        <a:pt x="153190" y="187898"/>
                      </a:lnTo>
                      <a:lnTo>
                        <a:pt x="153326" y="187840"/>
                      </a:lnTo>
                      <a:lnTo>
                        <a:pt x="153930" y="187489"/>
                      </a:lnTo>
                      <a:lnTo>
                        <a:pt x="154105" y="187372"/>
                      </a:lnTo>
                      <a:lnTo>
                        <a:pt x="154241" y="187314"/>
                      </a:lnTo>
                      <a:lnTo>
                        <a:pt x="154436" y="187178"/>
                      </a:lnTo>
                      <a:lnTo>
                        <a:pt x="154495" y="186963"/>
                      </a:lnTo>
                      <a:lnTo>
                        <a:pt x="154436" y="0"/>
                      </a:lnTo>
                      <a:lnTo>
                        <a:pt x="152391" y="1169"/>
                      </a:lnTo>
                      <a:close/>
                    </a:path>
                  </a:pathLst>
                </a:custGeom>
                <a:solidFill>
                  <a:srgbClr val="8D8E8D"/>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3" name="Freeform: Shape 1352">
                  <a:extLst>
                    <a:ext uri="{FF2B5EF4-FFF2-40B4-BE49-F238E27FC236}">
                      <a16:creationId xmlns:a16="http://schemas.microsoft.com/office/drawing/2014/main" id="{E0C53B73-F6B9-13D9-85F6-7FD125F89153}"/>
                    </a:ext>
                  </a:extLst>
                </p:cNvPr>
                <p:cNvSpPr/>
                <p:nvPr/>
              </p:nvSpPr>
              <p:spPr>
                <a:xfrm>
                  <a:off x="3221545" y="3875618"/>
                  <a:ext cx="320993" cy="236549"/>
                </a:xfrm>
                <a:custGeom>
                  <a:avLst/>
                  <a:gdLst>
                    <a:gd name="connsiteX0" fmla="*/ 187314 w 408694"/>
                    <a:gd name="connsiteY0" fmla="*/ 126798 h 301178"/>
                    <a:gd name="connsiteX1" fmla="*/ 187061 w 408694"/>
                    <a:gd name="connsiteY1" fmla="*/ 126798 h 301178"/>
                    <a:gd name="connsiteX2" fmla="*/ 186983 w 408694"/>
                    <a:gd name="connsiteY2" fmla="*/ 126993 h 301178"/>
                    <a:gd name="connsiteX3" fmla="*/ 182503 w 408694"/>
                    <a:gd name="connsiteY3" fmla="*/ 129427 h 301178"/>
                    <a:gd name="connsiteX4" fmla="*/ 182464 w 408694"/>
                    <a:gd name="connsiteY4" fmla="*/ 129603 h 301178"/>
                    <a:gd name="connsiteX5" fmla="*/ 181938 w 408694"/>
                    <a:gd name="connsiteY5" fmla="*/ 129739 h 301178"/>
                    <a:gd name="connsiteX6" fmla="*/ 179621 w 408694"/>
                    <a:gd name="connsiteY6" fmla="*/ 131258 h 301178"/>
                    <a:gd name="connsiteX7" fmla="*/ 177069 w 408694"/>
                    <a:gd name="connsiteY7" fmla="*/ 132583 h 301178"/>
                    <a:gd name="connsiteX8" fmla="*/ 177127 w 408694"/>
                    <a:gd name="connsiteY8" fmla="*/ 132719 h 301178"/>
                    <a:gd name="connsiteX9" fmla="*/ 174849 w 408694"/>
                    <a:gd name="connsiteY9" fmla="*/ 133888 h 301178"/>
                    <a:gd name="connsiteX10" fmla="*/ 174771 w 408694"/>
                    <a:gd name="connsiteY10" fmla="*/ 134082 h 301178"/>
                    <a:gd name="connsiteX11" fmla="*/ 171752 w 408694"/>
                    <a:gd name="connsiteY11" fmla="*/ 135660 h 301178"/>
                    <a:gd name="connsiteX12" fmla="*/ 170700 w 408694"/>
                    <a:gd name="connsiteY12" fmla="*/ 136439 h 301178"/>
                    <a:gd name="connsiteX13" fmla="*/ 168947 w 408694"/>
                    <a:gd name="connsiteY13" fmla="*/ 137296 h 301178"/>
                    <a:gd name="connsiteX14" fmla="*/ 166629 w 408694"/>
                    <a:gd name="connsiteY14" fmla="*/ 138796 h 301178"/>
                    <a:gd name="connsiteX15" fmla="*/ 165324 w 408694"/>
                    <a:gd name="connsiteY15" fmla="*/ 139400 h 301178"/>
                    <a:gd name="connsiteX16" fmla="*/ 165402 w 408694"/>
                    <a:gd name="connsiteY16" fmla="*/ 139536 h 301178"/>
                    <a:gd name="connsiteX17" fmla="*/ 164526 w 408694"/>
                    <a:gd name="connsiteY17" fmla="*/ 139848 h 301178"/>
                    <a:gd name="connsiteX18" fmla="*/ 162110 w 408694"/>
                    <a:gd name="connsiteY18" fmla="*/ 141425 h 301178"/>
                    <a:gd name="connsiteX19" fmla="*/ 161721 w 408694"/>
                    <a:gd name="connsiteY19" fmla="*/ 141503 h 301178"/>
                    <a:gd name="connsiteX20" fmla="*/ 161779 w 408694"/>
                    <a:gd name="connsiteY20" fmla="*/ 141640 h 301178"/>
                    <a:gd name="connsiteX21" fmla="*/ 160805 w 408694"/>
                    <a:gd name="connsiteY21" fmla="*/ 142029 h 301178"/>
                    <a:gd name="connsiteX22" fmla="*/ 160844 w 408694"/>
                    <a:gd name="connsiteY22" fmla="*/ 142165 h 301178"/>
                    <a:gd name="connsiteX23" fmla="*/ 160455 w 408694"/>
                    <a:gd name="connsiteY23" fmla="*/ 142224 h 301178"/>
                    <a:gd name="connsiteX24" fmla="*/ 159267 w 408694"/>
                    <a:gd name="connsiteY24" fmla="*/ 143081 h 301178"/>
                    <a:gd name="connsiteX25" fmla="*/ 157650 w 408694"/>
                    <a:gd name="connsiteY25" fmla="*/ 143860 h 301178"/>
                    <a:gd name="connsiteX26" fmla="*/ 157708 w 408694"/>
                    <a:gd name="connsiteY26" fmla="*/ 143996 h 301178"/>
                    <a:gd name="connsiteX27" fmla="*/ 155741 w 408694"/>
                    <a:gd name="connsiteY27" fmla="*/ 144970 h 301178"/>
                    <a:gd name="connsiteX28" fmla="*/ 155683 w 408694"/>
                    <a:gd name="connsiteY28" fmla="*/ 145184 h 301178"/>
                    <a:gd name="connsiteX29" fmla="*/ 155157 w 408694"/>
                    <a:gd name="connsiteY29" fmla="*/ 145321 h 301178"/>
                    <a:gd name="connsiteX30" fmla="*/ 154417 w 408694"/>
                    <a:gd name="connsiteY30" fmla="*/ 145886 h 301178"/>
                    <a:gd name="connsiteX31" fmla="*/ 151670 w 408694"/>
                    <a:gd name="connsiteY31" fmla="*/ 147327 h 301178"/>
                    <a:gd name="connsiteX32" fmla="*/ 151612 w 408694"/>
                    <a:gd name="connsiteY32" fmla="*/ 147541 h 301178"/>
                    <a:gd name="connsiteX33" fmla="*/ 150619 w 408694"/>
                    <a:gd name="connsiteY33" fmla="*/ 147931 h 301178"/>
                    <a:gd name="connsiteX34" fmla="*/ 149509 w 408694"/>
                    <a:gd name="connsiteY34" fmla="*/ 148593 h 301178"/>
                    <a:gd name="connsiteX35" fmla="*/ 149567 w 408694"/>
                    <a:gd name="connsiteY35" fmla="*/ 148729 h 301178"/>
                    <a:gd name="connsiteX36" fmla="*/ 147152 w 408694"/>
                    <a:gd name="connsiteY36" fmla="*/ 149956 h 301178"/>
                    <a:gd name="connsiteX37" fmla="*/ 147074 w 408694"/>
                    <a:gd name="connsiteY37" fmla="*/ 150171 h 301178"/>
                    <a:gd name="connsiteX38" fmla="*/ 146665 w 408694"/>
                    <a:gd name="connsiteY38" fmla="*/ 150229 h 301178"/>
                    <a:gd name="connsiteX39" fmla="*/ 146626 w 408694"/>
                    <a:gd name="connsiteY39" fmla="*/ 150424 h 301178"/>
                    <a:gd name="connsiteX40" fmla="*/ 143743 w 408694"/>
                    <a:gd name="connsiteY40" fmla="*/ 151924 h 301178"/>
                    <a:gd name="connsiteX41" fmla="*/ 142204 w 408694"/>
                    <a:gd name="connsiteY41" fmla="*/ 152975 h 301178"/>
                    <a:gd name="connsiteX42" fmla="*/ 139672 w 408694"/>
                    <a:gd name="connsiteY42" fmla="*/ 154300 h 301178"/>
                    <a:gd name="connsiteX43" fmla="*/ 138932 w 408694"/>
                    <a:gd name="connsiteY43" fmla="*/ 154904 h 301178"/>
                    <a:gd name="connsiteX44" fmla="*/ 136381 w 408694"/>
                    <a:gd name="connsiteY44" fmla="*/ 156209 h 301178"/>
                    <a:gd name="connsiteX45" fmla="*/ 136439 w 408694"/>
                    <a:gd name="connsiteY45" fmla="*/ 156345 h 301178"/>
                    <a:gd name="connsiteX46" fmla="*/ 134160 w 408694"/>
                    <a:gd name="connsiteY46" fmla="*/ 157514 h 301178"/>
                    <a:gd name="connsiteX47" fmla="*/ 134063 w 408694"/>
                    <a:gd name="connsiteY47" fmla="*/ 157708 h 301178"/>
                    <a:gd name="connsiteX48" fmla="*/ 132310 w 408694"/>
                    <a:gd name="connsiteY48" fmla="*/ 158565 h 301178"/>
                    <a:gd name="connsiteX49" fmla="*/ 130343 w 408694"/>
                    <a:gd name="connsiteY49" fmla="*/ 159890 h 301178"/>
                    <a:gd name="connsiteX50" fmla="*/ 118325 w 408694"/>
                    <a:gd name="connsiteY50" fmla="*/ 166707 h 301178"/>
                    <a:gd name="connsiteX51" fmla="*/ 118267 w 408694"/>
                    <a:gd name="connsiteY51" fmla="*/ 166902 h 301178"/>
                    <a:gd name="connsiteX52" fmla="*/ 117877 w 408694"/>
                    <a:gd name="connsiteY52" fmla="*/ 166980 h 301178"/>
                    <a:gd name="connsiteX53" fmla="*/ 117799 w 408694"/>
                    <a:gd name="connsiteY53" fmla="*/ 167155 h 301178"/>
                    <a:gd name="connsiteX54" fmla="*/ 116962 w 408694"/>
                    <a:gd name="connsiteY54" fmla="*/ 167506 h 301178"/>
                    <a:gd name="connsiteX55" fmla="*/ 117001 w 408694"/>
                    <a:gd name="connsiteY55" fmla="*/ 167622 h 301178"/>
                    <a:gd name="connsiteX56" fmla="*/ 116475 w 408694"/>
                    <a:gd name="connsiteY56" fmla="*/ 167759 h 301178"/>
                    <a:gd name="connsiteX57" fmla="*/ 114196 w 408694"/>
                    <a:gd name="connsiteY57" fmla="*/ 169259 h 301178"/>
                    <a:gd name="connsiteX58" fmla="*/ 112404 w 408694"/>
                    <a:gd name="connsiteY58" fmla="*/ 170116 h 301178"/>
                    <a:gd name="connsiteX59" fmla="*/ 109658 w 408694"/>
                    <a:gd name="connsiteY59" fmla="*/ 171888 h 301178"/>
                    <a:gd name="connsiteX60" fmla="*/ 108353 w 408694"/>
                    <a:gd name="connsiteY60" fmla="*/ 172492 h 301178"/>
                    <a:gd name="connsiteX61" fmla="*/ 108431 w 408694"/>
                    <a:gd name="connsiteY61" fmla="*/ 172609 h 301178"/>
                    <a:gd name="connsiteX62" fmla="*/ 107106 w 408694"/>
                    <a:gd name="connsiteY62" fmla="*/ 173193 h 301178"/>
                    <a:gd name="connsiteX63" fmla="*/ 106054 w 408694"/>
                    <a:gd name="connsiteY63" fmla="*/ 173972 h 301178"/>
                    <a:gd name="connsiteX64" fmla="*/ 103035 w 408694"/>
                    <a:gd name="connsiteY64" fmla="*/ 175550 h 301178"/>
                    <a:gd name="connsiteX65" fmla="*/ 102315 w 408694"/>
                    <a:gd name="connsiteY65" fmla="*/ 176154 h 301178"/>
                    <a:gd name="connsiteX66" fmla="*/ 100211 w 408694"/>
                    <a:gd name="connsiteY66" fmla="*/ 177205 h 301178"/>
                    <a:gd name="connsiteX67" fmla="*/ 100289 w 408694"/>
                    <a:gd name="connsiteY67" fmla="*/ 177342 h 301178"/>
                    <a:gd name="connsiteX68" fmla="*/ 99900 w 408694"/>
                    <a:gd name="connsiteY68" fmla="*/ 177400 h 301178"/>
                    <a:gd name="connsiteX69" fmla="*/ 94699 w 408694"/>
                    <a:gd name="connsiteY69" fmla="*/ 180419 h 301178"/>
                    <a:gd name="connsiteX70" fmla="*/ 94641 w 408694"/>
                    <a:gd name="connsiteY70" fmla="*/ 180614 h 301178"/>
                    <a:gd name="connsiteX71" fmla="*/ 92849 w 408694"/>
                    <a:gd name="connsiteY71" fmla="*/ 181471 h 301178"/>
                    <a:gd name="connsiteX72" fmla="*/ 92537 w 408694"/>
                    <a:gd name="connsiteY72" fmla="*/ 181666 h 301178"/>
                    <a:gd name="connsiteX73" fmla="*/ 92596 w 408694"/>
                    <a:gd name="connsiteY73" fmla="*/ 181802 h 301178"/>
                    <a:gd name="connsiteX74" fmla="*/ 92070 w 408694"/>
                    <a:gd name="connsiteY74" fmla="*/ 181938 h 301178"/>
                    <a:gd name="connsiteX75" fmla="*/ 92148 w 408694"/>
                    <a:gd name="connsiteY75" fmla="*/ 182075 h 301178"/>
                    <a:gd name="connsiteX76" fmla="*/ 90823 w 408694"/>
                    <a:gd name="connsiteY76" fmla="*/ 182639 h 301178"/>
                    <a:gd name="connsiteX77" fmla="*/ 90570 w 408694"/>
                    <a:gd name="connsiteY77" fmla="*/ 182990 h 301178"/>
                    <a:gd name="connsiteX78" fmla="*/ 87025 w 408694"/>
                    <a:gd name="connsiteY78" fmla="*/ 184879 h 301178"/>
                    <a:gd name="connsiteX79" fmla="*/ 86947 w 408694"/>
                    <a:gd name="connsiteY79" fmla="*/ 185094 h 301178"/>
                    <a:gd name="connsiteX80" fmla="*/ 85973 w 408694"/>
                    <a:gd name="connsiteY80" fmla="*/ 185483 h 301178"/>
                    <a:gd name="connsiteX81" fmla="*/ 85233 w 408694"/>
                    <a:gd name="connsiteY81" fmla="*/ 186068 h 301178"/>
                    <a:gd name="connsiteX82" fmla="*/ 84844 w 408694"/>
                    <a:gd name="connsiteY82" fmla="*/ 186145 h 301178"/>
                    <a:gd name="connsiteX83" fmla="*/ 84921 w 408694"/>
                    <a:gd name="connsiteY83" fmla="*/ 186262 h 301178"/>
                    <a:gd name="connsiteX84" fmla="*/ 84396 w 408694"/>
                    <a:gd name="connsiteY84" fmla="*/ 186399 h 301178"/>
                    <a:gd name="connsiteX85" fmla="*/ 84454 w 408694"/>
                    <a:gd name="connsiteY85" fmla="*/ 186535 h 301178"/>
                    <a:gd name="connsiteX86" fmla="*/ 83928 w 408694"/>
                    <a:gd name="connsiteY86" fmla="*/ 186671 h 301178"/>
                    <a:gd name="connsiteX87" fmla="*/ 84006 w 408694"/>
                    <a:gd name="connsiteY87" fmla="*/ 186788 h 301178"/>
                    <a:gd name="connsiteX88" fmla="*/ 80461 w 408694"/>
                    <a:gd name="connsiteY88" fmla="*/ 188677 h 301178"/>
                    <a:gd name="connsiteX89" fmla="*/ 80383 w 408694"/>
                    <a:gd name="connsiteY89" fmla="*/ 203656 h 301178"/>
                    <a:gd name="connsiteX90" fmla="*/ 565 w 408694"/>
                    <a:gd name="connsiteY90" fmla="*/ 157260 h 301178"/>
                    <a:gd name="connsiteX91" fmla="*/ 0 w 408694"/>
                    <a:gd name="connsiteY91" fmla="*/ 157260 h 301178"/>
                    <a:gd name="connsiteX92" fmla="*/ 0 w 408694"/>
                    <a:gd name="connsiteY92" fmla="*/ 254453 h 301178"/>
                    <a:gd name="connsiteX93" fmla="*/ 80383 w 408694"/>
                    <a:gd name="connsiteY93" fmla="*/ 301179 h 301178"/>
                    <a:gd name="connsiteX94" fmla="*/ 80987 w 408694"/>
                    <a:gd name="connsiteY94" fmla="*/ 301179 h 301178"/>
                    <a:gd name="connsiteX95" fmla="*/ 120429 w 408694"/>
                    <a:gd name="connsiteY95" fmla="*/ 295940 h 301178"/>
                    <a:gd name="connsiteX96" fmla="*/ 120896 w 408694"/>
                    <a:gd name="connsiteY96" fmla="*/ 295745 h 301178"/>
                    <a:gd name="connsiteX97" fmla="*/ 197559 w 408694"/>
                    <a:gd name="connsiteY97" fmla="*/ 251239 h 301178"/>
                    <a:gd name="connsiteX98" fmla="*/ 251161 w 408694"/>
                    <a:gd name="connsiteY98" fmla="*/ 282286 h 301178"/>
                    <a:gd name="connsiteX99" fmla="*/ 251687 w 408694"/>
                    <a:gd name="connsiteY99" fmla="*/ 282286 h 301178"/>
                    <a:gd name="connsiteX100" fmla="*/ 408694 w 408694"/>
                    <a:gd name="connsiteY100" fmla="*/ 191132 h 301178"/>
                    <a:gd name="connsiteX101" fmla="*/ 408694 w 408694"/>
                    <a:gd name="connsiteY101" fmla="*/ 185795 h 301178"/>
                    <a:gd name="connsiteX102" fmla="*/ 260082 w 408694"/>
                    <a:gd name="connsiteY102" fmla="*/ 99413 h 301178"/>
                    <a:gd name="connsiteX103" fmla="*/ 406065 w 408694"/>
                    <a:gd name="connsiteY103" fmla="*/ 14628 h 301178"/>
                    <a:gd name="connsiteX104" fmla="*/ 405928 w 408694"/>
                    <a:gd name="connsiteY104" fmla="*/ 0 h 301178"/>
                    <a:gd name="connsiteX105" fmla="*/ 187236 w 408694"/>
                    <a:gd name="connsiteY105" fmla="*/ 126681 h 301178"/>
                    <a:gd name="connsiteX106" fmla="*/ 187314 w 408694"/>
                    <a:gd name="connsiteY106" fmla="*/ 126798 h 30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08694" h="301178">
                      <a:moveTo>
                        <a:pt x="187314" y="126798"/>
                      </a:moveTo>
                      <a:lnTo>
                        <a:pt x="187061" y="126798"/>
                      </a:lnTo>
                      <a:lnTo>
                        <a:pt x="186983" y="126993"/>
                      </a:lnTo>
                      <a:lnTo>
                        <a:pt x="182503" y="129427"/>
                      </a:lnTo>
                      <a:lnTo>
                        <a:pt x="182464" y="129603"/>
                      </a:lnTo>
                      <a:lnTo>
                        <a:pt x="181938" y="129739"/>
                      </a:lnTo>
                      <a:lnTo>
                        <a:pt x="179621" y="131258"/>
                      </a:lnTo>
                      <a:lnTo>
                        <a:pt x="177069" y="132583"/>
                      </a:lnTo>
                      <a:lnTo>
                        <a:pt x="177127" y="132719"/>
                      </a:lnTo>
                      <a:lnTo>
                        <a:pt x="174849" y="133888"/>
                      </a:lnTo>
                      <a:lnTo>
                        <a:pt x="174771" y="134082"/>
                      </a:lnTo>
                      <a:lnTo>
                        <a:pt x="171752" y="135660"/>
                      </a:lnTo>
                      <a:lnTo>
                        <a:pt x="170700" y="136439"/>
                      </a:lnTo>
                      <a:lnTo>
                        <a:pt x="168947" y="137296"/>
                      </a:lnTo>
                      <a:lnTo>
                        <a:pt x="166629" y="138796"/>
                      </a:lnTo>
                      <a:lnTo>
                        <a:pt x="165324" y="139400"/>
                      </a:lnTo>
                      <a:lnTo>
                        <a:pt x="165402" y="139536"/>
                      </a:lnTo>
                      <a:lnTo>
                        <a:pt x="164526" y="139848"/>
                      </a:lnTo>
                      <a:lnTo>
                        <a:pt x="162110" y="141425"/>
                      </a:lnTo>
                      <a:lnTo>
                        <a:pt x="161721" y="141503"/>
                      </a:lnTo>
                      <a:lnTo>
                        <a:pt x="161779" y="141640"/>
                      </a:lnTo>
                      <a:lnTo>
                        <a:pt x="160805" y="142029"/>
                      </a:lnTo>
                      <a:lnTo>
                        <a:pt x="160844" y="142165"/>
                      </a:lnTo>
                      <a:lnTo>
                        <a:pt x="160455" y="142224"/>
                      </a:lnTo>
                      <a:lnTo>
                        <a:pt x="159267" y="143081"/>
                      </a:lnTo>
                      <a:lnTo>
                        <a:pt x="157650" y="143860"/>
                      </a:lnTo>
                      <a:lnTo>
                        <a:pt x="157708" y="143996"/>
                      </a:lnTo>
                      <a:lnTo>
                        <a:pt x="155741" y="144970"/>
                      </a:lnTo>
                      <a:lnTo>
                        <a:pt x="155683" y="145184"/>
                      </a:lnTo>
                      <a:lnTo>
                        <a:pt x="155157" y="145321"/>
                      </a:lnTo>
                      <a:lnTo>
                        <a:pt x="154417" y="145886"/>
                      </a:lnTo>
                      <a:lnTo>
                        <a:pt x="151670" y="147327"/>
                      </a:lnTo>
                      <a:lnTo>
                        <a:pt x="151612" y="147541"/>
                      </a:lnTo>
                      <a:lnTo>
                        <a:pt x="150619" y="147931"/>
                      </a:lnTo>
                      <a:lnTo>
                        <a:pt x="149509" y="148593"/>
                      </a:lnTo>
                      <a:lnTo>
                        <a:pt x="149567" y="148729"/>
                      </a:lnTo>
                      <a:lnTo>
                        <a:pt x="147152" y="149956"/>
                      </a:lnTo>
                      <a:lnTo>
                        <a:pt x="147074" y="150171"/>
                      </a:lnTo>
                      <a:lnTo>
                        <a:pt x="146665" y="150229"/>
                      </a:lnTo>
                      <a:lnTo>
                        <a:pt x="146626" y="150424"/>
                      </a:lnTo>
                      <a:lnTo>
                        <a:pt x="143743" y="151924"/>
                      </a:lnTo>
                      <a:lnTo>
                        <a:pt x="142204" y="152975"/>
                      </a:lnTo>
                      <a:lnTo>
                        <a:pt x="139672" y="154300"/>
                      </a:lnTo>
                      <a:lnTo>
                        <a:pt x="138932" y="154904"/>
                      </a:lnTo>
                      <a:lnTo>
                        <a:pt x="136381" y="156209"/>
                      </a:lnTo>
                      <a:lnTo>
                        <a:pt x="136439" y="156345"/>
                      </a:lnTo>
                      <a:lnTo>
                        <a:pt x="134160" y="157514"/>
                      </a:lnTo>
                      <a:lnTo>
                        <a:pt x="134063" y="157708"/>
                      </a:lnTo>
                      <a:lnTo>
                        <a:pt x="132310" y="158565"/>
                      </a:lnTo>
                      <a:lnTo>
                        <a:pt x="130343" y="159890"/>
                      </a:lnTo>
                      <a:lnTo>
                        <a:pt x="118325" y="166707"/>
                      </a:lnTo>
                      <a:lnTo>
                        <a:pt x="118267" y="166902"/>
                      </a:lnTo>
                      <a:lnTo>
                        <a:pt x="117877" y="166980"/>
                      </a:lnTo>
                      <a:lnTo>
                        <a:pt x="117799" y="167155"/>
                      </a:lnTo>
                      <a:lnTo>
                        <a:pt x="116962" y="167506"/>
                      </a:lnTo>
                      <a:lnTo>
                        <a:pt x="117001" y="167622"/>
                      </a:lnTo>
                      <a:lnTo>
                        <a:pt x="116475" y="167759"/>
                      </a:lnTo>
                      <a:lnTo>
                        <a:pt x="114196" y="169259"/>
                      </a:lnTo>
                      <a:lnTo>
                        <a:pt x="112404" y="170116"/>
                      </a:lnTo>
                      <a:lnTo>
                        <a:pt x="109658" y="171888"/>
                      </a:lnTo>
                      <a:lnTo>
                        <a:pt x="108353" y="172492"/>
                      </a:lnTo>
                      <a:lnTo>
                        <a:pt x="108431" y="172609"/>
                      </a:lnTo>
                      <a:lnTo>
                        <a:pt x="107106" y="173193"/>
                      </a:lnTo>
                      <a:lnTo>
                        <a:pt x="106054" y="173972"/>
                      </a:lnTo>
                      <a:lnTo>
                        <a:pt x="103035" y="175550"/>
                      </a:lnTo>
                      <a:lnTo>
                        <a:pt x="102315" y="176154"/>
                      </a:lnTo>
                      <a:lnTo>
                        <a:pt x="100211" y="177205"/>
                      </a:lnTo>
                      <a:lnTo>
                        <a:pt x="100289" y="177342"/>
                      </a:lnTo>
                      <a:lnTo>
                        <a:pt x="99900" y="177400"/>
                      </a:lnTo>
                      <a:lnTo>
                        <a:pt x="94699" y="180419"/>
                      </a:lnTo>
                      <a:lnTo>
                        <a:pt x="94641" y="180614"/>
                      </a:lnTo>
                      <a:lnTo>
                        <a:pt x="92849" y="181471"/>
                      </a:lnTo>
                      <a:lnTo>
                        <a:pt x="92537" y="181666"/>
                      </a:lnTo>
                      <a:lnTo>
                        <a:pt x="92596" y="181802"/>
                      </a:lnTo>
                      <a:lnTo>
                        <a:pt x="92070" y="181938"/>
                      </a:lnTo>
                      <a:lnTo>
                        <a:pt x="92148" y="182075"/>
                      </a:lnTo>
                      <a:lnTo>
                        <a:pt x="90823" y="182639"/>
                      </a:lnTo>
                      <a:lnTo>
                        <a:pt x="90570" y="182990"/>
                      </a:lnTo>
                      <a:lnTo>
                        <a:pt x="87025" y="184879"/>
                      </a:lnTo>
                      <a:lnTo>
                        <a:pt x="86947" y="185094"/>
                      </a:lnTo>
                      <a:lnTo>
                        <a:pt x="85973" y="185483"/>
                      </a:lnTo>
                      <a:lnTo>
                        <a:pt x="85233" y="186068"/>
                      </a:lnTo>
                      <a:lnTo>
                        <a:pt x="84844" y="186145"/>
                      </a:lnTo>
                      <a:lnTo>
                        <a:pt x="84921" y="186262"/>
                      </a:lnTo>
                      <a:lnTo>
                        <a:pt x="84396" y="186399"/>
                      </a:lnTo>
                      <a:lnTo>
                        <a:pt x="84454" y="186535"/>
                      </a:lnTo>
                      <a:lnTo>
                        <a:pt x="83928" y="186671"/>
                      </a:lnTo>
                      <a:lnTo>
                        <a:pt x="84006" y="186788"/>
                      </a:lnTo>
                      <a:lnTo>
                        <a:pt x="80461" y="188677"/>
                      </a:lnTo>
                      <a:lnTo>
                        <a:pt x="80383" y="203656"/>
                      </a:lnTo>
                      <a:lnTo>
                        <a:pt x="565" y="157260"/>
                      </a:lnTo>
                      <a:lnTo>
                        <a:pt x="0" y="157260"/>
                      </a:lnTo>
                      <a:lnTo>
                        <a:pt x="0" y="254453"/>
                      </a:lnTo>
                      <a:lnTo>
                        <a:pt x="80383" y="301179"/>
                      </a:lnTo>
                      <a:lnTo>
                        <a:pt x="80987" y="301179"/>
                      </a:lnTo>
                      <a:lnTo>
                        <a:pt x="120429" y="295940"/>
                      </a:lnTo>
                      <a:lnTo>
                        <a:pt x="120896" y="295745"/>
                      </a:lnTo>
                      <a:lnTo>
                        <a:pt x="197559" y="251239"/>
                      </a:lnTo>
                      <a:lnTo>
                        <a:pt x="251161" y="282286"/>
                      </a:lnTo>
                      <a:lnTo>
                        <a:pt x="251687" y="282286"/>
                      </a:lnTo>
                      <a:lnTo>
                        <a:pt x="408694" y="191132"/>
                      </a:lnTo>
                      <a:lnTo>
                        <a:pt x="408694" y="185795"/>
                      </a:lnTo>
                      <a:lnTo>
                        <a:pt x="260082" y="99413"/>
                      </a:lnTo>
                      <a:lnTo>
                        <a:pt x="406065" y="14628"/>
                      </a:lnTo>
                      <a:lnTo>
                        <a:pt x="405928" y="0"/>
                      </a:lnTo>
                      <a:lnTo>
                        <a:pt x="187236" y="126681"/>
                      </a:lnTo>
                      <a:lnTo>
                        <a:pt x="187314" y="126798"/>
                      </a:lnTo>
                      <a:close/>
                    </a:path>
                  </a:pathLst>
                </a:custGeom>
                <a:solidFill>
                  <a:schemeClr val="tx1">
                    <a:alpha val="21000"/>
                  </a:schemeClr>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4" name="Freeform: Shape 1353">
                  <a:extLst>
                    <a:ext uri="{FF2B5EF4-FFF2-40B4-BE49-F238E27FC236}">
                      <a16:creationId xmlns:a16="http://schemas.microsoft.com/office/drawing/2014/main" id="{AA6EB9F1-FB5C-A837-976F-B1B532F1876B}"/>
                    </a:ext>
                  </a:extLst>
                </p:cNvPr>
                <p:cNvSpPr/>
                <p:nvPr/>
              </p:nvSpPr>
              <p:spPr>
                <a:xfrm>
                  <a:off x="3092599" y="4353995"/>
                  <a:ext cx="17898" cy="14655"/>
                </a:xfrm>
                <a:custGeom>
                  <a:avLst/>
                  <a:gdLst>
                    <a:gd name="connsiteX0" fmla="*/ 9719 w 22788"/>
                    <a:gd name="connsiteY0" fmla="*/ 18659 h 18659"/>
                    <a:gd name="connsiteX1" fmla="*/ 22789 w 22788"/>
                    <a:gd name="connsiteY1" fmla="*/ 11044 h 18659"/>
                    <a:gd name="connsiteX2" fmla="*/ 22711 w 22788"/>
                    <a:gd name="connsiteY2" fmla="*/ 0 h 18659"/>
                    <a:gd name="connsiteX3" fmla="*/ 22263 w 22788"/>
                    <a:gd name="connsiteY3" fmla="*/ 0 h 18659"/>
                    <a:gd name="connsiteX4" fmla="*/ 0 w 22788"/>
                    <a:gd name="connsiteY4" fmla="*/ 12933 h 18659"/>
                    <a:gd name="connsiteX5" fmla="*/ 273 w 22788"/>
                    <a:gd name="connsiteY5" fmla="*/ 13264 h 18659"/>
                    <a:gd name="connsiteX6" fmla="*/ 9719 w 22788"/>
                    <a:gd name="connsiteY6" fmla="*/ 18659 h 18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88" h="18659">
                      <a:moveTo>
                        <a:pt x="9719" y="18659"/>
                      </a:moveTo>
                      <a:lnTo>
                        <a:pt x="22789" y="11044"/>
                      </a:lnTo>
                      <a:lnTo>
                        <a:pt x="22711" y="0"/>
                      </a:lnTo>
                      <a:lnTo>
                        <a:pt x="22263" y="0"/>
                      </a:lnTo>
                      <a:lnTo>
                        <a:pt x="0" y="12933"/>
                      </a:lnTo>
                      <a:lnTo>
                        <a:pt x="273" y="13264"/>
                      </a:lnTo>
                      <a:lnTo>
                        <a:pt x="9719" y="18659"/>
                      </a:lnTo>
                      <a:close/>
                    </a:path>
                  </a:pathLst>
                </a:custGeom>
                <a:solidFill>
                  <a:srgbClr val="000000">
                    <a:alpha val="15000"/>
                  </a:srgbClr>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5" name="Freeform: Shape 1354">
                  <a:extLst>
                    <a:ext uri="{FF2B5EF4-FFF2-40B4-BE49-F238E27FC236}">
                      <a16:creationId xmlns:a16="http://schemas.microsoft.com/office/drawing/2014/main" id="{447E0EC7-A0AC-ED4D-BF49-EC1D3562E4E1}"/>
                    </a:ext>
                  </a:extLst>
                </p:cNvPr>
                <p:cNvSpPr/>
                <p:nvPr/>
              </p:nvSpPr>
              <p:spPr>
                <a:xfrm>
                  <a:off x="3092555" y="4477311"/>
                  <a:ext cx="17883" cy="20666"/>
                </a:xfrm>
                <a:custGeom>
                  <a:avLst/>
                  <a:gdLst>
                    <a:gd name="connsiteX0" fmla="*/ 22769 w 22769"/>
                    <a:gd name="connsiteY0" fmla="*/ 26314 h 26313"/>
                    <a:gd name="connsiteX1" fmla="*/ 22769 w 22769"/>
                    <a:gd name="connsiteY1" fmla="*/ 0 h 26313"/>
                    <a:gd name="connsiteX2" fmla="*/ 0 w 22769"/>
                    <a:gd name="connsiteY2" fmla="*/ 13128 h 26313"/>
                    <a:gd name="connsiteX3" fmla="*/ 22769 w 22769"/>
                    <a:gd name="connsiteY3" fmla="*/ 26314 h 26313"/>
                  </a:gdLst>
                  <a:ahLst/>
                  <a:cxnLst>
                    <a:cxn ang="0">
                      <a:pos x="connsiteX0" y="connsiteY0"/>
                    </a:cxn>
                    <a:cxn ang="0">
                      <a:pos x="connsiteX1" y="connsiteY1"/>
                    </a:cxn>
                    <a:cxn ang="0">
                      <a:pos x="connsiteX2" y="connsiteY2"/>
                    </a:cxn>
                    <a:cxn ang="0">
                      <a:pos x="connsiteX3" y="connsiteY3"/>
                    </a:cxn>
                  </a:cxnLst>
                  <a:rect l="l" t="t" r="r" b="b"/>
                  <a:pathLst>
                    <a:path w="22769" h="26313">
                      <a:moveTo>
                        <a:pt x="22769" y="26314"/>
                      </a:moveTo>
                      <a:lnTo>
                        <a:pt x="22769" y="0"/>
                      </a:lnTo>
                      <a:lnTo>
                        <a:pt x="0" y="13128"/>
                      </a:lnTo>
                      <a:lnTo>
                        <a:pt x="22769" y="26314"/>
                      </a:lnTo>
                      <a:close/>
                    </a:path>
                  </a:pathLst>
                </a:custGeom>
                <a:solidFill>
                  <a:srgbClr val="000000">
                    <a:alpha val="15000"/>
                  </a:srgbClr>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6" name="Freeform: Shape 1355">
                  <a:extLst>
                    <a:ext uri="{FF2B5EF4-FFF2-40B4-BE49-F238E27FC236}">
                      <a16:creationId xmlns:a16="http://schemas.microsoft.com/office/drawing/2014/main" id="{9C830049-79EB-33D9-7FF0-B8BCC266EA66}"/>
                    </a:ext>
                  </a:extLst>
                </p:cNvPr>
                <p:cNvSpPr/>
                <p:nvPr/>
              </p:nvSpPr>
              <p:spPr>
                <a:xfrm>
                  <a:off x="3094620" y="4020671"/>
                  <a:ext cx="61145" cy="51080"/>
                </a:xfrm>
                <a:custGeom>
                  <a:avLst/>
                  <a:gdLst>
                    <a:gd name="connsiteX0" fmla="*/ 77851 w 77851"/>
                    <a:gd name="connsiteY0" fmla="*/ 39792 h 65035"/>
                    <a:gd name="connsiteX1" fmla="*/ 77851 w 77851"/>
                    <a:gd name="connsiteY1" fmla="*/ 195 h 65035"/>
                    <a:gd name="connsiteX2" fmla="*/ 77637 w 77851"/>
                    <a:gd name="connsiteY2" fmla="*/ 0 h 65035"/>
                    <a:gd name="connsiteX3" fmla="*/ 0 w 77851"/>
                    <a:gd name="connsiteY3" fmla="*/ 45032 h 65035"/>
                    <a:gd name="connsiteX4" fmla="*/ 34456 w 77851"/>
                    <a:gd name="connsiteY4" fmla="*/ 65035 h 65035"/>
                    <a:gd name="connsiteX5" fmla="*/ 77851 w 77851"/>
                    <a:gd name="connsiteY5" fmla="*/ 39792 h 65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51" h="65035">
                      <a:moveTo>
                        <a:pt x="77851" y="39792"/>
                      </a:moveTo>
                      <a:lnTo>
                        <a:pt x="77851" y="195"/>
                      </a:lnTo>
                      <a:lnTo>
                        <a:pt x="77637" y="0"/>
                      </a:lnTo>
                      <a:lnTo>
                        <a:pt x="0" y="45032"/>
                      </a:lnTo>
                      <a:lnTo>
                        <a:pt x="34456" y="65035"/>
                      </a:lnTo>
                      <a:lnTo>
                        <a:pt x="77851" y="39792"/>
                      </a:lnTo>
                      <a:close/>
                    </a:path>
                  </a:pathLst>
                </a:custGeom>
                <a:solidFill>
                  <a:schemeClr val="tx1">
                    <a:alpha val="21000"/>
                  </a:schemeClr>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57" name="Freeform: Shape 1356">
                  <a:extLst>
                    <a:ext uri="{FF2B5EF4-FFF2-40B4-BE49-F238E27FC236}">
                      <a16:creationId xmlns:a16="http://schemas.microsoft.com/office/drawing/2014/main" id="{9613404A-7576-68C7-47EF-656EDB436D75}"/>
                    </a:ext>
                  </a:extLst>
                </p:cNvPr>
                <p:cNvSpPr/>
                <p:nvPr/>
              </p:nvSpPr>
              <p:spPr>
                <a:xfrm>
                  <a:off x="3107938" y="3781425"/>
                  <a:ext cx="414407" cy="238503"/>
                </a:xfrm>
                <a:custGeom>
                  <a:avLst/>
                  <a:gdLst>
                    <a:gd name="connsiteX0" fmla="*/ 247236 w 418478"/>
                    <a:gd name="connsiteY0" fmla="*/ 0 h 243977"/>
                    <a:gd name="connsiteX1" fmla="*/ 418478 w 418478"/>
                    <a:gd name="connsiteY1" fmla="*/ 103542 h 243977"/>
                    <a:gd name="connsiteX2" fmla="*/ 175307 w 418478"/>
                    <a:gd name="connsiteY2" fmla="*/ 243977 h 243977"/>
                    <a:gd name="connsiteX3" fmla="*/ 0 w 418478"/>
                    <a:gd name="connsiteY3" fmla="*/ 142776 h 243977"/>
                  </a:gdLst>
                  <a:ahLst/>
                  <a:cxnLst>
                    <a:cxn ang="0">
                      <a:pos x="connsiteX0" y="connsiteY0"/>
                    </a:cxn>
                    <a:cxn ang="0">
                      <a:pos x="connsiteX1" y="connsiteY1"/>
                    </a:cxn>
                    <a:cxn ang="0">
                      <a:pos x="connsiteX2" y="connsiteY2"/>
                    </a:cxn>
                    <a:cxn ang="0">
                      <a:pos x="connsiteX3" y="connsiteY3"/>
                    </a:cxn>
                  </a:cxnLst>
                  <a:rect l="l" t="t" r="r" b="b"/>
                  <a:pathLst>
                    <a:path w="418478" h="243977">
                      <a:moveTo>
                        <a:pt x="247236" y="0"/>
                      </a:moveTo>
                      <a:lnTo>
                        <a:pt x="418478" y="103542"/>
                      </a:lnTo>
                      <a:lnTo>
                        <a:pt x="175307" y="243977"/>
                      </a:lnTo>
                      <a:lnTo>
                        <a:pt x="0" y="142776"/>
                      </a:lnTo>
                      <a:close/>
                    </a:path>
                  </a:pathLst>
                </a:custGeom>
                <a:solidFill>
                  <a:schemeClr val="bg1">
                    <a:lumMod val="65000"/>
                  </a:schemeClr>
                </a:solidFill>
                <a:ln w="150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358" name="Group 1357">
                  <a:extLst>
                    <a:ext uri="{FF2B5EF4-FFF2-40B4-BE49-F238E27FC236}">
                      <a16:creationId xmlns:a16="http://schemas.microsoft.com/office/drawing/2014/main" id="{2BF56493-B367-E7F9-CF50-22AF55A0048B}"/>
                    </a:ext>
                  </a:extLst>
                </p:cNvPr>
                <p:cNvGrpSpPr/>
                <p:nvPr/>
              </p:nvGrpSpPr>
              <p:grpSpPr>
                <a:xfrm>
                  <a:off x="3204405" y="3820993"/>
                  <a:ext cx="225539" cy="145701"/>
                  <a:chOff x="3576515" y="3867348"/>
                  <a:chExt cx="225539" cy="145701"/>
                </a:xfrm>
              </p:grpSpPr>
              <p:grpSp>
                <p:nvGrpSpPr>
                  <p:cNvPr id="1360" name="Graphic 36">
                    <a:extLst>
                      <a:ext uri="{FF2B5EF4-FFF2-40B4-BE49-F238E27FC236}">
                        <a16:creationId xmlns:a16="http://schemas.microsoft.com/office/drawing/2014/main" id="{64E4706E-05DF-5E44-1844-C14F8F121CEE}"/>
                      </a:ext>
                    </a:extLst>
                  </p:cNvPr>
                  <p:cNvGrpSpPr/>
                  <p:nvPr/>
                </p:nvGrpSpPr>
                <p:grpSpPr>
                  <a:xfrm>
                    <a:off x="3592699" y="3867348"/>
                    <a:ext cx="209355" cy="124526"/>
                    <a:chOff x="7219937" y="1060390"/>
                    <a:chExt cx="254485" cy="151370"/>
                  </a:xfrm>
                </p:grpSpPr>
                <p:sp>
                  <p:nvSpPr>
                    <p:cNvPr id="1371" name="Freeform: Shape 1370">
                      <a:extLst>
                        <a:ext uri="{FF2B5EF4-FFF2-40B4-BE49-F238E27FC236}">
                          <a16:creationId xmlns:a16="http://schemas.microsoft.com/office/drawing/2014/main" id="{F2D32F8C-29E6-8D1E-62D7-26D92CD7FA1E}"/>
                        </a:ext>
                      </a:extLst>
                    </p:cNvPr>
                    <p:cNvSpPr/>
                    <p:nvPr/>
                  </p:nvSpPr>
                  <p:spPr>
                    <a:xfrm>
                      <a:off x="7219937" y="1090242"/>
                      <a:ext cx="250239" cy="121518"/>
                    </a:xfrm>
                    <a:custGeom>
                      <a:avLst/>
                      <a:gdLst>
                        <a:gd name="connsiteX0" fmla="*/ 131166 w 250239"/>
                        <a:gd name="connsiteY0" fmla="*/ 0 h 121518"/>
                        <a:gd name="connsiteX1" fmla="*/ 91400 w 250239"/>
                        <a:gd name="connsiteY1" fmla="*/ 0 h 121518"/>
                        <a:gd name="connsiteX2" fmla="*/ 0 w 250239"/>
                        <a:gd name="connsiteY2" fmla="*/ 52769 h 121518"/>
                        <a:gd name="connsiteX3" fmla="*/ 119052 w 250239"/>
                        <a:gd name="connsiteY3" fmla="*/ 121519 h 121518"/>
                        <a:gd name="connsiteX4" fmla="*/ 158817 w 250239"/>
                        <a:gd name="connsiteY4" fmla="*/ 121519 h 121518"/>
                        <a:gd name="connsiteX5" fmla="*/ 250240 w 250239"/>
                        <a:gd name="connsiteY5" fmla="*/ 68728 h 121518"/>
                        <a:gd name="connsiteX6" fmla="*/ 131166 w 250239"/>
                        <a:gd name="connsiteY6" fmla="*/ 0 h 12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239" h="121518">
                          <a:moveTo>
                            <a:pt x="131166" y="0"/>
                          </a:moveTo>
                          <a:lnTo>
                            <a:pt x="91400" y="0"/>
                          </a:lnTo>
                          <a:lnTo>
                            <a:pt x="0" y="52769"/>
                          </a:lnTo>
                          <a:lnTo>
                            <a:pt x="119052" y="121519"/>
                          </a:lnTo>
                          <a:lnTo>
                            <a:pt x="158817" y="121519"/>
                          </a:lnTo>
                          <a:lnTo>
                            <a:pt x="250240" y="68728"/>
                          </a:lnTo>
                          <a:lnTo>
                            <a:pt x="131166"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72" name="Freeform: Shape 1371">
                      <a:extLst>
                        <a:ext uri="{FF2B5EF4-FFF2-40B4-BE49-F238E27FC236}">
                          <a16:creationId xmlns:a16="http://schemas.microsoft.com/office/drawing/2014/main" id="{26475B92-23AF-B201-EC1C-BC32A41EBB3B}"/>
                        </a:ext>
                      </a:extLst>
                    </p:cNvPr>
                    <p:cNvSpPr/>
                    <p:nvPr/>
                  </p:nvSpPr>
                  <p:spPr>
                    <a:xfrm>
                      <a:off x="7263948" y="1113181"/>
                      <a:ext cx="119073" cy="98579"/>
                    </a:xfrm>
                    <a:custGeom>
                      <a:avLst/>
                      <a:gdLst>
                        <a:gd name="connsiteX0" fmla="*/ 119074 w 119073"/>
                        <a:gd name="connsiteY0" fmla="*/ 68750 h 98579"/>
                        <a:gd name="connsiteX1" fmla="*/ 119074 w 119073"/>
                        <a:gd name="connsiteY1" fmla="*/ 98580 h 98579"/>
                        <a:gd name="connsiteX2" fmla="*/ 0 w 119073"/>
                        <a:gd name="connsiteY2" fmla="*/ 29830 h 98579"/>
                        <a:gd name="connsiteX3" fmla="*/ 0 w 119073"/>
                        <a:gd name="connsiteY3" fmla="*/ 0 h 98579"/>
                        <a:gd name="connsiteX4" fmla="*/ 119074 w 119073"/>
                        <a:gd name="connsiteY4" fmla="*/ 68750 h 98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073" h="98579">
                          <a:moveTo>
                            <a:pt x="119074" y="68750"/>
                          </a:moveTo>
                          <a:lnTo>
                            <a:pt x="119074" y="98580"/>
                          </a:lnTo>
                          <a:lnTo>
                            <a:pt x="0" y="29830"/>
                          </a:lnTo>
                          <a:lnTo>
                            <a:pt x="0" y="0"/>
                          </a:lnTo>
                          <a:lnTo>
                            <a:pt x="119074" y="68750"/>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73" name="Freeform: Shape 1372">
                      <a:extLst>
                        <a:ext uri="{FF2B5EF4-FFF2-40B4-BE49-F238E27FC236}">
                          <a16:creationId xmlns:a16="http://schemas.microsoft.com/office/drawing/2014/main" id="{2E426EB5-14E8-D004-DCBA-C4CD4DE986C2}"/>
                        </a:ext>
                      </a:extLst>
                    </p:cNvPr>
                    <p:cNvSpPr/>
                    <p:nvPr/>
                  </p:nvSpPr>
                  <p:spPr>
                    <a:xfrm>
                      <a:off x="7383021" y="1129141"/>
                      <a:ext cx="91400" cy="82620"/>
                    </a:xfrm>
                    <a:custGeom>
                      <a:avLst/>
                      <a:gdLst>
                        <a:gd name="connsiteX0" fmla="*/ 91400 w 91400"/>
                        <a:gd name="connsiteY0" fmla="*/ 29830 h 82620"/>
                        <a:gd name="connsiteX1" fmla="*/ 0 w 91400"/>
                        <a:gd name="connsiteY1" fmla="*/ 82620 h 82620"/>
                        <a:gd name="connsiteX2" fmla="*/ 0 w 91400"/>
                        <a:gd name="connsiteY2" fmla="*/ 52791 h 82620"/>
                        <a:gd name="connsiteX3" fmla="*/ 91400 w 91400"/>
                        <a:gd name="connsiteY3" fmla="*/ 0 h 82620"/>
                        <a:gd name="connsiteX4" fmla="*/ 91400 w 91400"/>
                        <a:gd name="connsiteY4" fmla="*/ 29830 h 82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00" h="82620">
                          <a:moveTo>
                            <a:pt x="91400" y="29830"/>
                          </a:moveTo>
                          <a:lnTo>
                            <a:pt x="0" y="82620"/>
                          </a:lnTo>
                          <a:lnTo>
                            <a:pt x="0" y="52791"/>
                          </a:lnTo>
                          <a:lnTo>
                            <a:pt x="91400" y="0"/>
                          </a:lnTo>
                          <a:lnTo>
                            <a:pt x="91400" y="29830"/>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74" name="Freeform: Shape 1373">
                      <a:extLst>
                        <a:ext uri="{FF2B5EF4-FFF2-40B4-BE49-F238E27FC236}">
                          <a16:creationId xmlns:a16="http://schemas.microsoft.com/office/drawing/2014/main" id="{1C6AF817-0E4D-9AD7-7FCB-970B56AD2C3D}"/>
                        </a:ext>
                      </a:extLst>
                    </p:cNvPr>
                    <p:cNvSpPr/>
                    <p:nvPr/>
                  </p:nvSpPr>
                  <p:spPr>
                    <a:xfrm>
                      <a:off x="7263948" y="1060390"/>
                      <a:ext cx="210474" cy="121541"/>
                    </a:xfrm>
                    <a:custGeom>
                      <a:avLst/>
                      <a:gdLst>
                        <a:gd name="connsiteX0" fmla="*/ 210474 w 210474"/>
                        <a:gd name="connsiteY0" fmla="*/ 68750 h 121541"/>
                        <a:gd name="connsiteX1" fmla="*/ 119074 w 210474"/>
                        <a:gd name="connsiteY1" fmla="*/ 121541 h 121541"/>
                        <a:gd name="connsiteX2" fmla="*/ 0 w 210474"/>
                        <a:gd name="connsiteY2" fmla="*/ 52791 h 121541"/>
                        <a:gd name="connsiteX3" fmla="*/ 91423 w 210474"/>
                        <a:gd name="connsiteY3" fmla="*/ 0 h 121541"/>
                        <a:gd name="connsiteX4" fmla="*/ 210474 w 210474"/>
                        <a:gd name="connsiteY4" fmla="*/ 68750 h 121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474" h="121541">
                          <a:moveTo>
                            <a:pt x="210474" y="68750"/>
                          </a:moveTo>
                          <a:lnTo>
                            <a:pt x="119074" y="121541"/>
                          </a:lnTo>
                          <a:lnTo>
                            <a:pt x="0" y="52791"/>
                          </a:lnTo>
                          <a:lnTo>
                            <a:pt x="91423" y="0"/>
                          </a:lnTo>
                          <a:lnTo>
                            <a:pt x="210474" y="68750"/>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361" name="Graphic 36">
                    <a:extLst>
                      <a:ext uri="{FF2B5EF4-FFF2-40B4-BE49-F238E27FC236}">
                        <a16:creationId xmlns:a16="http://schemas.microsoft.com/office/drawing/2014/main" id="{D66452E2-1857-7874-4205-F94EF285DBF1}"/>
                      </a:ext>
                    </a:extLst>
                  </p:cNvPr>
                  <p:cNvGrpSpPr/>
                  <p:nvPr/>
                </p:nvGrpSpPr>
                <p:grpSpPr>
                  <a:xfrm>
                    <a:off x="3576515" y="3949488"/>
                    <a:ext cx="60563" cy="38601"/>
                    <a:chOff x="7200265" y="1160237"/>
                    <a:chExt cx="73618" cy="46922"/>
                  </a:xfrm>
                </p:grpSpPr>
                <p:sp>
                  <p:nvSpPr>
                    <p:cNvPr id="1367" name="Freeform: Shape 1366">
                      <a:extLst>
                        <a:ext uri="{FF2B5EF4-FFF2-40B4-BE49-F238E27FC236}">
                          <a16:creationId xmlns:a16="http://schemas.microsoft.com/office/drawing/2014/main" id="{E1566487-0F1E-BA19-06A5-8D40EA21C07F}"/>
                        </a:ext>
                      </a:extLst>
                    </p:cNvPr>
                    <p:cNvSpPr/>
                    <p:nvPr/>
                  </p:nvSpPr>
                  <p:spPr>
                    <a:xfrm>
                      <a:off x="7200265" y="1175641"/>
                      <a:ext cx="72506" cy="31518"/>
                    </a:xfrm>
                    <a:custGeom>
                      <a:avLst/>
                      <a:gdLst>
                        <a:gd name="connsiteX0" fmla="*/ 41633 w 72506"/>
                        <a:gd name="connsiteY0" fmla="*/ 0 h 31518"/>
                        <a:gd name="connsiteX1" fmla="*/ 23695 w 72506"/>
                        <a:gd name="connsiteY1" fmla="*/ 0 h 31518"/>
                        <a:gd name="connsiteX2" fmla="*/ 0 w 72506"/>
                        <a:gd name="connsiteY2" fmla="*/ 13692 h 31518"/>
                        <a:gd name="connsiteX3" fmla="*/ 30874 w 72506"/>
                        <a:gd name="connsiteY3" fmla="*/ 31519 h 31518"/>
                        <a:gd name="connsiteX4" fmla="*/ 48790 w 72506"/>
                        <a:gd name="connsiteY4" fmla="*/ 31519 h 31518"/>
                        <a:gd name="connsiteX5" fmla="*/ 72507 w 72506"/>
                        <a:gd name="connsiteY5" fmla="*/ 17827 h 31518"/>
                        <a:gd name="connsiteX6" fmla="*/ 41633 w 72506"/>
                        <a:gd name="connsiteY6" fmla="*/ 0 h 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06" h="31518">
                          <a:moveTo>
                            <a:pt x="41633" y="0"/>
                          </a:moveTo>
                          <a:lnTo>
                            <a:pt x="23695" y="0"/>
                          </a:lnTo>
                          <a:lnTo>
                            <a:pt x="0" y="13692"/>
                          </a:lnTo>
                          <a:lnTo>
                            <a:pt x="30874" y="31519"/>
                          </a:lnTo>
                          <a:lnTo>
                            <a:pt x="48790" y="31519"/>
                          </a:lnTo>
                          <a:lnTo>
                            <a:pt x="72507" y="17827"/>
                          </a:lnTo>
                          <a:lnTo>
                            <a:pt x="41633"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68" name="Freeform: Shape 1367">
                      <a:extLst>
                        <a:ext uri="{FF2B5EF4-FFF2-40B4-BE49-F238E27FC236}">
                          <a16:creationId xmlns:a16="http://schemas.microsoft.com/office/drawing/2014/main" id="{D4CED24B-CB6E-4D53-632B-78F6F84F9DE9}"/>
                        </a:ext>
                      </a:extLst>
                    </p:cNvPr>
                    <p:cNvSpPr/>
                    <p:nvPr/>
                  </p:nvSpPr>
                  <p:spPr>
                    <a:xfrm>
                      <a:off x="7219270" y="1173974"/>
                      <a:ext cx="30896" cy="33185"/>
                    </a:xfrm>
                    <a:custGeom>
                      <a:avLst/>
                      <a:gdLst>
                        <a:gd name="connsiteX0" fmla="*/ 30897 w 30896"/>
                        <a:gd name="connsiteY0" fmla="*/ 17849 h 33185"/>
                        <a:gd name="connsiteX1" fmla="*/ 30897 w 30896"/>
                        <a:gd name="connsiteY1" fmla="*/ 33186 h 33185"/>
                        <a:gd name="connsiteX2" fmla="*/ 0 w 30896"/>
                        <a:gd name="connsiteY2" fmla="*/ 15359 h 33185"/>
                        <a:gd name="connsiteX3" fmla="*/ 0 w 30896"/>
                        <a:gd name="connsiteY3" fmla="*/ 0 h 33185"/>
                        <a:gd name="connsiteX4" fmla="*/ 30897 w 30896"/>
                        <a:gd name="connsiteY4" fmla="*/ 17849 h 3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96" h="33185">
                          <a:moveTo>
                            <a:pt x="30897" y="17849"/>
                          </a:moveTo>
                          <a:lnTo>
                            <a:pt x="30897" y="33186"/>
                          </a:lnTo>
                          <a:lnTo>
                            <a:pt x="0" y="15359"/>
                          </a:lnTo>
                          <a:lnTo>
                            <a:pt x="0" y="0"/>
                          </a:lnTo>
                          <a:lnTo>
                            <a:pt x="30897" y="17849"/>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69" name="Freeform: Shape 1368">
                      <a:extLst>
                        <a:ext uri="{FF2B5EF4-FFF2-40B4-BE49-F238E27FC236}">
                          <a16:creationId xmlns:a16="http://schemas.microsoft.com/office/drawing/2014/main" id="{0210B415-8A35-8CFD-876D-B0A06C4625B0}"/>
                        </a:ext>
                      </a:extLst>
                    </p:cNvPr>
                    <p:cNvSpPr/>
                    <p:nvPr/>
                  </p:nvSpPr>
                  <p:spPr>
                    <a:xfrm>
                      <a:off x="7250166" y="1178130"/>
                      <a:ext cx="23716" cy="29029"/>
                    </a:xfrm>
                    <a:custGeom>
                      <a:avLst/>
                      <a:gdLst>
                        <a:gd name="connsiteX0" fmla="*/ 23717 w 23716"/>
                        <a:gd name="connsiteY0" fmla="*/ 15337 h 29029"/>
                        <a:gd name="connsiteX1" fmla="*/ 0 w 23716"/>
                        <a:gd name="connsiteY1" fmla="*/ 29029 h 29029"/>
                        <a:gd name="connsiteX2" fmla="*/ 0 w 23716"/>
                        <a:gd name="connsiteY2" fmla="*/ 13692 h 29029"/>
                        <a:gd name="connsiteX3" fmla="*/ 23717 w 23716"/>
                        <a:gd name="connsiteY3" fmla="*/ 0 h 29029"/>
                        <a:gd name="connsiteX4" fmla="*/ 23717 w 23716"/>
                        <a:gd name="connsiteY4" fmla="*/ 15337 h 29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6" h="29029">
                          <a:moveTo>
                            <a:pt x="23717" y="15337"/>
                          </a:moveTo>
                          <a:lnTo>
                            <a:pt x="0" y="29029"/>
                          </a:lnTo>
                          <a:lnTo>
                            <a:pt x="0" y="13692"/>
                          </a:lnTo>
                          <a:lnTo>
                            <a:pt x="23717" y="0"/>
                          </a:lnTo>
                          <a:lnTo>
                            <a:pt x="23717" y="1533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70" name="Freeform: Shape 1369">
                      <a:extLst>
                        <a:ext uri="{FF2B5EF4-FFF2-40B4-BE49-F238E27FC236}">
                          <a16:creationId xmlns:a16="http://schemas.microsoft.com/office/drawing/2014/main" id="{C7381D85-BCB9-453A-965D-0B52A187391A}"/>
                        </a:ext>
                      </a:extLst>
                    </p:cNvPr>
                    <p:cNvSpPr/>
                    <p:nvPr/>
                  </p:nvSpPr>
                  <p:spPr>
                    <a:xfrm>
                      <a:off x="7219270" y="1160237"/>
                      <a:ext cx="54613" cy="31518"/>
                    </a:xfrm>
                    <a:custGeom>
                      <a:avLst/>
                      <a:gdLst>
                        <a:gd name="connsiteX0" fmla="*/ 54614 w 54613"/>
                        <a:gd name="connsiteY0" fmla="*/ 17827 h 31518"/>
                        <a:gd name="connsiteX1" fmla="*/ 30897 w 54613"/>
                        <a:gd name="connsiteY1" fmla="*/ 31519 h 31518"/>
                        <a:gd name="connsiteX2" fmla="*/ 0 w 54613"/>
                        <a:gd name="connsiteY2" fmla="*/ 13692 h 31518"/>
                        <a:gd name="connsiteX3" fmla="*/ 23717 w 54613"/>
                        <a:gd name="connsiteY3" fmla="*/ 0 h 31518"/>
                        <a:gd name="connsiteX4" fmla="*/ 54614 w 54613"/>
                        <a:gd name="connsiteY4" fmla="*/ 17827 h 3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3" h="31518">
                          <a:moveTo>
                            <a:pt x="54614" y="17827"/>
                          </a:moveTo>
                          <a:lnTo>
                            <a:pt x="30897" y="31519"/>
                          </a:lnTo>
                          <a:lnTo>
                            <a:pt x="0" y="13692"/>
                          </a:lnTo>
                          <a:lnTo>
                            <a:pt x="23717" y="0"/>
                          </a:lnTo>
                          <a:lnTo>
                            <a:pt x="54614" y="17827"/>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362" name="Graphic 36">
                    <a:extLst>
                      <a:ext uri="{FF2B5EF4-FFF2-40B4-BE49-F238E27FC236}">
                        <a16:creationId xmlns:a16="http://schemas.microsoft.com/office/drawing/2014/main" id="{2F5D24DD-0630-4A65-73DF-BD7D56632A6D}"/>
                      </a:ext>
                    </a:extLst>
                  </p:cNvPr>
                  <p:cNvGrpSpPr/>
                  <p:nvPr/>
                </p:nvGrpSpPr>
                <p:grpSpPr>
                  <a:xfrm>
                    <a:off x="3620749" y="3974448"/>
                    <a:ext cx="60563" cy="38601"/>
                    <a:chOff x="7254034" y="1190578"/>
                    <a:chExt cx="73618" cy="46922"/>
                  </a:xfrm>
                </p:grpSpPr>
                <p:sp>
                  <p:nvSpPr>
                    <p:cNvPr id="1363" name="Freeform: Shape 1362">
                      <a:extLst>
                        <a:ext uri="{FF2B5EF4-FFF2-40B4-BE49-F238E27FC236}">
                          <a16:creationId xmlns:a16="http://schemas.microsoft.com/office/drawing/2014/main" id="{548A488A-B30F-B208-54AA-A86207943CCE}"/>
                        </a:ext>
                      </a:extLst>
                    </p:cNvPr>
                    <p:cNvSpPr/>
                    <p:nvPr/>
                  </p:nvSpPr>
                  <p:spPr>
                    <a:xfrm>
                      <a:off x="7254034" y="1205982"/>
                      <a:ext cx="72529" cy="31518"/>
                    </a:xfrm>
                    <a:custGeom>
                      <a:avLst/>
                      <a:gdLst>
                        <a:gd name="connsiteX0" fmla="*/ 41632 w 72529"/>
                        <a:gd name="connsiteY0" fmla="*/ 0 h 31518"/>
                        <a:gd name="connsiteX1" fmla="*/ 23717 w 72529"/>
                        <a:gd name="connsiteY1" fmla="*/ 0 h 31518"/>
                        <a:gd name="connsiteX2" fmla="*/ 0 w 72529"/>
                        <a:gd name="connsiteY2" fmla="*/ 13692 h 31518"/>
                        <a:gd name="connsiteX3" fmla="*/ 30897 w 72529"/>
                        <a:gd name="connsiteY3" fmla="*/ 31519 h 31518"/>
                        <a:gd name="connsiteX4" fmla="*/ 48812 w 72529"/>
                        <a:gd name="connsiteY4" fmla="*/ 31519 h 31518"/>
                        <a:gd name="connsiteX5" fmla="*/ 72529 w 72529"/>
                        <a:gd name="connsiteY5" fmla="*/ 17827 h 31518"/>
                        <a:gd name="connsiteX6" fmla="*/ 41632 w 72529"/>
                        <a:gd name="connsiteY6" fmla="*/ 0 h 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529" h="31518">
                          <a:moveTo>
                            <a:pt x="41632" y="0"/>
                          </a:moveTo>
                          <a:lnTo>
                            <a:pt x="23717" y="0"/>
                          </a:lnTo>
                          <a:lnTo>
                            <a:pt x="0" y="13692"/>
                          </a:lnTo>
                          <a:lnTo>
                            <a:pt x="30897" y="31519"/>
                          </a:lnTo>
                          <a:lnTo>
                            <a:pt x="48812" y="31519"/>
                          </a:lnTo>
                          <a:lnTo>
                            <a:pt x="72529" y="17827"/>
                          </a:lnTo>
                          <a:lnTo>
                            <a:pt x="41632" y="0"/>
                          </a:lnTo>
                          <a:close/>
                        </a:path>
                      </a:pathLst>
                    </a:custGeom>
                    <a:solidFill>
                      <a:srgbClr val="000000">
                        <a:alpha val="10000"/>
                      </a:srgb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64" name="Freeform: Shape 1363">
                      <a:extLst>
                        <a:ext uri="{FF2B5EF4-FFF2-40B4-BE49-F238E27FC236}">
                          <a16:creationId xmlns:a16="http://schemas.microsoft.com/office/drawing/2014/main" id="{5F9D8090-C406-4BF6-4D53-F33811F1EBFD}"/>
                        </a:ext>
                      </a:extLst>
                    </p:cNvPr>
                    <p:cNvSpPr/>
                    <p:nvPr/>
                  </p:nvSpPr>
                  <p:spPr>
                    <a:xfrm>
                      <a:off x="7273061" y="1204315"/>
                      <a:ext cx="30896" cy="33185"/>
                    </a:xfrm>
                    <a:custGeom>
                      <a:avLst/>
                      <a:gdLst>
                        <a:gd name="connsiteX0" fmla="*/ 30897 w 30896"/>
                        <a:gd name="connsiteY0" fmla="*/ 17849 h 33185"/>
                        <a:gd name="connsiteX1" fmla="*/ 30897 w 30896"/>
                        <a:gd name="connsiteY1" fmla="*/ 33186 h 33185"/>
                        <a:gd name="connsiteX2" fmla="*/ 0 w 30896"/>
                        <a:gd name="connsiteY2" fmla="*/ 15359 h 33185"/>
                        <a:gd name="connsiteX3" fmla="*/ 0 w 30896"/>
                        <a:gd name="connsiteY3" fmla="*/ 0 h 33185"/>
                        <a:gd name="connsiteX4" fmla="*/ 30897 w 30896"/>
                        <a:gd name="connsiteY4" fmla="*/ 17849 h 33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96" h="33185">
                          <a:moveTo>
                            <a:pt x="30897" y="17849"/>
                          </a:moveTo>
                          <a:lnTo>
                            <a:pt x="30897" y="33186"/>
                          </a:lnTo>
                          <a:lnTo>
                            <a:pt x="0" y="15359"/>
                          </a:lnTo>
                          <a:lnTo>
                            <a:pt x="0" y="0"/>
                          </a:lnTo>
                          <a:lnTo>
                            <a:pt x="30897" y="17849"/>
                          </a:lnTo>
                          <a:close/>
                        </a:path>
                      </a:pathLst>
                    </a:custGeom>
                    <a:solidFill>
                      <a:schemeClr val="bg1">
                        <a:lumMod val="7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65" name="Freeform: Shape 1364">
                      <a:extLst>
                        <a:ext uri="{FF2B5EF4-FFF2-40B4-BE49-F238E27FC236}">
                          <a16:creationId xmlns:a16="http://schemas.microsoft.com/office/drawing/2014/main" id="{1AD906D3-771D-C634-B611-7045555EA947}"/>
                        </a:ext>
                      </a:extLst>
                    </p:cNvPr>
                    <p:cNvSpPr/>
                    <p:nvPr/>
                  </p:nvSpPr>
                  <p:spPr>
                    <a:xfrm>
                      <a:off x="7303957" y="1208471"/>
                      <a:ext cx="23694" cy="29029"/>
                    </a:xfrm>
                    <a:custGeom>
                      <a:avLst/>
                      <a:gdLst>
                        <a:gd name="connsiteX0" fmla="*/ 23695 w 23694"/>
                        <a:gd name="connsiteY0" fmla="*/ 15337 h 29029"/>
                        <a:gd name="connsiteX1" fmla="*/ 0 w 23694"/>
                        <a:gd name="connsiteY1" fmla="*/ 29029 h 29029"/>
                        <a:gd name="connsiteX2" fmla="*/ 0 w 23694"/>
                        <a:gd name="connsiteY2" fmla="*/ 13692 h 29029"/>
                        <a:gd name="connsiteX3" fmla="*/ 23695 w 23694"/>
                        <a:gd name="connsiteY3" fmla="*/ 0 h 29029"/>
                        <a:gd name="connsiteX4" fmla="*/ 23695 w 23694"/>
                        <a:gd name="connsiteY4" fmla="*/ 15337 h 29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4" h="29029">
                          <a:moveTo>
                            <a:pt x="23695" y="15337"/>
                          </a:moveTo>
                          <a:lnTo>
                            <a:pt x="0" y="29029"/>
                          </a:lnTo>
                          <a:lnTo>
                            <a:pt x="0" y="13692"/>
                          </a:lnTo>
                          <a:lnTo>
                            <a:pt x="23695" y="0"/>
                          </a:lnTo>
                          <a:lnTo>
                            <a:pt x="23695" y="15337"/>
                          </a:lnTo>
                          <a:close/>
                        </a:path>
                      </a:pathLst>
                    </a:custGeom>
                    <a:solidFill>
                      <a:schemeClr val="bg1">
                        <a:lumMod val="8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66" name="Freeform: Shape 1365">
                      <a:extLst>
                        <a:ext uri="{FF2B5EF4-FFF2-40B4-BE49-F238E27FC236}">
                          <a16:creationId xmlns:a16="http://schemas.microsoft.com/office/drawing/2014/main" id="{2B944CA2-6D89-36F7-BC15-2D986B89086D}"/>
                        </a:ext>
                      </a:extLst>
                    </p:cNvPr>
                    <p:cNvSpPr/>
                    <p:nvPr/>
                  </p:nvSpPr>
                  <p:spPr>
                    <a:xfrm>
                      <a:off x="7273061" y="1190578"/>
                      <a:ext cx="54591" cy="31518"/>
                    </a:xfrm>
                    <a:custGeom>
                      <a:avLst/>
                      <a:gdLst>
                        <a:gd name="connsiteX0" fmla="*/ 54591 w 54591"/>
                        <a:gd name="connsiteY0" fmla="*/ 17827 h 31518"/>
                        <a:gd name="connsiteX1" fmla="*/ 30897 w 54591"/>
                        <a:gd name="connsiteY1" fmla="*/ 31519 h 31518"/>
                        <a:gd name="connsiteX2" fmla="*/ 0 w 54591"/>
                        <a:gd name="connsiteY2" fmla="*/ 13692 h 31518"/>
                        <a:gd name="connsiteX3" fmla="*/ 23717 w 54591"/>
                        <a:gd name="connsiteY3" fmla="*/ 0 h 31518"/>
                        <a:gd name="connsiteX4" fmla="*/ 54591 w 54591"/>
                        <a:gd name="connsiteY4" fmla="*/ 17827 h 31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91" h="31518">
                          <a:moveTo>
                            <a:pt x="54591" y="17827"/>
                          </a:moveTo>
                          <a:lnTo>
                            <a:pt x="30897" y="31519"/>
                          </a:lnTo>
                          <a:lnTo>
                            <a:pt x="0" y="13692"/>
                          </a:lnTo>
                          <a:lnTo>
                            <a:pt x="23717" y="0"/>
                          </a:lnTo>
                          <a:lnTo>
                            <a:pt x="54591" y="17827"/>
                          </a:lnTo>
                          <a:close/>
                        </a:path>
                      </a:pathLst>
                    </a:custGeom>
                    <a:solidFill>
                      <a:schemeClr val="bg1">
                        <a:lumMod val="95000"/>
                      </a:schemeClr>
                    </a:solidFill>
                    <a:ln w="22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1359" name="Freeform: Shape 1358">
                  <a:extLst>
                    <a:ext uri="{FF2B5EF4-FFF2-40B4-BE49-F238E27FC236}">
                      <a16:creationId xmlns:a16="http://schemas.microsoft.com/office/drawing/2014/main" id="{86432E19-D3EA-86F4-0930-593D88C16BE5}"/>
                    </a:ext>
                  </a:extLst>
                </p:cNvPr>
                <p:cNvSpPr/>
                <p:nvPr/>
              </p:nvSpPr>
              <p:spPr>
                <a:xfrm>
                  <a:off x="3157447" y="3990672"/>
                  <a:ext cx="62383" cy="83724"/>
                </a:xfrm>
                <a:custGeom>
                  <a:avLst/>
                  <a:gdLst>
                    <a:gd name="connsiteX0" fmla="*/ 63282 w 79428"/>
                    <a:gd name="connsiteY0" fmla="*/ 0 h 106599"/>
                    <a:gd name="connsiteX1" fmla="*/ 0 w 79428"/>
                    <a:gd name="connsiteY1" fmla="*/ 36754 h 106599"/>
                    <a:gd name="connsiteX2" fmla="*/ 0 w 79428"/>
                    <a:gd name="connsiteY2" fmla="*/ 76449 h 106599"/>
                    <a:gd name="connsiteX3" fmla="*/ 214 w 79428"/>
                    <a:gd name="connsiteY3" fmla="*/ 76663 h 106599"/>
                    <a:gd name="connsiteX4" fmla="*/ 1013 w 79428"/>
                    <a:gd name="connsiteY4" fmla="*/ 76273 h 106599"/>
                    <a:gd name="connsiteX5" fmla="*/ 13537 w 79428"/>
                    <a:gd name="connsiteY5" fmla="*/ 68833 h 106599"/>
                    <a:gd name="connsiteX6" fmla="*/ 14180 w 79428"/>
                    <a:gd name="connsiteY6" fmla="*/ 68794 h 106599"/>
                    <a:gd name="connsiteX7" fmla="*/ 79156 w 79428"/>
                    <a:gd name="connsiteY7" fmla="*/ 106600 h 106599"/>
                    <a:gd name="connsiteX8" fmla="*/ 79429 w 79428"/>
                    <a:gd name="connsiteY8" fmla="*/ 106600 h 106599"/>
                    <a:gd name="connsiteX9" fmla="*/ 79429 w 79428"/>
                    <a:gd name="connsiteY9" fmla="*/ 9252 h 106599"/>
                    <a:gd name="connsiteX10" fmla="*/ 64139 w 79428"/>
                    <a:gd name="connsiteY10" fmla="*/ 273 h 106599"/>
                    <a:gd name="connsiteX11" fmla="*/ 63282 w 79428"/>
                    <a:gd name="connsiteY11" fmla="*/ 0 h 106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428" h="106599">
                      <a:moveTo>
                        <a:pt x="63282" y="0"/>
                      </a:moveTo>
                      <a:lnTo>
                        <a:pt x="0" y="36754"/>
                      </a:lnTo>
                      <a:lnTo>
                        <a:pt x="0" y="76449"/>
                      </a:lnTo>
                      <a:lnTo>
                        <a:pt x="214" y="76663"/>
                      </a:lnTo>
                      <a:lnTo>
                        <a:pt x="1013" y="76273"/>
                      </a:lnTo>
                      <a:lnTo>
                        <a:pt x="13537" y="68833"/>
                      </a:lnTo>
                      <a:lnTo>
                        <a:pt x="14180" y="68794"/>
                      </a:lnTo>
                      <a:lnTo>
                        <a:pt x="79156" y="106600"/>
                      </a:lnTo>
                      <a:lnTo>
                        <a:pt x="79429" y="106600"/>
                      </a:lnTo>
                      <a:lnTo>
                        <a:pt x="79429" y="9252"/>
                      </a:lnTo>
                      <a:lnTo>
                        <a:pt x="64139" y="273"/>
                      </a:lnTo>
                      <a:lnTo>
                        <a:pt x="63282" y="0"/>
                      </a:lnTo>
                      <a:close/>
                    </a:path>
                  </a:pathLst>
                </a:custGeom>
                <a:solidFill>
                  <a:schemeClr val="tx1">
                    <a:alpha val="43000"/>
                  </a:schemeClr>
                </a:solidFill>
                <a:ln w="1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3639" name="Group 3638">
            <a:extLst>
              <a:ext uri="{FF2B5EF4-FFF2-40B4-BE49-F238E27FC236}">
                <a16:creationId xmlns:a16="http://schemas.microsoft.com/office/drawing/2014/main" id="{A31FCB22-F208-D103-27C0-0AA7994D1146}"/>
              </a:ext>
              <a:ext uri="{C183D7F6-B498-43B3-948B-1728B52AA6E4}">
                <adec:decorative xmlns:adec="http://schemas.microsoft.com/office/drawing/2017/decorative" val="1"/>
              </a:ext>
            </a:extLst>
          </p:cNvPr>
          <p:cNvGrpSpPr/>
          <p:nvPr/>
        </p:nvGrpSpPr>
        <p:grpSpPr>
          <a:xfrm>
            <a:off x="8363961" y="1524128"/>
            <a:ext cx="1178323" cy="1329928"/>
            <a:chOff x="8363961" y="1524128"/>
            <a:chExt cx="1178323" cy="1329928"/>
          </a:xfrm>
        </p:grpSpPr>
        <p:sp>
          <p:nvSpPr>
            <p:cNvPr id="1376" name="Oval 1375">
              <a:extLst>
                <a:ext uri="{FF2B5EF4-FFF2-40B4-BE49-F238E27FC236}">
                  <a16:creationId xmlns:a16="http://schemas.microsoft.com/office/drawing/2014/main" id="{E53FD732-706A-4F70-A7E8-1D5A54C409C2}"/>
                </a:ext>
              </a:extLst>
            </p:cNvPr>
            <p:cNvSpPr>
              <a:spLocks/>
            </p:cNvSpPr>
            <p:nvPr/>
          </p:nvSpPr>
          <p:spPr>
            <a:xfrm>
              <a:off x="8363961" y="1524128"/>
              <a:ext cx="1178323" cy="1329928"/>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1377" name="Group 1376">
              <a:extLst>
                <a:ext uri="{FF2B5EF4-FFF2-40B4-BE49-F238E27FC236}">
                  <a16:creationId xmlns:a16="http://schemas.microsoft.com/office/drawing/2014/main" id="{86C55D54-D385-4E9C-02F7-2BA59F7E8A4A}"/>
                </a:ext>
              </a:extLst>
            </p:cNvPr>
            <p:cNvGrpSpPr/>
            <p:nvPr/>
          </p:nvGrpSpPr>
          <p:grpSpPr>
            <a:xfrm>
              <a:off x="8471835" y="1692366"/>
              <a:ext cx="962575" cy="881686"/>
              <a:chOff x="8391942" y="1454761"/>
              <a:chExt cx="859022" cy="694083"/>
            </a:xfrm>
          </p:grpSpPr>
          <p:pic>
            <p:nvPicPr>
              <p:cNvPr id="1378" name="Picture 1377">
                <a:extLst>
                  <a:ext uri="{FF2B5EF4-FFF2-40B4-BE49-F238E27FC236}">
                    <a16:creationId xmlns:a16="http://schemas.microsoft.com/office/drawing/2014/main" id="{29E5708B-E7F9-B93E-9F04-C19E0490213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91942" y="1454761"/>
                <a:ext cx="859022" cy="415939"/>
              </a:xfrm>
              <a:prstGeom prst="rect">
                <a:avLst/>
              </a:prstGeom>
            </p:spPr>
          </p:pic>
          <p:sp>
            <p:nvSpPr>
              <p:cNvPr id="1379" name="TextBox 1378">
                <a:extLst>
                  <a:ext uri="{FF2B5EF4-FFF2-40B4-BE49-F238E27FC236}">
                    <a16:creationId xmlns:a16="http://schemas.microsoft.com/office/drawing/2014/main" id="{72E01F1C-7F73-A636-0C4B-2F6597DA92CB}"/>
                  </a:ext>
                </a:extLst>
              </p:cNvPr>
              <p:cNvSpPr txBox="1"/>
              <p:nvPr/>
            </p:nvSpPr>
            <p:spPr>
              <a:xfrm>
                <a:off x="8422574" y="1845983"/>
                <a:ext cx="793957" cy="302861"/>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mn-cs"/>
                  </a:rPr>
                  <a:t>DOD MTFs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mn-cs"/>
                  </a:rPr>
                  <a:t> (MHS GENESIS)</a:t>
                </a:r>
              </a:p>
            </p:txBody>
          </p:sp>
        </p:grpSp>
      </p:grpSp>
      <p:grpSp>
        <p:nvGrpSpPr>
          <p:cNvPr id="3638" name="Group 3637">
            <a:extLst>
              <a:ext uri="{FF2B5EF4-FFF2-40B4-BE49-F238E27FC236}">
                <a16:creationId xmlns:a16="http://schemas.microsoft.com/office/drawing/2014/main" id="{0521C2FD-45A3-AC7F-2B28-048401A23226}"/>
              </a:ext>
              <a:ext uri="{C183D7F6-B498-43B3-948B-1728B52AA6E4}">
                <adec:decorative xmlns:adec="http://schemas.microsoft.com/office/drawing/2017/decorative" val="1"/>
              </a:ext>
            </a:extLst>
          </p:cNvPr>
          <p:cNvGrpSpPr/>
          <p:nvPr/>
        </p:nvGrpSpPr>
        <p:grpSpPr>
          <a:xfrm>
            <a:off x="8369862" y="2946379"/>
            <a:ext cx="1051560" cy="1220276"/>
            <a:chOff x="8369862" y="2946379"/>
            <a:chExt cx="1051560" cy="1220276"/>
          </a:xfrm>
        </p:grpSpPr>
        <p:sp>
          <p:nvSpPr>
            <p:cNvPr id="1381" name="Oval 1380">
              <a:extLst>
                <a:ext uri="{FF2B5EF4-FFF2-40B4-BE49-F238E27FC236}">
                  <a16:creationId xmlns:a16="http://schemas.microsoft.com/office/drawing/2014/main" id="{BFFD42C8-39CA-7AB4-367E-9B447C303429}"/>
                </a:ext>
              </a:extLst>
            </p:cNvPr>
            <p:cNvSpPr>
              <a:spLocks/>
            </p:cNvSpPr>
            <p:nvPr/>
          </p:nvSpPr>
          <p:spPr>
            <a:xfrm>
              <a:off x="8369862" y="2946379"/>
              <a:ext cx="1051560" cy="1220276"/>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mn-cs"/>
                </a:rPr>
                <a:t>Other Partners </a:t>
              </a:r>
            </a:p>
          </p:txBody>
        </p:sp>
        <p:grpSp>
          <p:nvGrpSpPr>
            <p:cNvPr id="1382" name="Group 1381">
              <a:extLst>
                <a:ext uri="{FF2B5EF4-FFF2-40B4-BE49-F238E27FC236}">
                  <a16:creationId xmlns:a16="http://schemas.microsoft.com/office/drawing/2014/main" id="{A63B88C0-838E-A670-573E-E46A4F74EE8E}"/>
                </a:ext>
              </a:extLst>
            </p:cNvPr>
            <p:cNvGrpSpPr/>
            <p:nvPr/>
          </p:nvGrpSpPr>
          <p:grpSpPr>
            <a:xfrm>
              <a:off x="8648847" y="3132764"/>
              <a:ext cx="493591" cy="870219"/>
              <a:chOff x="8579884" y="2938044"/>
              <a:chExt cx="493591" cy="746614"/>
            </a:xfrm>
          </p:grpSpPr>
          <p:sp>
            <p:nvSpPr>
              <p:cNvPr id="1383" name="TextBox 1382">
                <a:extLst>
                  <a:ext uri="{FF2B5EF4-FFF2-40B4-BE49-F238E27FC236}">
                    <a16:creationId xmlns:a16="http://schemas.microsoft.com/office/drawing/2014/main" id="{F273E1D3-A09C-AD2B-B3A3-210F537C0EA6}"/>
                  </a:ext>
                </a:extLst>
              </p:cNvPr>
              <p:cNvSpPr txBox="1"/>
              <p:nvPr/>
            </p:nvSpPr>
            <p:spPr>
              <a:xfrm>
                <a:off x="8826646" y="3515381"/>
                <a:ext cx="64" cy="16927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1384" name="Group 1383">
                <a:extLst>
                  <a:ext uri="{FF2B5EF4-FFF2-40B4-BE49-F238E27FC236}">
                    <a16:creationId xmlns:a16="http://schemas.microsoft.com/office/drawing/2014/main" id="{11EF9827-62ED-51E8-C0AA-38BF09FB5125}"/>
                  </a:ext>
                </a:extLst>
              </p:cNvPr>
              <p:cNvGrpSpPr/>
              <p:nvPr/>
            </p:nvGrpSpPr>
            <p:grpSpPr>
              <a:xfrm>
                <a:off x="8579884" y="2938044"/>
                <a:ext cx="493591" cy="528637"/>
                <a:chOff x="3658552" y="5768340"/>
                <a:chExt cx="1395411" cy="1985676"/>
              </a:xfrm>
            </p:grpSpPr>
            <p:sp>
              <p:nvSpPr>
                <p:cNvPr id="1385" name="Freeform: Shape 1384">
                  <a:extLst>
                    <a:ext uri="{FF2B5EF4-FFF2-40B4-BE49-F238E27FC236}">
                      <a16:creationId xmlns:a16="http://schemas.microsoft.com/office/drawing/2014/main" id="{2AD37203-5F11-C3C0-C4A5-80F8AE7948F3}"/>
                    </a:ext>
                  </a:extLst>
                </p:cNvPr>
                <p:cNvSpPr/>
                <p:nvPr/>
              </p:nvSpPr>
              <p:spPr>
                <a:xfrm>
                  <a:off x="4476082" y="6241351"/>
                  <a:ext cx="577881" cy="1512665"/>
                </a:xfrm>
                <a:custGeom>
                  <a:avLst/>
                  <a:gdLst>
                    <a:gd name="connsiteX0" fmla="*/ 577882 w 577881"/>
                    <a:gd name="connsiteY0" fmla="*/ 0 h 1512665"/>
                    <a:gd name="connsiteX1" fmla="*/ 574929 w 577881"/>
                    <a:gd name="connsiteY1" fmla="*/ 1181767 h 1512665"/>
                    <a:gd name="connsiteX2" fmla="*/ 0 w 577881"/>
                    <a:gd name="connsiteY2" fmla="*/ 1512665 h 1512665"/>
                    <a:gd name="connsiteX3" fmla="*/ 3048 w 577881"/>
                    <a:gd name="connsiteY3" fmla="*/ 330899 h 1512665"/>
                    <a:gd name="connsiteX4" fmla="*/ 577882 w 577881"/>
                    <a:gd name="connsiteY4" fmla="*/ 0 h 1512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881" h="1512665">
                      <a:moveTo>
                        <a:pt x="577882" y="0"/>
                      </a:moveTo>
                      <a:lnTo>
                        <a:pt x="574929" y="1181767"/>
                      </a:lnTo>
                      <a:lnTo>
                        <a:pt x="0" y="1512665"/>
                      </a:lnTo>
                      <a:lnTo>
                        <a:pt x="3048" y="330899"/>
                      </a:lnTo>
                      <a:lnTo>
                        <a:pt x="577882" y="0"/>
                      </a:lnTo>
                      <a:close/>
                    </a:path>
                  </a:pathLst>
                </a:custGeom>
                <a:solidFill>
                  <a:srgbClr val="B3B6B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86" name="Freeform: Shape 1385">
                  <a:extLst>
                    <a:ext uri="{FF2B5EF4-FFF2-40B4-BE49-F238E27FC236}">
                      <a16:creationId xmlns:a16="http://schemas.microsoft.com/office/drawing/2014/main" id="{3A5B8F90-3E50-B492-CA63-92C692590432}"/>
                    </a:ext>
                  </a:extLst>
                </p:cNvPr>
                <p:cNvSpPr/>
                <p:nvPr/>
              </p:nvSpPr>
              <p:spPr>
                <a:xfrm>
                  <a:off x="3658552" y="6099238"/>
                  <a:ext cx="820578" cy="1654778"/>
                </a:xfrm>
                <a:custGeom>
                  <a:avLst/>
                  <a:gdLst>
                    <a:gd name="connsiteX0" fmla="*/ 820579 w 820578"/>
                    <a:gd name="connsiteY0" fmla="*/ 473012 h 1654778"/>
                    <a:gd name="connsiteX1" fmla="*/ 817531 w 820578"/>
                    <a:gd name="connsiteY1" fmla="*/ 1654778 h 1654778"/>
                    <a:gd name="connsiteX2" fmla="*/ 0 w 820578"/>
                    <a:gd name="connsiteY2" fmla="*/ 1181672 h 1654778"/>
                    <a:gd name="connsiteX3" fmla="*/ 2953 w 820578"/>
                    <a:gd name="connsiteY3" fmla="*/ 0 h 1654778"/>
                    <a:gd name="connsiteX4" fmla="*/ 820579 w 820578"/>
                    <a:gd name="connsiteY4" fmla="*/ 473012 h 16547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0578" h="1654778">
                      <a:moveTo>
                        <a:pt x="820579" y="473012"/>
                      </a:moveTo>
                      <a:lnTo>
                        <a:pt x="817531" y="1654778"/>
                      </a:lnTo>
                      <a:lnTo>
                        <a:pt x="0" y="1181672"/>
                      </a:lnTo>
                      <a:lnTo>
                        <a:pt x="2953" y="0"/>
                      </a:lnTo>
                      <a:lnTo>
                        <a:pt x="820579" y="473012"/>
                      </a:lnTo>
                      <a:close/>
                    </a:path>
                  </a:pathLst>
                </a:custGeom>
                <a:solidFill>
                  <a:srgbClr val="C9CCD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87" name="Freeform: Shape 1386">
                  <a:extLst>
                    <a:ext uri="{FF2B5EF4-FFF2-40B4-BE49-F238E27FC236}">
                      <a16:creationId xmlns:a16="http://schemas.microsoft.com/office/drawing/2014/main" id="{E956EEB3-8F97-9A86-FC5A-C5E48FFEED88}"/>
                    </a:ext>
                  </a:extLst>
                </p:cNvPr>
                <p:cNvSpPr/>
                <p:nvPr/>
              </p:nvSpPr>
              <p:spPr>
                <a:xfrm>
                  <a:off x="3700366" y="5790723"/>
                  <a:ext cx="1314735" cy="759047"/>
                </a:xfrm>
                <a:custGeom>
                  <a:avLst/>
                  <a:gdLst>
                    <a:gd name="connsiteX0" fmla="*/ 0 w 1314735"/>
                    <a:gd name="connsiteY0" fmla="*/ 308515 h 759047"/>
                    <a:gd name="connsiteX1" fmla="*/ 536067 w 1314735"/>
                    <a:gd name="connsiteY1" fmla="*/ 0 h 759047"/>
                    <a:gd name="connsiteX2" fmla="*/ 1314736 w 1314735"/>
                    <a:gd name="connsiteY2" fmla="*/ 450628 h 759047"/>
                    <a:gd name="connsiteX3" fmla="*/ 778764 w 1314735"/>
                    <a:gd name="connsiteY3" fmla="*/ 759047 h 759047"/>
                    <a:gd name="connsiteX4" fmla="*/ 0 w 1314735"/>
                    <a:gd name="connsiteY4" fmla="*/ 308515 h 759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735" h="759047">
                      <a:moveTo>
                        <a:pt x="0" y="308515"/>
                      </a:moveTo>
                      <a:lnTo>
                        <a:pt x="536067" y="0"/>
                      </a:lnTo>
                      <a:lnTo>
                        <a:pt x="1314736" y="450628"/>
                      </a:lnTo>
                      <a:lnTo>
                        <a:pt x="778764" y="759047"/>
                      </a:lnTo>
                      <a:lnTo>
                        <a:pt x="0" y="308515"/>
                      </a:lnTo>
                      <a:close/>
                    </a:path>
                  </a:pathLst>
                </a:custGeom>
                <a:solidFill>
                  <a:srgbClr val="A6A6A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388" name="Freeform: Shape 1387">
                  <a:extLst>
                    <a:ext uri="{FF2B5EF4-FFF2-40B4-BE49-F238E27FC236}">
                      <a16:creationId xmlns:a16="http://schemas.microsoft.com/office/drawing/2014/main" id="{DCA5EE79-575D-CDDF-B627-AF7DC5064D30}"/>
                    </a:ext>
                  </a:extLst>
                </p:cNvPr>
                <p:cNvSpPr/>
                <p:nvPr/>
              </p:nvSpPr>
              <p:spPr>
                <a:xfrm>
                  <a:off x="3661504" y="5768340"/>
                  <a:ext cx="1392364" cy="803910"/>
                </a:xfrm>
                <a:custGeom>
                  <a:avLst/>
                  <a:gdLst>
                    <a:gd name="connsiteX0" fmla="*/ 574834 w 1392364"/>
                    <a:gd name="connsiteY0" fmla="*/ 44863 h 803910"/>
                    <a:gd name="connsiteX1" fmla="*/ 1314641 w 1392364"/>
                    <a:gd name="connsiteY1" fmla="*/ 472916 h 803910"/>
                    <a:gd name="connsiteX2" fmla="*/ 817531 w 1392364"/>
                    <a:gd name="connsiteY2" fmla="*/ 759047 h 803910"/>
                    <a:gd name="connsiteX3" fmla="*/ 77724 w 1392364"/>
                    <a:gd name="connsiteY3" fmla="*/ 330994 h 803910"/>
                    <a:gd name="connsiteX4" fmla="*/ 574834 w 1392364"/>
                    <a:gd name="connsiteY4" fmla="*/ 44863 h 803910"/>
                    <a:gd name="connsiteX5" fmla="*/ 574834 w 1392364"/>
                    <a:gd name="connsiteY5" fmla="*/ 44863 h 803910"/>
                    <a:gd name="connsiteX6" fmla="*/ 574834 w 1392364"/>
                    <a:gd name="connsiteY6" fmla="*/ 0 h 803910"/>
                    <a:gd name="connsiteX7" fmla="*/ 0 w 1392364"/>
                    <a:gd name="connsiteY7" fmla="*/ 330899 h 803910"/>
                    <a:gd name="connsiteX8" fmla="*/ 817531 w 1392364"/>
                    <a:gd name="connsiteY8" fmla="*/ 803910 h 803910"/>
                    <a:gd name="connsiteX9" fmla="*/ 1392365 w 1392364"/>
                    <a:gd name="connsiteY9" fmla="*/ 473012 h 803910"/>
                    <a:gd name="connsiteX10" fmla="*/ 574929 w 1392364"/>
                    <a:gd name="connsiteY10" fmla="*/ 0 h 803910"/>
                    <a:gd name="connsiteX11" fmla="*/ 574929 w 1392364"/>
                    <a:gd name="connsiteY11" fmla="*/ 0 h 80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92364" h="803910">
                      <a:moveTo>
                        <a:pt x="574834" y="44863"/>
                      </a:moveTo>
                      <a:lnTo>
                        <a:pt x="1314641" y="472916"/>
                      </a:lnTo>
                      <a:lnTo>
                        <a:pt x="817531" y="759047"/>
                      </a:lnTo>
                      <a:lnTo>
                        <a:pt x="77724" y="330994"/>
                      </a:lnTo>
                      <a:lnTo>
                        <a:pt x="574834" y="44863"/>
                      </a:lnTo>
                      <a:lnTo>
                        <a:pt x="574834" y="44863"/>
                      </a:lnTo>
                      <a:close/>
                      <a:moveTo>
                        <a:pt x="574834" y="0"/>
                      </a:moveTo>
                      <a:lnTo>
                        <a:pt x="0" y="330899"/>
                      </a:lnTo>
                      <a:lnTo>
                        <a:pt x="817531" y="803910"/>
                      </a:lnTo>
                      <a:lnTo>
                        <a:pt x="1392365" y="473012"/>
                      </a:lnTo>
                      <a:lnTo>
                        <a:pt x="574929" y="0"/>
                      </a:lnTo>
                      <a:lnTo>
                        <a:pt x="574929" y="0"/>
                      </a:lnTo>
                      <a:close/>
                    </a:path>
                  </a:pathLst>
                </a:custGeom>
                <a:solidFill>
                  <a:srgbClr val="E1E4EA"/>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89" name="Freeform: Shape 1388">
                  <a:extLst>
                    <a:ext uri="{FF2B5EF4-FFF2-40B4-BE49-F238E27FC236}">
                      <a16:creationId xmlns:a16="http://schemas.microsoft.com/office/drawing/2014/main" id="{6C237DF2-EB9E-AD98-5B16-24846E2EC987}"/>
                    </a:ext>
                  </a:extLst>
                </p:cNvPr>
                <p:cNvSpPr/>
                <p:nvPr/>
              </p:nvSpPr>
              <p:spPr>
                <a:xfrm>
                  <a:off x="3739228" y="5814250"/>
                  <a:ext cx="1237011" cy="458533"/>
                </a:xfrm>
                <a:custGeom>
                  <a:avLst/>
                  <a:gdLst>
                    <a:gd name="connsiteX0" fmla="*/ 1183958 w 1237011"/>
                    <a:gd name="connsiteY0" fmla="*/ 458534 h 458533"/>
                    <a:gd name="connsiteX1" fmla="*/ 1237012 w 1237011"/>
                    <a:gd name="connsiteY1" fmla="*/ 428053 h 458533"/>
                    <a:gd name="connsiteX2" fmla="*/ 497110 w 1237011"/>
                    <a:gd name="connsiteY2" fmla="*/ 0 h 458533"/>
                    <a:gd name="connsiteX3" fmla="*/ 0 w 1237011"/>
                    <a:gd name="connsiteY3" fmla="*/ 286036 h 458533"/>
                    <a:gd name="connsiteX4" fmla="*/ 53150 w 1237011"/>
                    <a:gd name="connsiteY4" fmla="*/ 316802 h 458533"/>
                    <a:gd name="connsiteX5" fmla="*/ 497205 w 1237011"/>
                    <a:gd name="connsiteY5" fmla="*/ 61246 h 458533"/>
                    <a:gd name="connsiteX6" fmla="*/ 1183958 w 1237011"/>
                    <a:gd name="connsiteY6" fmla="*/ 458534 h 45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7011" h="458533">
                      <a:moveTo>
                        <a:pt x="1183958" y="458534"/>
                      </a:moveTo>
                      <a:lnTo>
                        <a:pt x="1237012" y="428053"/>
                      </a:lnTo>
                      <a:lnTo>
                        <a:pt x="497110" y="0"/>
                      </a:lnTo>
                      <a:lnTo>
                        <a:pt x="0" y="286036"/>
                      </a:lnTo>
                      <a:lnTo>
                        <a:pt x="53150" y="316802"/>
                      </a:lnTo>
                      <a:lnTo>
                        <a:pt x="497205" y="61246"/>
                      </a:lnTo>
                      <a:lnTo>
                        <a:pt x="1183958" y="458534"/>
                      </a:lnTo>
                      <a:close/>
                    </a:path>
                  </a:pathLst>
                </a:custGeom>
                <a:solidFill>
                  <a:srgbClr val="797D8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0" name="Freeform: Shape 1389">
                  <a:extLst>
                    <a:ext uri="{FF2B5EF4-FFF2-40B4-BE49-F238E27FC236}">
                      <a16:creationId xmlns:a16="http://schemas.microsoft.com/office/drawing/2014/main" id="{F2D5998B-AEDD-3C23-CBB7-5F23F4CAC679}"/>
                    </a:ext>
                  </a:extLst>
                </p:cNvPr>
                <p:cNvSpPr/>
                <p:nvPr/>
              </p:nvSpPr>
              <p:spPr>
                <a:xfrm>
                  <a:off x="3711510" y="6197727"/>
                  <a:ext cx="702659" cy="587311"/>
                </a:xfrm>
                <a:custGeom>
                  <a:avLst/>
                  <a:gdLst>
                    <a:gd name="connsiteX0" fmla="*/ 0 w 702659"/>
                    <a:gd name="connsiteY0" fmla="*/ 180784 h 587311"/>
                    <a:gd name="connsiteX1" fmla="*/ 0 w 702659"/>
                    <a:gd name="connsiteY1" fmla="*/ 0 h 587311"/>
                    <a:gd name="connsiteX2" fmla="*/ 702659 w 702659"/>
                    <a:gd name="connsiteY2" fmla="*/ 406432 h 587311"/>
                    <a:gd name="connsiteX3" fmla="*/ 702659 w 702659"/>
                    <a:gd name="connsiteY3" fmla="*/ 587311 h 587311"/>
                    <a:gd name="connsiteX4" fmla="*/ 0 w 702659"/>
                    <a:gd name="connsiteY4" fmla="*/ 180784 h 58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659" h="587311">
                      <a:moveTo>
                        <a:pt x="0" y="180784"/>
                      </a:moveTo>
                      <a:lnTo>
                        <a:pt x="0" y="0"/>
                      </a:lnTo>
                      <a:lnTo>
                        <a:pt x="702659" y="406432"/>
                      </a:lnTo>
                      <a:lnTo>
                        <a:pt x="702659" y="587311"/>
                      </a:lnTo>
                      <a:lnTo>
                        <a:pt x="0" y="180784"/>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1" name="Freeform: Shape 1390">
                  <a:extLst>
                    <a:ext uri="{FF2B5EF4-FFF2-40B4-BE49-F238E27FC236}">
                      <a16:creationId xmlns:a16="http://schemas.microsoft.com/office/drawing/2014/main" id="{CDB0427A-FD8D-165F-E802-59A35517885A}"/>
                    </a:ext>
                  </a:extLst>
                </p:cNvPr>
                <p:cNvSpPr/>
                <p:nvPr/>
              </p:nvSpPr>
              <p:spPr>
                <a:xfrm>
                  <a:off x="3707034" y="6189916"/>
                  <a:ext cx="711517" cy="602837"/>
                </a:xfrm>
                <a:custGeom>
                  <a:avLst/>
                  <a:gdLst>
                    <a:gd name="connsiteX0" fmla="*/ 8954 w 711517"/>
                    <a:gd name="connsiteY0" fmla="*/ 15526 h 602837"/>
                    <a:gd name="connsiteX1" fmla="*/ 702564 w 711517"/>
                    <a:gd name="connsiteY1" fmla="*/ 416814 h 602837"/>
                    <a:gd name="connsiteX2" fmla="*/ 702564 w 711517"/>
                    <a:gd name="connsiteY2" fmla="*/ 587312 h 602837"/>
                    <a:gd name="connsiteX3" fmla="*/ 8954 w 711517"/>
                    <a:gd name="connsiteY3" fmla="*/ 186023 h 602837"/>
                    <a:gd name="connsiteX4" fmla="*/ 8954 w 711517"/>
                    <a:gd name="connsiteY4" fmla="*/ 15526 h 602837"/>
                    <a:gd name="connsiteX5" fmla="*/ 8954 w 711517"/>
                    <a:gd name="connsiteY5" fmla="*/ 15526 h 602837"/>
                    <a:gd name="connsiteX6" fmla="*/ 0 w 711517"/>
                    <a:gd name="connsiteY6" fmla="*/ 0 h 602837"/>
                    <a:gd name="connsiteX7" fmla="*/ 0 w 711517"/>
                    <a:gd name="connsiteY7" fmla="*/ 191167 h 602837"/>
                    <a:gd name="connsiteX8" fmla="*/ 4477 w 711517"/>
                    <a:gd name="connsiteY8" fmla="*/ 193739 h 602837"/>
                    <a:gd name="connsiteX9" fmla="*/ 698087 w 711517"/>
                    <a:gd name="connsiteY9" fmla="*/ 595027 h 602837"/>
                    <a:gd name="connsiteX10" fmla="*/ 711518 w 711517"/>
                    <a:gd name="connsiteY10" fmla="*/ 602837 h 602837"/>
                    <a:gd name="connsiteX11" fmla="*/ 711518 w 711517"/>
                    <a:gd name="connsiteY11" fmla="*/ 411671 h 602837"/>
                    <a:gd name="connsiteX12" fmla="*/ 707041 w 711517"/>
                    <a:gd name="connsiteY12" fmla="*/ 409099 h 602837"/>
                    <a:gd name="connsiteX13" fmla="*/ 13526 w 711517"/>
                    <a:gd name="connsiteY13" fmla="*/ 7811 h 602837"/>
                    <a:gd name="connsiteX14" fmla="*/ 95 w 711517"/>
                    <a:gd name="connsiteY14" fmla="*/ 0 h 602837"/>
                    <a:gd name="connsiteX15" fmla="*/ 95 w 711517"/>
                    <a:gd name="connsiteY15" fmla="*/ 0 h 60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1517" h="602837">
                      <a:moveTo>
                        <a:pt x="8954" y="15526"/>
                      </a:moveTo>
                      <a:lnTo>
                        <a:pt x="702564" y="416814"/>
                      </a:lnTo>
                      <a:lnTo>
                        <a:pt x="702564" y="587312"/>
                      </a:lnTo>
                      <a:lnTo>
                        <a:pt x="8954" y="186023"/>
                      </a:lnTo>
                      <a:lnTo>
                        <a:pt x="8954" y="15526"/>
                      </a:lnTo>
                      <a:lnTo>
                        <a:pt x="8954" y="15526"/>
                      </a:lnTo>
                      <a:close/>
                      <a:moveTo>
                        <a:pt x="0" y="0"/>
                      </a:moveTo>
                      <a:lnTo>
                        <a:pt x="0" y="191167"/>
                      </a:lnTo>
                      <a:lnTo>
                        <a:pt x="4477" y="193739"/>
                      </a:lnTo>
                      <a:lnTo>
                        <a:pt x="698087" y="595027"/>
                      </a:lnTo>
                      <a:lnTo>
                        <a:pt x="711518" y="602837"/>
                      </a:lnTo>
                      <a:lnTo>
                        <a:pt x="711518" y="411671"/>
                      </a:lnTo>
                      <a:lnTo>
                        <a:pt x="707041" y="409099"/>
                      </a:lnTo>
                      <a:lnTo>
                        <a:pt x="13526" y="7811"/>
                      </a:lnTo>
                      <a:lnTo>
                        <a:pt x="95" y="0"/>
                      </a:lnTo>
                      <a:lnTo>
                        <a:pt x="9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2" name="Freeform: Shape 1391">
                  <a:extLst>
                    <a:ext uri="{FF2B5EF4-FFF2-40B4-BE49-F238E27FC236}">
                      <a16:creationId xmlns:a16="http://schemas.microsoft.com/office/drawing/2014/main" id="{A6D32AC5-D307-0DD9-A027-4B52911A9271}"/>
                    </a:ext>
                  </a:extLst>
                </p:cNvPr>
                <p:cNvSpPr/>
                <p:nvPr/>
              </p:nvSpPr>
              <p:spPr>
                <a:xfrm>
                  <a:off x="3830764" y="6269926"/>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3" name="Freeform: Shape 1392">
                  <a:extLst>
                    <a:ext uri="{FF2B5EF4-FFF2-40B4-BE49-F238E27FC236}">
                      <a16:creationId xmlns:a16="http://schemas.microsoft.com/office/drawing/2014/main" id="{E134E15F-0234-1C35-69B2-FB4912E6D1D9}"/>
                    </a:ext>
                  </a:extLst>
                </p:cNvPr>
                <p:cNvSpPr/>
                <p:nvPr/>
              </p:nvSpPr>
              <p:spPr>
                <a:xfrm>
                  <a:off x="3948588" y="6336125"/>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4" name="Freeform: Shape 1393">
                  <a:extLst>
                    <a:ext uri="{FF2B5EF4-FFF2-40B4-BE49-F238E27FC236}">
                      <a16:creationId xmlns:a16="http://schemas.microsoft.com/office/drawing/2014/main" id="{E73688FF-90D4-EC0A-D41B-8C4DC22EBD2D}"/>
                    </a:ext>
                  </a:extLst>
                </p:cNvPr>
                <p:cNvSpPr/>
                <p:nvPr/>
              </p:nvSpPr>
              <p:spPr>
                <a:xfrm>
                  <a:off x="4066317" y="6402228"/>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5" name="Freeform: Shape 1394">
                  <a:extLst>
                    <a:ext uri="{FF2B5EF4-FFF2-40B4-BE49-F238E27FC236}">
                      <a16:creationId xmlns:a16="http://schemas.microsoft.com/office/drawing/2014/main" id="{8568976B-FFE5-CE1C-7580-19D0DD70EFC3}"/>
                    </a:ext>
                  </a:extLst>
                </p:cNvPr>
                <p:cNvSpPr/>
                <p:nvPr/>
              </p:nvSpPr>
              <p:spPr>
                <a:xfrm>
                  <a:off x="4184141" y="6471285"/>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6" name="Freeform: Shape 1395">
                  <a:extLst>
                    <a:ext uri="{FF2B5EF4-FFF2-40B4-BE49-F238E27FC236}">
                      <a16:creationId xmlns:a16="http://schemas.microsoft.com/office/drawing/2014/main" id="{E35C0366-2C1F-D98E-DE45-B5ECBA6A42BB}"/>
                    </a:ext>
                  </a:extLst>
                </p:cNvPr>
                <p:cNvSpPr/>
                <p:nvPr/>
              </p:nvSpPr>
              <p:spPr>
                <a:xfrm>
                  <a:off x="4301965" y="6543389"/>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7" name="Freeform: Shape 1396">
                  <a:extLst>
                    <a:ext uri="{FF2B5EF4-FFF2-40B4-BE49-F238E27FC236}">
                      <a16:creationId xmlns:a16="http://schemas.microsoft.com/office/drawing/2014/main" id="{658F1B34-7AF3-9BDA-89BC-2ECEC42B5F9D}"/>
                    </a:ext>
                  </a:extLst>
                </p:cNvPr>
                <p:cNvSpPr/>
                <p:nvPr/>
              </p:nvSpPr>
              <p:spPr>
                <a:xfrm>
                  <a:off x="3761517" y="6402228"/>
                  <a:ext cx="496919" cy="117062"/>
                </a:xfrm>
                <a:custGeom>
                  <a:avLst/>
                  <a:gdLst>
                    <a:gd name="connsiteX0" fmla="*/ 0 w 496919"/>
                    <a:gd name="connsiteY0" fmla="*/ 0 h 117062"/>
                    <a:gd name="connsiteX1" fmla="*/ 443675 w 496919"/>
                    <a:gd name="connsiteY1" fmla="*/ 86296 h 117062"/>
                    <a:gd name="connsiteX2" fmla="*/ 496919 w 496919"/>
                    <a:gd name="connsiteY2" fmla="*/ 117062 h 117062"/>
                    <a:gd name="connsiteX3" fmla="*/ 52578 w 496919"/>
                    <a:gd name="connsiteY3" fmla="*/ 30385 h 117062"/>
                    <a:gd name="connsiteX4" fmla="*/ 0 w 496919"/>
                    <a:gd name="connsiteY4" fmla="*/ 0 h 11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919" h="117062">
                      <a:moveTo>
                        <a:pt x="0" y="0"/>
                      </a:moveTo>
                      <a:lnTo>
                        <a:pt x="443675" y="86296"/>
                      </a:lnTo>
                      <a:lnTo>
                        <a:pt x="496919" y="117062"/>
                      </a:lnTo>
                      <a:lnTo>
                        <a:pt x="52578" y="30385"/>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8" name="Freeform: Shape 1397">
                  <a:extLst>
                    <a:ext uri="{FF2B5EF4-FFF2-40B4-BE49-F238E27FC236}">
                      <a16:creationId xmlns:a16="http://schemas.microsoft.com/office/drawing/2014/main" id="{0659C96F-FF7C-A29B-91E6-5C22E0673E00}"/>
                    </a:ext>
                  </a:extLst>
                </p:cNvPr>
                <p:cNvSpPr/>
                <p:nvPr/>
              </p:nvSpPr>
              <p:spPr>
                <a:xfrm>
                  <a:off x="3854863" y="6336509"/>
                  <a:ext cx="518921" cy="129729"/>
                </a:xfrm>
                <a:custGeom>
                  <a:avLst/>
                  <a:gdLst>
                    <a:gd name="connsiteX0" fmla="*/ 0 w 518921"/>
                    <a:gd name="connsiteY0" fmla="*/ 0 h 129730"/>
                    <a:gd name="connsiteX1" fmla="*/ 443770 w 518921"/>
                    <a:gd name="connsiteY1" fmla="*/ 86296 h 129730"/>
                    <a:gd name="connsiteX2" fmla="*/ 518922 w 518921"/>
                    <a:gd name="connsiteY2" fmla="*/ 129730 h 129730"/>
                    <a:gd name="connsiteX3" fmla="*/ 91440 w 518921"/>
                    <a:gd name="connsiteY3" fmla="*/ 52864 h 129730"/>
                    <a:gd name="connsiteX4" fmla="*/ 0 w 518921"/>
                    <a:gd name="connsiteY4" fmla="*/ 0 h 12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921" h="129730">
                      <a:moveTo>
                        <a:pt x="0" y="0"/>
                      </a:moveTo>
                      <a:lnTo>
                        <a:pt x="443770" y="86296"/>
                      </a:lnTo>
                      <a:lnTo>
                        <a:pt x="518922" y="129730"/>
                      </a:lnTo>
                      <a:lnTo>
                        <a:pt x="91440" y="52864"/>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399" name="Freeform: Shape 1398">
                  <a:extLst>
                    <a:ext uri="{FF2B5EF4-FFF2-40B4-BE49-F238E27FC236}">
                      <a16:creationId xmlns:a16="http://schemas.microsoft.com/office/drawing/2014/main" id="{D0FA366E-9F8B-C4FE-1ADF-A62275CA667F}"/>
                    </a:ext>
                  </a:extLst>
                </p:cNvPr>
                <p:cNvSpPr/>
                <p:nvPr/>
              </p:nvSpPr>
              <p:spPr>
                <a:xfrm>
                  <a:off x="3711510" y="6464141"/>
                  <a:ext cx="702659" cy="587311"/>
                </a:xfrm>
                <a:custGeom>
                  <a:avLst/>
                  <a:gdLst>
                    <a:gd name="connsiteX0" fmla="*/ 0 w 702659"/>
                    <a:gd name="connsiteY0" fmla="*/ 180784 h 587311"/>
                    <a:gd name="connsiteX1" fmla="*/ 0 w 702659"/>
                    <a:gd name="connsiteY1" fmla="*/ 0 h 587311"/>
                    <a:gd name="connsiteX2" fmla="*/ 702659 w 702659"/>
                    <a:gd name="connsiteY2" fmla="*/ 406432 h 587311"/>
                    <a:gd name="connsiteX3" fmla="*/ 702659 w 702659"/>
                    <a:gd name="connsiteY3" fmla="*/ 587312 h 587311"/>
                    <a:gd name="connsiteX4" fmla="*/ 0 w 702659"/>
                    <a:gd name="connsiteY4" fmla="*/ 180784 h 58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659" h="587311">
                      <a:moveTo>
                        <a:pt x="0" y="180784"/>
                      </a:moveTo>
                      <a:lnTo>
                        <a:pt x="0" y="0"/>
                      </a:lnTo>
                      <a:lnTo>
                        <a:pt x="702659" y="406432"/>
                      </a:lnTo>
                      <a:lnTo>
                        <a:pt x="702659" y="587312"/>
                      </a:lnTo>
                      <a:lnTo>
                        <a:pt x="0" y="180784"/>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0" name="Freeform: Shape 1399">
                  <a:extLst>
                    <a:ext uri="{FF2B5EF4-FFF2-40B4-BE49-F238E27FC236}">
                      <a16:creationId xmlns:a16="http://schemas.microsoft.com/office/drawing/2014/main" id="{08B5DB5A-E899-B86A-0FE6-0FEB0379351B}"/>
                    </a:ext>
                  </a:extLst>
                </p:cNvPr>
                <p:cNvSpPr/>
                <p:nvPr/>
              </p:nvSpPr>
              <p:spPr>
                <a:xfrm>
                  <a:off x="3707034" y="6456330"/>
                  <a:ext cx="711517" cy="602837"/>
                </a:xfrm>
                <a:custGeom>
                  <a:avLst/>
                  <a:gdLst>
                    <a:gd name="connsiteX0" fmla="*/ 8954 w 711517"/>
                    <a:gd name="connsiteY0" fmla="*/ 15526 h 602837"/>
                    <a:gd name="connsiteX1" fmla="*/ 702564 w 711517"/>
                    <a:gd name="connsiteY1" fmla="*/ 416814 h 602837"/>
                    <a:gd name="connsiteX2" fmla="*/ 702564 w 711517"/>
                    <a:gd name="connsiteY2" fmla="*/ 587311 h 602837"/>
                    <a:gd name="connsiteX3" fmla="*/ 8954 w 711517"/>
                    <a:gd name="connsiteY3" fmla="*/ 186023 h 602837"/>
                    <a:gd name="connsiteX4" fmla="*/ 8954 w 711517"/>
                    <a:gd name="connsiteY4" fmla="*/ 15526 h 602837"/>
                    <a:gd name="connsiteX5" fmla="*/ 8954 w 711517"/>
                    <a:gd name="connsiteY5" fmla="*/ 15526 h 602837"/>
                    <a:gd name="connsiteX6" fmla="*/ 0 w 711517"/>
                    <a:gd name="connsiteY6" fmla="*/ 0 h 602837"/>
                    <a:gd name="connsiteX7" fmla="*/ 0 w 711517"/>
                    <a:gd name="connsiteY7" fmla="*/ 191167 h 602837"/>
                    <a:gd name="connsiteX8" fmla="*/ 4477 w 711517"/>
                    <a:gd name="connsiteY8" fmla="*/ 193738 h 602837"/>
                    <a:gd name="connsiteX9" fmla="*/ 698087 w 711517"/>
                    <a:gd name="connsiteY9" fmla="*/ 595027 h 602837"/>
                    <a:gd name="connsiteX10" fmla="*/ 711518 w 711517"/>
                    <a:gd name="connsiteY10" fmla="*/ 602837 h 602837"/>
                    <a:gd name="connsiteX11" fmla="*/ 711518 w 711517"/>
                    <a:gd name="connsiteY11" fmla="*/ 411670 h 602837"/>
                    <a:gd name="connsiteX12" fmla="*/ 707041 w 711517"/>
                    <a:gd name="connsiteY12" fmla="*/ 409099 h 602837"/>
                    <a:gd name="connsiteX13" fmla="*/ 13526 w 711517"/>
                    <a:gd name="connsiteY13" fmla="*/ 7810 h 602837"/>
                    <a:gd name="connsiteX14" fmla="*/ 95 w 711517"/>
                    <a:gd name="connsiteY14" fmla="*/ 0 h 602837"/>
                    <a:gd name="connsiteX15" fmla="*/ 95 w 711517"/>
                    <a:gd name="connsiteY15" fmla="*/ 0 h 60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1517" h="602837">
                      <a:moveTo>
                        <a:pt x="8954" y="15526"/>
                      </a:moveTo>
                      <a:lnTo>
                        <a:pt x="702564" y="416814"/>
                      </a:lnTo>
                      <a:lnTo>
                        <a:pt x="702564" y="587311"/>
                      </a:lnTo>
                      <a:lnTo>
                        <a:pt x="8954" y="186023"/>
                      </a:lnTo>
                      <a:lnTo>
                        <a:pt x="8954" y="15526"/>
                      </a:lnTo>
                      <a:lnTo>
                        <a:pt x="8954" y="15526"/>
                      </a:lnTo>
                      <a:close/>
                      <a:moveTo>
                        <a:pt x="0" y="0"/>
                      </a:moveTo>
                      <a:lnTo>
                        <a:pt x="0" y="191167"/>
                      </a:lnTo>
                      <a:lnTo>
                        <a:pt x="4477" y="193738"/>
                      </a:lnTo>
                      <a:lnTo>
                        <a:pt x="698087" y="595027"/>
                      </a:lnTo>
                      <a:lnTo>
                        <a:pt x="711518" y="602837"/>
                      </a:lnTo>
                      <a:lnTo>
                        <a:pt x="711518" y="411670"/>
                      </a:lnTo>
                      <a:lnTo>
                        <a:pt x="707041" y="409099"/>
                      </a:lnTo>
                      <a:lnTo>
                        <a:pt x="13526" y="7810"/>
                      </a:lnTo>
                      <a:lnTo>
                        <a:pt x="95" y="0"/>
                      </a:lnTo>
                      <a:lnTo>
                        <a:pt x="9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1" name="Freeform: Shape 1400">
                  <a:extLst>
                    <a:ext uri="{FF2B5EF4-FFF2-40B4-BE49-F238E27FC236}">
                      <a16:creationId xmlns:a16="http://schemas.microsoft.com/office/drawing/2014/main" id="{7FC851E9-1D0F-9E7E-F89D-EE63EFF4EAE2}"/>
                    </a:ext>
                  </a:extLst>
                </p:cNvPr>
                <p:cNvSpPr/>
                <p:nvPr/>
              </p:nvSpPr>
              <p:spPr>
                <a:xfrm>
                  <a:off x="3830764" y="6536436"/>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2" name="Freeform: Shape 1401">
                  <a:extLst>
                    <a:ext uri="{FF2B5EF4-FFF2-40B4-BE49-F238E27FC236}">
                      <a16:creationId xmlns:a16="http://schemas.microsoft.com/office/drawing/2014/main" id="{D8CC3CDD-F3FE-7E1F-B245-E2DE29143817}"/>
                    </a:ext>
                  </a:extLst>
                </p:cNvPr>
                <p:cNvSpPr/>
                <p:nvPr/>
              </p:nvSpPr>
              <p:spPr>
                <a:xfrm>
                  <a:off x="3948588" y="6602539"/>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3" name="Freeform: Shape 1402">
                  <a:extLst>
                    <a:ext uri="{FF2B5EF4-FFF2-40B4-BE49-F238E27FC236}">
                      <a16:creationId xmlns:a16="http://schemas.microsoft.com/office/drawing/2014/main" id="{0B5EDEB2-5C6F-FD26-3BBE-A83DAF55D775}"/>
                    </a:ext>
                  </a:extLst>
                </p:cNvPr>
                <p:cNvSpPr/>
                <p:nvPr/>
              </p:nvSpPr>
              <p:spPr>
                <a:xfrm>
                  <a:off x="4066317" y="666864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4" name="Freeform: Shape 1403">
                  <a:extLst>
                    <a:ext uri="{FF2B5EF4-FFF2-40B4-BE49-F238E27FC236}">
                      <a16:creationId xmlns:a16="http://schemas.microsoft.com/office/drawing/2014/main" id="{AFF3A3B6-22C3-8995-C3D1-1E9390838E79}"/>
                    </a:ext>
                  </a:extLst>
                </p:cNvPr>
                <p:cNvSpPr/>
                <p:nvPr/>
              </p:nvSpPr>
              <p:spPr>
                <a:xfrm>
                  <a:off x="4184141" y="6737699"/>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5" name="Freeform: Shape 1404">
                  <a:extLst>
                    <a:ext uri="{FF2B5EF4-FFF2-40B4-BE49-F238E27FC236}">
                      <a16:creationId xmlns:a16="http://schemas.microsoft.com/office/drawing/2014/main" id="{E8A7E90A-A0CE-BBC5-EB44-CDCC80FFD891}"/>
                    </a:ext>
                  </a:extLst>
                </p:cNvPr>
                <p:cNvSpPr/>
                <p:nvPr/>
              </p:nvSpPr>
              <p:spPr>
                <a:xfrm>
                  <a:off x="4301965" y="680980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6" name="Freeform: Shape 1405">
                  <a:extLst>
                    <a:ext uri="{FF2B5EF4-FFF2-40B4-BE49-F238E27FC236}">
                      <a16:creationId xmlns:a16="http://schemas.microsoft.com/office/drawing/2014/main" id="{4E789BA4-1717-A23D-C357-D8217F36B6ED}"/>
                    </a:ext>
                  </a:extLst>
                </p:cNvPr>
                <p:cNvSpPr/>
                <p:nvPr/>
              </p:nvSpPr>
              <p:spPr>
                <a:xfrm>
                  <a:off x="3761517" y="6668642"/>
                  <a:ext cx="496919" cy="117062"/>
                </a:xfrm>
                <a:custGeom>
                  <a:avLst/>
                  <a:gdLst>
                    <a:gd name="connsiteX0" fmla="*/ 0 w 496919"/>
                    <a:gd name="connsiteY0" fmla="*/ 0 h 117062"/>
                    <a:gd name="connsiteX1" fmla="*/ 443675 w 496919"/>
                    <a:gd name="connsiteY1" fmla="*/ 86297 h 117062"/>
                    <a:gd name="connsiteX2" fmla="*/ 496919 w 496919"/>
                    <a:gd name="connsiteY2" fmla="*/ 117062 h 117062"/>
                    <a:gd name="connsiteX3" fmla="*/ 52578 w 496919"/>
                    <a:gd name="connsiteY3" fmla="*/ 30385 h 117062"/>
                    <a:gd name="connsiteX4" fmla="*/ 0 w 496919"/>
                    <a:gd name="connsiteY4" fmla="*/ 0 h 11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919" h="117062">
                      <a:moveTo>
                        <a:pt x="0" y="0"/>
                      </a:moveTo>
                      <a:lnTo>
                        <a:pt x="443675" y="86297"/>
                      </a:lnTo>
                      <a:lnTo>
                        <a:pt x="496919" y="117062"/>
                      </a:lnTo>
                      <a:lnTo>
                        <a:pt x="52578" y="30385"/>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7" name="Freeform: Shape 1406">
                  <a:extLst>
                    <a:ext uri="{FF2B5EF4-FFF2-40B4-BE49-F238E27FC236}">
                      <a16:creationId xmlns:a16="http://schemas.microsoft.com/office/drawing/2014/main" id="{496B4F51-2768-9AEE-664F-42BA7D97AE66}"/>
                    </a:ext>
                  </a:extLst>
                </p:cNvPr>
                <p:cNvSpPr/>
                <p:nvPr/>
              </p:nvSpPr>
              <p:spPr>
                <a:xfrm>
                  <a:off x="3854862" y="6722744"/>
                  <a:ext cx="518921" cy="129730"/>
                </a:xfrm>
                <a:custGeom>
                  <a:avLst/>
                  <a:gdLst>
                    <a:gd name="connsiteX0" fmla="*/ 0 w 518921"/>
                    <a:gd name="connsiteY0" fmla="*/ 0 h 129730"/>
                    <a:gd name="connsiteX1" fmla="*/ 443770 w 518921"/>
                    <a:gd name="connsiteY1" fmla="*/ 86297 h 129730"/>
                    <a:gd name="connsiteX2" fmla="*/ 518922 w 518921"/>
                    <a:gd name="connsiteY2" fmla="*/ 129731 h 129730"/>
                    <a:gd name="connsiteX3" fmla="*/ 91440 w 518921"/>
                    <a:gd name="connsiteY3" fmla="*/ 52864 h 129730"/>
                    <a:gd name="connsiteX4" fmla="*/ 0 w 518921"/>
                    <a:gd name="connsiteY4" fmla="*/ 0 h 12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921" h="129730">
                      <a:moveTo>
                        <a:pt x="0" y="0"/>
                      </a:moveTo>
                      <a:lnTo>
                        <a:pt x="443770" y="86297"/>
                      </a:lnTo>
                      <a:lnTo>
                        <a:pt x="518922" y="129731"/>
                      </a:lnTo>
                      <a:lnTo>
                        <a:pt x="91440" y="52864"/>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8" name="Freeform: Shape 1407">
                  <a:extLst>
                    <a:ext uri="{FF2B5EF4-FFF2-40B4-BE49-F238E27FC236}">
                      <a16:creationId xmlns:a16="http://schemas.microsoft.com/office/drawing/2014/main" id="{B1B92DF2-8FCF-BC2D-BF52-540EC83CA7F8}"/>
                    </a:ext>
                  </a:extLst>
                </p:cNvPr>
                <p:cNvSpPr/>
                <p:nvPr/>
              </p:nvSpPr>
              <p:spPr>
                <a:xfrm>
                  <a:off x="3711510" y="6730555"/>
                  <a:ext cx="702659" cy="587311"/>
                </a:xfrm>
                <a:custGeom>
                  <a:avLst/>
                  <a:gdLst>
                    <a:gd name="connsiteX0" fmla="*/ 0 w 702659"/>
                    <a:gd name="connsiteY0" fmla="*/ 180785 h 587311"/>
                    <a:gd name="connsiteX1" fmla="*/ 0 w 702659"/>
                    <a:gd name="connsiteY1" fmla="*/ 0 h 587311"/>
                    <a:gd name="connsiteX2" fmla="*/ 702659 w 702659"/>
                    <a:gd name="connsiteY2" fmla="*/ 406432 h 587311"/>
                    <a:gd name="connsiteX3" fmla="*/ 702659 w 702659"/>
                    <a:gd name="connsiteY3" fmla="*/ 587311 h 587311"/>
                    <a:gd name="connsiteX4" fmla="*/ 0 w 702659"/>
                    <a:gd name="connsiteY4" fmla="*/ 180785 h 58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659" h="587311">
                      <a:moveTo>
                        <a:pt x="0" y="180785"/>
                      </a:moveTo>
                      <a:lnTo>
                        <a:pt x="0" y="0"/>
                      </a:lnTo>
                      <a:lnTo>
                        <a:pt x="702659" y="406432"/>
                      </a:lnTo>
                      <a:lnTo>
                        <a:pt x="702659" y="587311"/>
                      </a:lnTo>
                      <a:lnTo>
                        <a:pt x="0" y="180785"/>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09" name="Freeform: Shape 1408">
                  <a:extLst>
                    <a:ext uri="{FF2B5EF4-FFF2-40B4-BE49-F238E27FC236}">
                      <a16:creationId xmlns:a16="http://schemas.microsoft.com/office/drawing/2014/main" id="{5895DA6F-B8A3-496F-3AC9-ADCCBA4D9A36}"/>
                    </a:ext>
                  </a:extLst>
                </p:cNvPr>
                <p:cNvSpPr/>
                <p:nvPr/>
              </p:nvSpPr>
              <p:spPr>
                <a:xfrm>
                  <a:off x="3707034" y="6722744"/>
                  <a:ext cx="711517" cy="602932"/>
                </a:xfrm>
                <a:custGeom>
                  <a:avLst/>
                  <a:gdLst>
                    <a:gd name="connsiteX0" fmla="*/ 8954 w 711517"/>
                    <a:gd name="connsiteY0" fmla="*/ 15621 h 602932"/>
                    <a:gd name="connsiteX1" fmla="*/ 702564 w 711517"/>
                    <a:gd name="connsiteY1" fmla="*/ 416909 h 602932"/>
                    <a:gd name="connsiteX2" fmla="*/ 702564 w 711517"/>
                    <a:gd name="connsiteY2" fmla="*/ 587407 h 602932"/>
                    <a:gd name="connsiteX3" fmla="*/ 8954 w 711517"/>
                    <a:gd name="connsiteY3" fmla="*/ 186023 h 602932"/>
                    <a:gd name="connsiteX4" fmla="*/ 8954 w 711517"/>
                    <a:gd name="connsiteY4" fmla="*/ 15526 h 602932"/>
                    <a:gd name="connsiteX5" fmla="*/ 8954 w 711517"/>
                    <a:gd name="connsiteY5" fmla="*/ 15526 h 602932"/>
                    <a:gd name="connsiteX6" fmla="*/ 0 w 711517"/>
                    <a:gd name="connsiteY6" fmla="*/ 95 h 602932"/>
                    <a:gd name="connsiteX7" fmla="*/ 0 w 711517"/>
                    <a:gd name="connsiteY7" fmla="*/ 191262 h 602932"/>
                    <a:gd name="connsiteX8" fmla="*/ 4477 w 711517"/>
                    <a:gd name="connsiteY8" fmla="*/ 193834 h 602932"/>
                    <a:gd name="connsiteX9" fmla="*/ 698087 w 711517"/>
                    <a:gd name="connsiteY9" fmla="*/ 595122 h 602932"/>
                    <a:gd name="connsiteX10" fmla="*/ 711518 w 711517"/>
                    <a:gd name="connsiteY10" fmla="*/ 602933 h 602932"/>
                    <a:gd name="connsiteX11" fmla="*/ 711518 w 711517"/>
                    <a:gd name="connsiteY11" fmla="*/ 411766 h 602932"/>
                    <a:gd name="connsiteX12" fmla="*/ 707041 w 711517"/>
                    <a:gd name="connsiteY12" fmla="*/ 409194 h 602932"/>
                    <a:gd name="connsiteX13" fmla="*/ 13526 w 711517"/>
                    <a:gd name="connsiteY13" fmla="*/ 7810 h 602932"/>
                    <a:gd name="connsiteX14" fmla="*/ 95 w 711517"/>
                    <a:gd name="connsiteY14" fmla="*/ 0 h 602932"/>
                    <a:gd name="connsiteX15" fmla="*/ 95 w 711517"/>
                    <a:gd name="connsiteY15" fmla="*/ 0 h 60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1517" h="602932">
                      <a:moveTo>
                        <a:pt x="8954" y="15621"/>
                      </a:moveTo>
                      <a:lnTo>
                        <a:pt x="702564" y="416909"/>
                      </a:lnTo>
                      <a:lnTo>
                        <a:pt x="702564" y="587407"/>
                      </a:lnTo>
                      <a:lnTo>
                        <a:pt x="8954" y="186023"/>
                      </a:lnTo>
                      <a:lnTo>
                        <a:pt x="8954" y="15526"/>
                      </a:lnTo>
                      <a:lnTo>
                        <a:pt x="8954" y="15526"/>
                      </a:lnTo>
                      <a:close/>
                      <a:moveTo>
                        <a:pt x="0" y="95"/>
                      </a:moveTo>
                      <a:lnTo>
                        <a:pt x="0" y="191262"/>
                      </a:lnTo>
                      <a:lnTo>
                        <a:pt x="4477" y="193834"/>
                      </a:lnTo>
                      <a:lnTo>
                        <a:pt x="698087" y="595122"/>
                      </a:lnTo>
                      <a:lnTo>
                        <a:pt x="711518" y="602933"/>
                      </a:lnTo>
                      <a:lnTo>
                        <a:pt x="711518" y="411766"/>
                      </a:lnTo>
                      <a:lnTo>
                        <a:pt x="707041" y="409194"/>
                      </a:lnTo>
                      <a:lnTo>
                        <a:pt x="13526" y="7810"/>
                      </a:lnTo>
                      <a:lnTo>
                        <a:pt x="95" y="0"/>
                      </a:lnTo>
                      <a:lnTo>
                        <a:pt x="9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0" name="Freeform: Shape 1409">
                  <a:extLst>
                    <a:ext uri="{FF2B5EF4-FFF2-40B4-BE49-F238E27FC236}">
                      <a16:creationId xmlns:a16="http://schemas.microsoft.com/office/drawing/2014/main" id="{60367317-DC0D-DB36-DD3C-FB34A626C2D0}"/>
                    </a:ext>
                  </a:extLst>
                </p:cNvPr>
                <p:cNvSpPr/>
                <p:nvPr/>
              </p:nvSpPr>
              <p:spPr>
                <a:xfrm>
                  <a:off x="3830764" y="6802850"/>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1" name="Freeform: Shape 1410">
                  <a:extLst>
                    <a:ext uri="{FF2B5EF4-FFF2-40B4-BE49-F238E27FC236}">
                      <a16:creationId xmlns:a16="http://schemas.microsoft.com/office/drawing/2014/main" id="{54C2ABE0-A524-73E1-A228-1E6D154EEB66}"/>
                    </a:ext>
                  </a:extLst>
                </p:cNvPr>
                <p:cNvSpPr/>
                <p:nvPr/>
              </p:nvSpPr>
              <p:spPr>
                <a:xfrm>
                  <a:off x="3948588" y="686895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2" name="Freeform: Shape 1411">
                  <a:extLst>
                    <a:ext uri="{FF2B5EF4-FFF2-40B4-BE49-F238E27FC236}">
                      <a16:creationId xmlns:a16="http://schemas.microsoft.com/office/drawing/2014/main" id="{275F580B-6F50-FE74-9BB0-9F0EA6D55824}"/>
                    </a:ext>
                  </a:extLst>
                </p:cNvPr>
                <p:cNvSpPr/>
                <p:nvPr/>
              </p:nvSpPr>
              <p:spPr>
                <a:xfrm>
                  <a:off x="4066317" y="6935057"/>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3" name="Freeform: Shape 1412">
                  <a:extLst>
                    <a:ext uri="{FF2B5EF4-FFF2-40B4-BE49-F238E27FC236}">
                      <a16:creationId xmlns:a16="http://schemas.microsoft.com/office/drawing/2014/main" id="{1FFD35B6-8289-2AAA-0901-F7C4D2579894}"/>
                    </a:ext>
                  </a:extLst>
                </p:cNvPr>
                <p:cNvSpPr/>
                <p:nvPr/>
              </p:nvSpPr>
              <p:spPr>
                <a:xfrm>
                  <a:off x="4184141" y="7004208"/>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4" name="Freeform: Shape 1413">
                  <a:extLst>
                    <a:ext uri="{FF2B5EF4-FFF2-40B4-BE49-F238E27FC236}">
                      <a16:creationId xmlns:a16="http://schemas.microsoft.com/office/drawing/2014/main" id="{82208C31-0ADB-8DC1-818D-55E391155142}"/>
                    </a:ext>
                  </a:extLst>
                </p:cNvPr>
                <p:cNvSpPr/>
                <p:nvPr/>
              </p:nvSpPr>
              <p:spPr>
                <a:xfrm>
                  <a:off x="4301965" y="7076217"/>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5" name="Freeform: Shape 1414">
                  <a:extLst>
                    <a:ext uri="{FF2B5EF4-FFF2-40B4-BE49-F238E27FC236}">
                      <a16:creationId xmlns:a16="http://schemas.microsoft.com/office/drawing/2014/main" id="{A62D4087-D6D0-4AA8-5CB5-F72660ED99D0}"/>
                    </a:ext>
                  </a:extLst>
                </p:cNvPr>
                <p:cNvSpPr/>
                <p:nvPr/>
              </p:nvSpPr>
              <p:spPr>
                <a:xfrm>
                  <a:off x="3761517" y="6935057"/>
                  <a:ext cx="496919" cy="117062"/>
                </a:xfrm>
                <a:custGeom>
                  <a:avLst/>
                  <a:gdLst>
                    <a:gd name="connsiteX0" fmla="*/ 0 w 496919"/>
                    <a:gd name="connsiteY0" fmla="*/ 0 h 117062"/>
                    <a:gd name="connsiteX1" fmla="*/ 443675 w 496919"/>
                    <a:gd name="connsiteY1" fmla="*/ 86297 h 117062"/>
                    <a:gd name="connsiteX2" fmla="*/ 496919 w 496919"/>
                    <a:gd name="connsiteY2" fmla="*/ 117062 h 117062"/>
                    <a:gd name="connsiteX3" fmla="*/ 52578 w 496919"/>
                    <a:gd name="connsiteY3" fmla="*/ 30480 h 117062"/>
                    <a:gd name="connsiteX4" fmla="*/ 0 w 496919"/>
                    <a:gd name="connsiteY4" fmla="*/ 0 h 11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919" h="117062">
                      <a:moveTo>
                        <a:pt x="0" y="0"/>
                      </a:moveTo>
                      <a:lnTo>
                        <a:pt x="443675" y="86297"/>
                      </a:lnTo>
                      <a:lnTo>
                        <a:pt x="496919" y="117062"/>
                      </a:lnTo>
                      <a:lnTo>
                        <a:pt x="52578" y="30480"/>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6" name="Freeform: Shape 1415">
                  <a:extLst>
                    <a:ext uri="{FF2B5EF4-FFF2-40B4-BE49-F238E27FC236}">
                      <a16:creationId xmlns:a16="http://schemas.microsoft.com/office/drawing/2014/main" id="{18BCC9E7-B869-1321-696B-97E6F6B70AC1}"/>
                    </a:ext>
                  </a:extLst>
                </p:cNvPr>
                <p:cNvSpPr/>
                <p:nvPr/>
              </p:nvSpPr>
              <p:spPr>
                <a:xfrm>
                  <a:off x="3854862" y="6989159"/>
                  <a:ext cx="518921" cy="129730"/>
                </a:xfrm>
                <a:custGeom>
                  <a:avLst/>
                  <a:gdLst>
                    <a:gd name="connsiteX0" fmla="*/ 0 w 518921"/>
                    <a:gd name="connsiteY0" fmla="*/ 0 h 129730"/>
                    <a:gd name="connsiteX1" fmla="*/ 443770 w 518921"/>
                    <a:gd name="connsiteY1" fmla="*/ 86296 h 129730"/>
                    <a:gd name="connsiteX2" fmla="*/ 518922 w 518921"/>
                    <a:gd name="connsiteY2" fmla="*/ 129730 h 129730"/>
                    <a:gd name="connsiteX3" fmla="*/ 91440 w 518921"/>
                    <a:gd name="connsiteY3" fmla="*/ 52864 h 129730"/>
                    <a:gd name="connsiteX4" fmla="*/ 0 w 518921"/>
                    <a:gd name="connsiteY4" fmla="*/ 0 h 129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921" h="129730">
                      <a:moveTo>
                        <a:pt x="0" y="0"/>
                      </a:moveTo>
                      <a:lnTo>
                        <a:pt x="443770" y="86296"/>
                      </a:lnTo>
                      <a:lnTo>
                        <a:pt x="518922" y="129730"/>
                      </a:lnTo>
                      <a:lnTo>
                        <a:pt x="91440" y="52864"/>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7" name="Freeform: Shape 1416">
                  <a:extLst>
                    <a:ext uri="{FF2B5EF4-FFF2-40B4-BE49-F238E27FC236}">
                      <a16:creationId xmlns:a16="http://schemas.microsoft.com/office/drawing/2014/main" id="{D7D4D1FD-B360-361C-2414-7141DA6E2CC2}"/>
                    </a:ext>
                  </a:extLst>
                </p:cNvPr>
                <p:cNvSpPr/>
                <p:nvPr/>
              </p:nvSpPr>
              <p:spPr>
                <a:xfrm>
                  <a:off x="3711511" y="6917089"/>
                  <a:ext cx="702660" cy="587311"/>
                </a:xfrm>
                <a:custGeom>
                  <a:avLst/>
                  <a:gdLst>
                    <a:gd name="connsiteX0" fmla="*/ 0 w 702659"/>
                    <a:gd name="connsiteY0" fmla="*/ 180784 h 587311"/>
                    <a:gd name="connsiteX1" fmla="*/ 0 w 702659"/>
                    <a:gd name="connsiteY1" fmla="*/ 0 h 587311"/>
                    <a:gd name="connsiteX2" fmla="*/ 702659 w 702659"/>
                    <a:gd name="connsiteY2" fmla="*/ 406527 h 587311"/>
                    <a:gd name="connsiteX3" fmla="*/ 702659 w 702659"/>
                    <a:gd name="connsiteY3" fmla="*/ 587311 h 587311"/>
                    <a:gd name="connsiteX4" fmla="*/ 0 w 702659"/>
                    <a:gd name="connsiteY4" fmla="*/ 180784 h 58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2659" h="587311">
                      <a:moveTo>
                        <a:pt x="0" y="180784"/>
                      </a:moveTo>
                      <a:lnTo>
                        <a:pt x="0" y="0"/>
                      </a:lnTo>
                      <a:lnTo>
                        <a:pt x="702659" y="406527"/>
                      </a:lnTo>
                      <a:lnTo>
                        <a:pt x="702659" y="587311"/>
                      </a:lnTo>
                      <a:lnTo>
                        <a:pt x="0" y="180784"/>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8" name="Freeform: Shape 1417">
                  <a:extLst>
                    <a:ext uri="{FF2B5EF4-FFF2-40B4-BE49-F238E27FC236}">
                      <a16:creationId xmlns:a16="http://schemas.microsoft.com/office/drawing/2014/main" id="{BA6E463C-21BC-DBF8-6FC1-D53DBE50BCD9}"/>
                    </a:ext>
                  </a:extLst>
                </p:cNvPr>
                <p:cNvSpPr/>
                <p:nvPr/>
              </p:nvSpPr>
              <p:spPr>
                <a:xfrm>
                  <a:off x="3707034" y="6989159"/>
                  <a:ext cx="711517" cy="602932"/>
                </a:xfrm>
                <a:custGeom>
                  <a:avLst/>
                  <a:gdLst>
                    <a:gd name="connsiteX0" fmla="*/ 8954 w 711517"/>
                    <a:gd name="connsiteY0" fmla="*/ 15621 h 602932"/>
                    <a:gd name="connsiteX1" fmla="*/ 702564 w 711517"/>
                    <a:gd name="connsiteY1" fmla="*/ 416909 h 602932"/>
                    <a:gd name="connsiteX2" fmla="*/ 702564 w 711517"/>
                    <a:gd name="connsiteY2" fmla="*/ 587407 h 602932"/>
                    <a:gd name="connsiteX3" fmla="*/ 8954 w 711517"/>
                    <a:gd name="connsiteY3" fmla="*/ 186023 h 602932"/>
                    <a:gd name="connsiteX4" fmla="*/ 8954 w 711517"/>
                    <a:gd name="connsiteY4" fmla="*/ 15526 h 602932"/>
                    <a:gd name="connsiteX5" fmla="*/ 8954 w 711517"/>
                    <a:gd name="connsiteY5" fmla="*/ 15526 h 602932"/>
                    <a:gd name="connsiteX6" fmla="*/ 0 w 711517"/>
                    <a:gd name="connsiteY6" fmla="*/ 95 h 602932"/>
                    <a:gd name="connsiteX7" fmla="*/ 0 w 711517"/>
                    <a:gd name="connsiteY7" fmla="*/ 191262 h 602932"/>
                    <a:gd name="connsiteX8" fmla="*/ 4477 w 711517"/>
                    <a:gd name="connsiteY8" fmla="*/ 193834 h 602932"/>
                    <a:gd name="connsiteX9" fmla="*/ 698087 w 711517"/>
                    <a:gd name="connsiteY9" fmla="*/ 595122 h 602932"/>
                    <a:gd name="connsiteX10" fmla="*/ 711518 w 711517"/>
                    <a:gd name="connsiteY10" fmla="*/ 602933 h 602932"/>
                    <a:gd name="connsiteX11" fmla="*/ 711518 w 711517"/>
                    <a:gd name="connsiteY11" fmla="*/ 411766 h 602932"/>
                    <a:gd name="connsiteX12" fmla="*/ 707041 w 711517"/>
                    <a:gd name="connsiteY12" fmla="*/ 409194 h 602932"/>
                    <a:gd name="connsiteX13" fmla="*/ 13526 w 711517"/>
                    <a:gd name="connsiteY13" fmla="*/ 7811 h 602932"/>
                    <a:gd name="connsiteX14" fmla="*/ 95 w 711517"/>
                    <a:gd name="connsiteY14" fmla="*/ 0 h 602932"/>
                    <a:gd name="connsiteX15" fmla="*/ 95 w 711517"/>
                    <a:gd name="connsiteY15" fmla="*/ 0 h 602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1517" h="602932">
                      <a:moveTo>
                        <a:pt x="8954" y="15621"/>
                      </a:moveTo>
                      <a:lnTo>
                        <a:pt x="702564" y="416909"/>
                      </a:lnTo>
                      <a:lnTo>
                        <a:pt x="702564" y="587407"/>
                      </a:lnTo>
                      <a:lnTo>
                        <a:pt x="8954" y="186023"/>
                      </a:lnTo>
                      <a:lnTo>
                        <a:pt x="8954" y="15526"/>
                      </a:lnTo>
                      <a:lnTo>
                        <a:pt x="8954" y="15526"/>
                      </a:lnTo>
                      <a:close/>
                      <a:moveTo>
                        <a:pt x="0" y="95"/>
                      </a:moveTo>
                      <a:lnTo>
                        <a:pt x="0" y="191262"/>
                      </a:lnTo>
                      <a:lnTo>
                        <a:pt x="4477" y="193834"/>
                      </a:lnTo>
                      <a:lnTo>
                        <a:pt x="698087" y="595122"/>
                      </a:lnTo>
                      <a:lnTo>
                        <a:pt x="711518" y="602933"/>
                      </a:lnTo>
                      <a:lnTo>
                        <a:pt x="711518" y="411766"/>
                      </a:lnTo>
                      <a:lnTo>
                        <a:pt x="707041" y="409194"/>
                      </a:lnTo>
                      <a:lnTo>
                        <a:pt x="13526" y="7811"/>
                      </a:lnTo>
                      <a:lnTo>
                        <a:pt x="95" y="0"/>
                      </a:lnTo>
                      <a:lnTo>
                        <a:pt x="9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19" name="Freeform: Shape 1418">
                  <a:extLst>
                    <a:ext uri="{FF2B5EF4-FFF2-40B4-BE49-F238E27FC236}">
                      <a16:creationId xmlns:a16="http://schemas.microsoft.com/office/drawing/2014/main" id="{D9373D80-1F4D-C460-9C26-C96272944F59}"/>
                    </a:ext>
                  </a:extLst>
                </p:cNvPr>
                <p:cNvSpPr/>
                <p:nvPr/>
              </p:nvSpPr>
              <p:spPr>
                <a:xfrm>
                  <a:off x="3830764" y="7069264"/>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0" name="Freeform: Shape 1419">
                  <a:extLst>
                    <a:ext uri="{FF2B5EF4-FFF2-40B4-BE49-F238E27FC236}">
                      <a16:creationId xmlns:a16="http://schemas.microsoft.com/office/drawing/2014/main" id="{83F43BFD-282F-F8ED-019E-D8CFBDAA975E}"/>
                    </a:ext>
                  </a:extLst>
                </p:cNvPr>
                <p:cNvSpPr/>
                <p:nvPr/>
              </p:nvSpPr>
              <p:spPr>
                <a:xfrm>
                  <a:off x="3948588" y="7135368"/>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1" name="Freeform: Shape 1420">
                  <a:extLst>
                    <a:ext uri="{FF2B5EF4-FFF2-40B4-BE49-F238E27FC236}">
                      <a16:creationId xmlns:a16="http://schemas.microsoft.com/office/drawing/2014/main" id="{FB86834C-858F-612C-4341-7CADEDCE9E1B}"/>
                    </a:ext>
                  </a:extLst>
                </p:cNvPr>
                <p:cNvSpPr/>
                <p:nvPr/>
              </p:nvSpPr>
              <p:spPr>
                <a:xfrm>
                  <a:off x="4066317" y="7201471"/>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2" name="Freeform: Shape 1421">
                  <a:extLst>
                    <a:ext uri="{FF2B5EF4-FFF2-40B4-BE49-F238E27FC236}">
                      <a16:creationId xmlns:a16="http://schemas.microsoft.com/office/drawing/2014/main" id="{6BB6A970-0486-A618-C6C0-9C5EBA1242AA}"/>
                    </a:ext>
                  </a:extLst>
                </p:cNvPr>
                <p:cNvSpPr/>
                <p:nvPr/>
              </p:nvSpPr>
              <p:spPr>
                <a:xfrm>
                  <a:off x="4184141" y="727062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3" name="Freeform: Shape 1422">
                  <a:extLst>
                    <a:ext uri="{FF2B5EF4-FFF2-40B4-BE49-F238E27FC236}">
                      <a16:creationId xmlns:a16="http://schemas.microsoft.com/office/drawing/2014/main" id="{648A680A-F2B9-5347-6DA7-414483B135A6}"/>
                    </a:ext>
                  </a:extLst>
                </p:cNvPr>
                <p:cNvSpPr/>
                <p:nvPr/>
              </p:nvSpPr>
              <p:spPr>
                <a:xfrm>
                  <a:off x="4301965" y="7342727"/>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4" name="Freeform: Shape 1423">
                  <a:extLst>
                    <a:ext uri="{FF2B5EF4-FFF2-40B4-BE49-F238E27FC236}">
                      <a16:creationId xmlns:a16="http://schemas.microsoft.com/office/drawing/2014/main" id="{13161AB4-87DE-7F8F-7728-AA6683BC463A}"/>
                    </a:ext>
                  </a:extLst>
                </p:cNvPr>
                <p:cNvSpPr/>
                <p:nvPr/>
              </p:nvSpPr>
              <p:spPr>
                <a:xfrm>
                  <a:off x="3761517" y="7201471"/>
                  <a:ext cx="496919" cy="117062"/>
                </a:xfrm>
                <a:custGeom>
                  <a:avLst/>
                  <a:gdLst>
                    <a:gd name="connsiteX0" fmla="*/ 0 w 496919"/>
                    <a:gd name="connsiteY0" fmla="*/ 0 h 117062"/>
                    <a:gd name="connsiteX1" fmla="*/ 443675 w 496919"/>
                    <a:gd name="connsiteY1" fmla="*/ 86296 h 117062"/>
                    <a:gd name="connsiteX2" fmla="*/ 496919 w 496919"/>
                    <a:gd name="connsiteY2" fmla="*/ 117062 h 117062"/>
                    <a:gd name="connsiteX3" fmla="*/ 52578 w 496919"/>
                    <a:gd name="connsiteY3" fmla="*/ 30480 h 117062"/>
                    <a:gd name="connsiteX4" fmla="*/ 0 w 496919"/>
                    <a:gd name="connsiteY4" fmla="*/ 0 h 11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919" h="117062">
                      <a:moveTo>
                        <a:pt x="0" y="0"/>
                      </a:moveTo>
                      <a:lnTo>
                        <a:pt x="443675" y="86296"/>
                      </a:lnTo>
                      <a:lnTo>
                        <a:pt x="496919" y="117062"/>
                      </a:lnTo>
                      <a:lnTo>
                        <a:pt x="52578" y="30480"/>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5" name="Freeform: Shape 1424">
                  <a:extLst>
                    <a:ext uri="{FF2B5EF4-FFF2-40B4-BE49-F238E27FC236}">
                      <a16:creationId xmlns:a16="http://schemas.microsoft.com/office/drawing/2014/main" id="{289C3261-55AA-21D0-B71E-463986EE5C0E}"/>
                    </a:ext>
                  </a:extLst>
                </p:cNvPr>
                <p:cNvSpPr/>
                <p:nvPr/>
              </p:nvSpPr>
              <p:spPr>
                <a:xfrm>
                  <a:off x="3854862" y="7255668"/>
                  <a:ext cx="518921" cy="129635"/>
                </a:xfrm>
                <a:custGeom>
                  <a:avLst/>
                  <a:gdLst>
                    <a:gd name="connsiteX0" fmla="*/ 0 w 518921"/>
                    <a:gd name="connsiteY0" fmla="*/ 0 h 129635"/>
                    <a:gd name="connsiteX1" fmla="*/ 443770 w 518921"/>
                    <a:gd name="connsiteY1" fmla="*/ 86201 h 129635"/>
                    <a:gd name="connsiteX2" fmla="*/ 518922 w 518921"/>
                    <a:gd name="connsiteY2" fmla="*/ 129635 h 129635"/>
                    <a:gd name="connsiteX3" fmla="*/ 91440 w 518921"/>
                    <a:gd name="connsiteY3" fmla="*/ 52769 h 129635"/>
                    <a:gd name="connsiteX4" fmla="*/ 0 w 518921"/>
                    <a:gd name="connsiteY4" fmla="*/ 0 h 129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921" h="129635">
                      <a:moveTo>
                        <a:pt x="0" y="0"/>
                      </a:moveTo>
                      <a:lnTo>
                        <a:pt x="443770" y="86201"/>
                      </a:lnTo>
                      <a:lnTo>
                        <a:pt x="518922" y="129635"/>
                      </a:lnTo>
                      <a:lnTo>
                        <a:pt x="91440" y="52769"/>
                      </a:lnTo>
                      <a:lnTo>
                        <a:pt x="0"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6" name="Freeform: Shape 1425">
                  <a:extLst>
                    <a:ext uri="{FF2B5EF4-FFF2-40B4-BE49-F238E27FC236}">
                      <a16:creationId xmlns:a16="http://schemas.microsoft.com/office/drawing/2014/main" id="{294B3DB8-FC25-FA61-B8F4-0BFF3495D0A8}"/>
                    </a:ext>
                  </a:extLst>
                </p:cNvPr>
                <p:cNvSpPr/>
                <p:nvPr/>
              </p:nvSpPr>
              <p:spPr>
                <a:xfrm>
                  <a:off x="4536661" y="6321075"/>
                  <a:ext cx="461771" cy="448437"/>
                </a:xfrm>
                <a:custGeom>
                  <a:avLst/>
                  <a:gdLst>
                    <a:gd name="connsiteX0" fmla="*/ 461772 w 461771"/>
                    <a:gd name="connsiteY0" fmla="*/ 180785 h 448437"/>
                    <a:gd name="connsiteX1" fmla="*/ 461772 w 461771"/>
                    <a:gd name="connsiteY1" fmla="*/ 0 h 448437"/>
                    <a:gd name="connsiteX2" fmla="*/ 0 w 461771"/>
                    <a:gd name="connsiteY2" fmla="*/ 267557 h 448437"/>
                    <a:gd name="connsiteX3" fmla="*/ 0 w 461771"/>
                    <a:gd name="connsiteY3" fmla="*/ 448437 h 448437"/>
                    <a:gd name="connsiteX4" fmla="*/ 461772 w 461771"/>
                    <a:gd name="connsiteY4" fmla="*/ 180785 h 448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771" h="448437">
                      <a:moveTo>
                        <a:pt x="461772" y="180785"/>
                      </a:moveTo>
                      <a:lnTo>
                        <a:pt x="461772" y="0"/>
                      </a:lnTo>
                      <a:lnTo>
                        <a:pt x="0" y="267557"/>
                      </a:lnTo>
                      <a:lnTo>
                        <a:pt x="0" y="448437"/>
                      </a:lnTo>
                      <a:lnTo>
                        <a:pt x="461772" y="180785"/>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7" name="Freeform: Shape 1426">
                  <a:extLst>
                    <a:ext uri="{FF2B5EF4-FFF2-40B4-BE49-F238E27FC236}">
                      <a16:creationId xmlns:a16="http://schemas.microsoft.com/office/drawing/2014/main" id="{4677BEE8-9286-0053-67B0-A502A86A1619}"/>
                    </a:ext>
                  </a:extLst>
                </p:cNvPr>
                <p:cNvSpPr/>
                <p:nvPr/>
              </p:nvSpPr>
              <p:spPr>
                <a:xfrm>
                  <a:off x="4532185" y="6313360"/>
                  <a:ext cx="470725" cy="463962"/>
                </a:xfrm>
                <a:custGeom>
                  <a:avLst/>
                  <a:gdLst>
                    <a:gd name="connsiteX0" fmla="*/ 461772 w 470725"/>
                    <a:gd name="connsiteY0" fmla="*/ 15526 h 463962"/>
                    <a:gd name="connsiteX1" fmla="*/ 461772 w 470725"/>
                    <a:gd name="connsiteY1" fmla="*/ 186023 h 463962"/>
                    <a:gd name="connsiteX2" fmla="*/ 8954 w 470725"/>
                    <a:gd name="connsiteY2" fmla="*/ 448437 h 463962"/>
                    <a:gd name="connsiteX3" fmla="*/ 8954 w 470725"/>
                    <a:gd name="connsiteY3" fmla="*/ 277940 h 463962"/>
                    <a:gd name="connsiteX4" fmla="*/ 461772 w 470725"/>
                    <a:gd name="connsiteY4" fmla="*/ 15526 h 463962"/>
                    <a:gd name="connsiteX5" fmla="*/ 461772 w 470725"/>
                    <a:gd name="connsiteY5" fmla="*/ 15526 h 463962"/>
                    <a:gd name="connsiteX6" fmla="*/ 470725 w 470725"/>
                    <a:gd name="connsiteY6" fmla="*/ 0 h 463962"/>
                    <a:gd name="connsiteX7" fmla="*/ 457295 w 470725"/>
                    <a:gd name="connsiteY7" fmla="*/ 7810 h 463962"/>
                    <a:gd name="connsiteX8" fmla="*/ 4477 w 470725"/>
                    <a:gd name="connsiteY8" fmla="*/ 270224 h 463962"/>
                    <a:gd name="connsiteX9" fmla="*/ 0 w 470725"/>
                    <a:gd name="connsiteY9" fmla="*/ 272796 h 463962"/>
                    <a:gd name="connsiteX10" fmla="*/ 0 w 470725"/>
                    <a:gd name="connsiteY10" fmla="*/ 463963 h 463962"/>
                    <a:gd name="connsiteX11" fmla="*/ 13430 w 470725"/>
                    <a:gd name="connsiteY11" fmla="*/ 456152 h 463962"/>
                    <a:gd name="connsiteX12" fmla="*/ 466249 w 470725"/>
                    <a:gd name="connsiteY12" fmla="*/ 193738 h 463962"/>
                    <a:gd name="connsiteX13" fmla="*/ 470725 w 470725"/>
                    <a:gd name="connsiteY13" fmla="*/ 191167 h 463962"/>
                    <a:gd name="connsiteX14" fmla="*/ 470725 w 470725"/>
                    <a:gd name="connsiteY14" fmla="*/ 0 h 463962"/>
                    <a:gd name="connsiteX15" fmla="*/ 470725 w 470725"/>
                    <a:gd name="connsiteY15" fmla="*/ 0 h 46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725" h="463962">
                      <a:moveTo>
                        <a:pt x="461772" y="15526"/>
                      </a:moveTo>
                      <a:lnTo>
                        <a:pt x="461772" y="186023"/>
                      </a:lnTo>
                      <a:lnTo>
                        <a:pt x="8954" y="448437"/>
                      </a:lnTo>
                      <a:lnTo>
                        <a:pt x="8954" y="277940"/>
                      </a:lnTo>
                      <a:lnTo>
                        <a:pt x="461772" y="15526"/>
                      </a:lnTo>
                      <a:lnTo>
                        <a:pt x="461772" y="15526"/>
                      </a:lnTo>
                      <a:close/>
                      <a:moveTo>
                        <a:pt x="470725" y="0"/>
                      </a:moveTo>
                      <a:lnTo>
                        <a:pt x="457295" y="7810"/>
                      </a:lnTo>
                      <a:lnTo>
                        <a:pt x="4477" y="270224"/>
                      </a:lnTo>
                      <a:lnTo>
                        <a:pt x="0" y="272796"/>
                      </a:lnTo>
                      <a:lnTo>
                        <a:pt x="0" y="463963"/>
                      </a:lnTo>
                      <a:lnTo>
                        <a:pt x="13430" y="456152"/>
                      </a:lnTo>
                      <a:lnTo>
                        <a:pt x="466249" y="193738"/>
                      </a:lnTo>
                      <a:lnTo>
                        <a:pt x="470725" y="191167"/>
                      </a:lnTo>
                      <a:lnTo>
                        <a:pt x="470725" y="0"/>
                      </a:lnTo>
                      <a:lnTo>
                        <a:pt x="47072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8" name="Freeform: Shape 1427">
                  <a:extLst>
                    <a:ext uri="{FF2B5EF4-FFF2-40B4-BE49-F238E27FC236}">
                      <a16:creationId xmlns:a16="http://schemas.microsoft.com/office/drawing/2014/main" id="{6E7BBAED-DDF7-FB2D-EDFF-A79F8A981968}"/>
                    </a:ext>
                  </a:extLst>
                </p:cNvPr>
                <p:cNvSpPr/>
                <p:nvPr/>
              </p:nvSpPr>
              <p:spPr>
                <a:xfrm>
                  <a:off x="4878418" y="638670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29" name="Freeform: Shape 1428">
                  <a:extLst>
                    <a:ext uri="{FF2B5EF4-FFF2-40B4-BE49-F238E27FC236}">
                      <a16:creationId xmlns:a16="http://schemas.microsoft.com/office/drawing/2014/main" id="{081C66C7-EE99-F7F0-129C-8C06AE09E4E6}"/>
                    </a:ext>
                  </a:extLst>
                </p:cNvPr>
                <p:cNvSpPr/>
                <p:nvPr/>
              </p:nvSpPr>
              <p:spPr>
                <a:xfrm>
                  <a:off x="4760689" y="6455759"/>
                  <a:ext cx="5905" cy="178784"/>
                </a:xfrm>
                <a:custGeom>
                  <a:avLst/>
                  <a:gdLst>
                    <a:gd name="connsiteX0" fmla="*/ 0 w 5905"/>
                    <a:gd name="connsiteY0" fmla="*/ 0 h 178784"/>
                    <a:gd name="connsiteX1" fmla="*/ 5906 w 5905"/>
                    <a:gd name="connsiteY1" fmla="*/ 0 h 178784"/>
                    <a:gd name="connsiteX2" fmla="*/ 5906 w 5905"/>
                    <a:gd name="connsiteY2" fmla="*/ 178784 h 178784"/>
                    <a:gd name="connsiteX3" fmla="*/ 0 w 5905"/>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5905" h="178784">
                      <a:moveTo>
                        <a:pt x="0" y="0"/>
                      </a:moveTo>
                      <a:lnTo>
                        <a:pt x="5906" y="0"/>
                      </a:lnTo>
                      <a:lnTo>
                        <a:pt x="5906"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0" name="Freeform: Shape 1429">
                  <a:extLst>
                    <a:ext uri="{FF2B5EF4-FFF2-40B4-BE49-F238E27FC236}">
                      <a16:creationId xmlns:a16="http://schemas.microsoft.com/office/drawing/2014/main" id="{3EB19DCF-09F4-0A2E-68A3-756AD71726DF}"/>
                    </a:ext>
                  </a:extLst>
                </p:cNvPr>
                <p:cNvSpPr/>
                <p:nvPr/>
              </p:nvSpPr>
              <p:spPr>
                <a:xfrm>
                  <a:off x="4642865" y="6527863"/>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1" name="Freeform: Shape 1430">
                  <a:extLst>
                    <a:ext uri="{FF2B5EF4-FFF2-40B4-BE49-F238E27FC236}">
                      <a16:creationId xmlns:a16="http://schemas.microsoft.com/office/drawing/2014/main" id="{28EDFC3C-39FD-1C77-3A90-1B593C909F5F}"/>
                    </a:ext>
                  </a:extLst>
                </p:cNvPr>
                <p:cNvSpPr/>
                <p:nvPr/>
              </p:nvSpPr>
              <p:spPr>
                <a:xfrm>
                  <a:off x="4692300" y="6472999"/>
                  <a:ext cx="289559" cy="63055"/>
                </a:xfrm>
                <a:custGeom>
                  <a:avLst/>
                  <a:gdLst>
                    <a:gd name="connsiteX0" fmla="*/ 289560 w 289559"/>
                    <a:gd name="connsiteY0" fmla="*/ 32671 h 63055"/>
                    <a:gd name="connsiteX1" fmla="*/ 53245 w 289559"/>
                    <a:gd name="connsiteY1" fmla="*/ 0 h 63055"/>
                    <a:gd name="connsiteX2" fmla="*/ 0 w 289559"/>
                    <a:gd name="connsiteY2" fmla="*/ 30766 h 63055"/>
                    <a:gd name="connsiteX3" fmla="*/ 236982 w 289559"/>
                    <a:gd name="connsiteY3" fmla="*/ 63055 h 63055"/>
                    <a:gd name="connsiteX4" fmla="*/ 289560 w 289559"/>
                    <a:gd name="connsiteY4" fmla="*/ 32671 h 63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59" h="63055">
                      <a:moveTo>
                        <a:pt x="289560" y="32671"/>
                      </a:moveTo>
                      <a:lnTo>
                        <a:pt x="53245" y="0"/>
                      </a:lnTo>
                      <a:lnTo>
                        <a:pt x="0" y="30766"/>
                      </a:lnTo>
                      <a:lnTo>
                        <a:pt x="236982" y="63055"/>
                      </a:lnTo>
                      <a:lnTo>
                        <a:pt x="289560"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2" name="Freeform: Shape 1431">
                  <a:extLst>
                    <a:ext uri="{FF2B5EF4-FFF2-40B4-BE49-F238E27FC236}">
                      <a16:creationId xmlns:a16="http://schemas.microsoft.com/office/drawing/2014/main" id="{260B460C-1C38-8C58-03A8-D96710C6EE4A}"/>
                    </a:ext>
                  </a:extLst>
                </p:cNvPr>
                <p:cNvSpPr/>
                <p:nvPr/>
              </p:nvSpPr>
              <p:spPr>
                <a:xfrm>
                  <a:off x="4576952" y="6527101"/>
                  <a:ext cx="311562" cy="85534"/>
                </a:xfrm>
                <a:custGeom>
                  <a:avLst/>
                  <a:gdLst>
                    <a:gd name="connsiteX0" fmla="*/ 311563 w 311562"/>
                    <a:gd name="connsiteY0" fmla="*/ 32671 h 85534"/>
                    <a:gd name="connsiteX1" fmla="*/ 75248 w 311562"/>
                    <a:gd name="connsiteY1" fmla="*/ 0 h 85534"/>
                    <a:gd name="connsiteX2" fmla="*/ 0 w 311562"/>
                    <a:gd name="connsiteY2" fmla="*/ 43339 h 85534"/>
                    <a:gd name="connsiteX3" fmla="*/ 220027 w 311562"/>
                    <a:gd name="connsiteY3" fmla="*/ 85534 h 85534"/>
                    <a:gd name="connsiteX4" fmla="*/ 311563 w 311562"/>
                    <a:gd name="connsiteY4" fmla="*/ 32671 h 8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562" h="85534">
                      <a:moveTo>
                        <a:pt x="311563" y="32671"/>
                      </a:moveTo>
                      <a:lnTo>
                        <a:pt x="75248" y="0"/>
                      </a:lnTo>
                      <a:lnTo>
                        <a:pt x="0" y="43339"/>
                      </a:lnTo>
                      <a:lnTo>
                        <a:pt x="220027" y="85534"/>
                      </a:lnTo>
                      <a:lnTo>
                        <a:pt x="311563"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3" name="Freeform: Shape 1432">
                  <a:extLst>
                    <a:ext uri="{FF2B5EF4-FFF2-40B4-BE49-F238E27FC236}">
                      <a16:creationId xmlns:a16="http://schemas.microsoft.com/office/drawing/2014/main" id="{CD17C0C4-174F-07FF-2E8F-1D16EF7931DA}"/>
                    </a:ext>
                  </a:extLst>
                </p:cNvPr>
                <p:cNvSpPr/>
                <p:nvPr/>
              </p:nvSpPr>
              <p:spPr>
                <a:xfrm>
                  <a:off x="4536661" y="6587490"/>
                  <a:ext cx="461771" cy="448437"/>
                </a:xfrm>
                <a:custGeom>
                  <a:avLst/>
                  <a:gdLst>
                    <a:gd name="connsiteX0" fmla="*/ 461772 w 461771"/>
                    <a:gd name="connsiteY0" fmla="*/ 180880 h 448437"/>
                    <a:gd name="connsiteX1" fmla="*/ 461772 w 461771"/>
                    <a:gd name="connsiteY1" fmla="*/ 0 h 448437"/>
                    <a:gd name="connsiteX2" fmla="*/ 0 w 461771"/>
                    <a:gd name="connsiteY2" fmla="*/ 267557 h 448437"/>
                    <a:gd name="connsiteX3" fmla="*/ 0 w 461771"/>
                    <a:gd name="connsiteY3" fmla="*/ 448437 h 448437"/>
                    <a:gd name="connsiteX4" fmla="*/ 461772 w 461771"/>
                    <a:gd name="connsiteY4" fmla="*/ 180880 h 448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771" h="448437">
                      <a:moveTo>
                        <a:pt x="461772" y="180880"/>
                      </a:moveTo>
                      <a:lnTo>
                        <a:pt x="461772" y="0"/>
                      </a:lnTo>
                      <a:lnTo>
                        <a:pt x="0" y="267557"/>
                      </a:lnTo>
                      <a:lnTo>
                        <a:pt x="0" y="448437"/>
                      </a:lnTo>
                      <a:lnTo>
                        <a:pt x="461772" y="180880"/>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4" name="Freeform: Shape 1433">
                  <a:extLst>
                    <a:ext uri="{FF2B5EF4-FFF2-40B4-BE49-F238E27FC236}">
                      <a16:creationId xmlns:a16="http://schemas.microsoft.com/office/drawing/2014/main" id="{26A85FCF-D533-9928-3883-6D86893CC401}"/>
                    </a:ext>
                  </a:extLst>
                </p:cNvPr>
                <p:cNvSpPr/>
                <p:nvPr/>
              </p:nvSpPr>
              <p:spPr>
                <a:xfrm>
                  <a:off x="4532185" y="6579774"/>
                  <a:ext cx="470725" cy="463962"/>
                </a:xfrm>
                <a:custGeom>
                  <a:avLst/>
                  <a:gdLst>
                    <a:gd name="connsiteX0" fmla="*/ 461772 w 470725"/>
                    <a:gd name="connsiteY0" fmla="*/ 15526 h 463962"/>
                    <a:gd name="connsiteX1" fmla="*/ 461772 w 470725"/>
                    <a:gd name="connsiteY1" fmla="*/ 186023 h 463962"/>
                    <a:gd name="connsiteX2" fmla="*/ 8954 w 470725"/>
                    <a:gd name="connsiteY2" fmla="*/ 448437 h 463962"/>
                    <a:gd name="connsiteX3" fmla="*/ 8954 w 470725"/>
                    <a:gd name="connsiteY3" fmla="*/ 277940 h 463962"/>
                    <a:gd name="connsiteX4" fmla="*/ 461772 w 470725"/>
                    <a:gd name="connsiteY4" fmla="*/ 15526 h 463962"/>
                    <a:gd name="connsiteX5" fmla="*/ 461772 w 470725"/>
                    <a:gd name="connsiteY5" fmla="*/ 15526 h 463962"/>
                    <a:gd name="connsiteX6" fmla="*/ 470725 w 470725"/>
                    <a:gd name="connsiteY6" fmla="*/ 0 h 463962"/>
                    <a:gd name="connsiteX7" fmla="*/ 457295 w 470725"/>
                    <a:gd name="connsiteY7" fmla="*/ 7810 h 463962"/>
                    <a:gd name="connsiteX8" fmla="*/ 4477 w 470725"/>
                    <a:gd name="connsiteY8" fmla="*/ 270224 h 463962"/>
                    <a:gd name="connsiteX9" fmla="*/ 0 w 470725"/>
                    <a:gd name="connsiteY9" fmla="*/ 272796 h 463962"/>
                    <a:gd name="connsiteX10" fmla="*/ 0 w 470725"/>
                    <a:gd name="connsiteY10" fmla="*/ 463963 h 463962"/>
                    <a:gd name="connsiteX11" fmla="*/ 13430 w 470725"/>
                    <a:gd name="connsiteY11" fmla="*/ 456152 h 463962"/>
                    <a:gd name="connsiteX12" fmla="*/ 466249 w 470725"/>
                    <a:gd name="connsiteY12" fmla="*/ 193738 h 463962"/>
                    <a:gd name="connsiteX13" fmla="*/ 470725 w 470725"/>
                    <a:gd name="connsiteY13" fmla="*/ 191167 h 463962"/>
                    <a:gd name="connsiteX14" fmla="*/ 470725 w 470725"/>
                    <a:gd name="connsiteY14" fmla="*/ 0 h 463962"/>
                    <a:gd name="connsiteX15" fmla="*/ 470725 w 470725"/>
                    <a:gd name="connsiteY15" fmla="*/ 0 h 46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725" h="463962">
                      <a:moveTo>
                        <a:pt x="461772" y="15526"/>
                      </a:moveTo>
                      <a:lnTo>
                        <a:pt x="461772" y="186023"/>
                      </a:lnTo>
                      <a:lnTo>
                        <a:pt x="8954" y="448437"/>
                      </a:lnTo>
                      <a:lnTo>
                        <a:pt x="8954" y="277940"/>
                      </a:lnTo>
                      <a:lnTo>
                        <a:pt x="461772" y="15526"/>
                      </a:lnTo>
                      <a:lnTo>
                        <a:pt x="461772" y="15526"/>
                      </a:lnTo>
                      <a:close/>
                      <a:moveTo>
                        <a:pt x="470725" y="0"/>
                      </a:moveTo>
                      <a:lnTo>
                        <a:pt x="457295" y="7810"/>
                      </a:lnTo>
                      <a:lnTo>
                        <a:pt x="4477" y="270224"/>
                      </a:lnTo>
                      <a:lnTo>
                        <a:pt x="0" y="272796"/>
                      </a:lnTo>
                      <a:lnTo>
                        <a:pt x="0" y="463963"/>
                      </a:lnTo>
                      <a:lnTo>
                        <a:pt x="13430" y="456152"/>
                      </a:lnTo>
                      <a:lnTo>
                        <a:pt x="466249" y="193738"/>
                      </a:lnTo>
                      <a:lnTo>
                        <a:pt x="470725" y="191167"/>
                      </a:lnTo>
                      <a:lnTo>
                        <a:pt x="470725" y="0"/>
                      </a:lnTo>
                      <a:lnTo>
                        <a:pt x="47072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5" name="Freeform: Shape 1434">
                  <a:extLst>
                    <a:ext uri="{FF2B5EF4-FFF2-40B4-BE49-F238E27FC236}">
                      <a16:creationId xmlns:a16="http://schemas.microsoft.com/office/drawing/2014/main" id="{DEFED800-B7CD-A1B8-94C7-E2318F878931}"/>
                    </a:ext>
                  </a:extLst>
                </p:cNvPr>
                <p:cNvSpPr/>
                <p:nvPr/>
              </p:nvSpPr>
              <p:spPr>
                <a:xfrm>
                  <a:off x="4878418" y="6653117"/>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6" name="Freeform: Shape 1435">
                  <a:extLst>
                    <a:ext uri="{FF2B5EF4-FFF2-40B4-BE49-F238E27FC236}">
                      <a16:creationId xmlns:a16="http://schemas.microsoft.com/office/drawing/2014/main" id="{3893379D-AF79-7AD1-C320-FD4C232B42DD}"/>
                    </a:ext>
                  </a:extLst>
                </p:cNvPr>
                <p:cNvSpPr/>
                <p:nvPr/>
              </p:nvSpPr>
              <p:spPr>
                <a:xfrm>
                  <a:off x="4760689" y="6722173"/>
                  <a:ext cx="5905" cy="178784"/>
                </a:xfrm>
                <a:custGeom>
                  <a:avLst/>
                  <a:gdLst>
                    <a:gd name="connsiteX0" fmla="*/ 0 w 5905"/>
                    <a:gd name="connsiteY0" fmla="*/ 0 h 178784"/>
                    <a:gd name="connsiteX1" fmla="*/ 5906 w 5905"/>
                    <a:gd name="connsiteY1" fmla="*/ 0 h 178784"/>
                    <a:gd name="connsiteX2" fmla="*/ 5906 w 5905"/>
                    <a:gd name="connsiteY2" fmla="*/ 178784 h 178784"/>
                    <a:gd name="connsiteX3" fmla="*/ 0 w 5905"/>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5905" h="178784">
                      <a:moveTo>
                        <a:pt x="0" y="0"/>
                      </a:moveTo>
                      <a:lnTo>
                        <a:pt x="5906" y="0"/>
                      </a:lnTo>
                      <a:lnTo>
                        <a:pt x="5906"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7" name="Freeform: Shape 1436">
                  <a:extLst>
                    <a:ext uri="{FF2B5EF4-FFF2-40B4-BE49-F238E27FC236}">
                      <a16:creationId xmlns:a16="http://schemas.microsoft.com/office/drawing/2014/main" id="{B0E85870-AE84-7B53-756E-4AFD84D09CAD}"/>
                    </a:ext>
                  </a:extLst>
                </p:cNvPr>
                <p:cNvSpPr/>
                <p:nvPr/>
              </p:nvSpPr>
              <p:spPr>
                <a:xfrm>
                  <a:off x="4642865" y="6794277"/>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8" name="Freeform: Shape 1437">
                  <a:extLst>
                    <a:ext uri="{FF2B5EF4-FFF2-40B4-BE49-F238E27FC236}">
                      <a16:creationId xmlns:a16="http://schemas.microsoft.com/office/drawing/2014/main" id="{F35B7283-6E14-0560-34DF-4A37D38BB58A}"/>
                    </a:ext>
                  </a:extLst>
                </p:cNvPr>
                <p:cNvSpPr/>
                <p:nvPr/>
              </p:nvSpPr>
              <p:spPr>
                <a:xfrm>
                  <a:off x="4692300" y="6739413"/>
                  <a:ext cx="289559" cy="63150"/>
                </a:xfrm>
                <a:custGeom>
                  <a:avLst/>
                  <a:gdLst>
                    <a:gd name="connsiteX0" fmla="*/ 289560 w 289559"/>
                    <a:gd name="connsiteY0" fmla="*/ 32671 h 63150"/>
                    <a:gd name="connsiteX1" fmla="*/ 53245 w 289559"/>
                    <a:gd name="connsiteY1" fmla="*/ 0 h 63150"/>
                    <a:gd name="connsiteX2" fmla="*/ 0 w 289559"/>
                    <a:gd name="connsiteY2" fmla="*/ 30766 h 63150"/>
                    <a:gd name="connsiteX3" fmla="*/ 236982 w 289559"/>
                    <a:gd name="connsiteY3" fmla="*/ 63151 h 63150"/>
                    <a:gd name="connsiteX4" fmla="*/ 289560 w 289559"/>
                    <a:gd name="connsiteY4" fmla="*/ 32671 h 6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59" h="63150">
                      <a:moveTo>
                        <a:pt x="289560" y="32671"/>
                      </a:moveTo>
                      <a:lnTo>
                        <a:pt x="53245" y="0"/>
                      </a:lnTo>
                      <a:lnTo>
                        <a:pt x="0" y="30766"/>
                      </a:lnTo>
                      <a:lnTo>
                        <a:pt x="236982" y="63151"/>
                      </a:lnTo>
                      <a:lnTo>
                        <a:pt x="289560"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39" name="Freeform: Shape 1438">
                  <a:extLst>
                    <a:ext uri="{FF2B5EF4-FFF2-40B4-BE49-F238E27FC236}">
                      <a16:creationId xmlns:a16="http://schemas.microsoft.com/office/drawing/2014/main" id="{C7855E94-AFED-2E68-4E7B-BA6052B401EF}"/>
                    </a:ext>
                  </a:extLst>
                </p:cNvPr>
                <p:cNvSpPr/>
                <p:nvPr/>
              </p:nvSpPr>
              <p:spPr>
                <a:xfrm>
                  <a:off x="4576952" y="6793515"/>
                  <a:ext cx="311562" cy="85534"/>
                </a:xfrm>
                <a:custGeom>
                  <a:avLst/>
                  <a:gdLst>
                    <a:gd name="connsiteX0" fmla="*/ 311563 w 311562"/>
                    <a:gd name="connsiteY0" fmla="*/ 32671 h 85534"/>
                    <a:gd name="connsiteX1" fmla="*/ 75248 w 311562"/>
                    <a:gd name="connsiteY1" fmla="*/ 0 h 85534"/>
                    <a:gd name="connsiteX2" fmla="*/ 0 w 311562"/>
                    <a:gd name="connsiteY2" fmla="*/ 43434 h 85534"/>
                    <a:gd name="connsiteX3" fmla="*/ 220027 w 311562"/>
                    <a:gd name="connsiteY3" fmla="*/ 85535 h 85534"/>
                    <a:gd name="connsiteX4" fmla="*/ 311563 w 311562"/>
                    <a:gd name="connsiteY4" fmla="*/ 32671 h 8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562" h="85534">
                      <a:moveTo>
                        <a:pt x="311563" y="32671"/>
                      </a:moveTo>
                      <a:lnTo>
                        <a:pt x="75248" y="0"/>
                      </a:lnTo>
                      <a:lnTo>
                        <a:pt x="0" y="43434"/>
                      </a:lnTo>
                      <a:lnTo>
                        <a:pt x="220027" y="85535"/>
                      </a:lnTo>
                      <a:lnTo>
                        <a:pt x="311563"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0" name="Freeform: Shape 1439">
                  <a:extLst>
                    <a:ext uri="{FF2B5EF4-FFF2-40B4-BE49-F238E27FC236}">
                      <a16:creationId xmlns:a16="http://schemas.microsoft.com/office/drawing/2014/main" id="{0B47F174-58F2-7009-6C10-8A94AAFB0C18}"/>
                    </a:ext>
                  </a:extLst>
                </p:cNvPr>
                <p:cNvSpPr/>
                <p:nvPr/>
              </p:nvSpPr>
              <p:spPr>
                <a:xfrm>
                  <a:off x="4536661" y="6853904"/>
                  <a:ext cx="461771" cy="448437"/>
                </a:xfrm>
                <a:custGeom>
                  <a:avLst/>
                  <a:gdLst>
                    <a:gd name="connsiteX0" fmla="*/ 461772 w 461771"/>
                    <a:gd name="connsiteY0" fmla="*/ 180880 h 448437"/>
                    <a:gd name="connsiteX1" fmla="*/ 461772 w 461771"/>
                    <a:gd name="connsiteY1" fmla="*/ 0 h 448437"/>
                    <a:gd name="connsiteX2" fmla="*/ 0 w 461771"/>
                    <a:gd name="connsiteY2" fmla="*/ 267557 h 448437"/>
                    <a:gd name="connsiteX3" fmla="*/ 0 w 461771"/>
                    <a:gd name="connsiteY3" fmla="*/ 448437 h 448437"/>
                    <a:gd name="connsiteX4" fmla="*/ 461772 w 461771"/>
                    <a:gd name="connsiteY4" fmla="*/ 180880 h 448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771" h="448437">
                      <a:moveTo>
                        <a:pt x="461772" y="180880"/>
                      </a:moveTo>
                      <a:lnTo>
                        <a:pt x="461772" y="0"/>
                      </a:lnTo>
                      <a:lnTo>
                        <a:pt x="0" y="267557"/>
                      </a:lnTo>
                      <a:lnTo>
                        <a:pt x="0" y="448437"/>
                      </a:lnTo>
                      <a:lnTo>
                        <a:pt x="461772" y="180880"/>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1" name="Freeform: Shape 1440">
                  <a:extLst>
                    <a:ext uri="{FF2B5EF4-FFF2-40B4-BE49-F238E27FC236}">
                      <a16:creationId xmlns:a16="http://schemas.microsoft.com/office/drawing/2014/main" id="{9C8F0CF4-18B8-F2AE-3751-82628D656384}"/>
                    </a:ext>
                  </a:extLst>
                </p:cNvPr>
                <p:cNvSpPr/>
                <p:nvPr/>
              </p:nvSpPr>
              <p:spPr>
                <a:xfrm>
                  <a:off x="4532185" y="6846189"/>
                  <a:ext cx="470725" cy="463962"/>
                </a:xfrm>
                <a:custGeom>
                  <a:avLst/>
                  <a:gdLst>
                    <a:gd name="connsiteX0" fmla="*/ 461772 w 470725"/>
                    <a:gd name="connsiteY0" fmla="*/ 15526 h 463962"/>
                    <a:gd name="connsiteX1" fmla="*/ 461772 w 470725"/>
                    <a:gd name="connsiteY1" fmla="*/ 186023 h 463962"/>
                    <a:gd name="connsiteX2" fmla="*/ 8954 w 470725"/>
                    <a:gd name="connsiteY2" fmla="*/ 448437 h 463962"/>
                    <a:gd name="connsiteX3" fmla="*/ 8954 w 470725"/>
                    <a:gd name="connsiteY3" fmla="*/ 277939 h 463962"/>
                    <a:gd name="connsiteX4" fmla="*/ 461772 w 470725"/>
                    <a:gd name="connsiteY4" fmla="*/ 15526 h 463962"/>
                    <a:gd name="connsiteX5" fmla="*/ 461772 w 470725"/>
                    <a:gd name="connsiteY5" fmla="*/ 15526 h 463962"/>
                    <a:gd name="connsiteX6" fmla="*/ 470725 w 470725"/>
                    <a:gd name="connsiteY6" fmla="*/ 0 h 463962"/>
                    <a:gd name="connsiteX7" fmla="*/ 457295 w 470725"/>
                    <a:gd name="connsiteY7" fmla="*/ 7810 h 463962"/>
                    <a:gd name="connsiteX8" fmla="*/ 4477 w 470725"/>
                    <a:gd name="connsiteY8" fmla="*/ 270224 h 463962"/>
                    <a:gd name="connsiteX9" fmla="*/ 0 w 470725"/>
                    <a:gd name="connsiteY9" fmla="*/ 272796 h 463962"/>
                    <a:gd name="connsiteX10" fmla="*/ 0 w 470725"/>
                    <a:gd name="connsiteY10" fmla="*/ 463963 h 463962"/>
                    <a:gd name="connsiteX11" fmla="*/ 13430 w 470725"/>
                    <a:gd name="connsiteY11" fmla="*/ 456152 h 463962"/>
                    <a:gd name="connsiteX12" fmla="*/ 466249 w 470725"/>
                    <a:gd name="connsiteY12" fmla="*/ 193738 h 463962"/>
                    <a:gd name="connsiteX13" fmla="*/ 470725 w 470725"/>
                    <a:gd name="connsiteY13" fmla="*/ 191167 h 463962"/>
                    <a:gd name="connsiteX14" fmla="*/ 470725 w 470725"/>
                    <a:gd name="connsiteY14" fmla="*/ 0 h 463962"/>
                    <a:gd name="connsiteX15" fmla="*/ 470725 w 470725"/>
                    <a:gd name="connsiteY15" fmla="*/ 0 h 46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725" h="463962">
                      <a:moveTo>
                        <a:pt x="461772" y="15526"/>
                      </a:moveTo>
                      <a:lnTo>
                        <a:pt x="461772" y="186023"/>
                      </a:lnTo>
                      <a:lnTo>
                        <a:pt x="8954" y="448437"/>
                      </a:lnTo>
                      <a:lnTo>
                        <a:pt x="8954" y="277939"/>
                      </a:lnTo>
                      <a:lnTo>
                        <a:pt x="461772" y="15526"/>
                      </a:lnTo>
                      <a:lnTo>
                        <a:pt x="461772" y="15526"/>
                      </a:lnTo>
                      <a:close/>
                      <a:moveTo>
                        <a:pt x="470725" y="0"/>
                      </a:moveTo>
                      <a:lnTo>
                        <a:pt x="457295" y="7810"/>
                      </a:lnTo>
                      <a:lnTo>
                        <a:pt x="4477" y="270224"/>
                      </a:lnTo>
                      <a:lnTo>
                        <a:pt x="0" y="272796"/>
                      </a:lnTo>
                      <a:lnTo>
                        <a:pt x="0" y="463963"/>
                      </a:lnTo>
                      <a:lnTo>
                        <a:pt x="13430" y="456152"/>
                      </a:lnTo>
                      <a:lnTo>
                        <a:pt x="466249" y="193738"/>
                      </a:lnTo>
                      <a:lnTo>
                        <a:pt x="470725" y="191167"/>
                      </a:lnTo>
                      <a:lnTo>
                        <a:pt x="470725" y="0"/>
                      </a:lnTo>
                      <a:lnTo>
                        <a:pt x="47072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2" name="Freeform: Shape 1441">
                  <a:extLst>
                    <a:ext uri="{FF2B5EF4-FFF2-40B4-BE49-F238E27FC236}">
                      <a16:creationId xmlns:a16="http://schemas.microsoft.com/office/drawing/2014/main" id="{923649B2-C77B-2E04-1E18-FA64F84CCC72}"/>
                    </a:ext>
                  </a:extLst>
                </p:cNvPr>
                <p:cNvSpPr/>
                <p:nvPr/>
              </p:nvSpPr>
              <p:spPr>
                <a:xfrm>
                  <a:off x="4878418" y="6919531"/>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3" name="Freeform: Shape 1442">
                  <a:extLst>
                    <a:ext uri="{FF2B5EF4-FFF2-40B4-BE49-F238E27FC236}">
                      <a16:creationId xmlns:a16="http://schemas.microsoft.com/office/drawing/2014/main" id="{BBFC70D1-F31D-85EE-F11C-07ED96C3259C}"/>
                    </a:ext>
                  </a:extLst>
                </p:cNvPr>
                <p:cNvSpPr/>
                <p:nvPr/>
              </p:nvSpPr>
              <p:spPr>
                <a:xfrm>
                  <a:off x="4760689" y="6988683"/>
                  <a:ext cx="5905" cy="178784"/>
                </a:xfrm>
                <a:custGeom>
                  <a:avLst/>
                  <a:gdLst>
                    <a:gd name="connsiteX0" fmla="*/ 0 w 5905"/>
                    <a:gd name="connsiteY0" fmla="*/ 0 h 178784"/>
                    <a:gd name="connsiteX1" fmla="*/ 5906 w 5905"/>
                    <a:gd name="connsiteY1" fmla="*/ 0 h 178784"/>
                    <a:gd name="connsiteX2" fmla="*/ 5906 w 5905"/>
                    <a:gd name="connsiteY2" fmla="*/ 178784 h 178784"/>
                    <a:gd name="connsiteX3" fmla="*/ 0 w 5905"/>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5905" h="178784">
                      <a:moveTo>
                        <a:pt x="0" y="0"/>
                      </a:moveTo>
                      <a:lnTo>
                        <a:pt x="5906" y="0"/>
                      </a:lnTo>
                      <a:lnTo>
                        <a:pt x="5906"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4" name="Freeform: Shape 1443">
                  <a:extLst>
                    <a:ext uri="{FF2B5EF4-FFF2-40B4-BE49-F238E27FC236}">
                      <a16:creationId xmlns:a16="http://schemas.microsoft.com/office/drawing/2014/main" id="{6F67B2B5-CC84-080C-9123-89E003D76E06}"/>
                    </a:ext>
                  </a:extLst>
                </p:cNvPr>
                <p:cNvSpPr/>
                <p:nvPr/>
              </p:nvSpPr>
              <p:spPr>
                <a:xfrm>
                  <a:off x="4642865" y="7060692"/>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5" name="Freeform: Shape 1444">
                  <a:extLst>
                    <a:ext uri="{FF2B5EF4-FFF2-40B4-BE49-F238E27FC236}">
                      <a16:creationId xmlns:a16="http://schemas.microsoft.com/office/drawing/2014/main" id="{98D7F4F6-1D70-4B24-BC7E-803F7B3246E5}"/>
                    </a:ext>
                  </a:extLst>
                </p:cNvPr>
                <p:cNvSpPr/>
                <p:nvPr/>
              </p:nvSpPr>
              <p:spPr>
                <a:xfrm>
                  <a:off x="4692300" y="7005827"/>
                  <a:ext cx="289559" cy="63150"/>
                </a:xfrm>
                <a:custGeom>
                  <a:avLst/>
                  <a:gdLst>
                    <a:gd name="connsiteX0" fmla="*/ 289560 w 289559"/>
                    <a:gd name="connsiteY0" fmla="*/ 32671 h 63150"/>
                    <a:gd name="connsiteX1" fmla="*/ 53245 w 289559"/>
                    <a:gd name="connsiteY1" fmla="*/ 0 h 63150"/>
                    <a:gd name="connsiteX2" fmla="*/ 0 w 289559"/>
                    <a:gd name="connsiteY2" fmla="*/ 30766 h 63150"/>
                    <a:gd name="connsiteX3" fmla="*/ 236982 w 289559"/>
                    <a:gd name="connsiteY3" fmla="*/ 63151 h 63150"/>
                    <a:gd name="connsiteX4" fmla="*/ 289560 w 289559"/>
                    <a:gd name="connsiteY4" fmla="*/ 32671 h 6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59" h="63150">
                      <a:moveTo>
                        <a:pt x="289560" y="32671"/>
                      </a:moveTo>
                      <a:lnTo>
                        <a:pt x="53245" y="0"/>
                      </a:lnTo>
                      <a:lnTo>
                        <a:pt x="0" y="30766"/>
                      </a:lnTo>
                      <a:lnTo>
                        <a:pt x="236982" y="63151"/>
                      </a:lnTo>
                      <a:lnTo>
                        <a:pt x="289560"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6" name="Freeform: Shape 1445">
                  <a:extLst>
                    <a:ext uri="{FF2B5EF4-FFF2-40B4-BE49-F238E27FC236}">
                      <a16:creationId xmlns:a16="http://schemas.microsoft.com/office/drawing/2014/main" id="{3E48C4B7-9B0E-E05C-35AF-368790C50156}"/>
                    </a:ext>
                  </a:extLst>
                </p:cNvPr>
                <p:cNvSpPr/>
                <p:nvPr/>
              </p:nvSpPr>
              <p:spPr>
                <a:xfrm>
                  <a:off x="4576952" y="7059930"/>
                  <a:ext cx="311562" cy="85534"/>
                </a:xfrm>
                <a:custGeom>
                  <a:avLst/>
                  <a:gdLst>
                    <a:gd name="connsiteX0" fmla="*/ 311563 w 311562"/>
                    <a:gd name="connsiteY0" fmla="*/ 32671 h 85534"/>
                    <a:gd name="connsiteX1" fmla="*/ 75248 w 311562"/>
                    <a:gd name="connsiteY1" fmla="*/ 0 h 85534"/>
                    <a:gd name="connsiteX2" fmla="*/ 0 w 311562"/>
                    <a:gd name="connsiteY2" fmla="*/ 43434 h 85534"/>
                    <a:gd name="connsiteX3" fmla="*/ 220027 w 311562"/>
                    <a:gd name="connsiteY3" fmla="*/ 85534 h 85534"/>
                    <a:gd name="connsiteX4" fmla="*/ 311563 w 311562"/>
                    <a:gd name="connsiteY4" fmla="*/ 32671 h 8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562" h="85534">
                      <a:moveTo>
                        <a:pt x="311563" y="32671"/>
                      </a:moveTo>
                      <a:lnTo>
                        <a:pt x="75248" y="0"/>
                      </a:lnTo>
                      <a:lnTo>
                        <a:pt x="0" y="43434"/>
                      </a:lnTo>
                      <a:lnTo>
                        <a:pt x="220027" y="85534"/>
                      </a:lnTo>
                      <a:lnTo>
                        <a:pt x="311563"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7" name="Freeform: Shape 1446">
                  <a:extLst>
                    <a:ext uri="{FF2B5EF4-FFF2-40B4-BE49-F238E27FC236}">
                      <a16:creationId xmlns:a16="http://schemas.microsoft.com/office/drawing/2014/main" id="{D40921BE-182E-391C-697C-73B6C716A455}"/>
                    </a:ext>
                  </a:extLst>
                </p:cNvPr>
                <p:cNvSpPr/>
                <p:nvPr/>
              </p:nvSpPr>
              <p:spPr>
                <a:xfrm>
                  <a:off x="4536661" y="7120318"/>
                  <a:ext cx="461771" cy="448437"/>
                </a:xfrm>
                <a:custGeom>
                  <a:avLst/>
                  <a:gdLst>
                    <a:gd name="connsiteX0" fmla="*/ 461772 w 461771"/>
                    <a:gd name="connsiteY0" fmla="*/ 180880 h 448437"/>
                    <a:gd name="connsiteX1" fmla="*/ 461772 w 461771"/>
                    <a:gd name="connsiteY1" fmla="*/ 0 h 448437"/>
                    <a:gd name="connsiteX2" fmla="*/ 0 w 461771"/>
                    <a:gd name="connsiteY2" fmla="*/ 267652 h 448437"/>
                    <a:gd name="connsiteX3" fmla="*/ 0 w 461771"/>
                    <a:gd name="connsiteY3" fmla="*/ 448437 h 448437"/>
                    <a:gd name="connsiteX4" fmla="*/ 461772 w 461771"/>
                    <a:gd name="connsiteY4" fmla="*/ 180880 h 448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771" h="448437">
                      <a:moveTo>
                        <a:pt x="461772" y="180880"/>
                      </a:moveTo>
                      <a:lnTo>
                        <a:pt x="461772" y="0"/>
                      </a:lnTo>
                      <a:lnTo>
                        <a:pt x="0" y="267652"/>
                      </a:lnTo>
                      <a:lnTo>
                        <a:pt x="0" y="448437"/>
                      </a:lnTo>
                      <a:lnTo>
                        <a:pt x="461772" y="180880"/>
                      </a:lnTo>
                      <a:close/>
                    </a:path>
                  </a:pathLst>
                </a:custGeom>
                <a:solidFill>
                  <a:srgbClr val="E1E9F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8" name="Freeform: Shape 1447">
                  <a:extLst>
                    <a:ext uri="{FF2B5EF4-FFF2-40B4-BE49-F238E27FC236}">
                      <a16:creationId xmlns:a16="http://schemas.microsoft.com/office/drawing/2014/main" id="{1E5EC062-FF6B-41BD-E70F-86F6FB9BE70F}"/>
                    </a:ext>
                  </a:extLst>
                </p:cNvPr>
                <p:cNvSpPr/>
                <p:nvPr/>
              </p:nvSpPr>
              <p:spPr>
                <a:xfrm>
                  <a:off x="4532185" y="7112603"/>
                  <a:ext cx="470725" cy="463962"/>
                </a:xfrm>
                <a:custGeom>
                  <a:avLst/>
                  <a:gdLst>
                    <a:gd name="connsiteX0" fmla="*/ 461772 w 470725"/>
                    <a:gd name="connsiteY0" fmla="*/ 15526 h 463962"/>
                    <a:gd name="connsiteX1" fmla="*/ 461772 w 470725"/>
                    <a:gd name="connsiteY1" fmla="*/ 186023 h 463962"/>
                    <a:gd name="connsiteX2" fmla="*/ 8954 w 470725"/>
                    <a:gd name="connsiteY2" fmla="*/ 448437 h 463962"/>
                    <a:gd name="connsiteX3" fmla="*/ 8954 w 470725"/>
                    <a:gd name="connsiteY3" fmla="*/ 277939 h 463962"/>
                    <a:gd name="connsiteX4" fmla="*/ 461772 w 470725"/>
                    <a:gd name="connsiteY4" fmla="*/ 15526 h 463962"/>
                    <a:gd name="connsiteX5" fmla="*/ 461772 w 470725"/>
                    <a:gd name="connsiteY5" fmla="*/ 15526 h 463962"/>
                    <a:gd name="connsiteX6" fmla="*/ 470725 w 470725"/>
                    <a:gd name="connsiteY6" fmla="*/ 0 h 463962"/>
                    <a:gd name="connsiteX7" fmla="*/ 457295 w 470725"/>
                    <a:gd name="connsiteY7" fmla="*/ 7810 h 463962"/>
                    <a:gd name="connsiteX8" fmla="*/ 4477 w 470725"/>
                    <a:gd name="connsiteY8" fmla="*/ 270224 h 463962"/>
                    <a:gd name="connsiteX9" fmla="*/ 0 w 470725"/>
                    <a:gd name="connsiteY9" fmla="*/ 272796 h 463962"/>
                    <a:gd name="connsiteX10" fmla="*/ 0 w 470725"/>
                    <a:gd name="connsiteY10" fmla="*/ 463963 h 463962"/>
                    <a:gd name="connsiteX11" fmla="*/ 13430 w 470725"/>
                    <a:gd name="connsiteY11" fmla="*/ 456152 h 463962"/>
                    <a:gd name="connsiteX12" fmla="*/ 466249 w 470725"/>
                    <a:gd name="connsiteY12" fmla="*/ 193738 h 463962"/>
                    <a:gd name="connsiteX13" fmla="*/ 470725 w 470725"/>
                    <a:gd name="connsiteY13" fmla="*/ 191167 h 463962"/>
                    <a:gd name="connsiteX14" fmla="*/ 470725 w 470725"/>
                    <a:gd name="connsiteY14" fmla="*/ 0 h 463962"/>
                    <a:gd name="connsiteX15" fmla="*/ 470725 w 470725"/>
                    <a:gd name="connsiteY15" fmla="*/ 0 h 46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0725" h="463962">
                      <a:moveTo>
                        <a:pt x="461772" y="15526"/>
                      </a:moveTo>
                      <a:lnTo>
                        <a:pt x="461772" y="186023"/>
                      </a:lnTo>
                      <a:lnTo>
                        <a:pt x="8954" y="448437"/>
                      </a:lnTo>
                      <a:lnTo>
                        <a:pt x="8954" y="277939"/>
                      </a:lnTo>
                      <a:lnTo>
                        <a:pt x="461772" y="15526"/>
                      </a:lnTo>
                      <a:lnTo>
                        <a:pt x="461772" y="15526"/>
                      </a:lnTo>
                      <a:close/>
                      <a:moveTo>
                        <a:pt x="470725" y="0"/>
                      </a:moveTo>
                      <a:lnTo>
                        <a:pt x="457295" y="7810"/>
                      </a:lnTo>
                      <a:lnTo>
                        <a:pt x="4477" y="270224"/>
                      </a:lnTo>
                      <a:lnTo>
                        <a:pt x="0" y="272796"/>
                      </a:lnTo>
                      <a:lnTo>
                        <a:pt x="0" y="463963"/>
                      </a:lnTo>
                      <a:lnTo>
                        <a:pt x="13430" y="456152"/>
                      </a:lnTo>
                      <a:lnTo>
                        <a:pt x="466249" y="193738"/>
                      </a:lnTo>
                      <a:lnTo>
                        <a:pt x="470725" y="191167"/>
                      </a:lnTo>
                      <a:lnTo>
                        <a:pt x="470725" y="0"/>
                      </a:lnTo>
                      <a:lnTo>
                        <a:pt x="470725" y="0"/>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49" name="Freeform: Shape 1448">
                  <a:extLst>
                    <a:ext uri="{FF2B5EF4-FFF2-40B4-BE49-F238E27FC236}">
                      <a16:creationId xmlns:a16="http://schemas.microsoft.com/office/drawing/2014/main" id="{107049E2-0933-651F-F357-DE5557EC3367}"/>
                    </a:ext>
                  </a:extLst>
                </p:cNvPr>
                <p:cNvSpPr/>
                <p:nvPr/>
              </p:nvSpPr>
              <p:spPr>
                <a:xfrm>
                  <a:off x="4878418" y="7185945"/>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0" name="Freeform: Shape 1449">
                  <a:extLst>
                    <a:ext uri="{FF2B5EF4-FFF2-40B4-BE49-F238E27FC236}">
                      <a16:creationId xmlns:a16="http://schemas.microsoft.com/office/drawing/2014/main" id="{DA639B83-6CA5-0779-DEB4-633BF36217B3}"/>
                    </a:ext>
                  </a:extLst>
                </p:cNvPr>
                <p:cNvSpPr/>
                <p:nvPr/>
              </p:nvSpPr>
              <p:spPr>
                <a:xfrm>
                  <a:off x="4760689" y="7255097"/>
                  <a:ext cx="5905" cy="178784"/>
                </a:xfrm>
                <a:custGeom>
                  <a:avLst/>
                  <a:gdLst>
                    <a:gd name="connsiteX0" fmla="*/ 0 w 5905"/>
                    <a:gd name="connsiteY0" fmla="*/ 0 h 178784"/>
                    <a:gd name="connsiteX1" fmla="*/ 5906 w 5905"/>
                    <a:gd name="connsiteY1" fmla="*/ 0 h 178784"/>
                    <a:gd name="connsiteX2" fmla="*/ 5906 w 5905"/>
                    <a:gd name="connsiteY2" fmla="*/ 178784 h 178784"/>
                    <a:gd name="connsiteX3" fmla="*/ 0 w 5905"/>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5905" h="178784">
                      <a:moveTo>
                        <a:pt x="0" y="0"/>
                      </a:moveTo>
                      <a:lnTo>
                        <a:pt x="5906" y="0"/>
                      </a:lnTo>
                      <a:lnTo>
                        <a:pt x="5906"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1" name="Freeform: Shape 1450">
                  <a:extLst>
                    <a:ext uri="{FF2B5EF4-FFF2-40B4-BE49-F238E27FC236}">
                      <a16:creationId xmlns:a16="http://schemas.microsoft.com/office/drawing/2014/main" id="{0F99BAFE-273D-3660-7381-9F61326303BF}"/>
                    </a:ext>
                  </a:extLst>
                </p:cNvPr>
                <p:cNvSpPr/>
                <p:nvPr/>
              </p:nvSpPr>
              <p:spPr>
                <a:xfrm>
                  <a:off x="4642865" y="7327201"/>
                  <a:ext cx="6000" cy="178784"/>
                </a:xfrm>
                <a:custGeom>
                  <a:avLst/>
                  <a:gdLst>
                    <a:gd name="connsiteX0" fmla="*/ 0 w 6000"/>
                    <a:gd name="connsiteY0" fmla="*/ 0 h 178784"/>
                    <a:gd name="connsiteX1" fmla="*/ 6001 w 6000"/>
                    <a:gd name="connsiteY1" fmla="*/ 0 h 178784"/>
                    <a:gd name="connsiteX2" fmla="*/ 6001 w 6000"/>
                    <a:gd name="connsiteY2" fmla="*/ 178784 h 178784"/>
                    <a:gd name="connsiteX3" fmla="*/ 0 w 6000"/>
                    <a:gd name="connsiteY3" fmla="*/ 178784 h 178784"/>
                  </a:gdLst>
                  <a:ahLst/>
                  <a:cxnLst>
                    <a:cxn ang="0">
                      <a:pos x="connsiteX0" y="connsiteY0"/>
                    </a:cxn>
                    <a:cxn ang="0">
                      <a:pos x="connsiteX1" y="connsiteY1"/>
                    </a:cxn>
                    <a:cxn ang="0">
                      <a:pos x="connsiteX2" y="connsiteY2"/>
                    </a:cxn>
                    <a:cxn ang="0">
                      <a:pos x="connsiteX3" y="connsiteY3"/>
                    </a:cxn>
                  </a:cxnLst>
                  <a:rect l="l" t="t" r="r" b="b"/>
                  <a:pathLst>
                    <a:path w="6000" h="178784">
                      <a:moveTo>
                        <a:pt x="0" y="0"/>
                      </a:moveTo>
                      <a:lnTo>
                        <a:pt x="6001" y="0"/>
                      </a:lnTo>
                      <a:lnTo>
                        <a:pt x="6001" y="178784"/>
                      </a:lnTo>
                      <a:lnTo>
                        <a:pt x="0" y="178784"/>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2" name="Freeform: Shape 1451">
                  <a:extLst>
                    <a:ext uri="{FF2B5EF4-FFF2-40B4-BE49-F238E27FC236}">
                      <a16:creationId xmlns:a16="http://schemas.microsoft.com/office/drawing/2014/main" id="{C10F4314-7506-813C-7CBC-DE96A7058A50}"/>
                    </a:ext>
                  </a:extLst>
                </p:cNvPr>
                <p:cNvSpPr/>
                <p:nvPr/>
              </p:nvSpPr>
              <p:spPr>
                <a:xfrm>
                  <a:off x="4692300" y="7272242"/>
                  <a:ext cx="289559" cy="63150"/>
                </a:xfrm>
                <a:custGeom>
                  <a:avLst/>
                  <a:gdLst>
                    <a:gd name="connsiteX0" fmla="*/ 289560 w 289559"/>
                    <a:gd name="connsiteY0" fmla="*/ 32671 h 63150"/>
                    <a:gd name="connsiteX1" fmla="*/ 53245 w 289559"/>
                    <a:gd name="connsiteY1" fmla="*/ 0 h 63150"/>
                    <a:gd name="connsiteX2" fmla="*/ 0 w 289559"/>
                    <a:gd name="connsiteY2" fmla="*/ 30766 h 63150"/>
                    <a:gd name="connsiteX3" fmla="*/ 236982 w 289559"/>
                    <a:gd name="connsiteY3" fmla="*/ 63151 h 63150"/>
                    <a:gd name="connsiteX4" fmla="*/ 289560 w 289559"/>
                    <a:gd name="connsiteY4" fmla="*/ 32671 h 6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59" h="63150">
                      <a:moveTo>
                        <a:pt x="289560" y="32671"/>
                      </a:moveTo>
                      <a:lnTo>
                        <a:pt x="53245" y="0"/>
                      </a:lnTo>
                      <a:lnTo>
                        <a:pt x="0" y="30766"/>
                      </a:lnTo>
                      <a:lnTo>
                        <a:pt x="236982" y="63151"/>
                      </a:lnTo>
                      <a:lnTo>
                        <a:pt x="289560" y="32671"/>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3" name="Freeform: Shape 1452">
                  <a:extLst>
                    <a:ext uri="{FF2B5EF4-FFF2-40B4-BE49-F238E27FC236}">
                      <a16:creationId xmlns:a16="http://schemas.microsoft.com/office/drawing/2014/main" id="{15CB66E5-907B-4CF0-DB35-ABC1C331DDE3}"/>
                    </a:ext>
                  </a:extLst>
                </p:cNvPr>
                <p:cNvSpPr/>
                <p:nvPr/>
              </p:nvSpPr>
              <p:spPr>
                <a:xfrm>
                  <a:off x="4519691" y="6848816"/>
                  <a:ext cx="311562" cy="85533"/>
                </a:xfrm>
                <a:custGeom>
                  <a:avLst/>
                  <a:gdLst>
                    <a:gd name="connsiteX0" fmla="*/ 311563 w 311562"/>
                    <a:gd name="connsiteY0" fmla="*/ 32766 h 85534"/>
                    <a:gd name="connsiteX1" fmla="*/ 75248 w 311562"/>
                    <a:gd name="connsiteY1" fmla="*/ 0 h 85534"/>
                    <a:gd name="connsiteX2" fmla="*/ 0 w 311562"/>
                    <a:gd name="connsiteY2" fmla="*/ 43434 h 85534"/>
                    <a:gd name="connsiteX3" fmla="*/ 220027 w 311562"/>
                    <a:gd name="connsiteY3" fmla="*/ 85534 h 85534"/>
                    <a:gd name="connsiteX4" fmla="*/ 311563 w 311562"/>
                    <a:gd name="connsiteY4" fmla="*/ 32766 h 85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562" h="85534">
                      <a:moveTo>
                        <a:pt x="311563" y="32766"/>
                      </a:moveTo>
                      <a:lnTo>
                        <a:pt x="75248" y="0"/>
                      </a:lnTo>
                      <a:lnTo>
                        <a:pt x="0" y="43434"/>
                      </a:lnTo>
                      <a:lnTo>
                        <a:pt x="220027" y="85534"/>
                      </a:lnTo>
                      <a:lnTo>
                        <a:pt x="311563" y="32766"/>
                      </a:lnTo>
                      <a:close/>
                    </a:path>
                  </a:pathLst>
                </a:custGeom>
                <a:solidFill>
                  <a:srgbClr val="29383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4" name="Freeform: Shape 1453">
                  <a:extLst>
                    <a:ext uri="{FF2B5EF4-FFF2-40B4-BE49-F238E27FC236}">
                      <a16:creationId xmlns:a16="http://schemas.microsoft.com/office/drawing/2014/main" id="{11F0BE66-F5B8-B597-36B5-D10C033B8BCB}"/>
                    </a:ext>
                  </a:extLst>
                </p:cNvPr>
                <p:cNvSpPr/>
                <p:nvPr/>
              </p:nvSpPr>
              <p:spPr>
                <a:xfrm>
                  <a:off x="4584667" y="6326124"/>
                  <a:ext cx="111252" cy="64484"/>
                </a:xfrm>
                <a:custGeom>
                  <a:avLst/>
                  <a:gdLst>
                    <a:gd name="connsiteX0" fmla="*/ 0 w 111252"/>
                    <a:gd name="connsiteY0" fmla="*/ 32385 h 64484"/>
                    <a:gd name="connsiteX1" fmla="*/ 55721 w 111252"/>
                    <a:gd name="connsiteY1" fmla="*/ 0 h 64484"/>
                    <a:gd name="connsiteX2" fmla="*/ 111252 w 111252"/>
                    <a:gd name="connsiteY2" fmla="*/ 32099 h 64484"/>
                    <a:gd name="connsiteX3" fmla="*/ 55531 w 111252"/>
                    <a:gd name="connsiteY3" fmla="*/ 64484 h 64484"/>
                    <a:gd name="connsiteX4" fmla="*/ 0 w 111252"/>
                    <a:gd name="connsiteY4" fmla="*/ 32385 h 64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52" h="64484">
                      <a:moveTo>
                        <a:pt x="0" y="32385"/>
                      </a:moveTo>
                      <a:lnTo>
                        <a:pt x="55721" y="0"/>
                      </a:lnTo>
                      <a:lnTo>
                        <a:pt x="111252" y="32099"/>
                      </a:lnTo>
                      <a:lnTo>
                        <a:pt x="55531" y="64484"/>
                      </a:lnTo>
                      <a:lnTo>
                        <a:pt x="0" y="32385"/>
                      </a:lnTo>
                      <a:close/>
                    </a:path>
                  </a:pathLst>
                </a:custGeom>
                <a:solidFill>
                  <a:srgbClr val="050505">
                    <a:alpha val="2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5" name="Freeform: Shape 1454">
                  <a:extLst>
                    <a:ext uri="{FF2B5EF4-FFF2-40B4-BE49-F238E27FC236}">
                      <a16:creationId xmlns:a16="http://schemas.microsoft.com/office/drawing/2014/main" id="{3D8220EB-1898-6AF0-DAB8-F7E35021135F}"/>
                    </a:ext>
                  </a:extLst>
                </p:cNvPr>
                <p:cNvSpPr/>
                <p:nvPr/>
              </p:nvSpPr>
              <p:spPr>
                <a:xfrm>
                  <a:off x="4618291" y="6290500"/>
                  <a:ext cx="50863" cy="87725"/>
                </a:xfrm>
                <a:custGeom>
                  <a:avLst/>
                  <a:gdLst>
                    <a:gd name="connsiteX0" fmla="*/ 95 w 50863"/>
                    <a:gd name="connsiteY0" fmla="*/ 29527 h 87725"/>
                    <a:gd name="connsiteX1" fmla="*/ 50863 w 50863"/>
                    <a:gd name="connsiteY1" fmla="*/ 0 h 87725"/>
                    <a:gd name="connsiteX2" fmla="*/ 50768 w 50863"/>
                    <a:gd name="connsiteY2" fmla="*/ 58198 h 87725"/>
                    <a:gd name="connsiteX3" fmla="*/ 0 w 50863"/>
                    <a:gd name="connsiteY3" fmla="*/ 87725 h 87725"/>
                    <a:gd name="connsiteX4" fmla="*/ 95 w 50863"/>
                    <a:gd name="connsiteY4" fmla="*/ 29527 h 87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 h="87725">
                      <a:moveTo>
                        <a:pt x="95" y="29527"/>
                      </a:moveTo>
                      <a:lnTo>
                        <a:pt x="50863" y="0"/>
                      </a:lnTo>
                      <a:lnTo>
                        <a:pt x="50768" y="58198"/>
                      </a:lnTo>
                      <a:lnTo>
                        <a:pt x="0" y="87725"/>
                      </a:lnTo>
                      <a:lnTo>
                        <a:pt x="95" y="29527"/>
                      </a:lnTo>
                      <a:close/>
                    </a:path>
                  </a:pathLst>
                </a:custGeom>
                <a:solidFill>
                  <a:srgbClr val="ADABA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56" name="Graphic 19">
                  <a:extLst>
                    <a:ext uri="{FF2B5EF4-FFF2-40B4-BE49-F238E27FC236}">
                      <a16:creationId xmlns:a16="http://schemas.microsoft.com/office/drawing/2014/main" id="{B5A4CF2E-86C5-2FD6-5980-EC5CFE1CBBCD}"/>
                    </a:ext>
                  </a:extLst>
                </p:cNvPr>
                <p:cNvGrpSpPr/>
                <p:nvPr/>
              </p:nvGrpSpPr>
              <p:grpSpPr>
                <a:xfrm>
                  <a:off x="4567808" y="6261353"/>
                  <a:ext cx="101345" cy="58769"/>
                  <a:chOff x="4567808" y="6261353"/>
                  <a:chExt cx="101345" cy="58769"/>
                </a:xfrm>
              </p:grpSpPr>
              <p:sp>
                <p:nvSpPr>
                  <p:cNvPr id="1521" name="Freeform: Shape 1520">
                    <a:extLst>
                      <a:ext uri="{FF2B5EF4-FFF2-40B4-BE49-F238E27FC236}">
                        <a16:creationId xmlns:a16="http://schemas.microsoft.com/office/drawing/2014/main" id="{51E7B57F-A913-0429-63E2-7ECBC24AD498}"/>
                      </a:ext>
                    </a:extLst>
                  </p:cNvPr>
                  <p:cNvSpPr/>
                  <p:nvPr/>
                </p:nvSpPr>
                <p:spPr>
                  <a:xfrm>
                    <a:off x="4571713" y="6263544"/>
                    <a:ext cx="93535" cy="54197"/>
                  </a:xfrm>
                  <a:custGeom>
                    <a:avLst/>
                    <a:gdLst>
                      <a:gd name="connsiteX0" fmla="*/ 0 w 93535"/>
                      <a:gd name="connsiteY0" fmla="*/ 27241 h 54197"/>
                      <a:gd name="connsiteX1" fmla="*/ 46863 w 93535"/>
                      <a:gd name="connsiteY1" fmla="*/ 0 h 54197"/>
                      <a:gd name="connsiteX2" fmla="*/ 93536 w 93535"/>
                      <a:gd name="connsiteY2" fmla="*/ 26956 h 54197"/>
                      <a:gd name="connsiteX3" fmla="*/ 46672 w 93535"/>
                      <a:gd name="connsiteY3" fmla="*/ 54197 h 54197"/>
                      <a:gd name="connsiteX4" fmla="*/ 0 w 93535"/>
                      <a:gd name="connsiteY4" fmla="*/ 27241 h 5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35" h="54197">
                        <a:moveTo>
                          <a:pt x="0" y="27241"/>
                        </a:moveTo>
                        <a:lnTo>
                          <a:pt x="46863" y="0"/>
                        </a:lnTo>
                        <a:lnTo>
                          <a:pt x="93536" y="26956"/>
                        </a:lnTo>
                        <a:lnTo>
                          <a:pt x="46672" y="54197"/>
                        </a:lnTo>
                        <a:lnTo>
                          <a:pt x="0" y="27241"/>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22" name="Freeform: Shape 1521">
                    <a:extLst>
                      <a:ext uri="{FF2B5EF4-FFF2-40B4-BE49-F238E27FC236}">
                        <a16:creationId xmlns:a16="http://schemas.microsoft.com/office/drawing/2014/main" id="{66598D90-D958-A998-B087-5CEE306B3B5D}"/>
                      </a:ext>
                    </a:extLst>
                  </p:cNvPr>
                  <p:cNvSpPr/>
                  <p:nvPr/>
                </p:nvSpPr>
                <p:spPr>
                  <a:xfrm>
                    <a:off x="4567808" y="6261353"/>
                    <a:ext cx="101345" cy="58769"/>
                  </a:xfrm>
                  <a:custGeom>
                    <a:avLst/>
                    <a:gdLst>
                      <a:gd name="connsiteX0" fmla="*/ 50768 w 101345"/>
                      <a:gd name="connsiteY0" fmla="*/ 4477 h 58769"/>
                      <a:gd name="connsiteX1" fmla="*/ 93536 w 101345"/>
                      <a:gd name="connsiteY1" fmla="*/ 29147 h 58769"/>
                      <a:gd name="connsiteX2" fmla="*/ 50673 w 101345"/>
                      <a:gd name="connsiteY2" fmla="*/ 54102 h 58769"/>
                      <a:gd name="connsiteX3" fmla="*/ 7906 w 101345"/>
                      <a:gd name="connsiteY3" fmla="*/ 29432 h 58769"/>
                      <a:gd name="connsiteX4" fmla="*/ 50864 w 101345"/>
                      <a:gd name="connsiteY4" fmla="*/ 4477 h 58769"/>
                      <a:gd name="connsiteX5" fmla="*/ 50864 w 101345"/>
                      <a:gd name="connsiteY5" fmla="*/ 4477 h 58769"/>
                      <a:gd name="connsiteX6" fmla="*/ 50768 w 101345"/>
                      <a:gd name="connsiteY6" fmla="*/ 0 h 58769"/>
                      <a:gd name="connsiteX7" fmla="*/ 0 w 101345"/>
                      <a:gd name="connsiteY7" fmla="*/ 29528 h 58769"/>
                      <a:gd name="connsiteX8" fmla="*/ 50578 w 101345"/>
                      <a:gd name="connsiteY8" fmla="*/ 58769 h 58769"/>
                      <a:gd name="connsiteX9" fmla="*/ 101346 w 101345"/>
                      <a:gd name="connsiteY9" fmla="*/ 29337 h 58769"/>
                      <a:gd name="connsiteX10" fmla="*/ 50768 w 101345"/>
                      <a:gd name="connsiteY10" fmla="*/ 95 h 58769"/>
                      <a:gd name="connsiteX11" fmla="*/ 50768 w 101345"/>
                      <a:gd name="connsiteY11" fmla="*/ 95 h 58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345" h="58769">
                        <a:moveTo>
                          <a:pt x="50768" y="4477"/>
                        </a:moveTo>
                        <a:lnTo>
                          <a:pt x="93536" y="29147"/>
                        </a:lnTo>
                        <a:lnTo>
                          <a:pt x="50673" y="54102"/>
                        </a:lnTo>
                        <a:lnTo>
                          <a:pt x="7906" y="29432"/>
                        </a:lnTo>
                        <a:lnTo>
                          <a:pt x="50864" y="4477"/>
                        </a:lnTo>
                        <a:lnTo>
                          <a:pt x="50864" y="4477"/>
                        </a:lnTo>
                        <a:close/>
                        <a:moveTo>
                          <a:pt x="50768" y="0"/>
                        </a:moveTo>
                        <a:lnTo>
                          <a:pt x="0" y="29528"/>
                        </a:lnTo>
                        <a:lnTo>
                          <a:pt x="50578" y="58769"/>
                        </a:lnTo>
                        <a:lnTo>
                          <a:pt x="101346" y="29337"/>
                        </a:lnTo>
                        <a:lnTo>
                          <a:pt x="50768" y="95"/>
                        </a:lnTo>
                        <a:lnTo>
                          <a:pt x="50768" y="95"/>
                        </a:lnTo>
                        <a:close/>
                      </a:path>
                    </a:pathLst>
                  </a:custGeom>
                  <a:solidFill>
                    <a:srgbClr val="EFEAE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57" name="Freeform: Shape 1456">
                  <a:extLst>
                    <a:ext uri="{FF2B5EF4-FFF2-40B4-BE49-F238E27FC236}">
                      <a16:creationId xmlns:a16="http://schemas.microsoft.com/office/drawing/2014/main" id="{6AECACCA-B5EA-4CFE-0720-E9709265A148}"/>
                    </a:ext>
                  </a:extLst>
                </p:cNvPr>
                <p:cNvSpPr/>
                <p:nvPr/>
              </p:nvSpPr>
              <p:spPr>
                <a:xfrm>
                  <a:off x="4567713" y="6290786"/>
                  <a:ext cx="50672" cy="87439"/>
                </a:xfrm>
                <a:custGeom>
                  <a:avLst/>
                  <a:gdLst>
                    <a:gd name="connsiteX0" fmla="*/ 50673 w 50672"/>
                    <a:gd name="connsiteY0" fmla="*/ 29242 h 87439"/>
                    <a:gd name="connsiteX1" fmla="*/ 50578 w 50672"/>
                    <a:gd name="connsiteY1" fmla="*/ 87440 h 87439"/>
                    <a:gd name="connsiteX2" fmla="*/ 0 w 50672"/>
                    <a:gd name="connsiteY2" fmla="*/ 58198 h 87439"/>
                    <a:gd name="connsiteX3" fmla="*/ 95 w 50672"/>
                    <a:gd name="connsiteY3" fmla="*/ 0 h 87439"/>
                    <a:gd name="connsiteX4" fmla="*/ 50673 w 50672"/>
                    <a:gd name="connsiteY4" fmla="*/ 29242 h 8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72" h="87439">
                      <a:moveTo>
                        <a:pt x="50673" y="29242"/>
                      </a:moveTo>
                      <a:lnTo>
                        <a:pt x="50578" y="87440"/>
                      </a:lnTo>
                      <a:lnTo>
                        <a:pt x="0" y="58198"/>
                      </a:lnTo>
                      <a:lnTo>
                        <a:pt x="95" y="0"/>
                      </a:lnTo>
                      <a:lnTo>
                        <a:pt x="50673" y="29242"/>
                      </a:lnTo>
                      <a:close/>
                    </a:path>
                  </a:pathLst>
                </a:custGeom>
                <a:solidFill>
                  <a:srgbClr val="D1CDC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8" name="Freeform: Shape 1457">
                  <a:extLst>
                    <a:ext uri="{FF2B5EF4-FFF2-40B4-BE49-F238E27FC236}">
                      <a16:creationId xmlns:a16="http://schemas.microsoft.com/office/drawing/2014/main" id="{6D6AE3CB-E4A5-1734-8CB4-523FB9F760AA}"/>
                    </a:ext>
                  </a:extLst>
                </p:cNvPr>
                <p:cNvSpPr/>
                <p:nvPr/>
              </p:nvSpPr>
              <p:spPr>
                <a:xfrm>
                  <a:off x="4571142" y="6314027"/>
                  <a:ext cx="41243" cy="25907"/>
                </a:xfrm>
                <a:custGeom>
                  <a:avLst/>
                  <a:gdLst>
                    <a:gd name="connsiteX0" fmla="*/ 0 w 41243"/>
                    <a:gd name="connsiteY0" fmla="*/ 2095 h 25907"/>
                    <a:gd name="connsiteX1" fmla="*/ 0 w 41243"/>
                    <a:gd name="connsiteY1" fmla="*/ 0 h 25907"/>
                    <a:gd name="connsiteX2" fmla="*/ 41243 w 41243"/>
                    <a:gd name="connsiteY2" fmla="*/ 23908 h 25907"/>
                    <a:gd name="connsiteX3" fmla="*/ 41243 w 41243"/>
                    <a:gd name="connsiteY3" fmla="*/ 25908 h 25907"/>
                    <a:gd name="connsiteX4" fmla="*/ 0 w 41243"/>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0" y="2095"/>
                      </a:moveTo>
                      <a:lnTo>
                        <a:pt x="0" y="0"/>
                      </a:lnTo>
                      <a:lnTo>
                        <a:pt x="41243" y="23908"/>
                      </a:lnTo>
                      <a:lnTo>
                        <a:pt x="41243" y="25908"/>
                      </a:lnTo>
                      <a:lnTo>
                        <a:pt x="0"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59" name="Freeform: Shape 1458">
                  <a:extLst>
                    <a:ext uri="{FF2B5EF4-FFF2-40B4-BE49-F238E27FC236}">
                      <a16:creationId xmlns:a16="http://schemas.microsoft.com/office/drawing/2014/main" id="{859160D6-1A94-B3AF-E875-9FB9B968C5EF}"/>
                    </a:ext>
                  </a:extLst>
                </p:cNvPr>
                <p:cNvSpPr/>
                <p:nvPr/>
              </p:nvSpPr>
              <p:spPr>
                <a:xfrm>
                  <a:off x="4571047" y="6338601"/>
                  <a:ext cx="41243" cy="25908"/>
                </a:xfrm>
                <a:custGeom>
                  <a:avLst/>
                  <a:gdLst>
                    <a:gd name="connsiteX0" fmla="*/ 0 w 41243"/>
                    <a:gd name="connsiteY0" fmla="*/ 2000 h 25908"/>
                    <a:gd name="connsiteX1" fmla="*/ 0 w 41243"/>
                    <a:gd name="connsiteY1" fmla="*/ 0 h 25908"/>
                    <a:gd name="connsiteX2" fmla="*/ 41243 w 41243"/>
                    <a:gd name="connsiteY2" fmla="*/ 23813 h 25908"/>
                    <a:gd name="connsiteX3" fmla="*/ 41243 w 41243"/>
                    <a:gd name="connsiteY3" fmla="*/ 25908 h 25908"/>
                    <a:gd name="connsiteX4" fmla="*/ 0 w 41243"/>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8">
                      <a:moveTo>
                        <a:pt x="0" y="2000"/>
                      </a:moveTo>
                      <a:lnTo>
                        <a:pt x="0" y="0"/>
                      </a:lnTo>
                      <a:lnTo>
                        <a:pt x="41243" y="23813"/>
                      </a:lnTo>
                      <a:lnTo>
                        <a:pt x="41243"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60" name="Graphic 19">
                  <a:extLst>
                    <a:ext uri="{FF2B5EF4-FFF2-40B4-BE49-F238E27FC236}">
                      <a16:creationId xmlns:a16="http://schemas.microsoft.com/office/drawing/2014/main" id="{2CE34552-14D7-F6CD-F001-D060D1AE3FDA}"/>
                    </a:ext>
                  </a:extLst>
                </p:cNvPr>
                <p:cNvGrpSpPr/>
                <p:nvPr/>
              </p:nvGrpSpPr>
              <p:grpSpPr>
                <a:xfrm>
                  <a:off x="4571047" y="6320218"/>
                  <a:ext cx="41338" cy="38100"/>
                  <a:chOff x="4571047" y="6320218"/>
                  <a:chExt cx="41338" cy="38100"/>
                </a:xfrm>
                <a:solidFill>
                  <a:srgbClr val="9B9A98"/>
                </a:solidFill>
              </p:grpSpPr>
              <p:sp>
                <p:nvSpPr>
                  <p:cNvPr id="1518" name="Freeform: Shape 1517">
                    <a:extLst>
                      <a:ext uri="{FF2B5EF4-FFF2-40B4-BE49-F238E27FC236}">
                        <a16:creationId xmlns:a16="http://schemas.microsoft.com/office/drawing/2014/main" id="{37725AB3-8837-0BA7-FFD0-FC9AF267220D}"/>
                      </a:ext>
                    </a:extLst>
                  </p:cNvPr>
                  <p:cNvSpPr/>
                  <p:nvPr/>
                </p:nvSpPr>
                <p:spPr>
                  <a:xfrm>
                    <a:off x="4571047" y="6332505"/>
                    <a:ext cx="41338" cy="25812"/>
                  </a:xfrm>
                  <a:custGeom>
                    <a:avLst/>
                    <a:gdLst>
                      <a:gd name="connsiteX0" fmla="*/ 0 w 41338"/>
                      <a:gd name="connsiteY0" fmla="*/ 2000 h 25812"/>
                      <a:gd name="connsiteX1" fmla="*/ 0 w 41338"/>
                      <a:gd name="connsiteY1" fmla="*/ 0 h 25812"/>
                      <a:gd name="connsiteX2" fmla="*/ 41338 w 41338"/>
                      <a:gd name="connsiteY2" fmla="*/ 23813 h 25812"/>
                      <a:gd name="connsiteX3" fmla="*/ 41338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8" y="23813"/>
                        </a:lnTo>
                        <a:lnTo>
                          <a:pt x="41338"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9" name="Freeform: Shape 1518">
                    <a:extLst>
                      <a:ext uri="{FF2B5EF4-FFF2-40B4-BE49-F238E27FC236}">
                        <a16:creationId xmlns:a16="http://schemas.microsoft.com/office/drawing/2014/main" id="{757D51D0-9041-BFE8-F701-301A07753D7F}"/>
                      </a:ext>
                    </a:extLst>
                  </p:cNvPr>
                  <p:cNvSpPr/>
                  <p:nvPr/>
                </p:nvSpPr>
                <p:spPr>
                  <a:xfrm>
                    <a:off x="4571047" y="6326314"/>
                    <a:ext cx="41338" cy="25907"/>
                  </a:xfrm>
                  <a:custGeom>
                    <a:avLst/>
                    <a:gdLst>
                      <a:gd name="connsiteX0" fmla="*/ 0 w 41338"/>
                      <a:gd name="connsiteY0" fmla="*/ 2000 h 25907"/>
                      <a:gd name="connsiteX1" fmla="*/ 0 w 41338"/>
                      <a:gd name="connsiteY1" fmla="*/ 0 h 25907"/>
                      <a:gd name="connsiteX2" fmla="*/ 41338 w 41338"/>
                      <a:gd name="connsiteY2" fmla="*/ 23908 h 25907"/>
                      <a:gd name="connsiteX3" fmla="*/ 41338 w 41338"/>
                      <a:gd name="connsiteY3" fmla="*/ 25908 h 25907"/>
                      <a:gd name="connsiteX4" fmla="*/ 0 w 41338"/>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0" y="2000"/>
                        </a:moveTo>
                        <a:lnTo>
                          <a:pt x="0" y="0"/>
                        </a:lnTo>
                        <a:lnTo>
                          <a:pt x="41338" y="23908"/>
                        </a:lnTo>
                        <a:lnTo>
                          <a:pt x="41338"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20" name="Freeform: Shape 1519">
                    <a:extLst>
                      <a:ext uri="{FF2B5EF4-FFF2-40B4-BE49-F238E27FC236}">
                        <a16:creationId xmlns:a16="http://schemas.microsoft.com/office/drawing/2014/main" id="{A64A160C-8415-1323-0097-CE4DA7ACBDE9}"/>
                      </a:ext>
                    </a:extLst>
                  </p:cNvPr>
                  <p:cNvSpPr/>
                  <p:nvPr/>
                </p:nvSpPr>
                <p:spPr>
                  <a:xfrm>
                    <a:off x="4571047" y="6320218"/>
                    <a:ext cx="41338" cy="25812"/>
                  </a:xfrm>
                  <a:custGeom>
                    <a:avLst/>
                    <a:gdLst>
                      <a:gd name="connsiteX0" fmla="*/ 0 w 41338"/>
                      <a:gd name="connsiteY0" fmla="*/ 2000 h 25812"/>
                      <a:gd name="connsiteX1" fmla="*/ 0 w 41338"/>
                      <a:gd name="connsiteY1" fmla="*/ 0 h 25812"/>
                      <a:gd name="connsiteX2" fmla="*/ 41338 w 41338"/>
                      <a:gd name="connsiteY2" fmla="*/ 23813 h 25812"/>
                      <a:gd name="connsiteX3" fmla="*/ 41338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8" y="23813"/>
                        </a:lnTo>
                        <a:lnTo>
                          <a:pt x="41338"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61" name="Freeform: Shape 1460">
                  <a:extLst>
                    <a:ext uri="{FF2B5EF4-FFF2-40B4-BE49-F238E27FC236}">
                      <a16:creationId xmlns:a16="http://schemas.microsoft.com/office/drawing/2014/main" id="{E9209325-EB89-3259-3728-10D5906889B6}"/>
                    </a:ext>
                  </a:extLst>
                </p:cNvPr>
                <p:cNvSpPr/>
                <p:nvPr/>
              </p:nvSpPr>
              <p:spPr>
                <a:xfrm>
                  <a:off x="4571142" y="6307931"/>
                  <a:ext cx="41243" cy="25907"/>
                </a:xfrm>
                <a:custGeom>
                  <a:avLst/>
                  <a:gdLst>
                    <a:gd name="connsiteX0" fmla="*/ 0 w 41243"/>
                    <a:gd name="connsiteY0" fmla="*/ 2000 h 25907"/>
                    <a:gd name="connsiteX1" fmla="*/ 0 w 41243"/>
                    <a:gd name="connsiteY1" fmla="*/ 0 h 25907"/>
                    <a:gd name="connsiteX2" fmla="*/ 41243 w 41243"/>
                    <a:gd name="connsiteY2" fmla="*/ 23908 h 25907"/>
                    <a:gd name="connsiteX3" fmla="*/ 41243 w 41243"/>
                    <a:gd name="connsiteY3" fmla="*/ 25908 h 25907"/>
                    <a:gd name="connsiteX4" fmla="*/ 0 w 41243"/>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0" y="2000"/>
                      </a:moveTo>
                      <a:lnTo>
                        <a:pt x="0" y="0"/>
                      </a:lnTo>
                      <a:lnTo>
                        <a:pt x="41243" y="23908"/>
                      </a:lnTo>
                      <a:lnTo>
                        <a:pt x="41243"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2" name="Freeform: Shape 1461">
                  <a:extLst>
                    <a:ext uri="{FF2B5EF4-FFF2-40B4-BE49-F238E27FC236}">
                      <a16:creationId xmlns:a16="http://schemas.microsoft.com/office/drawing/2014/main" id="{9162D1F0-803F-9E37-D7ED-B42A56CBEE53}"/>
                    </a:ext>
                  </a:extLst>
                </p:cNvPr>
                <p:cNvSpPr/>
                <p:nvPr/>
              </p:nvSpPr>
              <p:spPr>
                <a:xfrm>
                  <a:off x="4571142" y="6301835"/>
                  <a:ext cx="41243" cy="25812"/>
                </a:xfrm>
                <a:custGeom>
                  <a:avLst/>
                  <a:gdLst>
                    <a:gd name="connsiteX0" fmla="*/ 0 w 41243"/>
                    <a:gd name="connsiteY0" fmla="*/ 2000 h 25812"/>
                    <a:gd name="connsiteX1" fmla="*/ 0 w 41243"/>
                    <a:gd name="connsiteY1" fmla="*/ 0 h 25812"/>
                    <a:gd name="connsiteX2" fmla="*/ 41243 w 41243"/>
                    <a:gd name="connsiteY2" fmla="*/ 23813 h 25812"/>
                    <a:gd name="connsiteX3" fmla="*/ 41243 w 41243"/>
                    <a:gd name="connsiteY3" fmla="*/ 25813 h 25812"/>
                    <a:gd name="connsiteX4" fmla="*/ 0 w 41243"/>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812">
                      <a:moveTo>
                        <a:pt x="0" y="2000"/>
                      </a:moveTo>
                      <a:lnTo>
                        <a:pt x="0" y="0"/>
                      </a:lnTo>
                      <a:lnTo>
                        <a:pt x="41243" y="23813"/>
                      </a:lnTo>
                      <a:lnTo>
                        <a:pt x="41243"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3" name="Freeform: Shape 1462">
                  <a:extLst>
                    <a:ext uri="{FF2B5EF4-FFF2-40B4-BE49-F238E27FC236}">
                      <a16:creationId xmlns:a16="http://schemas.microsoft.com/office/drawing/2014/main" id="{DFC617F8-421D-442F-E27A-DBF2118A0CD4}"/>
                    </a:ext>
                  </a:extLst>
                </p:cNvPr>
                <p:cNvSpPr/>
                <p:nvPr/>
              </p:nvSpPr>
              <p:spPr>
                <a:xfrm>
                  <a:off x="4623053" y="6314027"/>
                  <a:ext cx="41243" cy="25907"/>
                </a:xfrm>
                <a:custGeom>
                  <a:avLst/>
                  <a:gdLst>
                    <a:gd name="connsiteX0" fmla="*/ 41243 w 41243"/>
                    <a:gd name="connsiteY0" fmla="*/ 2095 h 25907"/>
                    <a:gd name="connsiteX1" fmla="*/ 41243 w 41243"/>
                    <a:gd name="connsiteY1" fmla="*/ 0 h 25907"/>
                    <a:gd name="connsiteX2" fmla="*/ 0 w 41243"/>
                    <a:gd name="connsiteY2" fmla="*/ 23908 h 25907"/>
                    <a:gd name="connsiteX3" fmla="*/ 0 w 41243"/>
                    <a:gd name="connsiteY3" fmla="*/ 25908 h 25907"/>
                    <a:gd name="connsiteX4" fmla="*/ 41243 w 41243"/>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41243" y="2095"/>
                      </a:moveTo>
                      <a:lnTo>
                        <a:pt x="41243" y="0"/>
                      </a:lnTo>
                      <a:lnTo>
                        <a:pt x="0" y="23908"/>
                      </a:lnTo>
                      <a:lnTo>
                        <a:pt x="0" y="25908"/>
                      </a:lnTo>
                      <a:lnTo>
                        <a:pt x="41243"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4" name="Freeform: Shape 1463">
                  <a:extLst>
                    <a:ext uri="{FF2B5EF4-FFF2-40B4-BE49-F238E27FC236}">
                      <a16:creationId xmlns:a16="http://schemas.microsoft.com/office/drawing/2014/main" id="{E2135B7B-7326-1B1B-94C1-4546D3C28F87}"/>
                    </a:ext>
                  </a:extLst>
                </p:cNvPr>
                <p:cNvSpPr/>
                <p:nvPr/>
              </p:nvSpPr>
              <p:spPr>
                <a:xfrm>
                  <a:off x="4623148" y="6338601"/>
                  <a:ext cx="41243" cy="25908"/>
                </a:xfrm>
                <a:custGeom>
                  <a:avLst/>
                  <a:gdLst>
                    <a:gd name="connsiteX0" fmla="*/ 41243 w 41243"/>
                    <a:gd name="connsiteY0" fmla="*/ 2000 h 25908"/>
                    <a:gd name="connsiteX1" fmla="*/ 41243 w 41243"/>
                    <a:gd name="connsiteY1" fmla="*/ 0 h 25908"/>
                    <a:gd name="connsiteX2" fmla="*/ 0 w 41243"/>
                    <a:gd name="connsiteY2" fmla="*/ 23813 h 25908"/>
                    <a:gd name="connsiteX3" fmla="*/ 0 w 41243"/>
                    <a:gd name="connsiteY3" fmla="*/ 25908 h 25908"/>
                    <a:gd name="connsiteX4" fmla="*/ 41243 w 41243"/>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8">
                      <a:moveTo>
                        <a:pt x="41243" y="2000"/>
                      </a:moveTo>
                      <a:lnTo>
                        <a:pt x="41243" y="0"/>
                      </a:lnTo>
                      <a:lnTo>
                        <a:pt x="0" y="23813"/>
                      </a:lnTo>
                      <a:lnTo>
                        <a:pt x="0" y="25908"/>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65" name="Graphic 19">
                  <a:extLst>
                    <a:ext uri="{FF2B5EF4-FFF2-40B4-BE49-F238E27FC236}">
                      <a16:creationId xmlns:a16="http://schemas.microsoft.com/office/drawing/2014/main" id="{7DA58A28-4FBE-DF2D-703E-C8CF8FC37F5B}"/>
                    </a:ext>
                  </a:extLst>
                </p:cNvPr>
                <p:cNvGrpSpPr/>
                <p:nvPr/>
              </p:nvGrpSpPr>
              <p:grpSpPr>
                <a:xfrm>
                  <a:off x="4623053" y="6320218"/>
                  <a:ext cx="41338" cy="38100"/>
                  <a:chOff x="4623053" y="6320218"/>
                  <a:chExt cx="41338" cy="38100"/>
                </a:xfrm>
                <a:solidFill>
                  <a:srgbClr val="9B9A98"/>
                </a:solidFill>
              </p:grpSpPr>
              <p:sp>
                <p:nvSpPr>
                  <p:cNvPr id="1515" name="Freeform: Shape 1514">
                    <a:extLst>
                      <a:ext uri="{FF2B5EF4-FFF2-40B4-BE49-F238E27FC236}">
                        <a16:creationId xmlns:a16="http://schemas.microsoft.com/office/drawing/2014/main" id="{BA3CD73E-3D5B-0108-7C63-D35895B2439C}"/>
                      </a:ext>
                    </a:extLst>
                  </p:cNvPr>
                  <p:cNvSpPr/>
                  <p:nvPr/>
                </p:nvSpPr>
                <p:spPr>
                  <a:xfrm>
                    <a:off x="4623148" y="6332505"/>
                    <a:ext cx="41243" cy="25812"/>
                  </a:xfrm>
                  <a:custGeom>
                    <a:avLst/>
                    <a:gdLst>
                      <a:gd name="connsiteX0" fmla="*/ 41243 w 41243"/>
                      <a:gd name="connsiteY0" fmla="*/ 2000 h 25812"/>
                      <a:gd name="connsiteX1" fmla="*/ 41243 w 41243"/>
                      <a:gd name="connsiteY1" fmla="*/ 0 h 25812"/>
                      <a:gd name="connsiteX2" fmla="*/ 0 w 41243"/>
                      <a:gd name="connsiteY2" fmla="*/ 23813 h 25812"/>
                      <a:gd name="connsiteX3" fmla="*/ 0 w 41243"/>
                      <a:gd name="connsiteY3" fmla="*/ 25813 h 25812"/>
                      <a:gd name="connsiteX4" fmla="*/ 41243 w 41243"/>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812">
                        <a:moveTo>
                          <a:pt x="41243" y="2000"/>
                        </a:moveTo>
                        <a:lnTo>
                          <a:pt x="41243" y="0"/>
                        </a:lnTo>
                        <a:lnTo>
                          <a:pt x="0" y="23813"/>
                        </a:lnTo>
                        <a:lnTo>
                          <a:pt x="0" y="25813"/>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6" name="Freeform: Shape 1515">
                    <a:extLst>
                      <a:ext uri="{FF2B5EF4-FFF2-40B4-BE49-F238E27FC236}">
                        <a16:creationId xmlns:a16="http://schemas.microsoft.com/office/drawing/2014/main" id="{1F527C20-E969-AB76-68D5-A4D81CDB14A5}"/>
                      </a:ext>
                    </a:extLst>
                  </p:cNvPr>
                  <p:cNvSpPr/>
                  <p:nvPr/>
                </p:nvSpPr>
                <p:spPr>
                  <a:xfrm>
                    <a:off x="4623053" y="6326314"/>
                    <a:ext cx="41338" cy="25907"/>
                  </a:xfrm>
                  <a:custGeom>
                    <a:avLst/>
                    <a:gdLst>
                      <a:gd name="connsiteX0" fmla="*/ 41338 w 41338"/>
                      <a:gd name="connsiteY0" fmla="*/ 2000 h 25907"/>
                      <a:gd name="connsiteX1" fmla="*/ 41338 w 41338"/>
                      <a:gd name="connsiteY1" fmla="*/ 0 h 25907"/>
                      <a:gd name="connsiteX2" fmla="*/ 0 w 41338"/>
                      <a:gd name="connsiteY2" fmla="*/ 23908 h 25907"/>
                      <a:gd name="connsiteX3" fmla="*/ 0 w 41338"/>
                      <a:gd name="connsiteY3" fmla="*/ 25908 h 25907"/>
                      <a:gd name="connsiteX4" fmla="*/ 41338 w 41338"/>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41338" y="2000"/>
                        </a:moveTo>
                        <a:lnTo>
                          <a:pt x="41338" y="0"/>
                        </a:lnTo>
                        <a:lnTo>
                          <a:pt x="0" y="23908"/>
                        </a:lnTo>
                        <a:lnTo>
                          <a:pt x="0" y="25908"/>
                        </a:lnTo>
                        <a:lnTo>
                          <a:pt x="41338"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7" name="Freeform: Shape 1516">
                    <a:extLst>
                      <a:ext uri="{FF2B5EF4-FFF2-40B4-BE49-F238E27FC236}">
                        <a16:creationId xmlns:a16="http://schemas.microsoft.com/office/drawing/2014/main" id="{E5F3DC24-0B05-735C-2184-FCDB69AA5123}"/>
                      </a:ext>
                    </a:extLst>
                  </p:cNvPr>
                  <p:cNvSpPr/>
                  <p:nvPr/>
                </p:nvSpPr>
                <p:spPr>
                  <a:xfrm>
                    <a:off x="4623053" y="6320218"/>
                    <a:ext cx="41338" cy="25812"/>
                  </a:xfrm>
                  <a:custGeom>
                    <a:avLst/>
                    <a:gdLst>
                      <a:gd name="connsiteX0" fmla="*/ 41338 w 41338"/>
                      <a:gd name="connsiteY0" fmla="*/ 2000 h 25812"/>
                      <a:gd name="connsiteX1" fmla="*/ 41338 w 41338"/>
                      <a:gd name="connsiteY1" fmla="*/ 0 h 25812"/>
                      <a:gd name="connsiteX2" fmla="*/ 0 w 41338"/>
                      <a:gd name="connsiteY2" fmla="*/ 23813 h 25812"/>
                      <a:gd name="connsiteX3" fmla="*/ 0 w 41338"/>
                      <a:gd name="connsiteY3" fmla="*/ 25813 h 25812"/>
                      <a:gd name="connsiteX4" fmla="*/ 41338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8" y="2000"/>
                        </a:moveTo>
                        <a:lnTo>
                          <a:pt x="41338" y="0"/>
                        </a:lnTo>
                        <a:lnTo>
                          <a:pt x="0" y="23813"/>
                        </a:lnTo>
                        <a:lnTo>
                          <a:pt x="0" y="25813"/>
                        </a:lnTo>
                        <a:lnTo>
                          <a:pt x="41338"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66" name="Freeform: Shape 1465">
                  <a:extLst>
                    <a:ext uri="{FF2B5EF4-FFF2-40B4-BE49-F238E27FC236}">
                      <a16:creationId xmlns:a16="http://schemas.microsoft.com/office/drawing/2014/main" id="{1B6CCA44-B162-2660-8C76-62509D1E7C7B}"/>
                    </a:ext>
                  </a:extLst>
                </p:cNvPr>
                <p:cNvSpPr/>
                <p:nvPr/>
              </p:nvSpPr>
              <p:spPr>
                <a:xfrm>
                  <a:off x="4623053" y="6307931"/>
                  <a:ext cx="41243" cy="25907"/>
                </a:xfrm>
                <a:custGeom>
                  <a:avLst/>
                  <a:gdLst>
                    <a:gd name="connsiteX0" fmla="*/ 41243 w 41243"/>
                    <a:gd name="connsiteY0" fmla="*/ 2000 h 25907"/>
                    <a:gd name="connsiteX1" fmla="*/ 41243 w 41243"/>
                    <a:gd name="connsiteY1" fmla="*/ 0 h 25907"/>
                    <a:gd name="connsiteX2" fmla="*/ 0 w 41243"/>
                    <a:gd name="connsiteY2" fmla="*/ 23908 h 25907"/>
                    <a:gd name="connsiteX3" fmla="*/ 0 w 41243"/>
                    <a:gd name="connsiteY3" fmla="*/ 25908 h 25907"/>
                    <a:gd name="connsiteX4" fmla="*/ 41243 w 41243"/>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41243" y="2000"/>
                      </a:moveTo>
                      <a:lnTo>
                        <a:pt x="41243" y="0"/>
                      </a:lnTo>
                      <a:lnTo>
                        <a:pt x="0" y="23908"/>
                      </a:lnTo>
                      <a:lnTo>
                        <a:pt x="0" y="25908"/>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7" name="Freeform: Shape 1466">
                  <a:extLst>
                    <a:ext uri="{FF2B5EF4-FFF2-40B4-BE49-F238E27FC236}">
                      <a16:creationId xmlns:a16="http://schemas.microsoft.com/office/drawing/2014/main" id="{EA0B440C-11C3-3D58-26CE-0A1A6BCB6387}"/>
                    </a:ext>
                  </a:extLst>
                </p:cNvPr>
                <p:cNvSpPr/>
                <p:nvPr/>
              </p:nvSpPr>
              <p:spPr>
                <a:xfrm>
                  <a:off x="4622958" y="6301835"/>
                  <a:ext cx="41338" cy="25812"/>
                </a:xfrm>
                <a:custGeom>
                  <a:avLst/>
                  <a:gdLst>
                    <a:gd name="connsiteX0" fmla="*/ 41338 w 41338"/>
                    <a:gd name="connsiteY0" fmla="*/ 2000 h 25812"/>
                    <a:gd name="connsiteX1" fmla="*/ 41338 w 41338"/>
                    <a:gd name="connsiteY1" fmla="*/ 0 h 25812"/>
                    <a:gd name="connsiteX2" fmla="*/ 0 w 41338"/>
                    <a:gd name="connsiteY2" fmla="*/ 23813 h 25812"/>
                    <a:gd name="connsiteX3" fmla="*/ 0 w 41338"/>
                    <a:gd name="connsiteY3" fmla="*/ 25813 h 25812"/>
                    <a:gd name="connsiteX4" fmla="*/ 41338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8" y="2000"/>
                      </a:moveTo>
                      <a:lnTo>
                        <a:pt x="41338" y="0"/>
                      </a:lnTo>
                      <a:lnTo>
                        <a:pt x="0" y="23813"/>
                      </a:lnTo>
                      <a:lnTo>
                        <a:pt x="0" y="25813"/>
                      </a:lnTo>
                      <a:lnTo>
                        <a:pt x="41338"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8" name="Freeform: Shape 1467">
                  <a:extLst>
                    <a:ext uri="{FF2B5EF4-FFF2-40B4-BE49-F238E27FC236}">
                      <a16:creationId xmlns:a16="http://schemas.microsoft.com/office/drawing/2014/main" id="{05B6ABB8-EC8B-B806-FD2E-9C36F268C0CA}"/>
                    </a:ext>
                  </a:extLst>
                </p:cNvPr>
                <p:cNvSpPr/>
                <p:nvPr/>
              </p:nvSpPr>
              <p:spPr>
                <a:xfrm>
                  <a:off x="4575618" y="6265830"/>
                  <a:ext cx="85725" cy="27241"/>
                </a:xfrm>
                <a:custGeom>
                  <a:avLst/>
                  <a:gdLst>
                    <a:gd name="connsiteX0" fmla="*/ 42863 w 85725"/>
                    <a:gd name="connsiteY0" fmla="*/ 4572 h 27241"/>
                    <a:gd name="connsiteX1" fmla="*/ 81725 w 85725"/>
                    <a:gd name="connsiteY1" fmla="*/ 27051 h 27241"/>
                    <a:gd name="connsiteX2" fmla="*/ 85725 w 85725"/>
                    <a:gd name="connsiteY2" fmla="*/ 24765 h 27241"/>
                    <a:gd name="connsiteX3" fmla="*/ 42863 w 85725"/>
                    <a:gd name="connsiteY3" fmla="*/ 0 h 27241"/>
                    <a:gd name="connsiteX4" fmla="*/ 0 w 85725"/>
                    <a:gd name="connsiteY4" fmla="*/ 24955 h 27241"/>
                    <a:gd name="connsiteX5" fmla="*/ 3905 w 85725"/>
                    <a:gd name="connsiteY5" fmla="*/ 27242 h 27241"/>
                    <a:gd name="connsiteX6" fmla="*/ 42863 w 85725"/>
                    <a:gd name="connsiteY6" fmla="*/ 4572 h 2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25" h="27241">
                      <a:moveTo>
                        <a:pt x="42863" y="4572"/>
                      </a:moveTo>
                      <a:lnTo>
                        <a:pt x="81725" y="27051"/>
                      </a:lnTo>
                      <a:lnTo>
                        <a:pt x="85725" y="24765"/>
                      </a:lnTo>
                      <a:lnTo>
                        <a:pt x="42863" y="0"/>
                      </a:lnTo>
                      <a:lnTo>
                        <a:pt x="0" y="24955"/>
                      </a:lnTo>
                      <a:lnTo>
                        <a:pt x="3905" y="27242"/>
                      </a:lnTo>
                      <a:lnTo>
                        <a:pt x="42863" y="4572"/>
                      </a:lnTo>
                      <a:close/>
                    </a:path>
                  </a:pathLst>
                </a:custGeom>
                <a:solidFill>
                  <a:srgbClr val="000000">
                    <a:alpha val="1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69" name="Freeform: Shape 1468">
                  <a:extLst>
                    <a:ext uri="{FF2B5EF4-FFF2-40B4-BE49-F238E27FC236}">
                      <a16:creationId xmlns:a16="http://schemas.microsoft.com/office/drawing/2014/main" id="{BAC02EC1-D53A-9D76-D106-0170646A94AF}"/>
                    </a:ext>
                  </a:extLst>
                </p:cNvPr>
                <p:cNvSpPr/>
                <p:nvPr/>
              </p:nvSpPr>
              <p:spPr>
                <a:xfrm>
                  <a:off x="4318729" y="6172104"/>
                  <a:ext cx="111252" cy="64484"/>
                </a:xfrm>
                <a:custGeom>
                  <a:avLst/>
                  <a:gdLst>
                    <a:gd name="connsiteX0" fmla="*/ 0 w 111252"/>
                    <a:gd name="connsiteY0" fmla="*/ 32385 h 64484"/>
                    <a:gd name="connsiteX1" fmla="*/ 55721 w 111252"/>
                    <a:gd name="connsiteY1" fmla="*/ 0 h 64484"/>
                    <a:gd name="connsiteX2" fmla="*/ 111252 w 111252"/>
                    <a:gd name="connsiteY2" fmla="*/ 32099 h 64484"/>
                    <a:gd name="connsiteX3" fmla="*/ 55531 w 111252"/>
                    <a:gd name="connsiteY3" fmla="*/ 64484 h 64484"/>
                    <a:gd name="connsiteX4" fmla="*/ 0 w 111252"/>
                    <a:gd name="connsiteY4" fmla="*/ 32385 h 64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52" h="64484">
                      <a:moveTo>
                        <a:pt x="0" y="32385"/>
                      </a:moveTo>
                      <a:lnTo>
                        <a:pt x="55721" y="0"/>
                      </a:lnTo>
                      <a:lnTo>
                        <a:pt x="111252" y="32099"/>
                      </a:lnTo>
                      <a:lnTo>
                        <a:pt x="55531" y="64484"/>
                      </a:lnTo>
                      <a:lnTo>
                        <a:pt x="0" y="32385"/>
                      </a:lnTo>
                      <a:close/>
                    </a:path>
                  </a:pathLst>
                </a:custGeom>
                <a:solidFill>
                  <a:srgbClr val="050505">
                    <a:alpha val="2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0" name="Freeform: Shape 1469">
                  <a:extLst>
                    <a:ext uri="{FF2B5EF4-FFF2-40B4-BE49-F238E27FC236}">
                      <a16:creationId xmlns:a16="http://schemas.microsoft.com/office/drawing/2014/main" id="{E7065F6B-1587-4E7F-2F1B-78E7D33B4549}"/>
                    </a:ext>
                  </a:extLst>
                </p:cNvPr>
                <p:cNvSpPr/>
                <p:nvPr/>
              </p:nvSpPr>
              <p:spPr>
                <a:xfrm>
                  <a:off x="4352352" y="6136576"/>
                  <a:ext cx="50863" cy="87630"/>
                </a:xfrm>
                <a:custGeom>
                  <a:avLst/>
                  <a:gdLst>
                    <a:gd name="connsiteX0" fmla="*/ 191 w 50863"/>
                    <a:gd name="connsiteY0" fmla="*/ 29432 h 87630"/>
                    <a:gd name="connsiteX1" fmla="*/ 50864 w 50863"/>
                    <a:gd name="connsiteY1" fmla="*/ 0 h 87630"/>
                    <a:gd name="connsiteX2" fmla="*/ 50768 w 50863"/>
                    <a:gd name="connsiteY2" fmla="*/ 58102 h 87630"/>
                    <a:gd name="connsiteX3" fmla="*/ 0 w 50863"/>
                    <a:gd name="connsiteY3" fmla="*/ 87630 h 87630"/>
                    <a:gd name="connsiteX4" fmla="*/ 191 w 50863"/>
                    <a:gd name="connsiteY4" fmla="*/ 29432 h 87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 h="87630">
                      <a:moveTo>
                        <a:pt x="191" y="29432"/>
                      </a:moveTo>
                      <a:lnTo>
                        <a:pt x="50864" y="0"/>
                      </a:lnTo>
                      <a:lnTo>
                        <a:pt x="50768" y="58102"/>
                      </a:lnTo>
                      <a:lnTo>
                        <a:pt x="0" y="87630"/>
                      </a:lnTo>
                      <a:lnTo>
                        <a:pt x="191" y="29432"/>
                      </a:lnTo>
                      <a:close/>
                    </a:path>
                  </a:pathLst>
                </a:custGeom>
                <a:solidFill>
                  <a:srgbClr val="ADABA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71" name="Graphic 19">
                  <a:extLst>
                    <a:ext uri="{FF2B5EF4-FFF2-40B4-BE49-F238E27FC236}">
                      <a16:creationId xmlns:a16="http://schemas.microsoft.com/office/drawing/2014/main" id="{7DF845E9-3027-AB75-80CF-4CE594A8AED6}"/>
                    </a:ext>
                  </a:extLst>
                </p:cNvPr>
                <p:cNvGrpSpPr/>
                <p:nvPr/>
              </p:nvGrpSpPr>
              <p:grpSpPr>
                <a:xfrm>
                  <a:off x="4301870" y="6107334"/>
                  <a:ext cx="101441" cy="58673"/>
                  <a:chOff x="4301870" y="6107334"/>
                  <a:chExt cx="101441" cy="58673"/>
                </a:xfrm>
              </p:grpSpPr>
              <p:sp>
                <p:nvSpPr>
                  <p:cNvPr id="1513" name="Freeform: Shape 1512">
                    <a:extLst>
                      <a:ext uri="{FF2B5EF4-FFF2-40B4-BE49-F238E27FC236}">
                        <a16:creationId xmlns:a16="http://schemas.microsoft.com/office/drawing/2014/main" id="{53C5BE07-30BA-C48D-D5B2-9F5E833F8B9F}"/>
                      </a:ext>
                    </a:extLst>
                  </p:cNvPr>
                  <p:cNvSpPr/>
                  <p:nvPr/>
                </p:nvSpPr>
                <p:spPr>
                  <a:xfrm>
                    <a:off x="4305775" y="6109620"/>
                    <a:ext cx="93535" cy="54101"/>
                  </a:xfrm>
                  <a:custGeom>
                    <a:avLst/>
                    <a:gdLst>
                      <a:gd name="connsiteX0" fmla="*/ 0 w 93535"/>
                      <a:gd name="connsiteY0" fmla="*/ 27146 h 54101"/>
                      <a:gd name="connsiteX1" fmla="*/ 46863 w 93535"/>
                      <a:gd name="connsiteY1" fmla="*/ 0 h 54101"/>
                      <a:gd name="connsiteX2" fmla="*/ 93536 w 93535"/>
                      <a:gd name="connsiteY2" fmla="*/ 26956 h 54101"/>
                      <a:gd name="connsiteX3" fmla="*/ 46768 w 93535"/>
                      <a:gd name="connsiteY3" fmla="*/ 54102 h 54101"/>
                      <a:gd name="connsiteX4" fmla="*/ 0 w 93535"/>
                      <a:gd name="connsiteY4" fmla="*/ 27146 h 54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35" h="54101">
                        <a:moveTo>
                          <a:pt x="0" y="27146"/>
                        </a:moveTo>
                        <a:lnTo>
                          <a:pt x="46863" y="0"/>
                        </a:lnTo>
                        <a:lnTo>
                          <a:pt x="93536" y="26956"/>
                        </a:lnTo>
                        <a:lnTo>
                          <a:pt x="46768" y="54102"/>
                        </a:lnTo>
                        <a:lnTo>
                          <a:pt x="0" y="27146"/>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4" name="Freeform: Shape 1513">
                    <a:extLst>
                      <a:ext uri="{FF2B5EF4-FFF2-40B4-BE49-F238E27FC236}">
                        <a16:creationId xmlns:a16="http://schemas.microsoft.com/office/drawing/2014/main" id="{836165DD-0164-95F7-3F14-17D2824C3B09}"/>
                      </a:ext>
                    </a:extLst>
                  </p:cNvPr>
                  <p:cNvSpPr/>
                  <p:nvPr/>
                </p:nvSpPr>
                <p:spPr>
                  <a:xfrm>
                    <a:off x="4301870" y="6107334"/>
                    <a:ext cx="101441" cy="58673"/>
                  </a:xfrm>
                  <a:custGeom>
                    <a:avLst/>
                    <a:gdLst>
                      <a:gd name="connsiteX0" fmla="*/ 50768 w 101441"/>
                      <a:gd name="connsiteY0" fmla="*/ 4477 h 58673"/>
                      <a:gd name="connsiteX1" fmla="*/ 93536 w 101441"/>
                      <a:gd name="connsiteY1" fmla="*/ 29242 h 58673"/>
                      <a:gd name="connsiteX2" fmla="*/ 50673 w 101441"/>
                      <a:gd name="connsiteY2" fmla="*/ 54197 h 58673"/>
                      <a:gd name="connsiteX3" fmla="*/ 7906 w 101441"/>
                      <a:gd name="connsiteY3" fmla="*/ 29527 h 58673"/>
                      <a:gd name="connsiteX4" fmla="*/ 50863 w 101441"/>
                      <a:gd name="connsiteY4" fmla="*/ 4572 h 58673"/>
                      <a:gd name="connsiteX5" fmla="*/ 50863 w 101441"/>
                      <a:gd name="connsiteY5" fmla="*/ 4572 h 58673"/>
                      <a:gd name="connsiteX6" fmla="*/ 50768 w 101441"/>
                      <a:gd name="connsiteY6" fmla="*/ 0 h 58673"/>
                      <a:gd name="connsiteX7" fmla="*/ 0 w 101441"/>
                      <a:gd name="connsiteY7" fmla="*/ 29432 h 58673"/>
                      <a:gd name="connsiteX8" fmla="*/ 50673 w 101441"/>
                      <a:gd name="connsiteY8" fmla="*/ 58674 h 58673"/>
                      <a:gd name="connsiteX9" fmla="*/ 101441 w 101441"/>
                      <a:gd name="connsiteY9" fmla="*/ 29242 h 58673"/>
                      <a:gd name="connsiteX10" fmla="*/ 50863 w 101441"/>
                      <a:gd name="connsiteY10" fmla="*/ 0 h 58673"/>
                      <a:gd name="connsiteX11" fmla="*/ 50863 w 101441"/>
                      <a:gd name="connsiteY11" fmla="*/ 0 h 5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441" h="58673">
                        <a:moveTo>
                          <a:pt x="50768" y="4477"/>
                        </a:moveTo>
                        <a:lnTo>
                          <a:pt x="93536" y="29242"/>
                        </a:lnTo>
                        <a:lnTo>
                          <a:pt x="50673" y="54197"/>
                        </a:lnTo>
                        <a:lnTo>
                          <a:pt x="7906" y="29527"/>
                        </a:lnTo>
                        <a:lnTo>
                          <a:pt x="50863" y="4572"/>
                        </a:lnTo>
                        <a:lnTo>
                          <a:pt x="50863" y="4572"/>
                        </a:lnTo>
                        <a:close/>
                        <a:moveTo>
                          <a:pt x="50768" y="0"/>
                        </a:moveTo>
                        <a:lnTo>
                          <a:pt x="0" y="29432"/>
                        </a:lnTo>
                        <a:lnTo>
                          <a:pt x="50673" y="58674"/>
                        </a:lnTo>
                        <a:lnTo>
                          <a:pt x="101441" y="29242"/>
                        </a:lnTo>
                        <a:lnTo>
                          <a:pt x="50863" y="0"/>
                        </a:lnTo>
                        <a:lnTo>
                          <a:pt x="50863" y="0"/>
                        </a:lnTo>
                        <a:close/>
                      </a:path>
                    </a:pathLst>
                  </a:custGeom>
                  <a:solidFill>
                    <a:srgbClr val="EFEAE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72" name="Freeform: Shape 1471">
                  <a:extLst>
                    <a:ext uri="{FF2B5EF4-FFF2-40B4-BE49-F238E27FC236}">
                      <a16:creationId xmlns:a16="http://schemas.microsoft.com/office/drawing/2014/main" id="{928BEFA6-7A39-A5E7-BB78-C45853F84545}"/>
                    </a:ext>
                  </a:extLst>
                </p:cNvPr>
                <p:cNvSpPr/>
                <p:nvPr/>
              </p:nvSpPr>
              <p:spPr>
                <a:xfrm>
                  <a:off x="4301775" y="6136767"/>
                  <a:ext cx="50768" cy="87439"/>
                </a:xfrm>
                <a:custGeom>
                  <a:avLst/>
                  <a:gdLst>
                    <a:gd name="connsiteX0" fmla="*/ 50768 w 50768"/>
                    <a:gd name="connsiteY0" fmla="*/ 29242 h 87439"/>
                    <a:gd name="connsiteX1" fmla="*/ 50578 w 50768"/>
                    <a:gd name="connsiteY1" fmla="*/ 87440 h 87439"/>
                    <a:gd name="connsiteX2" fmla="*/ 0 w 50768"/>
                    <a:gd name="connsiteY2" fmla="*/ 58198 h 87439"/>
                    <a:gd name="connsiteX3" fmla="*/ 95 w 50768"/>
                    <a:gd name="connsiteY3" fmla="*/ 0 h 87439"/>
                    <a:gd name="connsiteX4" fmla="*/ 50768 w 50768"/>
                    <a:gd name="connsiteY4" fmla="*/ 29242 h 87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8" h="87439">
                      <a:moveTo>
                        <a:pt x="50768" y="29242"/>
                      </a:moveTo>
                      <a:lnTo>
                        <a:pt x="50578" y="87440"/>
                      </a:lnTo>
                      <a:lnTo>
                        <a:pt x="0" y="58198"/>
                      </a:lnTo>
                      <a:lnTo>
                        <a:pt x="95" y="0"/>
                      </a:lnTo>
                      <a:lnTo>
                        <a:pt x="50768" y="29242"/>
                      </a:lnTo>
                      <a:close/>
                    </a:path>
                  </a:pathLst>
                </a:custGeom>
                <a:solidFill>
                  <a:srgbClr val="D1CDC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3" name="Freeform: Shape 1472">
                  <a:extLst>
                    <a:ext uri="{FF2B5EF4-FFF2-40B4-BE49-F238E27FC236}">
                      <a16:creationId xmlns:a16="http://schemas.microsoft.com/office/drawing/2014/main" id="{7BDEB44C-521B-D195-3681-44F263DA7219}"/>
                    </a:ext>
                  </a:extLst>
                </p:cNvPr>
                <p:cNvSpPr/>
                <p:nvPr/>
              </p:nvSpPr>
              <p:spPr>
                <a:xfrm>
                  <a:off x="4305204" y="6160103"/>
                  <a:ext cx="41338" cy="25812"/>
                </a:xfrm>
                <a:custGeom>
                  <a:avLst/>
                  <a:gdLst>
                    <a:gd name="connsiteX0" fmla="*/ 0 w 41338"/>
                    <a:gd name="connsiteY0" fmla="*/ 2000 h 25812"/>
                    <a:gd name="connsiteX1" fmla="*/ 0 w 41338"/>
                    <a:gd name="connsiteY1" fmla="*/ 0 h 25812"/>
                    <a:gd name="connsiteX2" fmla="*/ 41339 w 41338"/>
                    <a:gd name="connsiteY2" fmla="*/ 23813 h 25812"/>
                    <a:gd name="connsiteX3" fmla="*/ 41243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9" y="23813"/>
                      </a:lnTo>
                      <a:lnTo>
                        <a:pt x="41243"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4" name="Freeform: Shape 1473">
                  <a:extLst>
                    <a:ext uri="{FF2B5EF4-FFF2-40B4-BE49-F238E27FC236}">
                      <a16:creationId xmlns:a16="http://schemas.microsoft.com/office/drawing/2014/main" id="{F3744D5D-78C0-3A7F-3FA8-E05CB0571330}"/>
                    </a:ext>
                  </a:extLst>
                </p:cNvPr>
                <p:cNvSpPr/>
                <p:nvPr/>
              </p:nvSpPr>
              <p:spPr>
                <a:xfrm>
                  <a:off x="4305108" y="6184582"/>
                  <a:ext cx="41338" cy="25907"/>
                </a:xfrm>
                <a:custGeom>
                  <a:avLst/>
                  <a:gdLst>
                    <a:gd name="connsiteX0" fmla="*/ 0 w 41338"/>
                    <a:gd name="connsiteY0" fmla="*/ 2000 h 25907"/>
                    <a:gd name="connsiteX1" fmla="*/ 0 w 41338"/>
                    <a:gd name="connsiteY1" fmla="*/ 0 h 25907"/>
                    <a:gd name="connsiteX2" fmla="*/ 41339 w 41338"/>
                    <a:gd name="connsiteY2" fmla="*/ 23908 h 25907"/>
                    <a:gd name="connsiteX3" fmla="*/ 41243 w 41338"/>
                    <a:gd name="connsiteY3" fmla="*/ 25908 h 25907"/>
                    <a:gd name="connsiteX4" fmla="*/ 0 w 41338"/>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0" y="2000"/>
                      </a:moveTo>
                      <a:lnTo>
                        <a:pt x="0" y="0"/>
                      </a:lnTo>
                      <a:lnTo>
                        <a:pt x="41339" y="23908"/>
                      </a:lnTo>
                      <a:lnTo>
                        <a:pt x="41243"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75" name="Graphic 19">
                  <a:extLst>
                    <a:ext uri="{FF2B5EF4-FFF2-40B4-BE49-F238E27FC236}">
                      <a16:creationId xmlns:a16="http://schemas.microsoft.com/office/drawing/2014/main" id="{456FD3B0-D114-FB4B-FF7A-07DAB76E2422}"/>
                    </a:ext>
                  </a:extLst>
                </p:cNvPr>
                <p:cNvGrpSpPr/>
                <p:nvPr/>
              </p:nvGrpSpPr>
              <p:grpSpPr>
                <a:xfrm>
                  <a:off x="4305108" y="6166199"/>
                  <a:ext cx="41338" cy="38195"/>
                  <a:chOff x="4305108" y="6166199"/>
                  <a:chExt cx="41338" cy="38195"/>
                </a:xfrm>
                <a:solidFill>
                  <a:srgbClr val="9B9A98"/>
                </a:solidFill>
              </p:grpSpPr>
              <p:sp>
                <p:nvSpPr>
                  <p:cNvPr id="1510" name="Freeform: Shape 1509">
                    <a:extLst>
                      <a:ext uri="{FF2B5EF4-FFF2-40B4-BE49-F238E27FC236}">
                        <a16:creationId xmlns:a16="http://schemas.microsoft.com/office/drawing/2014/main" id="{98168BE2-B0B7-6BE4-F3EA-8BAC77941899}"/>
                      </a:ext>
                    </a:extLst>
                  </p:cNvPr>
                  <p:cNvSpPr/>
                  <p:nvPr/>
                </p:nvSpPr>
                <p:spPr>
                  <a:xfrm>
                    <a:off x="4305108" y="6178486"/>
                    <a:ext cx="41338" cy="25907"/>
                  </a:xfrm>
                  <a:custGeom>
                    <a:avLst/>
                    <a:gdLst>
                      <a:gd name="connsiteX0" fmla="*/ 0 w 41338"/>
                      <a:gd name="connsiteY0" fmla="*/ 2000 h 25907"/>
                      <a:gd name="connsiteX1" fmla="*/ 0 w 41338"/>
                      <a:gd name="connsiteY1" fmla="*/ 0 h 25907"/>
                      <a:gd name="connsiteX2" fmla="*/ 41339 w 41338"/>
                      <a:gd name="connsiteY2" fmla="*/ 23813 h 25907"/>
                      <a:gd name="connsiteX3" fmla="*/ 41339 w 41338"/>
                      <a:gd name="connsiteY3" fmla="*/ 25908 h 25907"/>
                      <a:gd name="connsiteX4" fmla="*/ 0 w 41338"/>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0" y="2000"/>
                        </a:moveTo>
                        <a:lnTo>
                          <a:pt x="0" y="0"/>
                        </a:lnTo>
                        <a:lnTo>
                          <a:pt x="41339" y="23813"/>
                        </a:lnTo>
                        <a:lnTo>
                          <a:pt x="41339"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1" name="Freeform: Shape 1510">
                    <a:extLst>
                      <a:ext uri="{FF2B5EF4-FFF2-40B4-BE49-F238E27FC236}">
                        <a16:creationId xmlns:a16="http://schemas.microsoft.com/office/drawing/2014/main" id="{67C087B0-CBDB-3A7D-2EF2-BC2EB69B0DB5}"/>
                      </a:ext>
                    </a:extLst>
                  </p:cNvPr>
                  <p:cNvSpPr/>
                  <p:nvPr/>
                </p:nvSpPr>
                <p:spPr>
                  <a:xfrm>
                    <a:off x="4305108" y="6172295"/>
                    <a:ext cx="41338" cy="25908"/>
                  </a:xfrm>
                  <a:custGeom>
                    <a:avLst/>
                    <a:gdLst>
                      <a:gd name="connsiteX0" fmla="*/ 0 w 41338"/>
                      <a:gd name="connsiteY0" fmla="*/ 2096 h 25908"/>
                      <a:gd name="connsiteX1" fmla="*/ 0 w 41338"/>
                      <a:gd name="connsiteY1" fmla="*/ 0 h 25908"/>
                      <a:gd name="connsiteX2" fmla="*/ 41339 w 41338"/>
                      <a:gd name="connsiteY2" fmla="*/ 23908 h 25908"/>
                      <a:gd name="connsiteX3" fmla="*/ 41339 w 41338"/>
                      <a:gd name="connsiteY3" fmla="*/ 25908 h 25908"/>
                      <a:gd name="connsiteX4" fmla="*/ 0 w 41338"/>
                      <a:gd name="connsiteY4" fmla="*/ 2096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96"/>
                        </a:moveTo>
                        <a:lnTo>
                          <a:pt x="0" y="0"/>
                        </a:lnTo>
                        <a:lnTo>
                          <a:pt x="41339" y="23908"/>
                        </a:lnTo>
                        <a:lnTo>
                          <a:pt x="41339" y="25908"/>
                        </a:lnTo>
                        <a:lnTo>
                          <a:pt x="0" y="2096"/>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12" name="Freeform: Shape 1511">
                    <a:extLst>
                      <a:ext uri="{FF2B5EF4-FFF2-40B4-BE49-F238E27FC236}">
                        <a16:creationId xmlns:a16="http://schemas.microsoft.com/office/drawing/2014/main" id="{CC55679E-F8F9-6223-515E-209006546EA9}"/>
                      </a:ext>
                    </a:extLst>
                  </p:cNvPr>
                  <p:cNvSpPr/>
                  <p:nvPr/>
                </p:nvSpPr>
                <p:spPr>
                  <a:xfrm>
                    <a:off x="4305108" y="6166199"/>
                    <a:ext cx="41338" cy="25908"/>
                  </a:xfrm>
                  <a:custGeom>
                    <a:avLst/>
                    <a:gdLst>
                      <a:gd name="connsiteX0" fmla="*/ 0 w 41338"/>
                      <a:gd name="connsiteY0" fmla="*/ 2000 h 25908"/>
                      <a:gd name="connsiteX1" fmla="*/ 0 w 41338"/>
                      <a:gd name="connsiteY1" fmla="*/ 0 h 25908"/>
                      <a:gd name="connsiteX2" fmla="*/ 41339 w 41338"/>
                      <a:gd name="connsiteY2" fmla="*/ 23908 h 25908"/>
                      <a:gd name="connsiteX3" fmla="*/ 41339 w 41338"/>
                      <a:gd name="connsiteY3" fmla="*/ 25908 h 25908"/>
                      <a:gd name="connsiteX4" fmla="*/ 0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00"/>
                        </a:moveTo>
                        <a:lnTo>
                          <a:pt x="0" y="0"/>
                        </a:lnTo>
                        <a:lnTo>
                          <a:pt x="41339" y="23908"/>
                        </a:lnTo>
                        <a:lnTo>
                          <a:pt x="41339"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76" name="Freeform: Shape 1475">
                  <a:extLst>
                    <a:ext uri="{FF2B5EF4-FFF2-40B4-BE49-F238E27FC236}">
                      <a16:creationId xmlns:a16="http://schemas.microsoft.com/office/drawing/2014/main" id="{E796E39B-3CFA-FB50-F540-E0CB6229351D}"/>
                    </a:ext>
                  </a:extLst>
                </p:cNvPr>
                <p:cNvSpPr/>
                <p:nvPr/>
              </p:nvSpPr>
              <p:spPr>
                <a:xfrm>
                  <a:off x="4305204" y="6153911"/>
                  <a:ext cx="41338" cy="25908"/>
                </a:xfrm>
                <a:custGeom>
                  <a:avLst/>
                  <a:gdLst>
                    <a:gd name="connsiteX0" fmla="*/ 0 w 41338"/>
                    <a:gd name="connsiteY0" fmla="*/ 2096 h 25908"/>
                    <a:gd name="connsiteX1" fmla="*/ 0 w 41338"/>
                    <a:gd name="connsiteY1" fmla="*/ 0 h 25908"/>
                    <a:gd name="connsiteX2" fmla="*/ 41339 w 41338"/>
                    <a:gd name="connsiteY2" fmla="*/ 23908 h 25908"/>
                    <a:gd name="connsiteX3" fmla="*/ 41339 w 41338"/>
                    <a:gd name="connsiteY3" fmla="*/ 25908 h 25908"/>
                    <a:gd name="connsiteX4" fmla="*/ 0 w 41338"/>
                    <a:gd name="connsiteY4" fmla="*/ 2096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96"/>
                      </a:moveTo>
                      <a:lnTo>
                        <a:pt x="0" y="0"/>
                      </a:lnTo>
                      <a:lnTo>
                        <a:pt x="41339" y="23908"/>
                      </a:lnTo>
                      <a:lnTo>
                        <a:pt x="41339" y="25908"/>
                      </a:lnTo>
                      <a:lnTo>
                        <a:pt x="0" y="2096"/>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7" name="Freeform: Shape 1476">
                  <a:extLst>
                    <a:ext uri="{FF2B5EF4-FFF2-40B4-BE49-F238E27FC236}">
                      <a16:creationId xmlns:a16="http://schemas.microsoft.com/office/drawing/2014/main" id="{BFCA9F4B-EB96-8F0C-FB8F-0B72FAC3C09D}"/>
                    </a:ext>
                  </a:extLst>
                </p:cNvPr>
                <p:cNvSpPr/>
                <p:nvPr/>
              </p:nvSpPr>
              <p:spPr>
                <a:xfrm>
                  <a:off x="4305204" y="6147816"/>
                  <a:ext cx="41338" cy="25908"/>
                </a:xfrm>
                <a:custGeom>
                  <a:avLst/>
                  <a:gdLst>
                    <a:gd name="connsiteX0" fmla="*/ 0 w 41338"/>
                    <a:gd name="connsiteY0" fmla="*/ 2000 h 25908"/>
                    <a:gd name="connsiteX1" fmla="*/ 0 w 41338"/>
                    <a:gd name="connsiteY1" fmla="*/ 0 h 25908"/>
                    <a:gd name="connsiteX2" fmla="*/ 41339 w 41338"/>
                    <a:gd name="connsiteY2" fmla="*/ 23813 h 25908"/>
                    <a:gd name="connsiteX3" fmla="*/ 41339 w 41338"/>
                    <a:gd name="connsiteY3" fmla="*/ 25908 h 25908"/>
                    <a:gd name="connsiteX4" fmla="*/ 0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00"/>
                      </a:moveTo>
                      <a:lnTo>
                        <a:pt x="0" y="0"/>
                      </a:lnTo>
                      <a:lnTo>
                        <a:pt x="41339" y="23813"/>
                      </a:lnTo>
                      <a:lnTo>
                        <a:pt x="41339"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8" name="Freeform: Shape 1477">
                  <a:extLst>
                    <a:ext uri="{FF2B5EF4-FFF2-40B4-BE49-F238E27FC236}">
                      <a16:creationId xmlns:a16="http://schemas.microsoft.com/office/drawing/2014/main" id="{A4512435-64DC-9213-BB5A-25751A216D37}"/>
                    </a:ext>
                  </a:extLst>
                </p:cNvPr>
                <p:cNvSpPr/>
                <p:nvPr/>
              </p:nvSpPr>
              <p:spPr>
                <a:xfrm>
                  <a:off x="4357115" y="6160103"/>
                  <a:ext cx="41338" cy="25812"/>
                </a:xfrm>
                <a:custGeom>
                  <a:avLst/>
                  <a:gdLst>
                    <a:gd name="connsiteX0" fmla="*/ 41339 w 41338"/>
                    <a:gd name="connsiteY0" fmla="*/ 2000 h 25812"/>
                    <a:gd name="connsiteX1" fmla="*/ 41339 w 41338"/>
                    <a:gd name="connsiteY1" fmla="*/ 0 h 25812"/>
                    <a:gd name="connsiteX2" fmla="*/ 0 w 41338"/>
                    <a:gd name="connsiteY2" fmla="*/ 23813 h 25812"/>
                    <a:gd name="connsiteX3" fmla="*/ 0 w 41338"/>
                    <a:gd name="connsiteY3" fmla="*/ 25813 h 25812"/>
                    <a:gd name="connsiteX4" fmla="*/ 41339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9" y="2000"/>
                      </a:moveTo>
                      <a:lnTo>
                        <a:pt x="41339" y="0"/>
                      </a:lnTo>
                      <a:lnTo>
                        <a:pt x="0" y="23813"/>
                      </a:lnTo>
                      <a:lnTo>
                        <a:pt x="0" y="25813"/>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79" name="Freeform: Shape 1478">
                  <a:extLst>
                    <a:ext uri="{FF2B5EF4-FFF2-40B4-BE49-F238E27FC236}">
                      <a16:creationId xmlns:a16="http://schemas.microsoft.com/office/drawing/2014/main" id="{998DCD3B-5299-C932-69B5-F1DDA09BBC4A}"/>
                    </a:ext>
                  </a:extLst>
                </p:cNvPr>
                <p:cNvSpPr/>
                <p:nvPr/>
              </p:nvSpPr>
              <p:spPr>
                <a:xfrm>
                  <a:off x="4357210" y="6184582"/>
                  <a:ext cx="41338" cy="25907"/>
                </a:xfrm>
                <a:custGeom>
                  <a:avLst/>
                  <a:gdLst>
                    <a:gd name="connsiteX0" fmla="*/ 41339 w 41338"/>
                    <a:gd name="connsiteY0" fmla="*/ 2000 h 25907"/>
                    <a:gd name="connsiteX1" fmla="*/ 41243 w 41338"/>
                    <a:gd name="connsiteY1" fmla="*/ 0 h 25907"/>
                    <a:gd name="connsiteX2" fmla="*/ 0 w 41338"/>
                    <a:gd name="connsiteY2" fmla="*/ 23908 h 25907"/>
                    <a:gd name="connsiteX3" fmla="*/ 0 w 41338"/>
                    <a:gd name="connsiteY3" fmla="*/ 25908 h 25907"/>
                    <a:gd name="connsiteX4" fmla="*/ 41339 w 41338"/>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41339" y="2000"/>
                      </a:moveTo>
                      <a:lnTo>
                        <a:pt x="41243" y="0"/>
                      </a:lnTo>
                      <a:lnTo>
                        <a:pt x="0" y="23908"/>
                      </a:lnTo>
                      <a:lnTo>
                        <a:pt x="0" y="25908"/>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80" name="Graphic 19">
                  <a:extLst>
                    <a:ext uri="{FF2B5EF4-FFF2-40B4-BE49-F238E27FC236}">
                      <a16:creationId xmlns:a16="http://schemas.microsoft.com/office/drawing/2014/main" id="{CF5169B2-CDEE-9F31-F07E-8391D5C67143}"/>
                    </a:ext>
                  </a:extLst>
                </p:cNvPr>
                <p:cNvGrpSpPr/>
                <p:nvPr/>
              </p:nvGrpSpPr>
              <p:grpSpPr>
                <a:xfrm>
                  <a:off x="4357115" y="6166199"/>
                  <a:ext cx="41338" cy="38195"/>
                  <a:chOff x="4357115" y="6166199"/>
                  <a:chExt cx="41338" cy="38195"/>
                </a:xfrm>
                <a:solidFill>
                  <a:srgbClr val="9B9A98"/>
                </a:solidFill>
              </p:grpSpPr>
              <p:sp>
                <p:nvSpPr>
                  <p:cNvPr id="1507" name="Freeform: Shape 1506">
                    <a:extLst>
                      <a:ext uri="{FF2B5EF4-FFF2-40B4-BE49-F238E27FC236}">
                        <a16:creationId xmlns:a16="http://schemas.microsoft.com/office/drawing/2014/main" id="{34675EE4-3469-0AB0-AAC8-3E7E0B21C7F7}"/>
                      </a:ext>
                    </a:extLst>
                  </p:cNvPr>
                  <p:cNvSpPr/>
                  <p:nvPr/>
                </p:nvSpPr>
                <p:spPr>
                  <a:xfrm>
                    <a:off x="4357210" y="6178486"/>
                    <a:ext cx="41243" cy="25907"/>
                  </a:xfrm>
                  <a:custGeom>
                    <a:avLst/>
                    <a:gdLst>
                      <a:gd name="connsiteX0" fmla="*/ 41243 w 41243"/>
                      <a:gd name="connsiteY0" fmla="*/ 2000 h 25907"/>
                      <a:gd name="connsiteX1" fmla="*/ 41243 w 41243"/>
                      <a:gd name="connsiteY1" fmla="*/ 0 h 25907"/>
                      <a:gd name="connsiteX2" fmla="*/ 0 w 41243"/>
                      <a:gd name="connsiteY2" fmla="*/ 23813 h 25907"/>
                      <a:gd name="connsiteX3" fmla="*/ 0 w 41243"/>
                      <a:gd name="connsiteY3" fmla="*/ 25908 h 25907"/>
                      <a:gd name="connsiteX4" fmla="*/ 41243 w 41243"/>
                      <a:gd name="connsiteY4" fmla="*/ 2000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41243" y="2000"/>
                        </a:moveTo>
                        <a:lnTo>
                          <a:pt x="41243" y="0"/>
                        </a:lnTo>
                        <a:lnTo>
                          <a:pt x="0" y="23813"/>
                        </a:lnTo>
                        <a:lnTo>
                          <a:pt x="0" y="25908"/>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8" name="Freeform: Shape 1507">
                    <a:extLst>
                      <a:ext uri="{FF2B5EF4-FFF2-40B4-BE49-F238E27FC236}">
                        <a16:creationId xmlns:a16="http://schemas.microsoft.com/office/drawing/2014/main" id="{F1365567-014F-5E08-EACA-59158863E0F1}"/>
                      </a:ext>
                    </a:extLst>
                  </p:cNvPr>
                  <p:cNvSpPr/>
                  <p:nvPr/>
                </p:nvSpPr>
                <p:spPr>
                  <a:xfrm>
                    <a:off x="4357115" y="6172295"/>
                    <a:ext cx="41338" cy="25908"/>
                  </a:xfrm>
                  <a:custGeom>
                    <a:avLst/>
                    <a:gdLst>
                      <a:gd name="connsiteX0" fmla="*/ 41339 w 41338"/>
                      <a:gd name="connsiteY0" fmla="*/ 2096 h 25908"/>
                      <a:gd name="connsiteX1" fmla="*/ 41339 w 41338"/>
                      <a:gd name="connsiteY1" fmla="*/ 0 h 25908"/>
                      <a:gd name="connsiteX2" fmla="*/ 0 w 41338"/>
                      <a:gd name="connsiteY2" fmla="*/ 23908 h 25908"/>
                      <a:gd name="connsiteX3" fmla="*/ 0 w 41338"/>
                      <a:gd name="connsiteY3" fmla="*/ 25908 h 25908"/>
                      <a:gd name="connsiteX4" fmla="*/ 41339 w 41338"/>
                      <a:gd name="connsiteY4" fmla="*/ 2096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41339" y="2096"/>
                        </a:moveTo>
                        <a:lnTo>
                          <a:pt x="41339" y="0"/>
                        </a:lnTo>
                        <a:lnTo>
                          <a:pt x="0" y="23908"/>
                        </a:lnTo>
                        <a:lnTo>
                          <a:pt x="0" y="25908"/>
                        </a:lnTo>
                        <a:lnTo>
                          <a:pt x="41339" y="2096"/>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9" name="Freeform: Shape 1508">
                    <a:extLst>
                      <a:ext uri="{FF2B5EF4-FFF2-40B4-BE49-F238E27FC236}">
                        <a16:creationId xmlns:a16="http://schemas.microsoft.com/office/drawing/2014/main" id="{9367D3D1-EDB8-EC08-D8E3-B866C2AA8E10}"/>
                      </a:ext>
                    </a:extLst>
                  </p:cNvPr>
                  <p:cNvSpPr/>
                  <p:nvPr/>
                </p:nvSpPr>
                <p:spPr>
                  <a:xfrm>
                    <a:off x="4357115" y="6166199"/>
                    <a:ext cx="41338" cy="25908"/>
                  </a:xfrm>
                  <a:custGeom>
                    <a:avLst/>
                    <a:gdLst>
                      <a:gd name="connsiteX0" fmla="*/ 41339 w 41338"/>
                      <a:gd name="connsiteY0" fmla="*/ 2000 h 25908"/>
                      <a:gd name="connsiteX1" fmla="*/ 41339 w 41338"/>
                      <a:gd name="connsiteY1" fmla="*/ 0 h 25908"/>
                      <a:gd name="connsiteX2" fmla="*/ 0 w 41338"/>
                      <a:gd name="connsiteY2" fmla="*/ 23908 h 25908"/>
                      <a:gd name="connsiteX3" fmla="*/ 0 w 41338"/>
                      <a:gd name="connsiteY3" fmla="*/ 25908 h 25908"/>
                      <a:gd name="connsiteX4" fmla="*/ 41339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41339" y="2000"/>
                        </a:moveTo>
                        <a:lnTo>
                          <a:pt x="41339" y="0"/>
                        </a:lnTo>
                        <a:lnTo>
                          <a:pt x="0" y="23908"/>
                        </a:lnTo>
                        <a:lnTo>
                          <a:pt x="0" y="25908"/>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81" name="Freeform: Shape 1480">
                  <a:extLst>
                    <a:ext uri="{FF2B5EF4-FFF2-40B4-BE49-F238E27FC236}">
                      <a16:creationId xmlns:a16="http://schemas.microsoft.com/office/drawing/2014/main" id="{985D05FA-2F38-5A0F-F9AA-6B8A2AB008BF}"/>
                    </a:ext>
                  </a:extLst>
                </p:cNvPr>
                <p:cNvSpPr/>
                <p:nvPr/>
              </p:nvSpPr>
              <p:spPr>
                <a:xfrm>
                  <a:off x="4357115" y="6153911"/>
                  <a:ext cx="41243" cy="25908"/>
                </a:xfrm>
                <a:custGeom>
                  <a:avLst/>
                  <a:gdLst>
                    <a:gd name="connsiteX0" fmla="*/ 41243 w 41243"/>
                    <a:gd name="connsiteY0" fmla="*/ 2096 h 25908"/>
                    <a:gd name="connsiteX1" fmla="*/ 41243 w 41243"/>
                    <a:gd name="connsiteY1" fmla="*/ 0 h 25908"/>
                    <a:gd name="connsiteX2" fmla="*/ 0 w 41243"/>
                    <a:gd name="connsiteY2" fmla="*/ 23908 h 25908"/>
                    <a:gd name="connsiteX3" fmla="*/ 0 w 41243"/>
                    <a:gd name="connsiteY3" fmla="*/ 25908 h 25908"/>
                    <a:gd name="connsiteX4" fmla="*/ 41243 w 41243"/>
                    <a:gd name="connsiteY4" fmla="*/ 2096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8">
                      <a:moveTo>
                        <a:pt x="41243" y="2096"/>
                      </a:moveTo>
                      <a:lnTo>
                        <a:pt x="41243" y="0"/>
                      </a:lnTo>
                      <a:lnTo>
                        <a:pt x="0" y="23908"/>
                      </a:lnTo>
                      <a:lnTo>
                        <a:pt x="0" y="25908"/>
                      </a:lnTo>
                      <a:lnTo>
                        <a:pt x="41243" y="2096"/>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2" name="Freeform: Shape 1481">
                  <a:extLst>
                    <a:ext uri="{FF2B5EF4-FFF2-40B4-BE49-F238E27FC236}">
                      <a16:creationId xmlns:a16="http://schemas.microsoft.com/office/drawing/2014/main" id="{1CAFB0AE-7B87-B3F8-99DB-E4660454A803}"/>
                    </a:ext>
                  </a:extLst>
                </p:cNvPr>
                <p:cNvSpPr/>
                <p:nvPr/>
              </p:nvSpPr>
              <p:spPr>
                <a:xfrm>
                  <a:off x="4357115" y="6147816"/>
                  <a:ext cx="41243" cy="25908"/>
                </a:xfrm>
                <a:custGeom>
                  <a:avLst/>
                  <a:gdLst>
                    <a:gd name="connsiteX0" fmla="*/ 41243 w 41243"/>
                    <a:gd name="connsiteY0" fmla="*/ 2000 h 25908"/>
                    <a:gd name="connsiteX1" fmla="*/ 41243 w 41243"/>
                    <a:gd name="connsiteY1" fmla="*/ 0 h 25908"/>
                    <a:gd name="connsiteX2" fmla="*/ 0 w 41243"/>
                    <a:gd name="connsiteY2" fmla="*/ 23813 h 25908"/>
                    <a:gd name="connsiteX3" fmla="*/ 0 w 41243"/>
                    <a:gd name="connsiteY3" fmla="*/ 25908 h 25908"/>
                    <a:gd name="connsiteX4" fmla="*/ 41243 w 41243"/>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8">
                      <a:moveTo>
                        <a:pt x="41243" y="2000"/>
                      </a:moveTo>
                      <a:lnTo>
                        <a:pt x="41243" y="0"/>
                      </a:lnTo>
                      <a:lnTo>
                        <a:pt x="0" y="23813"/>
                      </a:lnTo>
                      <a:lnTo>
                        <a:pt x="0" y="25908"/>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3" name="Freeform: Shape 1482">
                  <a:extLst>
                    <a:ext uri="{FF2B5EF4-FFF2-40B4-BE49-F238E27FC236}">
                      <a16:creationId xmlns:a16="http://schemas.microsoft.com/office/drawing/2014/main" id="{1C7A7DE6-9899-57B0-4046-0CA301EFA502}"/>
                    </a:ext>
                  </a:extLst>
                </p:cNvPr>
                <p:cNvSpPr/>
                <p:nvPr/>
              </p:nvSpPr>
              <p:spPr>
                <a:xfrm>
                  <a:off x="4309681" y="6111811"/>
                  <a:ext cx="85725" cy="27241"/>
                </a:xfrm>
                <a:custGeom>
                  <a:avLst/>
                  <a:gdLst>
                    <a:gd name="connsiteX0" fmla="*/ 42863 w 85725"/>
                    <a:gd name="connsiteY0" fmla="*/ 4572 h 27241"/>
                    <a:gd name="connsiteX1" fmla="*/ 81725 w 85725"/>
                    <a:gd name="connsiteY1" fmla="*/ 27051 h 27241"/>
                    <a:gd name="connsiteX2" fmla="*/ 85725 w 85725"/>
                    <a:gd name="connsiteY2" fmla="*/ 24765 h 27241"/>
                    <a:gd name="connsiteX3" fmla="*/ 42863 w 85725"/>
                    <a:gd name="connsiteY3" fmla="*/ 0 h 27241"/>
                    <a:gd name="connsiteX4" fmla="*/ 0 w 85725"/>
                    <a:gd name="connsiteY4" fmla="*/ 24955 h 27241"/>
                    <a:gd name="connsiteX5" fmla="*/ 3905 w 85725"/>
                    <a:gd name="connsiteY5" fmla="*/ 27241 h 27241"/>
                    <a:gd name="connsiteX6" fmla="*/ 42863 w 85725"/>
                    <a:gd name="connsiteY6" fmla="*/ 4572 h 2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25" h="27241">
                      <a:moveTo>
                        <a:pt x="42863" y="4572"/>
                      </a:moveTo>
                      <a:lnTo>
                        <a:pt x="81725" y="27051"/>
                      </a:lnTo>
                      <a:lnTo>
                        <a:pt x="85725" y="24765"/>
                      </a:lnTo>
                      <a:lnTo>
                        <a:pt x="42863" y="0"/>
                      </a:lnTo>
                      <a:lnTo>
                        <a:pt x="0" y="24955"/>
                      </a:lnTo>
                      <a:lnTo>
                        <a:pt x="3905" y="27241"/>
                      </a:lnTo>
                      <a:lnTo>
                        <a:pt x="42863" y="4572"/>
                      </a:lnTo>
                      <a:close/>
                    </a:path>
                  </a:pathLst>
                </a:custGeom>
                <a:solidFill>
                  <a:srgbClr val="000000">
                    <a:alpha val="1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4" name="Freeform: Shape 1483">
                  <a:extLst>
                    <a:ext uri="{FF2B5EF4-FFF2-40B4-BE49-F238E27FC236}">
                      <a16:creationId xmlns:a16="http://schemas.microsoft.com/office/drawing/2014/main" id="{17FC7724-FBB9-E124-AD08-3F1B9D5E436B}"/>
                    </a:ext>
                  </a:extLst>
                </p:cNvPr>
                <p:cNvSpPr/>
                <p:nvPr/>
              </p:nvSpPr>
              <p:spPr>
                <a:xfrm>
                  <a:off x="4052791" y="6018180"/>
                  <a:ext cx="111252" cy="64389"/>
                </a:xfrm>
                <a:custGeom>
                  <a:avLst/>
                  <a:gdLst>
                    <a:gd name="connsiteX0" fmla="*/ 0 w 111252"/>
                    <a:gd name="connsiteY0" fmla="*/ 32290 h 64389"/>
                    <a:gd name="connsiteX1" fmla="*/ 55721 w 111252"/>
                    <a:gd name="connsiteY1" fmla="*/ 0 h 64389"/>
                    <a:gd name="connsiteX2" fmla="*/ 111252 w 111252"/>
                    <a:gd name="connsiteY2" fmla="*/ 32004 h 64389"/>
                    <a:gd name="connsiteX3" fmla="*/ 55531 w 111252"/>
                    <a:gd name="connsiteY3" fmla="*/ 64389 h 64389"/>
                    <a:gd name="connsiteX4" fmla="*/ 0 w 111252"/>
                    <a:gd name="connsiteY4" fmla="*/ 32290 h 64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52" h="64389">
                      <a:moveTo>
                        <a:pt x="0" y="32290"/>
                      </a:moveTo>
                      <a:lnTo>
                        <a:pt x="55721" y="0"/>
                      </a:lnTo>
                      <a:lnTo>
                        <a:pt x="111252" y="32004"/>
                      </a:lnTo>
                      <a:lnTo>
                        <a:pt x="55531" y="64389"/>
                      </a:lnTo>
                      <a:lnTo>
                        <a:pt x="0" y="32290"/>
                      </a:lnTo>
                      <a:close/>
                    </a:path>
                  </a:pathLst>
                </a:custGeom>
                <a:solidFill>
                  <a:srgbClr val="050505">
                    <a:alpha val="2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5" name="Freeform: Shape 1484">
                  <a:extLst>
                    <a:ext uri="{FF2B5EF4-FFF2-40B4-BE49-F238E27FC236}">
                      <a16:creationId xmlns:a16="http://schemas.microsoft.com/office/drawing/2014/main" id="{89993F20-07D9-B802-8193-E73C5F9CC45E}"/>
                    </a:ext>
                  </a:extLst>
                </p:cNvPr>
                <p:cNvSpPr/>
                <p:nvPr/>
              </p:nvSpPr>
              <p:spPr>
                <a:xfrm>
                  <a:off x="4086414" y="5982557"/>
                  <a:ext cx="50863" cy="87630"/>
                </a:xfrm>
                <a:custGeom>
                  <a:avLst/>
                  <a:gdLst>
                    <a:gd name="connsiteX0" fmla="*/ 191 w 50863"/>
                    <a:gd name="connsiteY0" fmla="*/ 29432 h 87630"/>
                    <a:gd name="connsiteX1" fmla="*/ 50864 w 50863"/>
                    <a:gd name="connsiteY1" fmla="*/ 0 h 87630"/>
                    <a:gd name="connsiteX2" fmla="*/ 50768 w 50863"/>
                    <a:gd name="connsiteY2" fmla="*/ 58198 h 87630"/>
                    <a:gd name="connsiteX3" fmla="*/ 0 w 50863"/>
                    <a:gd name="connsiteY3" fmla="*/ 87630 h 87630"/>
                    <a:gd name="connsiteX4" fmla="*/ 191 w 50863"/>
                    <a:gd name="connsiteY4" fmla="*/ 29432 h 87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 h="87630">
                      <a:moveTo>
                        <a:pt x="191" y="29432"/>
                      </a:moveTo>
                      <a:lnTo>
                        <a:pt x="50864" y="0"/>
                      </a:lnTo>
                      <a:lnTo>
                        <a:pt x="50768" y="58198"/>
                      </a:lnTo>
                      <a:lnTo>
                        <a:pt x="0" y="87630"/>
                      </a:lnTo>
                      <a:lnTo>
                        <a:pt x="191" y="29432"/>
                      </a:lnTo>
                      <a:close/>
                    </a:path>
                  </a:pathLst>
                </a:custGeom>
                <a:solidFill>
                  <a:srgbClr val="ADABA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86" name="Graphic 19">
                  <a:extLst>
                    <a:ext uri="{FF2B5EF4-FFF2-40B4-BE49-F238E27FC236}">
                      <a16:creationId xmlns:a16="http://schemas.microsoft.com/office/drawing/2014/main" id="{F4F93CD0-7AD3-62AC-FFDD-EE1AEA04B895}"/>
                    </a:ext>
                  </a:extLst>
                </p:cNvPr>
                <p:cNvGrpSpPr/>
                <p:nvPr/>
              </p:nvGrpSpPr>
              <p:grpSpPr>
                <a:xfrm>
                  <a:off x="4035932" y="5953315"/>
                  <a:ext cx="101345" cy="58673"/>
                  <a:chOff x="4035932" y="5953315"/>
                  <a:chExt cx="101345" cy="58673"/>
                </a:xfrm>
              </p:grpSpPr>
              <p:sp>
                <p:nvSpPr>
                  <p:cNvPr id="1505" name="Freeform: Shape 1504">
                    <a:extLst>
                      <a:ext uri="{FF2B5EF4-FFF2-40B4-BE49-F238E27FC236}">
                        <a16:creationId xmlns:a16="http://schemas.microsoft.com/office/drawing/2014/main" id="{302CB5B7-D64D-998C-E68B-F0DFF78CE0BD}"/>
                      </a:ext>
                    </a:extLst>
                  </p:cNvPr>
                  <p:cNvSpPr/>
                  <p:nvPr/>
                </p:nvSpPr>
                <p:spPr>
                  <a:xfrm>
                    <a:off x="4039837" y="5955601"/>
                    <a:ext cx="93535" cy="54197"/>
                  </a:xfrm>
                  <a:custGeom>
                    <a:avLst/>
                    <a:gdLst>
                      <a:gd name="connsiteX0" fmla="*/ 0 w 93535"/>
                      <a:gd name="connsiteY0" fmla="*/ 27242 h 54197"/>
                      <a:gd name="connsiteX1" fmla="*/ 46863 w 93535"/>
                      <a:gd name="connsiteY1" fmla="*/ 0 h 54197"/>
                      <a:gd name="connsiteX2" fmla="*/ 93536 w 93535"/>
                      <a:gd name="connsiteY2" fmla="*/ 26956 h 54197"/>
                      <a:gd name="connsiteX3" fmla="*/ 46768 w 93535"/>
                      <a:gd name="connsiteY3" fmla="*/ 54197 h 54197"/>
                      <a:gd name="connsiteX4" fmla="*/ 0 w 93535"/>
                      <a:gd name="connsiteY4" fmla="*/ 27242 h 5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35" h="54197">
                        <a:moveTo>
                          <a:pt x="0" y="27242"/>
                        </a:moveTo>
                        <a:lnTo>
                          <a:pt x="46863" y="0"/>
                        </a:lnTo>
                        <a:lnTo>
                          <a:pt x="93536" y="26956"/>
                        </a:lnTo>
                        <a:lnTo>
                          <a:pt x="46768" y="54197"/>
                        </a:lnTo>
                        <a:lnTo>
                          <a:pt x="0" y="27242"/>
                        </a:ln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6" name="Freeform: Shape 1505">
                    <a:extLst>
                      <a:ext uri="{FF2B5EF4-FFF2-40B4-BE49-F238E27FC236}">
                        <a16:creationId xmlns:a16="http://schemas.microsoft.com/office/drawing/2014/main" id="{C0B81C38-3BD8-412F-F29D-78AB1F5FF656}"/>
                      </a:ext>
                    </a:extLst>
                  </p:cNvPr>
                  <p:cNvSpPr/>
                  <p:nvPr/>
                </p:nvSpPr>
                <p:spPr>
                  <a:xfrm>
                    <a:off x="4035932" y="5953315"/>
                    <a:ext cx="101345" cy="58673"/>
                  </a:xfrm>
                  <a:custGeom>
                    <a:avLst/>
                    <a:gdLst>
                      <a:gd name="connsiteX0" fmla="*/ 50768 w 101345"/>
                      <a:gd name="connsiteY0" fmla="*/ 4572 h 58673"/>
                      <a:gd name="connsiteX1" fmla="*/ 93536 w 101345"/>
                      <a:gd name="connsiteY1" fmla="*/ 29242 h 58673"/>
                      <a:gd name="connsiteX2" fmla="*/ 50673 w 101345"/>
                      <a:gd name="connsiteY2" fmla="*/ 54197 h 58673"/>
                      <a:gd name="connsiteX3" fmla="*/ 7906 w 101345"/>
                      <a:gd name="connsiteY3" fmla="*/ 29528 h 58673"/>
                      <a:gd name="connsiteX4" fmla="*/ 50864 w 101345"/>
                      <a:gd name="connsiteY4" fmla="*/ 4572 h 58673"/>
                      <a:gd name="connsiteX5" fmla="*/ 50864 w 101345"/>
                      <a:gd name="connsiteY5" fmla="*/ 4572 h 58673"/>
                      <a:gd name="connsiteX6" fmla="*/ 50768 w 101345"/>
                      <a:gd name="connsiteY6" fmla="*/ 0 h 58673"/>
                      <a:gd name="connsiteX7" fmla="*/ 0 w 101345"/>
                      <a:gd name="connsiteY7" fmla="*/ 29528 h 58673"/>
                      <a:gd name="connsiteX8" fmla="*/ 50578 w 101345"/>
                      <a:gd name="connsiteY8" fmla="*/ 58674 h 58673"/>
                      <a:gd name="connsiteX9" fmla="*/ 101346 w 101345"/>
                      <a:gd name="connsiteY9" fmla="*/ 29242 h 58673"/>
                      <a:gd name="connsiteX10" fmla="*/ 50768 w 101345"/>
                      <a:gd name="connsiteY10" fmla="*/ 0 h 58673"/>
                      <a:gd name="connsiteX11" fmla="*/ 50768 w 101345"/>
                      <a:gd name="connsiteY11" fmla="*/ 0 h 5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345" h="58673">
                        <a:moveTo>
                          <a:pt x="50768" y="4572"/>
                        </a:moveTo>
                        <a:lnTo>
                          <a:pt x="93536" y="29242"/>
                        </a:lnTo>
                        <a:lnTo>
                          <a:pt x="50673" y="54197"/>
                        </a:lnTo>
                        <a:lnTo>
                          <a:pt x="7906" y="29528"/>
                        </a:lnTo>
                        <a:lnTo>
                          <a:pt x="50864" y="4572"/>
                        </a:lnTo>
                        <a:lnTo>
                          <a:pt x="50864" y="4572"/>
                        </a:lnTo>
                        <a:close/>
                        <a:moveTo>
                          <a:pt x="50768" y="0"/>
                        </a:moveTo>
                        <a:lnTo>
                          <a:pt x="0" y="29528"/>
                        </a:lnTo>
                        <a:lnTo>
                          <a:pt x="50578" y="58674"/>
                        </a:lnTo>
                        <a:lnTo>
                          <a:pt x="101346" y="29242"/>
                        </a:lnTo>
                        <a:lnTo>
                          <a:pt x="50768" y="0"/>
                        </a:lnTo>
                        <a:lnTo>
                          <a:pt x="50768" y="0"/>
                        </a:lnTo>
                        <a:close/>
                      </a:path>
                    </a:pathLst>
                  </a:custGeom>
                  <a:solidFill>
                    <a:srgbClr val="EFEAE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87" name="Freeform: Shape 1486">
                  <a:extLst>
                    <a:ext uri="{FF2B5EF4-FFF2-40B4-BE49-F238E27FC236}">
                      <a16:creationId xmlns:a16="http://schemas.microsoft.com/office/drawing/2014/main" id="{C218112D-E9D1-B8A4-547A-A6EF57D6F464}"/>
                    </a:ext>
                  </a:extLst>
                </p:cNvPr>
                <p:cNvSpPr/>
                <p:nvPr/>
              </p:nvSpPr>
              <p:spPr>
                <a:xfrm>
                  <a:off x="4035837" y="5982843"/>
                  <a:ext cx="50768" cy="87344"/>
                </a:xfrm>
                <a:custGeom>
                  <a:avLst/>
                  <a:gdLst>
                    <a:gd name="connsiteX0" fmla="*/ 50768 w 50768"/>
                    <a:gd name="connsiteY0" fmla="*/ 29146 h 87344"/>
                    <a:gd name="connsiteX1" fmla="*/ 50578 w 50768"/>
                    <a:gd name="connsiteY1" fmla="*/ 87344 h 87344"/>
                    <a:gd name="connsiteX2" fmla="*/ 0 w 50768"/>
                    <a:gd name="connsiteY2" fmla="*/ 58103 h 87344"/>
                    <a:gd name="connsiteX3" fmla="*/ 95 w 50768"/>
                    <a:gd name="connsiteY3" fmla="*/ 0 h 87344"/>
                    <a:gd name="connsiteX4" fmla="*/ 50768 w 50768"/>
                    <a:gd name="connsiteY4" fmla="*/ 29146 h 87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8" h="87344">
                      <a:moveTo>
                        <a:pt x="50768" y="29146"/>
                      </a:moveTo>
                      <a:lnTo>
                        <a:pt x="50578" y="87344"/>
                      </a:lnTo>
                      <a:lnTo>
                        <a:pt x="0" y="58103"/>
                      </a:lnTo>
                      <a:lnTo>
                        <a:pt x="95" y="0"/>
                      </a:lnTo>
                      <a:lnTo>
                        <a:pt x="50768" y="29146"/>
                      </a:lnTo>
                      <a:close/>
                    </a:path>
                  </a:pathLst>
                </a:custGeom>
                <a:solidFill>
                  <a:srgbClr val="D1CDC7"/>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8" name="Freeform: Shape 1487">
                  <a:extLst>
                    <a:ext uri="{FF2B5EF4-FFF2-40B4-BE49-F238E27FC236}">
                      <a16:creationId xmlns:a16="http://schemas.microsoft.com/office/drawing/2014/main" id="{B7E65EE8-5382-1254-62E1-49B6AA7C17DF}"/>
                    </a:ext>
                  </a:extLst>
                </p:cNvPr>
                <p:cNvSpPr/>
                <p:nvPr/>
              </p:nvSpPr>
              <p:spPr>
                <a:xfrm>
                  <a:off x="4039266" y="6006083"/>
                  <a:ext cx="41338" cy="25908"/>
                </a:xfrm>
                <a:custGeom>
                  <a:avLst/>
                  <a:gdLst>
                    <a:gd name="connsiteX0" fmla="*/ 0 w 41338"/>
                    <a:gd name="connsiteY0" fmla="*/ 2000 h 25908"/>
                    <a:gd name="connsiteX1" fmla="*/ 0 w 41338"/>
                    <a:gd name="connsiteY1" fmla="*/ 0 h 25908"/>
                    <a:gd name="connsiteX2" fmla="*/ 41339 w 41338"/>
                    <a:gd name="connsiteY2" fmla="*/ 23813 h 25908"/>
                    <a:gd name="connsiteX3" fmla="*/ 41243 w 41338"/>
                    <a:gd name="connsiteY3" fmla="*/ 25908 h 25908"/>
                    <a:gd name="connsiteX4" fmla="*/ 0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00"/>
                      </a:moveTo>
                      <a:lnTo>
                        <a:pt x="0" y="0"/>
                      </a:lnTo>
                      <a:lnTo>
                        <a:pt x="41339" y="23813"/>
                      </a:lnTo>
                      <a:lnTo>
                        <a:pt x="41243"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89" name="Freeform: Shape 1488">
                  <a:extLst>
                    <a:ext uri="{FF2B5EF4-FFF2-40B4-BE49-F238E27FC236}">
                      <a16:creationId xmlns:a16="http://schemas.microsoft.com/office/drawing/2014/main" id="{82003509-B075-9986-3142-DDBC7A4E9ABA}"/>
                    </a:ext>
                  </a:extLst>
                </p:cNvPr>
                <p:cNvSpPr/>
                <p:nvPr/>
              </p:nvSpPr>
              <p:spPr>
                <a:xfrm>
                  <a:off x="4039170" y="6030658"/>
                  <a:ext cx="41338" cy="25812"/>
                </a:xfrm>
                <a:custGeom>
                  <a:avLst/>
                  <a:gdLst>
                    <a:gd name="connsiteX0" fmla="*/ 0 w 41338"/>
                    <a:gd name="connsiteY0" fmla="*/ 2000 h 25812"/>
                    <a:gd name="connsiteX1" fmla="*/ 0 w 41338"/>
                    <a:gd name="connsiteY1" fmla="*/ 0 h 25812"/>
                    <a:gd name="connsiteX2" fmla="*/ 41339 w 41338"/>
                    <a:gd name="connsiteY2" fmla="*/ 23813 h 25812"/>
                    <a:gd name="connsiteX3" fmla="*/ 41243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9" y="23813"/>
                      </a:lnTo>
                      <a:lnTo>
                        <a:pt x="41243"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90" name="Graphic 19">
                  <a:extLst>
                    <a:ext uri="{FF2B5EF4-FFF2-40B4-BE49-F238E27FC236}">
                      <a16:creationId xmlns:a16="http://schemas.microsoft.com/office/drawing/2014/main" id="{2B37499F-6B13-52E9-0C60-0DD706283565}"/>
                    </a:ext>
                  </a:extLst>
                </p:cNvPr>
                <p:cNvGrpSpPr/>
                <p:nvPr/>
              </p:nvGrpSpPr>
              <p:grpSpPr>
                <a:xfrm>
                  <a:off x="4039170" y="6012180"/>
                  <a:ext cx="41338" cy="38195"/>
                  <a:chOff x="4039170" y="6012180"/>
                  <a:chExt cx="41338" cy="38195"/>
                </a:xfrm>
                <a:solidFill>
                  <a:srgbClr val="9B9A98"/>
                </a:solidFill>
              </p:grpSpPr>
              <p:sp>
                <p:nvSpPr>
                  <p:cNvPr id="1502" name="Freeform: Shape 1501">
                    <a:extLst>
                      <a:ext uri="{FF2B5EF4-FFF2-40B4-BE49-F238E27FC236}">
                        <a16:creationId xmlns:a16="http://schemas.microsoft.com/office/drawing/2014/main" id="{C72BC3EC-41C6-D372-EA5D-2F34DDF6C0AE}"/>
                      </a:ext>
                    </a:extLst>
                  </p:cNvPr>
                  <p:cNvSpPr/>
                  <p:nvPr/>
                </p:nvSpPr>
                <p:spPr>
                  <a:xfrm>
                    <a:off x="4039170" y="6024467"/>
                    <a:ext cx="41338" cy="25908"/>
                  </a:xfrm>
                  <a:custGeom>
                    <a:avLst/>
                    <a:gdLst>
                      <a:gd name="connsiteX0" fmla="*/ 0 w 41338"/>
                      <a:gd name="connsiteY0" fmla="*/ 2000 h 25908"/>
                      <a:gd name="connsiteX1" fmla="*/ 0 w 41338"/>
                      <a:gd name="connsiteY1" fmla="*/ 0 h 25908"/>
                      <a:gd name="connsiteX2" fmla="*/ 41339 w 41338"/>
                      <a:gd name="connsiteY2" fmla="*/ 23813 h 25908"/>
                      <a:gd name="connsiteX3" fmla="*/ 41339 w 41338"/>
                      <a:gd name="connsiteY3" fmla="*/ 25908 h 25908"/>
                      <a:gd name="connsiteX4" fmla="*/ 0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0" y="2000"/>
                        </a:moveTo>
                        <a:lnTo>
                          <a:pt x="0" y="0"/>
                        </a:lnTo>
                        <a:lnTo>
                          <a:pt x="41339" y="23813"/>
                        </a:lnTo>
                        <a:lnTo>
                          <a:pt x="41339" y="25908"/>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3" name="Freeform: Shape 1502">
                    <a:extLst>
                      <a:ext uri="{FF2B5EF4-FFF2-40B4-BE49-F238E27FC236}">
                        <a16:creationId xmlns:a16="http://schemas.microsoft.com/office/drawing/2014/main" id="{9EFEAA2F-6FB7-71E6-85B2-8A30D5A0A51F}"/>
                      </a:ext>
                    </a:extLst>
                  </p:cNvPr>
                  <p:cNvSpPr/>
                  <p:nvPr/>
                </p:nvSpPr>
                <p:spPr>
                  <a:xfrm>
                    <a:off x="4039170" y="6018371"/>
                    <a:ext cx="41338" cy="25812"/>
                  </a:xfrm>
                  <a:custGeom>
                    <a:avLst/>
                    <a:gdLst>
                      <a:gd name="connsiteX0" fmla="*/ 0 w 41338"/>
                      <a:gd name="connsiteY0" fmla="*/ 2000 h 25812"/>
                      <a:gd name="connsiteX1" fmla="*/ 0 w 41338"/>
                      <a:gd name="connsiteY1" fmla="*/ 0 h 25812"/>
                      <a:gd name="connsiteX2" fmla="*/ 41339 w 41338"/>
                      <a:gd name="connsiteY2" fmla="*/ 23813 h 25812"/>
                      <a:gd name="connsiteX3" fmla="*/ 41339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9" y="23813"/>
                        </a:lnTo>
                        <a:lnTo>
                          <a:pt x="41339"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4" name="Freeform: Shape 1503">
                    <a:extLst>
                      <a:ext uri="{FF2B5EF4-FFF2-40B4-BE49-F238E27FC236}">
                        <a16:creationId xmlns:a16="http://schemas.microsoft.com/office/drawing/2014/main" id="{F3712115-DE44-1CA5-5FC9-8BF8EA1A2959}"/>
                      </a:ext>
                    </a:extLst>
                  </p:cNvPr>
                  <p:cNvSpPr/>
                  <p:nvPr/>
                </p:nvSpPr>
                <p:spPr>
                  <a:xfrm>
                    <a:off x="4039170" y="6012180"/>
                    <a:ext cx="41338" cy="25907"/>
                  </a:xfrm>
                  <a:custGeom>
                    <a:avLst/>
                    <a:gdLst>
                      <a:gd name="connsiteX0" fmla="*/ 0 w 41338"/>
                      <a:gd name="connsiteY0" fmla="*/ 2095 h 25907"/>
                      <a:gd name="connsiteX1" fmla="*/ 0 w 41338"/>
                      <a:gd name="connsiteY1" fmla="*/ 0 h 25907"/>
                      <a:gd name="connsiteX2" fmla="*/ 41339 w 41338"/>
                      <a:gd name="connsiteY2" fmla="*/ 23908 h 25907"/>
                      <a:gd name="connsiteX3" fmla="*/ 41339 w 41338"/>
                      <a:gd name="connsiteY3" fmla="*/ 25908 h 25907"/>
                      <a:gd name="connsiteX4" fmla="*/ 0 w 41338"/>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0" y="2095"/>
                        </a:moveTo>
                        <a:lnTo>
                          <a:pt x="0" y="0"/>
                        </a:lnTo>
                        <a:lnTo>
                          <a:pt x="41339" y="23908"/>
                        </a:lnTo>
                        <a:lnTo>
                          <a:pt x="41339" y="25908"/>
                        </a:lnTo>
                        <a:lnTo>
                          <a:pt x="0"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91" name="Freeform: Shape 1490">
                  <a:extLst>
                    <a:ext uri="{FF2B5EF4-FFF2-40B4-BE49-F238E27FC236}">
                      <a16:creationId xmlns:a16="http://schemas.microsoft.com/office/drawing/2014/main" id="{6830FB34-5785-1B1B-8C86-80CFA30C58A8}"/>
                    </a:ext>
                  </a:extLst>
                </p:cNvPr>
                <p:cNvSpPr/>
                <p:nvPr/>
              </p:nvSpPr>
              <p:spPr>
                <a:xfrm>
                  <a:off x="4039266" y="5999987"/>
                  <a:ext cx="41338" cy="25812"/>
                </a:xfrm>
                <a:custGeom>
                  <a:avLst/>
                  <a:gdLst>
                    <a:gd name="connsiteX0" fmla="*/ 0 w 41338"/>
                    <a:gd name="connsiteY0" fmla="*/ 2000 h 25812"/>
                    <a:gd name="connsiteX1" fmla="*/ 0 w 41338"/>
                    <a:gd name="connsiteY1" fmla="*/ 0 h 25812"/>
                    <a:gd name="connsiteX2" fmla="*/ 41339 w 41338"/>
                    <a:gd name="connsiteY2" fmla="*/ 23813 h 25812"/>
                    <a:gd name="connsiteX3" fmla="*/ 41339 w 41338"/>
                    <a:gd name="connsiteY3" fmla="*/ 25813 h 25812"/>
                    <a:gd name="connsiteX4" fmla="*/ 0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0" y="2000"/>
                      </a:moveTo>
                      <a:lnTo>
                        <a:pt x="0" y="0"/>
                      </a:lnTo>
                      <a:lnTo>
                        <a:pt x="41339" y="23813"/>
                      </a:lnTo>
                      <a:lnTo>
                        <a:pt x="41339" y="25813"/>
                      </a:lnTo>
                      <a:lnTo>
                        <a:pt x="0"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92" name="Freeform: Shape 1491">
                  <a:extLst>
                    <a:ext uri="{FF2B5EF4-FFF2-40B4-BE49-F238E27FC236}">
                      <a16:creationId xmlns:a16="http://schemas.microsoft.com/office/drawing/2014/main" id="{ECBF281E-2BD5-4EBC-30A6-DE3EDA6D5A3C}"/>
                    </a:ext>
                  </a:extLst>
                </p:cNvPr>
                <p:cNvSpPr/>
                <p:nvPr/>
              </p:nvSpPr>
              <p:spPr>
                <a:xfrm>
                  <a:off x="4039266" y="5993796"/>
                  <a:ext cx="41338" cy="25907"/>
                </a:xfrm>
                <a:custGeom>
                  <a:avLst/>
                  <a:gdLst>
                    <a:gd name="connsiteX0" fmla="*/ 0 w 41338"/>
                    <a:gd name="connsiteY0" fmla="*/ 2095 h 25907"/>
                    <a:gd name="connsiteX1" fmla="*/ 0 w 41338"/>
                    <a:gd name="connsiteY1" fmla="*/ 0 h 25907"/>
                    <a:gd name="connsiteX2" fmla="*/ 41339 w 41338"/>
                    <a:gd name="connsiteY2" fmla="*/ 23813 h 25907"/>
                    <a:gd name="connsiteX3" fmla="*/ 41339 w 41338"/>
                    <a:gd name="connsiteY3" fmla="*/ 25908 h 25907"/>
                    <a:gd name="connsiteX4" fmla="*/ 0 w 41338"/>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0" y="2095"/>
                      </a:moveTo>
                      <a:lnTo>
                        <a:pt x="0" y="0"/>
                      </a:lnTo>
                      <a:lnTo>
                        <a:pt x="41339" y="23813"/>
                      </a:lnTo>
                      <a:lnTo>
                        <a:pt x="41339" y="25908"/>
                      </a:lnTo>
                      <a:lnTo>
                        <a:pt x="0"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93" name="Freeform: Shape 1492">
                  <a:extLst>
                    <a:ext uri="{FF2B5EF4-FFF2-40B4-BE49-F238E27FC236}">
                      <a16:creationId xmlns:a16="http://schemas.microsoft.com/office/drawing/2014/main" id="{2280E2FA-5859-ED5C-69BB-8B7D463D6DD7}"/>
                    </a:ext>
                  </a:extLst>
                </p:cNvPr>
                <p:cNvSpPr/>
                <p:nvPr/>
              </p:nvSpPr>
              <p:spPr>
                <a:xfrm>
                  <a:off x="4091177" y="6006083"/>
                  <a:ext cx="41338" cy="25908"/>
                </a:xfrm>
                <a:custGeom>
                  <a:avLst/>
                  <a:gdLst>
                    <a:gd name="connsiteX0" fmla="*/ 41339 w 41338"/>
                    <a:gd name="connsiteY0" fmla="*/ 2000 h 25908"/>
                    <a:gd name="connsiteX1" fmla="*/ 41339 w 41338"/>
                    <a:gd name="connsiteY1" fmla="*/ 0 h 25908"/>
                    <a:gd name="connsiteX2" fmla="*/ 0 w 41338"/>
                    <a:gd name="connsiteY2" fmla="*/ 23813 h 25908"/>
                    <a:gd name="connsiteX3" fmla="*/ 0 w 41338"/>
                    <a:gd name="connsiteY3" fmla="*/ 25908 h 25908"/>
                    <a:gd name="connsiteX4" fmla="*/ 41339 w 41338"/>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8">
                      <a:moveTo>
                        <a:pt x="41339" y="2000"/>
                      </a:moveTo>
                      <a:lnTo>
                        <a:pt x="41339" y="0"/>
                      </a:lnTo>
                      <a:lnTo>
                        <a:pt x="0" y="23813"/>
                      </a:lnTo>
                      <a:lnTo>
                        <a:pt x="0" y="25908"/>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94" name="Freeform: Shape 1493">
                  <a:extLst>
                    <a:ext uri="{FF2B5EF4-FFF2-40B4-BE49-F238E27FC236}">
                      <a16:creationId xmlns:a16="http://schemas.microsoft.com/office/drawing/2014/main" id="{5E137AF0-6C05-C846-8FF1-5CE73D337EAC}"/>
                    </a:ext>
                  </a:extLst>
                </p:cNvPr>
                <p:cNvSpPr/>
                <p:nvPr/>
              </p:nvSpPr>
              <p:spPr>
                <a:xfrm>
                  <a:off x="4091272" y="6030658"/>
                  <a:ext cx="41338" cy="25812"/>
                </a:xfrm>
                <a:custGeom>
                  <a:avLst/>
                  <a:gdLst>
                    <a:gd name="connsiteX0" fmla="*/ 41339 w 41338"/>
                    <a:gd name="connsiteY0" fmla="*/ 2000 h 25812"/>
                    <a:gd name="connsiteX1" fmla="*/ 41339 w 41338"/>
                    <a:gd name="connsiteY1" fmla="*/ 0 h 25812"/>
                    <a:gd name="connsiteX2" fmla="*/ 0 w 41338"/>
                    <a:gd name="connsiteY2" fmla="*/ 23813 h 25812"/>
                    <a:gd name="connsiteX3" fmla="*/ 0 w 41338"/>
                    <a:gd name="connsiteY3" fmla="*/ 25813 h 25812"/>
                    <a:gd name="connsiteX4" fmla="*/ 41339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9" y="2000"/>
                      </a:moveTo>
                      <a:lnTo>
                        <a:pt x="41339" y="0"/>
                      </a:lnTo>
                      <a:lnTo>
                        <a:pt x="0" y="23813"/>
                      </a:lnTo>
                      <a:lnTo>
                        <a:pt x="0" y="25813"/>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495" name="Graphic 19">
                  <a:extLst>
                    <a:ext uri="{FF2B5EF4-FFF2-40B4-BE49-F238E27FC236}">
                      <a16:creationId xmlns:a16="http://schemas.microsoft.com/office/drawing/2014/main" id="{2D39D4E0-0AD6-95BC-504F-5AF8D7D40BE7}"/>
                    </a:ext>
                  </a:extLst>
                </p:cNvPr>
                <p:cNvGrpSpPr/>
                <p:nvPr/>
              </p:nvGrpSpPr>
              <p:grpSpPr>
                <a:xfrm>
                  <a:off x="4091177" y="6012180"/>
                  <a:ext cx="41338" cy="38195"/>
                  <a:chOff x="4091177" y="6012180"/>
                  <a:chExt cx="41338" cy="38195"/>
                </a:xfrm>
                <a:solidFill>
                  <a:srgbClr val="9B9A98"/>
                </a:solidFill>
              </p:grpSpPr>
              <p:sp>
                <p:nvSpPr>
                  <p:cNvPr id="1499" name="Freeform: Shape 1498">
                    <a:extLst>
                      <a:ext uri="{FF2B5EF4-FFF2-40B4-BE49-F238E27FC236}">
                        <a16:creationId xmlns:a16="http://schemas.microsoft.com/office/drawing/2014/main" id="{96B8D016-4A8C-AA30-B399-1743C3BAC9E3}"/>
                      </a:ext>
                    </a:extLst>
                  </p:cNvPr>
                  <p:cNvSpPr/>
                  <p:nvPr/>
                </p:nvSpPr>
                <p:spPr>
                  <a:xfrm>
                    <a:off x="4091272" y="6024467"/>
                    <a:ext cx="41243" cy="25908"/>
                  </a:xfrm>
                  <a:custGeom>
                    <a:avLst/>
                    <a:gdLst>
                      <a:gd name="connsiteX0" fmla="*/ 41243 w 41243"/>
                      <a:gd name="connsiteY0" fmla="*/ 2000 h 25908"/>
                      <a:gd name="connsiteX1" fmla="*/ 41243 w 41243"/>
                      <a:gd name="connsiteY1" fmla="*/ 0 h 25908"/>
                      <a:gd name="connsiteX2" fmla="*/ 0 w 41243"/>
                      <a:gd name="connsiteY2" fmla="*/ 23813 h 25908"/>
                      <a:gd name="connsiteX3" fmla="*/ 0 w 41243"/>
                      <a:gd name="connsiteY3" fmla="*/ 25908 h 25908"/>
                      <a:gd name="connsiteX4" fmla="*/ 41243 w 41243"/>
                      <a:gd name="connsiteY4" fmla="*/ 2000 h 25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8">
                        <a:moveTo>
                          <a:pt x="41243" y="2000"/>
                        </a:moveTo>
                        <a:lnTo>
                          <a:pt x="41243" y="0"/>
                        </a:lnTo>
                        <a:lnTo>
                          <a:pt x="0" y="23813"/>
                        </a:lnTo>
                        <a:lnTo>
                          <a:pt x="0" y="25908"/>
                        </a:lnTo>
                        <a:lnTo>
                          <a:pt x="41243"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0" name="Freeform: Shape 1499">
                    <a:extLst>
                      <a:ext uri="{FF2B5EF4-FFF2-40B4-BE49-F238E27FC236}">
                        <a16:creationId xmlns:a16="http://schemas.microsoft.com/office/drawing/2014/main" id="{8248B641-752D-DF5B-C32D-2FF6F8A8714E}"/>
                      </a:ext>
                    </a:extLst>
                  </p:cNvPr>
                  <p:cNvSpPr/>
                  <p:nvPr/>
                </p:nvSpPr>
                <p:spPr>
                  <a:xfrm>
                    <a:off x="4091177" y="6018371"/>
                    <a:ext cx="41338" cy="25812"/>
                  </a:xfrm>
                  <a:custGeom>
                    <a:avLst/>
                    <a:gdLst>
                      <a:gd name="connsiteX0" fmla="*/ 41339 w 41338"/>
                      <a:gd name="connsiteY0" fmla="*/ 2000 h 25812"/>
                      <a:gd name="connsiteX1" fmla="*/ 41339 w 41338"/>
                      <a:gd name="connsiteY1" fmla="*/ 0 h 25812"/>
                      <a:gd name="connsiteX2" fmla="*/ 0 w 41338"/>
                      <a:gd name="connsiteY2" fmla="*/ 23813 h 25812"/>
                      <a:gd name="connsiteX3" fmla="*/ 0 w 41338"/>
                      <a:gd name="connsiteY3" fmla="*/ 25813 h 25812"/>
                      <a:gd name="connsiteX4" fmla="*/ 41339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9" y="2000"/>
                        </a:moveTo>
                        <a:lnTo>
                          <a:pt x="41339" y="0"/>
                        </a:lnTo>
                        <a:lnTo>
                          <a:pt x="0" y="23813"/>
                        </a:lnTo>
                        <a:lnTo>
                          <a:pt x="0" y="25813"/>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01" name="Freeform: Shape 1500">
                    <a:extLst>
                      <a:ext uri="{FF2B5EF4-FFF2-40B4-BE49-F238E27FC236}">
                        <a16:creationId xmlns:a16="http://schemas.microsoft.com/office/drawing/2014/main" id="{255A56A7-26D2-8CFB-35E3-2F4B4986FA2D}"/>
                      </a:ext>
                    </a:extLst>
                  </p:cNvPr>
                  <p:cNvSpPr/>
                  <p:nvPr/>
                </p:nvSpPr>
                <p:spPr>
                  <a:xfrm>
                    <a:off x="4091177" y="6012180"/>
                    <a:ext cx="41338" cy="25907"/>
                  </a:xfrm>
                  <a:custGeom>
                    <a:avLst/>
                    <a:gdLst>
                      <a:gd name="connsiteX0" fmla="*/ 41339 w 41338"/>
                      <a:gd name="connsiteY0" fmla="*/ 2095 h 25907"/>
                      <a:gd name="connsiteX1" fmla="*/ 41339 w 41338"/>
                      <a:gd name="connsiteY1" fmla="*/ 0 h 25907"/>
                      <a:gd name="connsiteX2" fmla="*/ 0 w 41338"/>
                      <a:gd name="connsiteY2" fmla="*/ 23908 h 25907"/>
                      <a:gd name="connsiteX3" fmla="*/ 0 w 41338"/>
                      <a:gd name="connsiteY3" fmla="*/ 25908 h 25907"/>
                      <a:gd name="connsiteX4" fmla="*/ 41339 w 41338"/>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907">
                        <a:moveTo>
                          <a:pt x="41339" y="2095"/>
                        </a:moveTo>
                        <a:lnTo>
                          <a:pt x="41339" y="0"/>
                        </a:lnTo>
                        <a:lnTo>
                          <a:pt x="0" y="23908"/>
                        </a:lnTo>
                        <a:lnTo>
                          <a:pt x="0" y="25908"/>
                        </a:lnTo>
                        <a:lnTo>
                          <a:pt x="41339"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496" name="Freeform: Shape 1495">
                  <a:extLst>
                    <a:ext uri="{FF2B5EF4-FFF2-40B4-BE49-F238E27FC236}">
                      <a16:creationId xmlns:a16="http://schemas.microsoft.com/office/drawing/2014/main" id="{6DB9915D-A845-F7F7-5E60-820CCAAD5B22}"/>
                    </a:ext>
                  </a:extLst>
                </p:cNvPr>
                <p:cNvSpPr/>
                <p:nvPr/>
              </p:nvSpPr>
              <p:spPr>
                <a:xfrm>
                  <a:off x="4091177" y="5999987"/>
                  <a:ext cx="41338" cy="25812"/>
                </a:xfrm>
                <a:custGeom>
                  <a:avLst/>
                  <a:gdLst>
                    <a:gd name="connsiteX0" fmla="*/ 41339 w 41338"/>
                    <a:gd name="connsiteY0" fmla="*/ 2000 h 25812"/>
                    <a:gd name="connsiteX1" fmla="*/ 41339 w 41338"/>
                    <a:gd name="connsiteY1" fmla="*/ 0 h 25812"/>
                    <a:gd name="connsiteX2" fmla="*/ 0 w 41338"/>
                    <a:gd name="connsiteY2" fmla="*/ 23813 h 25812"/>
                    <a:gd name="connsiteX3" fmla="*/ 0 w 41338"/>
                    <a:gd name="connsiteY3" fmla="*/ 25813 h 25812"/>
                    <a:gd name="connsiteX4" fmla="*/ 41339 w 41338"/>
                    <a:gd name="connsiteY4" fmla="*/ 2000 h 25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38" h="25812">
                      <a:moveTo>
                        <a:pt x="41339" y="2000"/>
                      </a:moveTo>
                      <a:lnTo>
                        <a:pt x="41339" y="0"/>
                      </a:lnTo>
                      <a:lnTo>
                        <a:pt x="0" y="23813"/>
                      </a:lnTo>
                      <a:lnTo>
                        <a:pt x="0" y="25813"/>
                      </a:lnTo>
                      <a:lnTo>
                        <a:pt x="41339" y="2000"/>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97" name="Freeform: Shape 1496">
                  <a:extLst>
                    <a:ext uri="{FF2B5EF4-FFF2-40B4-BE49-F238E27FC236}">
                      <a16:creationId xmlns:a16="http://schemas.microsoft.com/office/drawing/2014/main" id="{42D49516-7B7D-62B6-B2A8-A1C58FBFFFB7}"/>
                    </a:ext>
                  </a:extLst>
                </p:cNvPr>
                <p:cNvSpPr/>
                <p:nvPr/>
              </p:nvSpPr>
              <p:spPr>
                <a:xfrm>
                  <a:off x="4091177" y="5993796"/>
                  <a:ext cx="41243" cy="25907"/>
                </a:xfrm>
                <a:custGeom>
                  <a:avLst/>
                  <a:gdLst>
                    <a:gd name="connsiteX0" fmla="*/ 41243 w 41243"/>
                    <a:gd name="connsiteY0" fmla="*/ 2095 h 25907"/>
                    <a:gd name="connsiteX1" fmla="*/ 41243 w 41243"/>
                    <a:gd name="connsiteY1" fmla="*/ 0 h 25907"/>
                    <a:gd name="connsiteX2" fmla="*/ 0 w 41243"/>
                    <a:gd name="connsiteY2" fmla="*/ 23813 h 25907"/>
                    <a:gd name="connsiteX3" fmla="*/ 0 w 41243"/>
                    <a:gd name="connsiteY3" fmla="*/ 25908 h 25907"/>
                    <a:gd name="connsiteX4" fmla="*/ 41243 w 41243"/>
                    <a:gd name="connsiteY4" fmla="*/ 2095 h 2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43" h="25907">
                      <a:moveTo>
                        <a:pt x="41243" y="2095"/>
                      </a:moveTo>
                      <a:lnTo>
                        <a:pt x="41243" y="0"/>
                      </a:lnTo>
                      <a:lnTo>
                        <a:pt x="0" y="23813"/>
                      </a:lnTo>
                      <a:lnTo>
                        <a:pt x="0" y="25908"/>
                      </a:lnTo>
                      <a:lnTo>
                        <a:pt x="41243" y="2095"/>
                      </a:lnTo>
                      <a:close/>
                    </a:path>
                  </a:pathLst>
                </a:custGeom>
                <a:solidFill>
                  <a:srgbClr val="9B9A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498" name="Freeform: Shape 1497">
                  <a:extLst>
                    <a:ext uri="{FF2B5EF4-FFF2-40B4-BE49-F238E27FC236}">
                      <a16:creationId xmlns:a16="http://schemas.microsoft.com/office/drawing/2014/main" id="{0F984722-52E0-467E-9872-4A43EF25EAA8}"/>
                    </a:ext>
                  </a:extLst>
                </p:cNvPr>
                <p:cNvSpPr/>
                <p:nvPr/>
              </p:nvSpPr>
              <p:spPr>
                <a:xfrm>
                  <a:off x="4043838" y="5957887"/>
                  <a:ext cx="85629" cy="27146"/>
                </a:xfrm>
                <a:custGeom>
                  <a:avLst/>
                  <a:gdLst>
                    <a:gd name="connsiteX0" fmla="*/ 42767 w 85629"/>
                    <a:gd name="connsiteY0" fmla="*/ 4477 h 27146"/>
                    <a:gd name="connsiteX1" fmla="*/ 81724 w 85629"/>
                    <a:gd name="connsiteY1" fmla="*/ 26956 h 27146"/>
                    <a:gd name="connsiteX2" fmla="*/ 85630 w 85629"/>
                    <a:gd name="connsiteY2" fmla="*/ 24670 h 27146"/>
                    <a:gd name="connsiteX3" fmla="*/ 42767 w 85629"/>
                    <a:gd name="connsiteY3" fmla="*/ 0 h 27146"/>
                    <a:gd name="connsiteX4" fmla="*/ 0 w 85629"/>
                    <a:gd name="connsiteY4" fmla="*/ 24956 h 27146"/>
                    <a:gd name="connsiteX5" fmla="*/ 3810 w 85629"/>
                    <a:gd name="connsiteY5" fmla="*/ 27146 h 27146"/>
                    <a:gd name="connsiteX6" fmla="*/ 42767 w 85629"/>
                    <a:gd name="connsiteY6" fmla="*/ 4477 h 2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629" h="27146">
                      <a:moveTo>
                        <a:pt x="42767" y="4477"/>
                      </a:moveTo>
                      <a:lnTo>
                        <a:pt x="81724" y="26956"/>
                      </a:lnTo>
                      <a:lnTo>
                        <a:pt x="85630" y="24670"/>
                      </a:lnTo>
                      <a:lnTo>
                        <a:pt x="42767" y="0"/>
                      </a:lnTo>
                      <a:lnTo>
                        <a:pt x="0" y="24956"/>
                      </a:lnTo>
                      <a:lnTo>
                        <a:pt x="3810" y="27146"/>
                      </a:lnTo>
                      <a:lnTo>
                        <a:pt x="42767" y="4477"/>
                      </a:lnTo>
                      <a:close/>
                    </a:path>
                  </a:pathLst>
                </a:custGeom>
                <a:solidFill>
                  <a:srgbClr val="000000">
                    <a:alpha val="1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3637" name="Group 3636">
            <a:extLst>
              <a:ext uri="{FF2B5EF4-FFF2-40B4-BE49-F238E27FC236}">
                <a16:creationId xmlns:a16="http://schemas.microsoft.com/office/drawing/2014/main" id="{2194CA67-AE5F-4C08-C314-3406CA07E43D}"/>
              </a:ext>
              <a:ext uri="{C183D7F6-B498-43B3-948B-1728B52AA6E4}">
                <adec:decorative xmlns:adec="http://schemas.microsoft.com/office/drawing/2017/decorative" val="1"/>
              </a:ext>
            </a:extLst>
          </p:cNvPr>
          <p:cNvGrpSpPr/>
          <p:nvPr/>
        </p:nvGrpSpPr>
        <p:grpSpPr>
          <a:xfrm>
            <a:off x="1296485" y="1434287"/>
            <a:ext cx="7023100" cy="3060700"/>
            <a:chOff x="1296485" y="1434287"/>
            <a:chExt cx="7023100" cy="3060700"/>
          </a:xfrm>
        </p:grpSpPr>
        <p:sp>
          <p:nvSpPr>
            <p:cNvPr id="1524" name="Freeform: Shape 1523">
              <a:extLst>
                <a:ext uri="{FF2B5EF4-FFF2-40B4-BE49-F238E27FC236}">
                  <a16:creationId xmlns:a16="http://schemas.microsoft.com/office/drawing/2014/main" id="{5E85C2B2-8117-EAB6-18DE-F55E8A4B417C}"/>
                </a:ext>
              </a:extLst>
            </p:cNvPr>
            <p:cNvSpPr/>
            <p:nvPr/>
          </p:nvSpPr>
          <p:spPr>
            <a:xfrm>
              <a:off x="1297221" y="1441036"/>
              <a:ext cx="7022364" cy="3053951"/>
            </a:xfrm>
            <a:custGeom>
              <a:avLst/>
              <a:gdLst>
                <a:gd name="connsiteX0" fmla="*/ 0 w 2797772"/>
                <a:gd name="connsiteY0" fmla="*/ 810562 h 1621122"/>
                <a:gd name="connsiteX1" fmla="*/ 1398887 w 2797772"/>
                <a:gd name="connsiteY1" fmla="*/ 0 h 1621122"/>
                <a:gd name="connsiteX2" fmla="*/ 2797773 w 2797772"/>
                <a:gd name="connsiteY2" fmla="*/ 810562 h 1621122"/>
                <a:gd name="connsiteX3" fmla="*/ 1398887 w 2797772"/>
                <a:gd name="connsiteY3" fmla="*/ 1621123 h 1621122"/>
                <a:gd name="connsiteX4" fmla="*/ 0 w 2797772"/>
                <a:gd name="connsiteY4" fmla="*/ 810562 h 1621122"/>
                <a:gd name="connsiteX5" fmla="*/ 0 w 2797772"/>
                <a:gd name="connsiteY5" fmla="*/ 810562 h 162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7772" h="1621122">
                  <a:moveTo>
                    <a:pt x="0" y="810562"/>
                  </a:moveTo>
                  <a:cubicBezTo>
                    <a:pt x="0" y="362897"/>
                    <a:pt x="626302" y="0"/>
                    <a:pt x="1398887" y="0"/>
                  </a:cubicBezTo>
                  <a:cubicBezTo>
                    <a:pt x="2171471" y="0"/>
                    <a:pt x="2797773" y="362897"/>
                    <a:pt x="2797773" y="810562"/>
                  </a:cubicBezTo>
                  <a:cubicBezTo>
                    <a:pt x="2797773" y="1258226"/>
                    <a:pt x="2171471" y="1621123"/>
                    <a:pt x="1398887" y="1621123"/>
                  </a:cubicBezTo>
                  <a:cubicBezTo>
                    <a:pt x="626302" y="1621123"/>
                    <a:pt x="0" y="1258226"/>
                    <a:pt x="0" y="810562"/>
                  </a:cubicBezTo>
                  <a:lnTo>
                    <a:pt x="0" y="810562"/>
                  </a:lnTo>
                  <a:close/>
                </a:path>
              </a:pathLst>
            </a:custGeom>
            <a:solidFill>
              <a:srgbClr val="4D4D4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25" name="Freeform: Shape 1524">
              <a:extLst>
                <a:ext uri="{FF2B5EF4-FFF2-40B4-BE49-F238E27FC236}">
                  <a16:creationId xmlns:a16="http://schemas.microsoft.com/office/drawing/2014/main" id="{37E89FA2-F97F-3B28-C812-A9DBA6D582CC}"/>
                </a:ext>
              </a:extLst>
            </p:cNvPr>
            <p:cNvSpPr/>
            <p:nvPr/>
          </p:nvSpPr>
          <p:spPr>
            <a:xfrm>
              <a:off x="1296485" y="1434287"/>
              <a:ext cx="7023098" cy="2958905"/>
            </a:xfrm>
            <a:custGeom>
              <a:avLst/>
              <a:gdLst>
                <a:gd name="connsiteX0" fmla="*/ 0 w 2797772"/>
                <a:gd name="connsiteY0" fmla="*/ 810561 h 1621122"/>
                <a:gd name="connsiteX1" fmla="*/ 1398887 w 2797772"/>
                <a:gd name="connsiteY1" fmla="*/ 0 h 1621122"/>
                <a:gd name="connsiteX2" fmla="*/ 2797773 w 2797772"/>
                <a:gd name="connsiteY2" fmla="*/ 810561 h 1621122"/>
                <a:gd name="connsiteX3" fmla="*/ 1398887 w 2797772"/>
                <a:gd name="connsiteY3" fmla="*/ 1621123 h 1621122"/>
                <a:gd name="connsiteX4" fmla="*/ 0 w 2797772"/>
                <a:gd name="connsiteY4" fmla="*/ 810561 h 1621122"/>
                <a:gd name="connsiteX5" fmla="*/ 0 w 2797772"/>
                <a:gd name="connsiteY5" fmla="*/ 810561 h 162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7772" h="1621122">
                  <a:moveTo>
                    <a:pt x="0" y="810561"/>
                  </a:moveTo>
                  <a:cubicBezTo>
                    <a:pt x="0" y="362897"/>
                    <a:pt x="626302" y="0"/>
                    <a:pt x="1398887" y="0"/>
                  </a:cubicBezTo>
                  <a:cubicBezTo>
                    <a:pt x="2171471" y="0"/>
                    <a:pt x="2797773" y="362897"/>
                    <a:pt x="2797773" y="810561"/>
                  </a:cubicBezTo>
                  <a:cubicBezTo>
                    <a:pt x="2797773" y="1258226"/>
                    <a:pt x="2171471" y="1621123"/>
                    <a:pt x="1398887" y="1621123"/>
                  </a:cubicBezTo>
                  <a:cubicBezTo>
                    <a:pt x="626302" y="1621123"/>
                    <a:pt x="0" y="1258226"/>
                    <a:pt x="0" y="810561"/>
                  </a:cubicBezTo>
                  <a:lnTo>
                    <a:pt x="0" y="810561"/>
                  </a:lnTo>
                  <a:close/>
                </a:path>
              </a:pathLst>
            </a:custGeom>
            <a:solidFill>
              <a:schemeClr val="bg1">
                <a:lumMod val="75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526" name="Freeform: Shape 1525">
            <a:extLst>
              <a:ext uri="{FF2B5EF4-FFF2-40B4-BE49-F238E27FC236}">
                <a16:creationId xmlns:a16="http://schemas.microsoft.com/office/drawing/2014/main" id="{91E1EACF-60FA-15EC-9031-14D491A97EA0}"/>
              </a:ext>
              <a:ext uri="{C183D7F6-B498-43B3-948B-1728B52AA6E4}">
                <adec:decorative xmlns:adec="http://schemas.microsoft.com/office/drawing/2017/decorative" val="1"/>
              </a:ext>
            </a:extLst>
          </p:cNvPr>
          <p:cNvSpPr/>
          <p:nvPr/>
        </p:nvSpPr>
        <p:spPr>
          <a:xfrm rot="19892066">
            <a:off x="3172648" y="2411169"/>
            <a:ext cx="434436" cy="403486"/>
          </a:xfrm>
          <a:custGeom>
            <a:avLst/>
            <a:gdLst>
              <a:gd name="connsiteX0" fmla="*/ 842420 w 860553"/>
              <a:gd name="connsiteY0" fmla="*/ 556874 h 556874"/>
              <a:gd name="connsiteX1" fmla="*/ 12930 w 860553"/>
              <a:gd name="connsiteY1" fmla="*/ 165877 h 556874"/>
              <a:gd name="connsiteX2" fmla="*/ 7676 w 860553"/>
              <a:gd name="connsiteY2" fmla="*/ 140738 h 556874"/>
              <a:gd name="connsiteX3" fmla="*/ 73924 w 860553"/>
              <a:gd name="connsiteY3" fmla="*/ 114260 h 556874"/>
              <a:gd name="connsiteX4" fmla="*/ 74645 w 860553"/>
              <a:gd name="connsiteY4" fmla="*/ 114054 h 556874"/>
              <a:gd name="connsiteX5" fmla="*/ 613386 w 860553"/>
              <a:gd name="connsiteY5" fmla="*/ 0 h 556874"/>
              <a:gd name="connsiteX6" fmla="*/ 612768 w 860553"/>
              <a:gd name="connsiteY6" fmla="*/ 7212 h 556874"/>
              <a:gd name="connsiteX7" fmla="*/ 74336 w 860553"/>
              <a:gd name="connsiteY7" fmla="*/ 121163 h 556874"/>
              <a:gd name="connsiteX8" fmla="*/ 25397 w 860553"/>
              <a:gd name="connsiteY8" fmla="*/ 140223 h 556874"/>
              <a:gd name="connsiteX9" fmla="*/ 30961 w 860553"/>
              <a:gd name="connsiteY9" fmla="*/ 158459 h 556874"/>
              <a:gd name="connsiteX10" fmla="*/ 860553 w 860553"/>
              <a:gd name="connsiteY10" fmla="*/ 549559 h 556874"/>
              <a:gd name="connsiteX11" fmla="*/ 842317 w 860553"/>
              <a:gd name="connsiteY11" fmla="*/ 556771 h 556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0553" h="556874">
                <a:moveTo>
                  <a:pt x="842420" y="556874"/>
                </a:moveTo>
                <a:lnTo>
                  <a:pt x="12930" y="165877"/>
                </a:lnTo>
                <a:cubicBezTo>
                  <a:pt x="-2215" y="159593"/>
                  <a:pt x="-4173" y="150629"/>
                  <a:pt x="7676" y="140738"/>
                </a:cubicBezTo>
                <a:cubicBezTo>
                  <a:pt x="19421" y="130950"/>
                  <a:pt x="42912" y="121575"/>
                  <a:pt x="73924" y="114260"/>
                </a:cubicBezTo>
                <a:lnTo>
                  <a:pt x="74645" y="114054"/>
                </a:lnTo>
                <a:lnTo>
                  <a:pt x="613386" y="0"/>
                </a:lnTo>
                <a:lnTo>
                  <a:pt x="612768" y="7212"/>
                </a:lnTo>
                <a:lnTo>
                  <a:pt x="74336" y="121163"/>
                </a:lnTo>
                <a:cubicBezTo>
                  <a:pt x="50845" y="126726"/>
                  <a:pt x="33433" y="133526"/>
                  <a:pt x="25397" y="140223"/>
                </a:cubicBezTo>
                <a:cubicBezTo>
                  <a:pt x="17155" y="147126"/>
                  <a:pt x="19112" y="153617"/>
                  <a:pt x="30961" y="158459"/>
                </a:cubicBezTo>
                <a:lnTo>
                  <a:pt x="860553" y="549559"/>
                </a:lnTo>
                <a:lnTo>
                  <a:pt x="842317" y="556771"/>
                </a:lnTo>
                <a:close/>
              </a:path>
            </a:pathLst>
          </a:custGeom>
          <a:solidFill>
            <a:schemeClr val="bg1">
              <a:lumMod val="50000"/>
            </a:schemeClr>
          </a:solidFill>
          <a:ln w="10296" cap="flat">
            <a:solidFill>
              <a:schemeClr val="tx1">
                <a:lumMod val="50000"/>
                <a:lumOff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27" name="Freeform: Shape 1526">
            <a:extLst>
              <a:ext uri="{FF2B5EF4-FFF2-40B4-BE49-F238E27FC236}">
                <a16:creationId xmlns:a16="http://schemas.microsoft.com/office/drawing/2014/main" id="{5EFAE7C5-08D2-F9CE-F7B2-E51CE7B46BB6}"/>
              </a:ext>
              <a:ext uri="{C183D7F6-B498-43B3-948B-1728B52AA6E4}">
                <adec:decorative xmlns:adec="http://schemas.microsoft.com/office/drawing/2017/decorative" val="1"/>
              </a:ext>
            </a:extLst>
          </p:cNvPr>
          <p:cNvSpPr/>
          <p:nvPr/>
        </p:nvSpPr>
        <p:spPr>
          <a:xfrm rot="21314506" flipH="1">
            <a:off x="2931678" y="2234552"/>
            <a:ext cx="2264824" cy="526476"/>
          </a:xfrm>
          <a:custGeom>
            <a:avLst/>
            <a:gdLst>
              <a:gd name="connsiteX0" fmla="*/ 0 w 2353397"/>
              <a:gd name="connsiteY0" fmla="*/ 498322 h 498424"/>
              <a:gd name="connsiteX1" fmla="*/ 309 w 2353397"/>
              <a:gd name="connsiteY1" fmla="*/ 491213 h 498424"/>
              <a:gd name="connsiteX2" fmla="*/ 2222345 w 2353397"/>
              <a:gd name="connsiteY2" fmla="*/ 8725 h 498424"/>
              <a:gd name="connsiteX3" fmla="*/ 2323107 w 2353397"/>
              <a:gd name="connsiteY3" fmla="*/ 5738 h 498424"/>
              <a:gd name="connsiteX4" fmla="*/ 2353398 w 2353397"/>
              <a:gd name="connsiteY4" fmla="*/ 20574 h 498424"/>
              <a:gd name="connsiteX5" fmla="*/ 2335059 w 2353397"/>
              <a:gd name="connsiteY5" fmla="*/ 27786 h 498424"/>
              <a:gd name="connsiteX6" fmla="*/ 2305077 w 2353397"/>
              <a:gd name="connsiteY6" fmla="*/ 13053 h 498424"/>
              <a:gd name="connsiteX7" fmla="*/ 2221623 w 2353397"/>
              <a:gd name="connsiteY7" fmla="*/ 16041 h 498424"/>
              <a:gd name="connsiteX8" fmla="*/ 103 w 2353397"/>
              <a:gd name="connsiteY8" fmla="*/ 498425 h 49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397" h="498424">
                <a:moveTo>
                  <a:pt x="0" y="498322"/>
                </a:moveTo>
                <a:lnTo>
                  <a:pt x="309" y="491213"/>
                </a:lnTo>
                <a:lnTo>
                  <a:pt x="2222345" y="8725"/>
                </a:lnTo>
                <a:cubicBezTo>
                  <a:pt x="2268398" y="-444"/>
                  <a:pt x="2299410" y="-3844"/>
                  <a:pt x="2323107" y="5738"/>
                </a:cubicBezTo>
                <a:lnTo>
                  <a:pt x="2353398" y="20574"/>
                </a:lnTo>
                <a:lnTo>
                  <a:pt x="2335059" y="27786"/>
                </a:lnTo>
                <a:lnTo>
                  <a:pt x="2305077" y="13053"/>
                </a:lnTo>
                <a:cubicBezTo>
                  <a:pt x="2285914" y="5325"/>
                  <a:pt x="2261908" y="8004"/>
                  <a:pt x="2221623" y="16041"/>
                </a:cubicBezTo>
                <a:lnTo>
                  <a:pt x="103" y="498425"/>
                </a:lnTo>
                <a:close/>
              </a:path>
            </a:pathLst>
          </a:custGeom>
          <a:solidFill>
            <a:schemeClr val="bg1">
              <a:lumMod val="50000"/>
            </a:schemeClr>
          </a:solidFill>
          <a:ln w="10296" cap="flat">
            <a:solidFill>
              <a:schemeClr val="tx1">
                <a:lumMod val="50000"/>
                <a:lumOff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636" name="Group 3635">
            <a:extLst>
              <a:ext uri="{FF2B5EF4-FFF2-40B4-BE49-F238E27FC236}">
                <a16:creationId xmlns:a16="http://schemas.microsoft.com/office/drawing/2014/main" id="{AA3F6356-7ECE-481C-0106-5AA841795E2B}"/>
              </a:ext>
              <a:ext uri="{C183D7F6-B498-43B3-948B-1728B52AA6E4}">
                <adec:decorative xmlns:adec="http://schemas.microsoft.com/office/drawing/2017/decorative" val="1"/>
              </a:ext>
            </a:extLst>
          </p:cNvPr>
          <p:cNvGrpSpPr/>
          <p:nvPr/>
        </p:nvGrpSpPr>
        <p:grpSpPr>
          <a:xfrm>
            <a:off x="3193600" y="2332350"/>
            <a:ext cx="147711" cy="64237"/>
            <a:chOff x="3193600" y="2332350"/>
            <a:chExt cx="147711" cy="64237"/>
          </a:xfrm>
        </p:grpSpPr>
        <p:sp>
          <p:nvSpPr>
            <p:cNvPr id="1529" name="Isosceles Triangle 1528">
              <a:extLst>
                <a:ext uri="{FF2B5EF4-FFF2-40B4-BE49-F238E27FC236}">
                  <a16:creationId xmlns:a16="http://schemas.microsoft.com/office/drawing/2014/main" id="{43622FC6-7C58-3E91-953B-A93C96938EE8}"/>
                </a:ext>
              </a:extLst>
            </p:cNvPr>
            <p:cNvSpPr/>
            <p:nvPr/>
          </p:nvSpPr>
          <p:spPr>
            <a:xfrm rot="6676156">
              <a:off x="3292304" y="2347580"/>
              <a:ext cx="52638" cy="45376"/>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1530" name="Isosceles Triangle 1529">
              <a:extLst>
                <a:ext uri="{FF2B5EF4-FFF2-40B4-BE49-F238E27FC236}">
                  <a16:creationId xmlns:a16="http://schemas.microsoft.com/office/drawing/2014/main" id="{1A8DD787-6A80-3821-1BF0-4630271681F6}"/>
                </a:ext>
              </a:extLst>
            </p:cNvPr>
            <p:cNvSpPr/>
            <p:nvPr/>
          </p:nvSpPr>
          <p:spPr>
            <a:xfrm rot="10220173" flipH="1">
              <a:off x="3193600" y="2332350"/>
              <a:ext cx="52637" cy="45377"/>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sp>
        <p:nvSpPr>
          <p:cNvPr id="1531" name="Rectangle 1530">
            <a:extLst>
              <a:ext uri="{FF2B5EF4-FFF2-40B4-BE49-F238E27FC236}">
                <a16:creationId xmlns:a16="http://schemas.microsoft.com/office/drawing/2014/main" id="{FA3314CA-75CF-6542-C376-EB53CB6005EA}"/>
              </a:ext>
              <a:ext uri="{C183D7F6-B498-43B3-948B-1728B52AA6E4}">
                <adec:decorative xmlns:adec="http://schemas.microsoft.com/office/drawing/2017/decorative" val="1"/>
              </a:ext>
            </a:extLst>
          </p:cNvPr>
          <p:cNvSpPr/>
          <p:nvPr/>
        </p:nvSpPr>
        <p:spPr>
          <a:xfrm>
            <a:off x="4924270" y="3768871"/>
            <a:ext cx="358427" cy="98694"/>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1532" name="Oval 1531">
            <a:extLst>
              <a:ext uri="{FF2B5EF4-FFF2-40B4-BE49-F238E27FC236}">
                <a16:creationId xmlns:a16="http://schemas.microsoft.com/office/drawing/2014/main" id="{445467C7-172F-1F88-026C-5B0F72DFDFD9}"/>
              </a:ext>
              <a:ext uri="{C183D7F6-B498-43B3-948B-1728B52AA6E4}">
                <adec:decorative xmlns:adec="http://schemas.microsoft.com/office/drawing/2017/decorative" val="1"/>
              </a:ext>
            </a:extLst>
          </p:cNvPr>
          <p:cNvSpPr>
            <a:spLocks/>
          </p:cNvSpPr>
          <p:nvPr/>
        </p:nvSpPr>
        <p:spPr>
          <a:xfrm>
            <a:off x="3687113" y="3494553"/>
            <a:ext cx="1645641" cy="752107"/>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33" name="TextBox 1532">
            <a:extLst>
              <a:ext uri="{FF2B5EF4-FFF2-40B4-BE49-F238E27FC236}">
                <a16:creationId xmlns:a16="http://schemas.microsoft.com/office/drawing/2014/main" id="{42364790-AF54-F461-BDE1-BDC47A3625B1}"/>
              </a:ext>
            </a:extLst>
          </p:cNvPr>
          <p:cNvSpPr txBox="1"/>
          <p:nvPr/>
        </p:nvSpPr>
        <p:spPr>
          <a:xfrm>
            <a:off x="4184706" y="3534715"/>
            <a:ext cx="975206" cy="5847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DES/JLV</a:t>
            </a:r>
            <a:b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b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Real time data interoperability across disparate systems</a:t>
            </a:r>
          </a:p>
        </p:txBody>
      </p:sp>
      <p:sp>
        <p:nvSpPr>
          <p:cNvPr id="1534" name="Freeform: Shape 1533">
            <a:extLst>
              <a:ext uri="{FF2B5EF4-FFF2-40B4-BE49-F238E27FC236}">
                <a16:creationId xmlns:a16="http://schemas.microsoft.com/office/drawing/2014/main" id="{25475377-12F0-E111-FDCA-9D227490680E}"/>
              </a:ext>
              <a:ext uri="{C183D7F6-B498-43B3-948B-1728B52AA6E4}">
                <adec:decorative xmlns:adec="http://schemas.microsoft.com/office/drawing/2017/decorative" val="1"/>
              </a:ext>
            </a:extLst>
          </p:cNvPr>
          <p:cNvSpPr/>
          <p:nvPr/>
        </p:nvSpPr>
        <p:spPr>
          <a:xfrm rot="12686819" flipH="1">
            <a:off x="4059343" y="3256005"/>
            <a:ext cx="317385" cy="806292"/>
          </a:xfrm>
          <a:custGeom>
            <a:avLst/>
            <a:gdLst>
              <a:gd name="connsiteX0" fmla="*/ 229117 w 1274465"/>
              <a:gd name="connsiteY0" fmla="*/ 0 h 1747020"/>
              <a:gd name="connsiteX1" fmla="*/ 0 w 1274465"/>
              <a:gd name="connsiteY1" fmla="*/ 1747020 h 1747020"/>
              <a:gd name="connsiteX2" fmla="*/ 1274465 w 1274465"/>
              <a:gd name="connsiteY2" fmla="*/ 322196 h 1747020"/>
              <a:gd name="connsiteX3" fmla="*/ 229117 w 1274465"/>
              <a:gd name="connsiteY3" fmla="*/ 0 h 1747020"/>
            </a:gdLst>
            <a:ahLst/>
            <a:cxnLst>
              <a:cxn ang="0">
                <a:pos x="connsiteX0" y="connsiteY0"/>
              </a:cxn>
              <a:cxn ang="0">
                <a:pos x="connsiteX1" y="connsiteY1"/>
              </a:cxn>
              <a:cxn ang="0">
                <a:pos x="connsiteX2" y="connsiteY2"/>
              </a:cxn>
              <a:cxn ang="0">
                <a:pos x="connsiteX3" y="connsiteY3"/>
              </a:cxn>
            </a:cxnLst>
            <a:rect l="l" t="t" r="r" b="b"/>
            <a:pathLst>
              <a:path w="1274465" h="1747020">
                <a:moveTo>
                  <a:pt x="229117" y="0"/>
                </a:moveTo>
                <a:lnTo>
                  <a:pt x="0" y="1747020"/>
                </a:lnTo>
                <a:lnTo>
                  <a:pt x="1274465" y="322196"/>
                </a:lnTo>
                <a:lnTo>
                  <a:pt x="229117" y="0"/>
                </a:lnTo>
                <a:close/>
              </a:path>
            </a:pathLst>
          </a:custGeom>
          <a:gradFill>
            <a:gsLst>
              <a:gs pos="0">
                <a:srgbClr val="586A6C"/>
              </a:gs>
              <a:gs pos="89000">
                <a:srgbClr val="F9FAFA">
                  <a:alpha val="3922"/>
                </a:srgbClr>
              </a:gs>
              <a:gs pos="100000">
                <a:srgbClr val="FFFFFF">
                  <a:alpha val="0"/>
                </a:srgbClr>
              </a:gs>
            </a:gsLst>
            <a:lin ang="18900000" scaled="1"/>
          </a:gradFill>
          <a:ln w="71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635" name="Group 3634">
            <a:extLst>
              <a:ext uri="{FF2B5EF4-FFF2-40B4-BE49-F238E27FC236}">
                <a16:creationId xmlns:a16="http://schemas.microsoft.com/office/drawing/2014/main" id="{2D888B8B-92F0-BD69-90AC-32E06803F1DC}"/>
              </a:ext>
              <a:ext uri="{C183D7F6-B498-43B3-948B-1728B52AA6E4}">
                <adec:decorative xmlns:adec="http://schemas.microsoft.com/office/drawing/2017/decorative" val="1"/>
              </a:ext>
            </a:extLst>
          </p:cNvPr>
          <p:cNvGrpSpPr/>
          <p:nvPr/>
        </p:nvGrpSpPr>
        <p:grpSpPr>
          <a:xfrm>
            <a:off x="3854807" y="3627896"/>
            <a:ext cx="397633" cy="465130"/>
            <a:chOff x="3854807" y="3627896"/>
            <a:chExt cx="397633" cy="465130"/>
          </a:xfrm>
        </p:grpSpPr>
        <p:grpSp>
          <p:nvGrpSpPr>
            <p:cNvPr id="1536" name="Group 1535">
              <a:extLst>
                <a:ext uri="{FF2B5EF4-FFF2-40B4-BE49-F238E27FC236}">
                  <a16:creationId xmlns:a16="http://schemas.microsoft.com/office/drawing/2014/main" id="{F5A45FDA-608A-1E04-9762-E2A1FDA316AA}"/>
                </a:ext>
              </a:extLst>
            </p:cNvPr>
            <p:cNvGrpSpPr/>
            <p:nvPr/>
          </p:nvGrpSpPr>
          <p:grpSpPr>
            <a:xfrm>
              <a:off x="3854807" y="3947966"/>
              <a:ext cx="397633" cy="145060"/>
              <a:chOff x="4704235" y="2248293"/>
              <a:chExt cx="1140305" cy="757514"/>
            </a:xfrm>
          </p:grpSpPr>
          <p:sp>
            <p:nvSpPr>
              <p:cNvPr id="1538" name="Oval 1537">
                <a:extLst>
                  <a:ext uri="{FF2B5EF4-FFF2-40B4-BE49-F238E27FC236}">
                    <a16:creationId xmlns:a16="http://schemas.microsoft.com/office/drawing/2014/main" id="{33AEBCC0-AE41-9365-637F-F6444734FE40}"/>
                  </a:ext>
                </a:extLst>
              </p:cNvPr>
              <p:cNvSpPr/>
              <p:nvPr/>
            </p:nvSpPr>
            <p:spPr>
              <a:xfrm>
                <a:off x="4704235" y="2279520"/>
                <a:ext cx="1140305" cy="726287"/>
              </a:xfrm>
              <a:prstGeom prst="ellipse">
                <a:avLst/>
              </a:prstGeom>
              <a:solidFill>
                <a:srgbClr val="4D4D4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39" name="Oval 1538">
                <a:extLst>
                  <a:ext uri="{FF2B5EF4-FFF2-40B4-BE49-F238E27FC236}">
                    <a16:creationId xmlns:a16="http://schemas.microsoft.com/office/drawing/2014/main" id="{1983A0C8-36E0-1AE2-5211-FFD3519812C2}"/>
                  </a:ext>
                </a:extLst>
              </p:cNvPr>
              <p:cNvSpPr/>
              <p:nvPr/>
            </p:nvSpPr>
            <p:spPr>
              <a:xfrm>
                <a:off x="4704235" y="2248293"/>
                <a:ext cx="1140305" cy="719083"/>
              </a:xfrm>
              <a:prstGeom prst="ellipse">
                <a:avLst/>
              </a:prstGeom>
              <a:solidFill>
                <a:srgbClr val="D5DCD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pic>
          <p:nvPicPr>
            <p:cNvPr id="1537" name="Graphic 1536">
              <a:extLst>
                <a:ext uri="{FF2B5EF4-FFF2-40B4-BE49-F238E27FC236}">
                  <a16:creationId xmlns:a16="http://schemas.microsoft.com/office/drawing/2014/main" id="{AF907952-C369-17CE-617F-21796E097D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0977173" flipH="1">
              <a:off x="3953533" y="3627896"/>
              <a:ext cx="270096" cy="407394"/>
            </a:xfrm>
            <a:prstGeom prst="rect">
              <a:avLst/>
            </a:prstGeom>
          </p:spPr>
        </p:pic>
      </p:grpSp>
      <p:sp>
        <p:nvSpPr>
          <p:cNvPr id="1540" name="Oval 1539">
            <a:extLst>
              <a:ext uri="{FF2B5EF4-FFF2-40B4-BE49-F238E27FC236}">
                <a16:creationId xmlns:a16="http://schemas.microsoft.com/office/drawing/2014/main" id="{2A82610A-187F-254E-9731-406D8832A9C6}"/>
              </a:ext>
              <a:ext uri="{C183D7F6-B498-43B3-948B-1728B52AA6E4}">
                <adec:decorative xmlns:adec="http://schemas.microsoft.com/office/drawing/2017/decorative" val="1"/>
              </a:ext>
            </a:extLst>
          </p:cNvPr>
          <p:cNvSpPr>
            <a:spLocks/>
          </p:cNvSpPr>
          <p:nvPr/>
        </p:nvSpPr>
        <p:spPr>
          <a:xfrm>
            <a:off x="5869225" y="2996145"/>
            <a:ext cx="1751299" cy="913708"/>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41" name="TextBox 1540">
            <a:extLst>
              <a:ext uri="{FF2B5EF4-FFF2-40B4-BE49-F238E27FC236}">
                <a16:creationId xmlns:a16="http://schemas.microsoft.com/office/drawing/2014/main" id="{D1766CA0-574C-52EA-9F35-6F0B797D9DAE}"/>
              </a:ext>
            </a:extLst>
          </p:cNvPr>
          <p:cNvSpPr txBox="1"/>
          <p:nvPr/>
        </p:nvSpPr>
        <p:spPr>
          <a:xfrm>
            <a:off x="6516343" y="3042134"/>
            <a:ext cx="918438" cy="7078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HIA</a:t>
            </a:r>
            <a:b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b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Access to legacy healthcare data after system archival and decommissioning</a:t>
            </a:r>
          </a:p>
        </p:txBody>
      </p:sp>
      <p:sp>
        <p:nvSpPr>
          <p:cNvPr id="1542" name="Oval 1541">
            <a:extLst>
              <a:ext uri="{FF2B5EF4-FFF2-40B4-BE49-F238E27FC236}">
                <a16:creationId xmlns:a16="http://schemas.microsoft.com/office/drawing/2014/main" id="{9A247687-3208-62EB-ECA0-5EF410DCF95B}"/>
              </a:ext>
              <a:ext uri="{C183D7F6-B498-43B3-948B-1728B52AA6E4}">
                <adec:decorative xmlns:adec="http://schemas.microsoft.com/office/drawing/2017/decorative" val="1"/>
              </a:ext>
            </a:extLst>
          </p:cNvPr>
          <p:cNvSpPr>
            <a:spLocks/>
          </p:cNvSpPr>
          <p:nvPr/>
        </p:nvSpPr>
        <p:spPr>
          <a:xfrm>
            <a:off x="6196147" y="1908269"/>
            <a:ext cx="1558558" cy="808042"/>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43" name="TextBox 1542">
            <a:extLst>
              <a:ext uri="{FF2B5EF4-FFF2-40B4-BE49-F238E27FC236}">
                <a16:creationId xmlns:a16="http://schemas.microsoft.com/office/drawing/2014/main" id="{98920EDE-9F79-8884-2914-F26F2C5698F6}"/>
              </a:ext>
            </a:extLst>
          </p:cNvPr>
          <p:cNvSpPr txBox="1"/>
          <p:nvPr/>
        </p:nvSpPr>
        <p:spPr>
          <a:xfrm>
            <a:off x="6679171" y="1973216"/>
            <a:ext cx="971771" cy="5847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HS</a:t>
            </a:r>
            <a:b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b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Disease surveillance, early detection,</a:t>
            </a:r>
            <a:b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b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and rapid response</a:t>
            </a:r>
          </a:p>
        </p:txBody>
      </p:sp>
      <p:sp>
        <p:nvSpPr>
          <p:cNvPr id="1544" name="Freeform: Shape 1543">
            <a:extLst>
              <a:ext uri="{FF2B5EF4-FFF2-40B4-BE49-F238E27FC236}">
                <a16:creationId xmlns:a16="http://schemas.microsoft.com/office/drawing/2014/main" id="{ADB6A6D9-18F4-A127-E9D2-54642E9505F9}"/>
              </a:ext>
              <a:ext uri="{C183D7F6-B498-43B3-948B-1728B52AA6E4}">
                <adec:decorative xmlns:adec="http://schemas.microsoft.com/office/drawing/2017/decorative" val="1"/>
              </a:ext>
            </a:extLst>
          </p:cNvPr>
          <p:cNvSpPr/>
          <p:nvPr/>
        </p:nvSpPr>
        <p:spPr>
          <a:xfrm rot="21076929" flipH="1">
            <a:off x="2090712" y="2632979"/>
            <a:ext cx="1631748" cy="393024"/>
          </a:xfrm>
          <a:custGeom>
            <a:avLst/>
            <a:gdLst>
              <a:gd name="connsiteX0" fmla="*/ 0 w 2115606"/>
              <a:gd name="connsiteY0" fmla="*/ 449106 h 449105"/>
              <a:gd name="connsiteX1" fmla="*/ 721 w 2115606"/>
              <a:gd name="connsiteY1" fmla="*/ 441893 h 449105"/>
              <a:gd name="connsiteX2" fmla="*/ 2115606 w 2115606"/>
              <a:gd name="connsiteY2" fmla="*/ 0 h 449105"/>
              <a:gd name="connsiteX3" fmla="*/ 2114885 w 2115606"/>
              <a:gd name="connsiteY3" fmla="*/ 7315 h 449105"/>
              <a:gd name="connsiteX4" fmla="*/ 0 w 2115606"/>
              <a:gd name="connsiteY4" fmla="*/ 449106 h 449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5606" h="449105">
                <a:moveTo>
                  <a:pt x="0" y="449106"/>
                </a:moveTo>
                <a:lnTo>
                  <a:pt x="721" y="441893"/>
                </a:lnTo>
                <a:lnTo>
                  <a:pt x="2115606" y="0"/>
                </a:lnTo>
                <a:lnTo>
                  <a:pt x="2114885" y="7315"/>
                </a:lnTo>
                <a:lnTo>
                  <a:pt x="0" y="449106"/>
                </a:lnTo>
                <a:close/>
              </a:path>
            </a:pathLst>
          </a:custGeom>
          <a:solidFill>
            <a:schemeClr val="bg1">
              <a:lumMod val="50000"/>
            </a:schemeClr>
          </a:solidFill>
          <a:ln w="10296" cap="flat">
            <a:solidFill>
              <a:schemeClr val="tx1">
                <a:lumMod val="50000"/>
                <a:lumOff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633" name="Group 3632">
            <a:extLst>
              <a:ext uri="{FF2B5EF4-FFF2-40B4-BE49-F238E27FC236}">
                <a16:creationId xmlns:a16="http://schemas.microsoft.com/office/drawing/2014/main" id="{C220A28E-66EB-AB81-EA49-A87349704E00}"/>
              </a:ext>
              <a:ext uri="{C183D7F6-B498-43B3-948B-1728B52AA6E4}">
                <adec:decorative xmlns:adec="http://schemas.microsoft.com/office/drawing/2017/decorative" val="1"/>
              </a:ext>
            </a:extLst>
          </p:cNvPr>
          <p:cNvGrpSpPr/>
          <p:nvPr/>
        </p:nvGrpSpPr>
        <p:grpSpPr>
          <a:xfrm>
            <a:off x="2706333" y="2638118"/>
            <a:ext cx="1755353" cy="989666"/>
            <a:chOff x="2706333" y="2638118"/>
            <a:chExt cx="1755353" cy="989666"/>
          </a:xfrm>
        </p:grpSpPr>
        <p:sp>
          <p:nvSpPr>
            <p:cNvPr id="1546" name="Freeform: Shape 1545">
              <a:extLst>
                <a:ext uri="{FF2B5EF4-FFF2-40B4-BE49-F238E27FC236}">
                  <a16:creationId xmlns:a16="http://schemas.microsoft.com/office/drawing/2014/main" id="{4F50219F-B693-4420-82C4-E6D5AA409FF3}"/>
                </a:ext>
              </a:extLst>
            </p:cNvPr>
            <p:cNvSpPr/>
            <p:nvPr/>
          </p:nvSpPr>
          <p:spPr>
            <a:xfrm rot="20002891" flipH="1">
              <a:off x="2743935" y="2638118"/>
              <a:ext cx="1717751" cy="989666"/>
            </a:xfrm>
            <a:custGeom>
              <a:avLst/>
              <a:gdLst>
                <a:gd name="connsiteX0" fmla="*/ 0 w 2353397"/>
                <a:gd name="connsiteY0" fmla="*/ 498322 h 498424"/>
                <a:gd name="connsiteX1" fmla="*/ 309 w 2353397"/>
                <a:gd name="connsiteY1" fmla="*/ 491213 h 498424"/>
                <a:gd name="connsiteX2" fmla="*/ 2222345 w 2353397"/>
                <a:gd name="connsiteY2" fmla="*/ 8725 h 498424"/>
                <a:gd name="connsiteX3" fmla="*/ 2323107 w 2353397"/>
                <a:gd name="connsiteY3" fmla="*/ 5738 h 498424"/>
                <a:gd name="connsiteX4" fmla="*/ 2353398 w 2353397"/>
                <a:gd name="connsiteY4" fmla="*/ 20574 h 498424"/>
                <a:gd name="connsiteX5" fmla="*/ 2335059 w 2353397"/>
                <a:gd name="connsiteY5" fmla="*/ 27786 h 498424"/>
                <a:gd name="connsiteX6" fmla="*/ 2305077 w 2353397"/>
                <a:gd name="connsiteY6" fmla="*/ 13053 h 498424"/>
                <a:gd name="connsiteX7" fmla="*/ 2221623 w 2353397"/>
                <a:gd name="connsiteY7" fmla="*/ 16041 h 498424"/>
                <a:gd name="connsiteX8" fmla="*/ 103 w 2353397"/>
                <a:gd name="connsiteY8" fmla="*/ 498425 h 49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397" h="498424">
                  <a:moveTo>
                    <a:pt x="0" y="498322"/>
                  </a:moveTo>
                  <a:lnTo>
                    <a:pt x="309" y="491213"/>
                  </a:lnTo>
                  <a:lnTo>
                    <a:pt x="2222345" y="8725"/>
                  </a:lnTo>
                  <a:cubicBezTo>
                    <a:pt x="2268398" y="-444"/>
                    <a:pt x="2299410" y="-3844"/>
                    <a:pt x="2323107" y="5738"/>
                  </a:cubicBezTo>
                  <a:lnTo>
                    <a:pt x="2353398" y="20574"/>
                  </a:lnTo>
                  <a:lnTo>
                    <a:pt x="2335059" y="27786"/>
                  </a:lnTo>
                  <a:lnTo>
                    <a:pt x="2305077" y="13053"/>
                  </a:lnTo>
                  <a:cubicBezTo>
                    <a:pt x="2285914" y="5325"/>
                    <a:pt x="2261908" y="8004"/>
                    <a:pt x="2221623" y="16041"/>
                  </a:cubicBezTo>
                  <a:lnTo>
                    <a:pt x="103" y="498425"/>
                  </a:lnTo>
                  <a:close/>
                </a:path>
              </a:pathLst>
            </a:custGeom>
            <a:solidFill>
              <a:schemeClr val="bg1">
                <a:lumMod val="50000"/>
              </a:schemeClr>
            </a:solidFill>
            <a:ln w="10296" cap="flat">
              <a:solidFill>
                <a:schemeClr val="tx1">
                  <a:lumMod val="50000"/>
                  <a:lumOff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47" name="Freeform: Shape 1546">
              <a:extLst>
                <a:ext uri="{FF2B5EF4-FFF2-40B4-BE49-F238E27FC236}">
                  <a16:creationId xmlns:a16="http://schemas.microsoft.com/office/drawing/2014/main" id="{055A18AA-BC39-FE3F-DB76-5D3510B0AE32}"/>
                </a:ext>
              </a:extLst>
            </p:cNvPr>
            <p:cNvSpPr/>
            <p:nvPr/>
          </p:nvSpPr>
          <p:spPr>
            <a:xfrm rot="20448119" flipH="1">
              <a:off x="2706333" y="3152366"/>
              <a:ext cx="735738" cy="242547"/>
            </a:xfrm>
            <a:custGeom>
              <a:avLst/>
              <a:gdLst>
                <a:gd name="connsiteX0" fmla="*/ 538432 w 2257271"/>
                <a:gd name="connsiteY0" fmla="*/ 351125 h 351124"/>
                <a:gd name="connsiteX1" fmla="*/ 456008 w 2257271"/>
                <a:gd name="connsiteY1" fmla="*/ 340719 h 351124"/>
                <a:gd name="connsiteX2" fmla="*/ 455184 w 2257271"/>
                <a:gd name="connsiteY2" fmla="*/ 340409 h 351124"/>
                <a:gd name="connsiteX3" fmla="*/ 0 w 2257271"/>
                <a:gd name="connsiteY3" fmla="*/ 121163 h 351124"/>
                <a:gd name="connsiteX4" fmla="*/ 18236 w 2257271"/>
                <a:gd name="connsiteY4" fmla="*/ 113951 h 351124"/>
                <a:gd name="connsiteX5" fmla="*/ 473008 w 2257271"/>
                <a:gd name="connsiteY5" fmla="*/ 333094 h 351124"/>
                <a:gd name="connsiteX6" fmla="*/ 681230 w 2257271"/>
                <a:gd name="connsiteY6" fmla="*/ 326397 h 351124"/>
                <a:gd name="connsiteX7" fmla="*/ 2257271 w 2257271"/>
                <a:gd name="connsiteY7" fmla="*/ 0 h 351124"/>
                <a:gd name="connsiteX8" fmla="*/ 2256447 w 2257271"/>
                <a:gd name="connsiteY8" fmla="*/ 7212 h 351124"/>
                <a:gd name="connsiteX9" fmla="*/ 680200 w 2257271"/>
                <a:gd name="connsiteY9" fmla="*/ 333609 h 351124"/>
                <a:gd name="connsiteX10" fmla="*/ 538328 w 2257271"/>
                <a:gd name="connsiteY10" fmla="*/ 351021 h 35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7271" h="351124">
                  <a:moveTo>
                    <a:pt x="538432" y="351125"/>
                  </a:moveTo>
                  <a:cubicBezTo>
                    <a:pt x="508347" y="351125"/>
                    <a:pt x="481972" y="347621"/>
                    <a:pt x="456008" y="340719"/>
                  </a:cubicBezTo>
                  <a:lnTo>
                    <a:pt x="455184" y="340409"/>
                  </a:lnTo>
                  <a:lnTo>
                    <a:pt x="0" y="121163"/>
                  </a:lnTo>
                  <a:lnTo>
                    <a:pt x="18236" y="113951"/>
                  </a:lnTo>
                  <a:lnTo>
                    <a:pt x="473008" y="333094"/>
                  </a:lnTo>
                  <a:cubicBezTo>
                    <a:pt x="528644" y="347725"/>
                    <a:pt x="583250" y="345973"/>
                    <a:pt x="681230" y="326397"/>
                  </a:cubicBezTo>
                  <a:lnTo>
                    <a:pt x="2257271" y="0"/>
                  </a:lnTo>
                  <a:lnTo>
                    <a:pt x="2256447" y="7212"/>
                  </a:lnTo>
                  <a:lnTo>
                    <a:pt x="680200" y="333609"/>
                  </a:lnTo>
                  <a:cubicBezTo>
                    <a:pt x="621679" y="345252"/>
                    <a:pt x="576861" y="351021"/>
                    <a:pt x="538328" y="351021"/>
                  </a:cubicBezTo>
                  <a:close/>
                </a:path>
              </a:pathLst>
            </a:custGeom>
            <a:solidFill>
              <a:schemeClr val="bg1">
                <a:lumMod val="50000"/>
              </a:schemeClr>
            </a:solidFill>
            <a:ln w="10296" cap="flat">
              <a:solidFill>
                <a:schemeClr val="tx1">
                  <a:lumMod val="50000"/>
                  <a:lumOff val="5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632" name="Group 3631">
            <a:extLst>
              <a:ext uri="{FF2B5EF4-FFF2-40B4-BE49-F238E27FC236}">
                <a16:creationId xmlns:a16="http://schemas.microsoft.com/office/drawing/2014/main" id="{A822E067-BBAC-2619-394D-71E3570670AF}"/>
              </a:ext>
              <a:ext uri="{C183D7F6-B498-43B3-948B-1728B52AA6E4}">
                <adec:decorative xmlns:adec="http://schemas.microsoft.com/office/drawing/2017/decorative" val="1"/>
              </a:ext>
            </a:extLst>
          </p:cNvPr>
          <p:cNvGrpSpPr/>
          <p:nvPr/>
        </p:nvGrpSpPr>
        <p:grpSpPr>
          <a:xfrm>
            <a:off x="3385518" y="1834356"/>
            <a:ext cx="2698750" cy="1447800"/>
            <a:chOff x="3385518" y="1834356"/>
            <a:chExt cx="2698750" cy="1447800"/>
          </a:xfrm>
        </p:grpSpPr>
        <p:sp>
          <p:nvSpPr>
            <p:cNvPr id="1549" name="Freeform: Shape 1548">
              <a:extLst>
                <a:ext uri="{FF2B5EF4-FFF2-40B4-BE49-F238E27FC236}">
                  <a16:creationId xmlns:a16="http://schemas.microsoft.com/office/drawing/2014/main" id="{A314E148-4501-1F0A-F7AF-84FE2E204D5B}"/>
                </a:ext>
              </a:extLst>
            </p:cNvPr>
            <p:cNvSpPr/>
            <p:nvPr/>
          </p:nvSpPr>
          <p:spPr>
            <a:xfrm>
              <a:off x="3385801" y="1837548"/>
              <a:ext cx="2698467" cy="1444608"/>
            </a:xfrm>
            <a:custGeom>
              <a:avLst/>
              <a:gdLst>
                <a:gd name="connsiteX0" fmla="*/ 0 w 2797772"/>
                <a:gd name="connsiteY0" fmla="*/ 810562 h 1621122"/>
                <a:gd name="connsiteX1" fmla="*/ 1398887 w 2797772"/>
                <a:gd name="connsiteY1" fmla="*/ 0 h 1621122"/>
                <a:gd name="connsiteX2" fmla="*/ 2797773 w 2797772"/>
                <a:gd name="connsiteY2" fmla="*/ 810562 h 1621122"/>
                <a:gd name="connsiteX3" fmla="*/ 1398887 w 2797772"/>
                <a:gd name="connsiteY3" fmla="*/ 1621123 h 1621122"/>
                <a:gd name="connsiteX4" fmla="*/ 0 w 2797772"/>
                <a:gd name="connsiteY4" fmla="*/ 810562 h 1621122"/>
                <a:gd name="connsiteX5" fmla="*/ 0 w 2797772"/>
                <a:gd name="connsiteY5" fmla="*/ 810562 h 162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7772" h="1621122">
                  <a:moveTo>
                    <a:pt x="0" y="810562"/>
                  </a:moveTo>
                  <a:cubicBezTo>
                    <a:pt x="0" y="362897"/>
                    <a:pt x="626302" y="0"/>
                    <a:pt x="1398887" y="0"/>
                  </a:cubicBezTo>
                  <a:cubicBezTo>
                    <a:pt x="2171471" y="0"/>
                    <a:pt x="2797773" y="362897"/>
                    <a:pt x="2797773" y="810562"/>
                  </a:cubicBezTo>
                  <a:cubicBezTo>
                    <a:pt x="2797773" y="1258226"/>
                    <a:pt x="2171471" y="1621123"/>
                    <a:pt x="1398887" y="1621123"/>
                  </a:cubicBezTo>
                  <a:cubicBezTo>
                    <a:pt x="626302" y="1621123"/>
                    <a:pt x="0" y="1258226"/>
                    <a:pt x="0" y="810562"/>
                  </a:cubicBezTo>
                  <a:lnTo>
                    <a:pt x="0" y="810562"/>
                  </a:lnTo>
                  <a:close/>
                </a:path>
              </a:pathLst>
            </a:custGeom>
            <a:solidFill>
              <a:srgbClr val="4D4D4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550" name="Freeform: Shape 1549">
              <a:extLst>
                <a:ext uri="{FF2B5EF4-FFF2-40B4-BE49-F238E27FC236}">
                  <a16:creationId xmlns:a16="http://schemas.microsoft.com/office/drawing/2014/main" id="{BA2C0E74-2678-5CD6-1D7C-A178FAA3AA3B}"/>
                </a:ext>
              </a:extLst>
            </p:cNvPr>
            <p:cNvSpPr/>
            <p:nvPr/>
          </p:nvSpPr>
          <p:spPr>
            <a:xfrm>
              <a:off x="3385518" y="1834356"/>
              <a:ext cx="2698749" cy="1399648"/>
            </a:xfrm>
            <a:custGeom>
              <a:avLst/>
              <a:gdLst>
                <a:gd name="connsiteX0" fmla="*/ 0 w 2797772"/>
                <a:gd name="connsiteY0" fmla="*/ 810561 h 1621122"/>
                <a:gd name="connsiteX1" fmla="*/ 1398887 w 2797772"/>
                <a:gd name="connsiteY1" fmla="*/ 0 h 1621122"/>
                <a:gd name="connsiteX2" fmla="*/ 2797773 w 2797772"/>
                <a:gd name="connsiteY2" fmla="*/ 810561 h 1621122"/>
                <a:gd name="connsiteX3" fmla="*/ 1398887 w 2797772"/>
                <a:gd name="connsiteY3" fmla="*/ 1621123 h 1621122"/>
                <a:gd name="connsiteX4" fmla="*/ 0 w 2797772"/>
                <a:gd name="connsiteY4" fmla="*/ 810561 h 1621122"/>
                <a:gd name="connsiteX5" fmla="*/ 0 w 2797772"/>
                <a:gd name="connsiteY5" fmla="*/ 810561 h 162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7772" h="1621122">
                  <a:moveTo>
                    <a:pt x="0" y="810561"/>
                  </a:moveTo>
                  <a:cubicBezTo>
                    <a:pt x="0" y="362897"/>
                    <a:pt x="626302" y="0"/>
                    <a:pt x="1398887" y="0"/>
                  </a:cubicBezTo>
                  <a:cubicBezTo>
                    <a:pt x="2171471" y="0"/>
                    <a:pt x="2797773" y="362897"/>
                    <a:pt x="2797773" y="810561"/>
                  </a:cubicBezTo>
                  <a:cubicBezTo>
                    <a:pt x="2797773" y="1258226"/>
                    <a:pt x="2171471" y="1621123"/>
                    <a:pt x="1398887" y="1621123"/>
                  </a:cubicBezTo>
                  <a:cubicBezTo>
                    <a:pt x="626302" y="1621123"/>
                    <a:pt x="0" y="1258226"/>
                    <a:pt x="0" y="810561"/>
                  </a:cubicBezTo>
                  <a:lnTo>
                    <a:pt x="0" y="810561"/>
                  </a:ln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551" name="TextBox 1550">
            <a:extLst>
              <a:ext uri="{FF2B5EF4-FFF2-40B4-BE49-F238E27FC236}">
                <a16:creationId xmlns:a16="http://schemas.microsoft.com/office/drawing/2014/main" id="{C3319B5F-AA33-24E1-4A50-72A3E61D7C4B}"/>
              </a:ext>
            </a:extLst>
          </p:cNvPr>
          <p:cNvSpPr txBox="1"/>
          <p:nvPr/>
        </p:nvSpPr>
        <p:spPr>
          <a:xfrm>
            <a:off x="4557833" y="2915552"/>
            <a:ext cx="354109" cy="279225"/>
          </a:xfrm>
          <a:prstGeom prst="roundRect">
            <a:avLst/>
          </a:prstGeom>
          <a:solidFill>
            <a:srgbClr val="8EA4A9"/>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8288" tIns="18288" rIns="18288" bIns="18288" numCol="1" spcCol="0" rtlCol="0" fromWordArt="0" anchor="ctr" anchorCtr="0" forceAA="0" compatLnSpc="1">
            <a:prstTxWarp prst="textNoShape">
              <a:avLst/>
            </a:prstTxWarp>
            <a:spAutoFit/>
          </a:bodyPr>
          <a:lstStyle>
            <a:defPPr>
              <a:defRPr lang="en-US"/>
            </a:defPPr>
            <a:lvl1pPr algn="ctr">
              <a:spcBef>
                <a:spcPts val="300"/>
              </a:spcBef>
              <a:spcAft>
                <a:spcPts val="300"/>
              </a:spcAft>
              <a:defRPr sz="140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MIP</a:t>
            </a:r>
            <a:endPar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endParaRPr>
          </a:p>
        </p:txBody>
      </p:sp>
      <p:grpSp>
        <p:nvGrpSpPr>
          <p:cNvPr id="3625" name="Group 3624">
            <a:extLst>
              <a:ext uri="{FF2B5EF4-FFF2-40B4-BE49-F238E27FC236}">
                <a16:creationId xmlns:a16="http://schemas.microsoft.com/office/drawing/2014/main" id="{4E76547E-03BA-FA51-6109-5108928FFA53}"/>
              </a:ext>
              <a:ext uri="{C183D7F6-B498-43B3-948B-1728B52AA6E4}">
                <adec:decorative xmlns:adec="http://schemas.microsoft.com/office/drawing/2017/decorative" val="1"/>
              </a:ext>
            </a:extLst>
          </p:cNvPr>
          <p:cNvGrpSpPr/>
          <p:nvPr/>
        </p:nvGrpSpPr>
        <p:grpSpPr>
          <a:xfrm>
            <a:off x="2893867" y="2807529"/>
            <a:ext cx="148674" cy="55394"/>
            <a:chOff x="2893867" y="2807529"/>
            <a:chExt cx="148674" cy="55394"/>
          </a:xfrm>
        </p:grpSpPr>
        <p:sp>
          <p:nvSpPr>
            <p:cNvPr id="1553" name="Isosceles Triangle 1552">
              <a:extLst>
                <a:ext uri="{FF2B5EF4-FFF2-40B4-BE49-F238E27FC236}">
                  <a16:creationId xmlns:a16="http://schemas.microsoft.com/office/drawing/2014/main" id="{28774B8E-4A3D-7B52-CBE2-ADF63C90274D}"/>
                </a:ext>
              </a:extLst>
            </p:cNvPr>
            <p:cNvSpPr/>
            <p:nvPr/>
          </p:nvSpPr>
          <p:spPr>
            <a:xfrm rot="6369880">
              <a:off x="2993534" y="2813916"/>
              <a:ext cx="52638" cy="45376"/>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1554" name="Isosceles Triangle 1553">
              <a:extLst>
                <a:ext uri="{FF2B5EF4-FFF2-40B4-BE49-F238E27FC236}">
                  <a16:creationId xmlns:a16="http://schemas.microsoft.com/office/drawing/2014/main" id="{37AF43F7-E251-F79D-E6EC-37BC4A80625C}"/>
                </a:ext>
              </a:extLst>
            </p:cNvPr>
            <p:cNvSpPr/>
            <p:nvPr/>
          </p:nvSpPr>
          <p:spPr>
            <a:xfrm rot="9913897" flipH="1">
              <a:off x="2893867" y="2807529"/>
              <a:ext cx="52637" cy="45377"/>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sp>
        <p:nvSpPr>
          <p:cNvPr id="1555" name="Title 4">
            <a:extLst>
              <a:ext uri="{FF2B5EF4-FFF2-40B4-BE49-F238E27FC236}">
                <a16:creationId xmlns:a16="http://schemas.microsoft.com/office/drawing/2014/main" id="{0631186C-E5ED-6C24-2634-66CDCA595BC5}"/>
              </a:ext>
            </a:extLst>
          </p:cNvPr>
          <p:cNvSpPr txBox="1">
            <a:spLocks/>
          </p:cNvSpPr>
          <p:nvPr/>
        </p:nvSpPr>
        <p:spPr>
          <a:xfrm>
            <a:off x="2228114" y="2800614"/>
            <a:ext cx="520872" cy="246096"/>
          </a:xfrm>
          <a:prstGeom prst="roundRect">
            <a:avLst>
              <a:gd name="adj" fmla="val 28785"/>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spAutoFit/>
          </a:bodyPr>
          <a:lstStyle>
            <a:defPPr>
              <a:defRPr lang="en-US"/>
            </a:defPPr>
            <a:lvl1pPr algn="ctr">
              <a:spcBef>
                <a:spcPts val="300"/>
              </a:spcBef>
              <a:spcAft>
                <a:spcPts val="300"/>
              </a:spcAft>
              <a:defRPr>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Franklin Gothic Book"/>
                <a:ea typeface="+mn-ea"/>
                <a:cs typeface="+mn-cs"/>
              </a:rPr>
              <a:t>FEHRM</a:t>
            </a:r>
          </a:p>
        </p:txBody>
      </p:sp>
      <p:pic>
        <p:nvPicPr>
          <p:cNvPr id="1556" name="Picture 1555">
            <a:extLst>
              <a:ext uri="{FF2B5EF4-FFF2-40B4-BE49-F238E27FC236}">
                <a16:creationId xmlns:a16="http://schemas.microsoft.com/office/drawing/2014/main" id="{A1C6EC4B-93B6-BEB4-4556-498A17E1CA5F}"/>
              </a:ext>
              <a:ext uri="{C183D7F6-B498-43B3-948B-1728B52AA6E4}">
                <adec:decorative xmlns:adec="http://schemas.microsoft.com/office/drawing/2017/decorative" val="1"/>
              </a:ext>
            </a:extLst>
          </p:cNvPr>
          <p:cNvPicPr>
            <a:picLocks/>
          </p:cNvPicPr>
          <p:nvPr/>
        </p:nvPicPr>
        <p:blipFill rotWithShape="1">
          <a:blip r:embed="rId14"/>
          <a:srcRect l="14505" t="7484" r="17205" b="166"/>
          <a:stretch/>
        </p:blipFill>
        <p:spPr>
          <a:xfrm>
            <a:off x="2171305" y="3041675"/>
            <a:ext cx="652511" cy="653211"/>
          </a:xfrm>
          <a:prstGeom prst="ellipse">
            <a:avLst/>
          </a:prstGeom>
          <a:ln w="12700">
            <a:solidFill>
              <a:schemeClr val="bg1"/>
            </a:solidFill>
          </a:ln>
        </p:spPr>
      </p:pic>
      <p:grpSp>
        <p:nvGrpSpPr>
          <p:cNvPr id="3624" name="Group 3623">
            <a:extLst>
              <a:ext uri="{FF2B5EF4-FFF2-40B4-BE49-F238E27FC236}">
                <a16:creationId xmlns:a16="http://schemas.microsoft.com/office/drawing/2014/main" id="{32030892-A525-E877-B2D8-7452EC75C5BD}"/>
              </a:ext>
              <a:ext uri="{C183D7F6-B498-43B3-948B-1728B52AA6E4}">
                <adec:decorative xmlns:adec="http://schemas.microsoft.com/office/drawing/2017/decorative" val="1"/>
              </a:ext>
            </a:extLst>
          </p:cNvPr>
          <p:cNvGrpSpPr/>
          <p:nvPr/>
        </p:nvGrpSpPr>
        <p:grpSpPr>
          <a:xfrm>
            <a:off x="1498428" y="2287836"/>
            <a:ext cx="652511" cy="875089"/>
            <a:chOff x="1498428" y="2287836"/>
            <a:chExt cx="652511" cy="875089"/>
          </a:xfrm>
        </p:grpSpPr>
        <p:sp>
          <p:nvSpPr>
            <p:cNvPr id="1558" name="Title 4">
              <a:extLst>
                <a:ext uri="{FF2B5EF4-FFF2-40B4-BE49-F238E27FC236}">
                  <a16:creationId xmlns:a16="http://schemas.microsoft.com/office/drawing/2014/main" id="{B8142E68-45CD-30BA-9DC5-3A5048DC6CEB}"/>
                </a:ext>
              </a:extLst>
            </p:cNvPr>
            <p:cNvSpPr txBox="1">
              <a:spLocks/>
            </p:cNvSpPr>
            <p:nvPr/>
          </p:nvSpPr>
          <p:spPr>
            <a:xfrm>
              <a:off x="1597948" y="2287836"/>
              <a:ext cx="453471" cy="246096"/>
            </a:xfrm>
            <a:prstGeom prst="roundRect">
              <a:avLst>
                <a:gd name="adj" fmla="val 28785"/>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spAutoFit/>
            </a:bodyPr>
            <a:lstStyle>
              <a:defPPr>
                <a:defRPr lang="en-US"/>
              </a:defPPr>
              <a:lvl1pPr algn="ctr">
                <a:spcBef>
                  <a:spcPts val="300"/>
                </a:spcBef>
                <a:spcAft>
                  <a:spcPts val="300"/>
                </a:spcAft>
                <a:defRPr>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Franklin Gothic Book"/>
                  <a:ea typeface="+mn-ea"/>
                  <a:cs typeface="+mn-cs"/>
                </a:rPr>
                <a:t>JOMIS</a:t>
              </a:r>
            </a:p>
          </p:txBody>
        </p:sp>
        <p:pic>
          <p:nvPicPr>
            <p:cNvPr id="1559" name="Picture 1558">
              <a:extLst>
                <a:ext uri="{FF2B5EF4-FFF2-40B4-BE49-F238E27FC236}">
                  <a16:creationId xmlns:a16="http://schemas.microsoft.com/office/drawing/2014/main" id="{FD2BF6D0-6BEE-0674-E77E-8D3A3A0F3C07}"/>
                </a:ext>
              </a:extLst>
            </p:cNvPr>
            <p:cNvPicPr>
              <a:picLocks/>
            </p:cNvPicPr>
            <p:nvPr/>
          </p:nvPicPr>
          <p:blipFill rotWithShape="1">
            <a:blip r:embed="rId15"/>
            <a:srcRect l="5103" t="45412" r="61783" b="10552"/>
            <a:stretch/>
          </p:blipFill>
          <p:spPr>
            <a:xfrm>
              <a:off x="1498428" y="2509713"/>
              <a:ext cx="652511" cy="653212"/>
            </a:xfrm>
            <a:prstGeom prst="ellipse">
              <a:avLst/>
            </a:prstGeom>
            <a:ln w="12700">
              <a:solidFill>
                <a:schemeClr val="bg1"/>
              </a:solidFill>
            </a:ln>
          </p:spPr>
        </p:pic>
      </p:grpSp>
      <p:grpSp>
        <p:nvGrpSpPr>
          <p:cNvPr id="3621" name="Group 3620">
            <a:extLst>
              <a:ext uri="{FF2B5EF4-FFF2-40B4-BE49-F238E27FC236}">
                <a16:creationId xmlns:a16="http://schemas.microsoft.com/office/drawing/2014/main" id="{408B68F9-19E3-4BEF-DB24-9A217AD84123}"/>
              </a:ext>
              <a:ext uri="{C183D7F6-B498-43B3-948B-1728B52AA6E4}">
                <adec:decorative xmlns:adec="http://schemas.microsoft.com/office/drawing/2017/decorative" val="1"/>
              </a:ext>
            </a:extLst>
          </p:cNvPr>
          <p:cNvGrpSpPr/>
          <p:nvPr/>
        </p:nvGrpSpPr>
        <p:grpSpPr>
          <a:xfrm>
            <a:off x="2416063" y="1796257"/>
            <a:ext cx="689394" cy="912599"/>
            <a:chOff x="2416063" y="1796257"/>
            <a:chExt cx="689394" cy="912599"/>
          </a:xfrm>
        </p:grpSpPr>
        <p:sp>
          <p:nvSpPr>
            <p:cNvPr id="1561" name="Title 4">
              <a:extLst>
                <a:ext uri="{FF2B5EF4-FFF2-40B4-BE49-F238E27FC236}">
                  <a16:creationId xmlns:a16="http://schemas.microsoft.com/office/drawing/2014/main" id="{5789A215-A894-7B0F-A5BC-4D7C87F5DDBF}"/>
                </a:ext>
              </a:extLst>
            </p:cNvPr>
            <p:cNvSpPr txBox="1">
              <a:spLocks/>
            </p:cNvSpPr>
            <p:nvPr/>
          </p:nvSpPr>
          <p:spPr>
            <a:xfrm>
              <a:off x="2472398" y="1796257"/>
              <a:ext cx="576724" cy="246096"/>
            </a:xfrm>
            <a:prstGeom prst="roundRect">
              <a:avLst>
                <a:gd name="adj" fmla="val 28785"/>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spAutoFit/>
            </a:bodyPr>
            <a:lstStyle>
              <a:defPPr>
                <a:defRPr lang="en-US"/>
              </a:defPPr>
              <a:lvl1pPr algn="ctr">
                <a:spcBef>
                  <a:spcPts val="300"/>
                </a:spcBef>
                <a:spcAft>
                  <a:spcPts val="300"/>
                </a:spcAft>
                <a:defRPr>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Franklin Gothic Book"/>
                  <a:ea typeface="+mn-ea"/>
                  <a:cs typeface="+mn-cs"/>
                </a:rPr>
                <a:t>DHMSM</a:t>
              </a:r>
            </a:p>
          </p:txBody>
        </p:sp>
        <p:grpSp>
          <p:nvGrpSpPr>
            <p:cNvPr id="1562" name="Group 1561">
              <a:extLst>
                <a:ext uri="{FF2B5EF4-FFF2-40B4-BE49-F238E27FC236}">
                  <a16:creationId xmlns:a16="http://schemas.microsoft.com/office/drawing/2014/main" id="{C497F6D2-E274-39C4-892A-FD2EB255D9E8}"/>
                </a:ext>
              </a:extLst>
            </p:cNvPr>
            <p:cNvGrpSpPr/>
            <p:nvPr/>
          </p:nvGrpSpPr>
          <p:grpSpPr>
            <a:xfrm>
              <a:off x="2416063" y="2018722"/>
              <a:ext cx="689394" cy="690134"/>
              <a:chOff x="-2163400" y="2001791"/>
              <a:chExt cx="1234395" cy="1235721"/>
            </a:xfrm>
          </p:grpSpPr>
          <p:sp>
            <p:nvSpPr>
              <p:cNvPr id="1563" name="Oval 1562">
                <a:extLst>
                  <a:ext uri="{FF2B5EF4-FFF2-40B4-BE49-F238E27FC236}">
                    <a16:creationId xmlns:a16="http://schemas.microsoft.com/office/drawing/2014/main" id="{067B75CF-764C-9912-2C71-959961C3F972}"/>
                  </a:ext>
                </a:extLst>
              </p:cNvPr>
              <p:cNvSpPr>
                <a:spLocks/>
              </p:cNvSpPr>
              <p:nvPr/>
            </p:nvSpPr>
            <p:spPr>
              <a:xfrm>
                <a:off x="-2163400" y="2001791"/>
                <a:ext cx="1234395" cy="1235721"/>
              </a:xfrm>
              <a:prstGeom prst="ellipse">
                <a:avLst/>
              </a:prstGeom>
              <a:solidFill>
                <a:srgbClr val="6A825F"/>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nvGrpSpPr>
              <p:cNvPr id="1564" name="Group 1563">
                <a:extLst>
                  <a:ext uri="{FF2B5EF4-FFF2-40B4-BE49-F238E27FC236}">
                    <a16:creationId xmlns:a16="http://schemas.microsoft.com/office/drawing/2014/main" id="{D6938CD3-815E-9904-520B-5975F3B07EEF}"/>
                  </a:ext>
                </a:extLst>
              </p:cNvPr>
              <p:cNvGrpSpPr>
                <a:grpSpLocks/>
              </p:cNvGrpSpPr>
              <p:nvPr/>
            </p:nvGrpSpPr>
            <p:grpSpPr>
              <a:xfrm>
                <a:off x="-2163400" y="2001791"/>
                <a:ext cx="1234395" cy="1235721"/>
                <a:chOff x="1868850" y="1220741"/>
                <a:chExt cx="1234395" cy="1235721"/>
              </a:xfrm>
            </p:grpSpPr>
            <p:sp>
              <p:nvSpPr>
                <p:cNvPr id="1565" name="Oval 1564">
                  <a:extLst>
                    <a:ext uri="{FF2B5EF4-FFF2-40B4-BE49-F238E27FC236}">
                      <a16:creationId xmlns:a16="http://schemas.microsoft.com/office/drawing/2014/main" id="{FBE3F1EE-328B-A883-14D8-3460120EABA2}"/>
                    </a:ext>
                  </a:extLst>
                </p:cNvPr>
                <p:cNvSpPr>
                  <a:spLocks/>
                </p:cNvSpPr>
                <p:nvPr/>
              </p:nvSpPr>
              <p:spPr>
                <a:xfrm>
                  <a:off x="1868850" y="1220741"/>
                  <a:ext cx="1234395" cy="1235721"/>
                </a:xfrm>
                <a:prstGeom prst="ellipse">
                  <a:avLst/>
                </a:prstGeom>
                <a:blipFill>
                  <a:blip r:embed="rId16"/>
                  <a:srcRect/>
                  <a:stretch>
                    <a:fillRect l="-21704" t="3112" r="-25344" b="8986"/>
                  </a:stretch>
                </a:blipFill>
                <a:ln w="127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F2F2F2"/>
                    </a:buClr>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1566" name="Oval 1565">
                  <a:extLst>
                    <a:ext uri="{FF2B5EF4-FFF2-40B4-BE49-F238E27FC236}">
                      <a16:creationId xmlns:a16="http://schemas.microsoft.com/office/drawing/2014/main" id="{47842BB4-626F-7E6B-504C-642BAB5B2C7C}"/>
                    </a:ext>
                  </a:extLst>
                </p:cNvPr>
                <p:cNvSpPr>
                  <a:spLocks/>
                </p:cNvSpPr>
                <p:nvPr/>
              </p:nvSpPr>
              <p:spPr>
                <a:xfrm>
                  <a:off x="1868850" y="1220741"/>
                  <a:ext cx="1234395" cy="1235721"/>
                </a:xfrm>
                <a:prstGeom prst="ellipse">
                  <a:avLst/>
                </a:prstGeom>
                <a:noFill/>
                <a:ln w="127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F2F2F2"/>
                    </a:buClr>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grpSp>
      </p:grpSp>
      <p:grpSp>
        <p:nvGrpSpPr>
          <p:cNvPr id="3620" name="Group 3619">
            <a:extLst>
              <a:ext uri="{FF2B5EF4-FFF2-40B4-BE49-F238E27FC236}">
                <a16:creationId xmlns:a16="http://schemas.microsoft.com/office/drawing/2014/main" id="{A86BACB4-4115-E6E8-BC51-03DF7264C470}"/>
              </a:ext>
              <a:ext uri="{C183D7F6-B498-43B3-948B-1728B52AA6E4}">
                <adec:decorative xmlns:adec="http://schemas.microsoft.com/office/drawing/2017/decorative" val="1"/>
              </a:ext>
            </a:extLst>
          </p:cNvPr>
          <p:cNvGrpSpPr/>
          <p:nvPr/>
        </p:nvGrpSpPr>
        <p:grpSpPr>
          <a:xfrm>
            <a:off x="3002839" y="3286268"/>
            <a:ext cx="148776" cy="53526"/>
            <a:chOff x="3002839" y="3286268"/>
            <a:chExt cx="148776" cy="53526"/>
          </a:xfrm>
        </p:grpSpPr>
        <p:sp>
          <p:nvSpPr>
            <p:cNvPr id="1568" name="Isosceles Triangle 1567">
              <a:extLst>
                <a:ext uri="{FF2B5EF4-FFF2-40B4-BE49-F238E27FC236}">
                  <a16:creationId xmlns:a16="http://schemas.microsoft.com/office/drawing/2014/main" id="{3C73C6B8-7FED-3C2D-BBC9-770934487C95}"/>
                </a:ext>
              </a:extLst>
            </p:cNvPr>
            <p:cNvSpPr/>
            <p:nvPr/>
          </p:nvSpPr>
          <p:spPr>
            <a:xfrm rot="6305474">
              <a:off x="3102608" y="3290787"/>
              <a:ext cx="52638" cy="45376"/>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sp>
          <p:nvSpPr>
            <p:cNvPr id="1569" name="Isosceles Triangle 1568">
              <a:extLst>
                <a:ext uri="{FF2B5EF4-FFF2-40B4-BE49-F238E27FC236}">
                  <a16:creationId xmlns:a16="http://schemas.microsoft.com/office/drawing/2014/main" id="{AD1DF998-06DF-4CAA-081C-923EE52E6D00}"/>
                </a:ext>
              </a:extLst>
            </p:cNvPr>
            <p:cNvSpPr/>
            <p:nvPr/>
          </p:nvSpPr>
          <p:spPr>
            <a:xfrm rot="9849491" flipH="1">
              <a:off x="3002839" y="3286268"/>
              <a:ext cx="52637" cy="45377"/>
            </a:xfrm>
            <a:prstGeom prst="triangl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dirty="0" err="1">
                <a:ln>
                  <a:noFill/>
                </a:ln>
                <a:solidFill>
                  <a:prstClr val="white"/>
                </a:solidFill>
                <a:effectLst/>
                <a:uLnTx/>
                <a:uFillTx/>
                <a:latin typeface="Franklin Gothic Book"/>
                <a:ea typeface="+mn-ea"/>
                <a:cs typeface="+mn-cs"/>
              </a:endParaRPr>
            </a:p>
          </p:txBody>
        </p:sp>
      </p:grpSp>
      <p:sp>
        <p:nvSpPr>
          <p:cNvPr id="1570" name="Freeform: Shape 1569">
            <a:extLst>
              <a:ext uri="{FF2B5EF4-FFF2-40B4-BE49-F238E27FC236}">
                <a16:creationId xmlns:a16="http://schemas.microsoft.com/office/drawing/2014/main" id="{94777FE1-A65A-444C-1F55-7B7C83D33623}"/>
              </a:ext>
              <a:ext uri="{C183D7F6-B498-43B3-948B-1728B52AA6E4}">
                <adec:decorative xmlns:adec="http://schemas.microsoft.com/office/drawing/2017/decorative" val="1"/>
              </a:ext>
            </a:extLst>
          </p:cNvPr>
          <p:cNvSpPr/>
          <p:nvPr/>
        </p:nvSpPr>
        <p:spPr>
          <a:xfrm rot="8717863" flipH="1">
            <a:off x="5903599" y="2896437"/>
            <a:ext cx="212518" cy="688234"/>
          </a:xfrm>
          <a:custGeom>
            <a:avLst/>
            <a:gdLst>
              <a:gd name="connsiteX0" fmla="*/ 229117 w 1274465"/>
              <a:gd name="connsiteY0" fmla="*/ 0 h 1747020"/>
              <a:gd name="connsiteX1" fmla="*/ 0 w 1274465"/>
              <a:gd name="connsiteY1" fmla="*/ 1747020 h 1747020"/>
              <a:gd name="connsiteX2" fmla="*/ 1274465 w 1274465"/>
              <a:gd name="connsiteY2" fmla="*/ 322196 h 1747020"/>
              <a:gd name="connsiteX3" fmla="*/ 229117 w 1274465"/>
              <a:gd name="connsiteY3" fmla="*/ 0 h 1747020"/>
            </a:gdLst>
            <a:ahLst/>
            <a:cxnLst>
              <a:cxn ang="0">
                <a:pos x="connsiteX0" y="connsiteY0"/>
              </a:cxn>
              <a:cxn ang="0">
                <a:pos x="connsiteX1" y="connsiteY1"/>
              </a:cxn>
              <a:cxn ang="0">
                <a:pos x="connsiteX2" y="connsiteY2"/>
              </a:cxn>
              <a:cxn ang="0">
                <a:pos x="connsiteX3" y="connsiteY3"/>
              </a:cxn>
            </a:cxnLst>
            <a:rect l="l" t="t" r="r" b="b"/>
            <a:pathLst>
              <a:path w="1274465" h="1747020">
                <a:moveTo>
                  <a:pt x="229117" y="0"/>
                </a:moveTo>
                <a:lnTo>
                  <a:pt x="0" y="1747020"/>
                </a:lnTo>
                <a:lnTo>
                  <a:pt x="1274465" y="322196"/>
                </a:lnTo>
                <a:lnTo>
                  <a:pt x="229117" y="0"/>
                </a:lnTo>
                <a:close/>
              </a:path>
            </a:pathLst>
          </a:custGeom>
          <a:gradFill>
            <a:gsLst>
              <a:gs pos="0">
                <a:srgbClr val="586A6C"/>
              </a:gs>
              <a:gs pos="89000">
                <a:srgbClr val="F9FAFA">
                  <a:alpha val="3922"/>
                </a:srgbClr>
              </a:gs>
              <a:gs pos="100000">
                <a:srgbClr val="FFFFFF">
                  <a:alpha val="0"/>
                </a:srgbClr>
              </a:gs>
            </a:gsLst>
            <a:lin ang="18900000" scaled="1"/>
          </a:gradFill>
          <a:ln w="71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619" name="Group 3618">
            <a:extLst>
              <a:ext uri="{FF2B5EF4-FFF2-40B4-BE49-F238E27FC236}">
                <a16:creationId xmlns:a16="http://schemas.microsoft.com/office/drawing/2014/main" id="{7C8ECF66-DE52-A382-1D15-898D2CD2A24E}"/>
              </a:ext>
              <a:ext uri="{C183D7F6-B498-43B3-948B-1728B52AA6E4}">
                <adec:decorative xmlns:adec="http://schemas.microsoft.com/office/drawing/2017/decorative" val="1"/>
              </a:ext>
            </a:extLst>
          </p:cNvPr>
          <p:cNvGrpSpPr/>
          <p:nvPr/>
        </p:nvGrpSpPr>
        <p:grpSpPr>
          <a:xfrm>
            <a:off x="5869787" y="3234537"/>
            <a:ext cx="654644" cy="577724"/>
            <a:chOff x="5869787" y="3234537"/>
            <a:chExt cx="654644" cy="577724"/>
          </a:xfrm>
        </p:grpSpPr>
        <p:grpSp>
          <p:nvGrpSpPr>
            <p:cNvPr id="1572" name="Group 1571">
              <a:extLst>
                <a:ext uri="{FF2B5EF4-FFF2-40B4-BE49-F238E27FC236}">
                  <a16:creationId xmlns:a16="http://schemas.microsoft.com/office/drawing/2014/main" id="{0D80FFBB-8F84-EE4D-C66A-4930CDED58E7}"/>
                </a:ext>
              </a:extLst>
            </p:cNvPr>
            <p:cNvGrpSpPr/>
            <p:nvPr/>
          </p:nvGrpSpPr>
          <p:grpSpPr>
            <a:xfrm>
              <a:off x="5993450" y="3397285"/>
              <a:ext cx="474947" cy="188067"/>
              <a:chOff x="4704235" y="2248293"/>
              <a:chExt cx="1140305" cy="757514"/>
            </a:xfrm>
          </p:grpSpPr>
          <p:sp>
            <p:nvSpPr>
              <p:cNvPr id="1635" name="Oval 1634">
                <a:extLst>
                  <a:ext uri="{FF2B5EF4-FFF2-40B4-BE49-F238E27FC236}">
                    <a16:creationId xmlns:a16="http://schemas.microsoft.com/office/drawing/2014/main" id="{F2271859-1680-415B-FAF5-346BD7363730}"/>
                  </a:ext>
                </a:extLst>
              </p:cNvPr>
              <p:cNvSpPr/>
              <p:nvPr/>
            </p:nvSpPr>
            <p:spPr>
              <a:xfrm>
                <a:off x="4704235" y="2279520"/>
                <a:ext cx="1140305" cy="726287"/>
              </a:xfrm>
              <a:prstGeom prst="ellipse">
                <a:avLst/>
              </a:prstGeom>
              <a:solidFill>
                <a:srgbClr val="4D4D4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36" name="Oval 1635">
                <a:extLst>
                  <a:ext uri="{FF2B5EF4-FFF2-40B4-BE49-F238E27FC236}">
                    <a16:creationId xmlns:a16="http://schemas.microsoft.com/office/drawing/2014/main" id="{BA1DD766-FC15-5102-DFEB-22A81B36E3C1}"/>
                  </a:ext>
                </a:extLst>
              </p:cNvPr>
              <p:cNvSpPr/>
              <p:nvPr/>
            </p:nvSpPr>
            <p:spPr>
              <a:xfrm>
                <a:off x="4704235" y="2248293"/>
                <a:ext cx="1140305" cy="719083"/>
              </a:xfrm>
              <a:prstGeom prst="ellipse">
                <a:avLst/>
              </a:prstGeom>
              <a:solidFill>
                <a:srgbClr val="D5DCD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1573" name="Group 1572">
              <a:extLst>
                <a:ext uri="{FF2B5EF4-FFF2-40B4-BE49-F238E27FC236}">
                  <a16:creationId xmlns:a16="http://schemas.microsoft.com/office/drawing/2014/main" id="{C6164936-A89B-6673-5924-4DD2B6588565}"/>
                </a:ext>
              </a:extLst>
            </p:cNvPr>
            <p:cNvGrpSpPr/>
            <p:nvPr/>
          </p:nvGrpSpPr>
          <p:grpSpPr>
            <a:xfrm>
              <a:off x="5869787" y="3234537"/>
              <a:ext cx="654644" cy="577724"/>
              <a:chOff x="-1719161" y="5384895"/>
              <a:chExt cx="1470374" cy="1297607"/>
            </a:xfrm>
          </p:grpSpPr>
          <p:sp>
            <p:nvSpPr>
              <p:cNvPr id="1574" name="Freeform: Shape 1573">
                <a:extLst>
                  <a:ext uri="{FF2B5EF4-FFF2-40B4-BE49-F238E27FC236}">
                    <a16:creationId xmlns:a16="http://schemas.microsoft.com/office/drawing/2014/main" id="{BA55AE59-EDA4-AF59-A12C-C29A37191D3D}"/>
                  </a:ext>
                </a:extLst>
              </p:cNvPr>
              <p:cNvSpPr/>
              <p:nvPr/>
            </p:nvSpPr>
            <p:spPr>
              <a:xfrm>
                <a:off x="-1294917" y="5943794"/>
                <a:ext cx="101441" cy="60769"/>
              </a:xfrm>
              <a:custGeom>
                <a:avLst/>
                <a:gdLst>
                  <a:gd name="connsiteX0" fmla="*/ 98107 w 101441"/>
                  <a:gd name="connsiteY0" fmla="*/ 0 h 60769"/>
                  <a:gd name="connsiteX1" fmla="*/ 101441 w 101441"/>
                  <a:gd name="connsiteY1" fmla="*/ 2191 h 60769"/>
                  <a:gd name="connsiteX2" fmla="*/ 0 w 101441"/>
                  <a:gd name="connsiteY2" fmla="*/ 60769 h 60769"/>
                  <a:gd name="connsiteX3" fmla="*/ 286 w 101441"/>
                  <a:gd name="connsiteY3" fmla="*/ 56483 h 60769"/>
                  <a:gd name="connsiteX4" fmla="*/ 98107 w 101441"/>
                  <a:gd name="connsiteY4" fmla="*/ 0 h 60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41" h="60769">
                    <a:moveTo>
                      <a:pt x="98107" y="0"/>
                    </a:moveTo>
                    <a:lnTo>
                      <a:pt x="101441" y="2191"/>
                    </a:lnTo>
                    <a:lnTo>
                      <a:pt x="0" y="60769"/>
                    </a:lnTo>
                    <a:lnTo>
                      <a:pt x="286" y="56483"/>
                    </a:lnTo>
                    <a:lnTo>
                      <a:pt x="98107" y="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75" name="Freeform: Shape 1574">
                <a:extLst>
                  <a:ext uri="{FF2B5EF4-FFF2-40B4-BE49-F238E27FC236}">
                    <a16:creationId xmlns:a16="http://schemas.microsoft.com/office/drawing/2014/main" id="{4CA835E4-569F-C34E-9470-B84EFB615327}"/>
                  </a:ext>
                </a:extLst>
              </p:cNvPr>
              <p:cNvSpPr/>
              <p:nvPr/>
            </p:nvSpPr>
            <p:spPr>
              <a:xfrm>
                <a:off x="-1294917" y="5945984"/>
                <a:ext cx="104870" cy="62769"/>
              </a:xfrm>
              <a:custGeom>
                <a:avLst/>
                <a:gdLst>
                  <a:gd name="connsiteX0" fmla="*/ 104394 w 104870"/>
                  <a:gd name="connsiteY0" fmla="*/ 2000 h 62769"/>
                  <a:gd name="connsiteX1" fmla="*/ 104870 w 104870"/>
                  <a:gd name="connsiteY1" fmla="*/ 2286 h 62769"/>
                  <a:gd name="connsiteX2" fmla="*/ 95 w 104870"/>
                  <a:gd name="connsiteY2" fmla="*/ 62770 h 62769"/>
                  <a:gd name="connsiteX3" fmla="*/ 0 w 104870"/>
                  <a:gd name="connsiteY3" fmla="*/ 58579 h 62769"/>
                  <a:gd name="connsiteX4" fmla="*/ 101441 w 104870"/>
                  <a:gd name="connsiteY4" fmla="*/ 0 h 62769"/>
                  <a:gd name="connsiteX5" fmla="*/ 104394 w 104870"/>
                  <a:gd name="connsiteY5" fmla="*/ 2000 h 6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870" h="62769">
                    <a:moveTo>
                      <a:pt x="104394" y="2000"/>
                    </a:moveTo>
                    <a:lnTo>
                      <a:pt x="104870" y="2286"/>
                    </a:lnTo>
                    <a:lnTo>
                      <a:pt x="95" y="62770"/>
                    </a:lnTo>
                    <a:lnTo>
                      <a:pt x="0" y="58579"/>
                    </a:lnTo>
                    <a:lnTo>
                      <a:pt x="101441" y="0"/>
                    </a:lnTo>
                    <a:lnTo>
                      <a:pt x="104394" y="200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76" name="Freeform: Shape 1575">
                <a:extLst>
                  <a:ext uri="{FF2B5EF4-FFF2-40B4-BE49-F238E27FC236}">
                    <a16:creationId xmlns:a16="http://schemas.microsoft.com/office/drawing/2014/main" id="{21ADB3A0-03B3-3A20-0921-BDA85C3FA08E}"/>
                  </a:ext>
                </a:extLst>
              </p:cNvPr>
              <p:cNvSpPr/>
              <p:nvPr/>
            </p:nvSpPr>
            <p:spPr>
              <a:xfrm>
                <a:off x="-1422933" y="5624039"/>
                <a:ext cx="5442" cy="10763"/>
              </a:xfrm>
              <a:custGeom>
                <a:avLst/>
                <a:gdLst>
                  <a:gd name="connsiteX0" fmla="*/ 95 w 5442"/>
                  <a:gd name="connsiteY0" fmla="*/ 0 h 10763"/>
                  <a:gd name="connsiteX1" fmla="*/ 5429 w 5442"/>
                  <a:gd name="connsiteY1" fmla="*/ 8668 h 10763"/>
                  <a:gd name="connsiteX2" fmla="*/ 5429 w 5442"/>
                  <a:gd name="connsiteY2" fmla="*/ 9334 h 10763"/>
                  <a:gd name="connsiteX3" fmla="*/ 5048 w 5442"/>
                  <a:gd name="connsiteY3" fmla="*/ 10763 h 10763"/>
                  <a:gd name="connsiteX4" fmla="*/ 0 w 5442"/>
                  <a:gd name="connsiteY4" fmla="*/ 4286 h 10763"/>
                  <a:gd name="connsiteX5" fmla="*/ 286 w 5442"/>
                  <a:gd name="connsiteY5" fmla="*/ 0 h 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42" h="10763">
                    <a:moveTo>
                      <a:pt x="95" y="0"/>
                    </a:moveTo>
                    <a:cubicBezTo>
                      <a:pt x="3810" y="2477"/>
                      <a:pt x="5620" y="5620"/>
                      <a:pt x="5429" y="8668"/>
                    </a:cubicBezTo>
                    <a:cubicBezTo>
                      <a:pt x="5429" y="8858"/>
                      <a:pt x="5429" y="9049"/>
                      <a:pt x="5429" y="9334"/>
                    </a:cubicBezTo>
                    <a:cubicBezTo>
                      <a:pt x="5429" y="9811"/>
                      <a:pt x="5239" y="10287"/>
                      <a:pt x="5048" y="10763"/>
                    </a:cubicBezTo>
                    <a:cubicBezTo>
                      <a:pt x="4572" y="8382"/>
                      <a:pt x="2857" y="6096"/>
                      <a:pt x="0" y="4286"/>
                    </a:cubicBezTo>
                    <a:lnTo>
                      <a:pt x="286"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77" name="Freeform: Shape 1576">
                <a:extLst>
                  <a:ext uri="{FF2B5EF4-FFF2-40B4-BE49-F238E27FC236}">
                    <a16:creationId xmlns:a16="http://schemas.microsoft.com/office/drawing/2014/main" id="{9096268C-FA17-4E23-205F-6842CEF17E48}"/>
                  </a:ext>
                </a:extLst>
              </p:cNvPr>
              <p:cNvSpPr/>
              <p:nvPr/>
            </p:nvSpPr>
            <p:spPr>
              <a:xfrm>
                <a:off x="-1428362" y="5615752"/>
                <a:ext cx="571" cy="2667"/>
              </a:xfrm>
              <a:custGeom>
                <a:avLst/>
                <a:gdLst>
                  <a:gd name="connsiteX0" fmla="*/ 571 w 571"/>
                  <a:gd name="connsiteY0" fmla="*/ 2381 h 2667"/>
                  <a:gd name="connsiteX1" fmla="*/ 0 w 571"/>
                  <a:gd name="connsiteY1" fmla="*/ 2667 h 2667"/>
                  <a:gd name="connsiteX2" fmla="*/ 190 w 571"/>
                  <a:gd name="connsiteY2" fmla="*/ 0 h 2667"/>
                  <a:gd name="connsiteX3" fmla="*/ 381 w 571"/>
                  <a:gd name="connsiteY3" fmla="*/ 1524 h 2667"/>
                  <a:gd name="connsiteX4" fmla="*/ 571 w 571"/>
                  <a:gd name="connsiteY4" fmla="*/ 2381 h 26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2667">
                    <a:moveTo>
                      <a:pt x="571" y="2381"/>
                    </a:moveTo>
                    <a:lnTo>
                      <a:pt x="0" y="2667"/>
                    </a:lnTo>
                    <a:cubicBezTo>
                      <a:pt x="95" y="1810"/>
                      <a:pt x="190" y="857"/>
                      <a:pt x="190" y="0"/>
                    </a:cubicBezTo>
                    <a:cubicBezTo>
                      <a:pt x="190" y="476"/>
                      <a:pt x="190" y="953"/>
                      <a:pt x="381" y="1524"/>
                    </a:cubicBezTo>
                    <a:cubicBezTo>
                      <a:pt x="381" y="1810"/>
                      <a:pt x="571" y="2095"/>
                      <a:pt x="571" y="2381"/>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78" name="Freeform: Shape 1577">
                <a:extLst>
                  <a:ext uri="{FF2B5EF4-FFF2-40B4-BE49-F238E27FC236}">
                    <a16:creationId xmlns:a16="http://schemas.microsoft.com/office/drawing/2014/main" id="{26D58ABB-A9BD-B0E3-CE8B-70A055AB1B65}"/>
                  </a:ext>
                </a:extLst>
              </p:cNvPr>
              <p:cNvSpPr/>
              <p:nvPr/>
            </p:nvSpPr>
            <p:spPr>
              <a:xfrm>
                <a:off x="-1428471" y="5618229"/>
                <a:ext cx="5633" cy="10096"/>
              </a:xfrm>
              <a:custGeom>
                <a:avLst/>
                <a:gdLst>
                  <a:gd name="connsiteX0" fmla="*/ 5633 w 5633"/>
                  <a:gd name="connsiteY0" fmla="*/ 5810 h 10096"/>
                  <a:gd name="connsiteX1" fmla="*/ 5348 w 5633"/>
                  <a:gd name="connsiteY1" fmla="*/ 10096 h 10096"/>
                  <a:gd name="connsiteX2" fmla="*/ 14 w 5633"/>
                  <a:gd name="connsiteY2" fmla="*/ 1429 h 10096"/>
                  <a:gd name="connsiteX3" fmla="*/ 14 w 5633"/>
                  <a:gd name="connsiteY3" fmla="*/ 571 h 10096"/>
                  <a:gd name="connsiteX4" fmla="*/ 14 w 5633"/>
                  <a:gd name="connsiteY4" fmla="*/ 286 h 10096"/>
                  <a:gd name="connsiteX5" fmla="*/ 585 w 5633"/>
                  <a:gd name="connsiteY5" fmla="*/ 0 h 10096"/>
                  <a:gd name="connsiteX6" fmla="*/ 5538 w 5633"/>
                  <a:gd name="connsiteY6" fmla="*/ 5906 h 1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3" h="10096">
                    <a:moveTo>
                      <a:pt x="5633" y="5810"/>
                    </a:moveTo>
                    <a:lnTo>
                      <a:pt x="5348" y="10096"/>
                    </a:lnTo>
                    <a:cubicBezTo>
                      <a:pt x="1633" y="7620"/>
                      <a:pt x="-177" y="4477"/>
                      <a:pt x="14" y="1429"/>
                    </a:cubicBezTo>
                    <a:cubicBezTo>
                      <a:pt x="14" y="1143"/>
                      <a:pt x="14" y="762"/>
                      <a:pt x="14" y="571"/>
                    </a:cubicBezTo>
                    <a:cubicBezTo>
                      <a:pt x="14" y="476"/>
                      <a:pt x="14" y="381"/>
                      <a:pt x="14" y="286"/>
                    </a:cubicBezTo>
                    <a:lnTo>
                      <a:pt x="585" y="0"/>
                    </a:lnTo>
                    <a:cubicBezTo>
                      <a:pt x="1347" y="2095"/>
                      <a:pt x="2966" y="4191"/>
                      <a:pt x="5538" y="5906"/>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79" name="Freeform: Shape 1578">
                <a:extLst>
                  <a:ext uri="{FF2B5EF4-FFF2-40B4-BE49-F238E27FC236}">
                    <a16:creationId xmlns:a16="http://schemas.microsoft.com/office/drawing/2014/main" id="{26BDBC6E-7256-E91F-CE46-52413E05911F}"/>
                  </a:ext>
                </a:extLst>
              </p:cNvPr>
              <p:cNvSpPr/>
              <p:nvPr/>
            </p:nvSpPr>
            <p:spPr>
              <a:xfrm>
                <a:off x="-1670488" y="5768343"/>
                <a:ext cx="246506" cy="150685"/>
              </a:xfrm>
              <a:custGeom>
                <a:avLst/>
                <a:gdLst>
                  <a:gd name="connsiteX0" fmla="*/ 246507 w 246506"/>
                  <a:gd name="connsiteY0" fmla="*/ 150686 h 150685"/>
                  <a:gd name="connsiteX1" fmla="*/ 6477 w 246506"/>
                  <a:gd name="connsiteY1" fmla="*/ 7334 h 150685"/>
                  <a:gd name="connsiteX2" fmla="*/ 0 w 246506"/>
                  <a:gd name="connsiteY2" fmla="*/ 3524 h 150685"/>
                  <a:gd name="connsiteX3" fmla="*/ 6096 w 246506"/>
                  <a:gd name="connsiteY3" fmla="*/ 0 h 150685"/>
                  <a:gd name="connsiteX4" fmla="*/ 190214 w 246506"/>
                  <a:gd name="connsiteY4" fmla="*/ 113538 h 150685"/>
                  <a:gd name="connsiteX5" fmla="*/ 246317 w 246506"/>
                  <a:gd name="connsiteY5" fmla="*/ 150686 h 15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06" h="150685">
                    <a:moveTo>
                      <a:pt x="246507" y="150686"/>
                    </a:moveTo>
                    <a:lnTo>
                      <a:pt x="6477" y="7334"/>
                    </a:lnTo>
                    <a:lnTo>
                      <a:pt x="0" y="3524"/>
                    </a:lnTo>
                    <a:lnTo>
                      <a:pt x="6096" y="0"/>
                    </a:lnTo>
                    <a:lnTo>
                      <a:pt x="190214" y="113538"/>
                    </a:lnTo>
                    <a:cubicBezTo>
                      <a:pt x="208883" y="125921"/>
                      <a:pt x="227648" y="138303"/>
                      <a:pt x="246317" y="150686"/>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0" name="Freeform: Shape 1579">
                <a:extLst>
                  <a:ext uri="{FF2B5EF4-FFF2-40B4-BE49-F238E27FC236}">
                    <a16:creationId xmlns:a16="http://schemas.microsoft.com/office/drawing/2014/main" id="{A388EA26-75CE-D25C-4476-F3D30DCCD7B2}"/>
                  </a:ext>
                </a:extLst>
              </p:cNvPr>
              <p:cNvSpPr/>
              <p:nvPr/>
            </p:nvSpPr>
            <p:spPr>
              <a:xfrm>
                <a:off x="-1665725" y="5768343"/>
                <a:ext cx="241649" cy="150685"/>
              </a:xfrm>
              <a:custGeom>
                <a:avLst/>
                <a:gdLst>
                  <a:gd name="connsiteX0" fmla="*/ 183547 w 241649"/>
                  <a:gd name="connsiteY0" fmla="*/ 114014 h 150685"/>
                  <a:gd name="connsiteX1" fmla="*/ 213455 w 241649"/>
                  <a:gd name="connsiteY1" fmla="*/ 133826 h 150685"/>
                  <a:gd name="connsiteX2" fmla="*/ 241649 w 241649"/>
                  <a:gd name="connsiteY2" fmla="*/ 150686 h 150685"/>
                  <a:gd name="connsiteX3" fmla="*/ 185547 w 241649"/>
                  <a:gd name="connsiteY3" fmla="*/ 113538 h 150685"/>
                  <a:gd name="connsiteX4" fmla="*/ 1429 w 241649"/>
                  <a:gd name="connsiteY4" fmla="*/ 0 h 150685"/>
                  <a:gd name="connsiteX5" fmla="*/ 0 w 241649"/>
                  <a:gd name="connsiteY5" fmla="*/ 857 h 150685"/>
                  <a:gd name="connsiteX6" fmla="*/ 183547 w 241649"/>
                  <a:gd name="connsiteY6" fmla="*/ 114014 h 15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649" h="150685">
                    <a:moveTo>
                      <a:pt x="183547" y="114014"/>
                    </a:moveTo>
                    <a:cubicBezTo>
                      <a:pt x="193548" y="120587"/>
                      <a:pt x="203454" y="127254"/>
                      <a:pt x="213455" y="133826"/>
                    </a:cubicBezTo>
                    <a:lnTo>
                      <a:pt x="241649" y="150686"/>
                    </a:lnTo>
                    <a:cubicBezTo>
                      <a:pt x="222980" y="138303"/>
                      <a:pt x="204216" y="125921"/>
                      <a:pt x="185547" y="113538"/>
                    </a:cubicBezTo>
                    <a:lnTo>
                      <a:pt x="1429" y="0"/>
                    </a:lnTo>
                    <a:lnTo>
                      <a:pt x="0" y="857"/>
                    </a:lnTo>
                    <a:lnTo>
                      <a:pt x="183547" y="11401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1" name="Freeform: Shape 1580">
                <a:extLst>
                  <a:ext uri="{FF2B5EF4-FFF2-40B4-BE49-F238E27FC236}">
                    <a16:creationId xmlns:a16="http://schemas.microsoft.com/office/drawing/2014/main" id="{F07D02CB-DE34-8625-F82A-9EE5BEB626E4}"/>
                  </a:ext>
                </a:extLst>
              </p:cNvPr>
              <p:cNvSpPr/>
              <p:nvPr/>
            </p:nvSpPr>
            <p:spPr>
              <a:xfrm>
                <a:off x="-1670393" y="5782440"/>
                <a:ext cx="294894" cy="168687"/>
              </a:xfrm>
              <a:custGeom>
                <a:avLst/>
                <a:gdLst>
                  <a:gd name="connsiteX0" fmla="*/ 294894 w 294894"/>
                  <a:gd name="connsiteY0" fmla="*/ 168688 h 168687"/>
                  <a:gd name="connsiteX1" fmla="*/ 0 w 294894"/>
                  <a:gd name="connsiteY1" fmla="*/ 3048 h 168687"/>
                  <a:gd name="connsiteX2" fmla="*/ 5143 w 294894"/>
                  <a:gd name="connsiteY2" fmla="*/ 0 h 168687"/>
                  <a:gd name="connsiteX3" fmla="*/ 278606 w 294894"/>
                  <a:gd name="connsiteY3" fmla="*/ 157829 h 168687"/>
                  <a:gd name="connsiteX4" fmla="*/ 294894 w 294894"/>
                  <a:gd name="connsiteY4" fmla="*/ 168592 h 168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94" h="168687">
                    <a:moveTo>
                      <a:pt x="294894" y="168688"/>
                    </a:moveTo>
                    <a:lnTo>
                      <a:pt x="0" y="3048"/>
                    </a:lnTo>
                    <a:lnTo>
                      <a:pt x="5143" y="0"/>
                    </a:lnTo>
                    <a:lnTo>
                      <a:pt x="278606" y="157829"/>
                    </a:lnTo>
                    <a:cubicBezTo>
                      <a:pt x="284036" y="161449"/>
                      <a:pt x="289465" y="165068"/>
                      <a:pt x="294894" y="168592"/>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2" name="Freeform: Shape 1581">
                <a:extLst>
                  <a:ext uri="{FF2B5EF4-FFF2-40B4-BE49-F238E27FC236}">
                    <a16:creationId xmlns:a16="http://schemas.microsoft.com/office/drawing/2014/main" id="{1B76F55D-0C9A-1629-358B-11FC18391A12}"/>
                  </a:ext>
                </a:extLst>
              </p:cNvPr>
              <p:cNvSpPr/>
              <p:nvPr/>
            </p:nvSpPr>
            <p:spPr>
              <a:xfrm>
                <a:off x="-1666202" y="5782440"/>
                <a:ext cx="290703" cy="168687"/>
              </a:xfrm>
              <a:custGeom>
                <a:avLst/>
                <a:gdLst>
                  <a:gd name="connsiteX0" fmla="*/ 272987 w 290703"/>
                  <a:gd name="connsiteY0" fmla="*/ 158210 h 168687"/>
                  <a:gd name="connsiteX1" fmla="*/ 278225 w 290703"/>
                  <a:gd name="connsiteY1" fmla="*/ 161639 h 168687"/>
                  <a:gd name="connsiteX2" fmla="*/ 290703 w 290703"/>
                  <a:gd name="connsiteY2" fmla="*/ 168688 h 168687"/>
                  <a:gd name="connsiteX3" fmla="*/ 274415 w 290703"/>
                  <a:gd name="connsiteY3" fmla="*/ 157924 h 168687"/>
                  <a:gd name="connsiteX4" fmla="*/ 952 w 290703"/>
                  <a:gd name="connsiteY4" fmla="*/ 0 h 168687"/>
                  <a:gd name="connsiteX5" fmla="*/ 0 w 290703"/>
                  <a:gd name="connsiteY5" fmla="*/ 571 h 168687"/>
                  <a:gd name="connsiteX6" fmla="*/ 272987 w 290703"/>
                  <a:gd name="connsiteY6" fmla="*/ 158210 h 16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703" h="168687">
                    <a:moveTo>
                      <a:pt x="272987" y="158210"/>
                    </a:moveTo>
                    <a:cubicBezTo>
                      <a:pt x="274701" y="159353"/>
                      <a:pt x="276511" y="160496"/>
                      <a:pt x="278225" y="161639"/>
                    </a:cubicBezTo>
                    <a:lnTo>
                      <a:pt x="290703" y="168688"/>
                    </a:lnTo>
                    <a:cubicBezTo>
                      <a:pt x="285274" y="165068"/>
                      <a:pt x="279845" y="161449"/>
                      <a:pt x="274415" y="157924"/>
                    </a:cubicBezTo>
                    <a:lnTo>
                      <a:pt x="952" y="0"/>
                    </a:lnTo>
                    <a:lnTo>
                      <a:pt x="0" y="571"/>
                    </a:lnTo>
                    <a:lnTo>
                      <a:pt x="272987" y="158210"/>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3" name="Freeform: Shape 1582">
                <a:extLst>
                  <a:ext uri="{FF2B5EF4-FFF2-40B4-BE49-F238E27FC236}">
                    <a16:creationId xmlns:a16="http://schemas.microsoft.com/office/drawing/2014/main" id="{C00401B3-81FC-B633-D1B7-727AD384EE5E}"/>
                  </a:ext>
                </a:extLst>
              </p:cNvPr>
              <p:cNvSpPr/>
              <p:nvPr/>
            </p:nvSpPr>
            <p:spPr>
              <a:xfrm>
                <a:off x="-1665154" y="5775677"/>
                <a:ext cx="273272" cy="164592"/>
              </a:xfrm>
              <a:custGeom>
                <a:avLst/>
                <a:gdLst>
                  <a:gd name="connsiteX0" fmla="*/ 239554 w 273272"/>
                  <a:gd name="connsiteY0" fmla="*/ 143732 h 164592"/>
                  <a:gd name="connsiteX1" fmla="*/ 256413 w 273272"/>
                  <a:gd name="connsiteY1" fmla="*/ 154877 h 164592"/>
                  <a:gd name="connsiteX2" fmla="*/ 273272 w 273272"/>
                  <a:gd name="connsiteY2" fmla="*/ 164592 h 164592"/>
                  <a:gd name="connsiteX3" fmla="*/ 241078 w 273272"/>
                  <a:gd name="connsiteY3" fmla="*/ 143256 h 164592"/>
                  <a:gd name="connsiteX4" fmla="*/ 1143 w 273272"/>
                  <a:gd name="connsiteY4" fmla="*/ 0 h 164592"/>
                  <a:gd name="connsiteX5" fmla="*/ 0 w 273272"/>
                  <a:gd name="connsiteY5" fmla="*/ 667 h 164592"/>
                  <a:gd name="connsiteX6" fmla="*/ 239554 w 273272"/>
                  <a:gd name="connsiteY6" fmla="*/ 143732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72" h="164592">
                    <a:moveTo>
                      <a:pt x="239554" y="143732"/>
                    </a:moveTo>
                    <a:cubicBezTo>
                      <a:pt x="245174" y="147447"/>
                      <a:pt x="250793" y="151162"/>
                      <a:pt x="256413" y="154877"/>
                    </a:cubicBezTo>
                    <a:lnTo>
                      <a:pt x="273272" y="164592"/>
                    </a:lnTo>
                    <a:cubicBezTo>
                      <a:pt x="262604" y="157448"/>
                      <a:pt x="251841" y="150400"/>
                      <a:pt x="241078" y="143256"/>
                    </a:cubicBezTo>
                    <a:lnTo>
                      <a:pt x="1143" y="0"/>
                    </a:lnTo>
                    <a:lnTo>
                      <a:pt x="0" y="667"/>
                    </a:lnTo>
                    <a:lnTo>
                      <a:pt x="239554" y="143732"/>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4" name="Freeform: Shape 1583">
                <a:extLst>
                  <a:ext uri="{FF2B5EF4-FFF2-40B4-BE49-F238E27FC236}">
                    <a16:creationId xmlns:a16="http://schemas.microsoft.com/office/drawing/2014/main" id="{A9BC3E1C-9675-8606-FB62-4B9F482489C4}"/>
                  </a:ext>
                </a:extLst>
              </p:cNvPr>
              <p:cNvSpPr/>
              <p:nvPr/>
            </p:nvSpPr>
            <p:spPr>
              <a:xfrm>
                <a:off x="-1670297" y="5761390"/>
                <a:ext cx="190119" cy="120491"/>
              </a:xfrm>
              <a:custGeom>
                <a:avLst/>
                <a:gdLst>
                  <a:gd name="connsiteX0" fmla="*/ 69437 w 190119"/>
                  <a:gd name="connsiteY0" fmla="*/ 40481 h 120491"/>
                  <a:gd name="connsiteX1" fmla="*/ 190119 w 190119"/>
                  <a:gd name="connsiteY1" fmla="*/ 120491 h 120491"/>
                  <a:gd name="connsiteX2" fmla="*/ 6001 w 190119"/>
                  <a:gd name="connsiteY2" fmla="*/ 6953 h 120491"/>
                  <a:gd name="connsiteX3" fmla="*/ 0 w 190119"/>
                  <a:gd name="connsiteY3" fmla="*/ 3239 h 120491"/>
                  <a:gd name="connsiteX4" fmla="*/ 2762 w 190119"/>
                  <a:gd name="connsiteY4" fmla="*/ 1619 h 120491"/>
                  <a:gd name="connsiteX5" fmla="*/ 5524 w 190119"/>
                  <a:gd name="connsiteY5" fmla="*/ 0 h 120491"/>
                  <a:gd name="connsiteX6" fmla="*/ 69342 w 190119"/>
                  <a:gd name="connsiteY6" fmla="*/ 40481 h 12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119" h="120491">
                    <a:moveTo>
                      <a:pt x="69437" y="40481"/>
                    </a:moveTo>
                    <a:cubicBezTo>
                      <a:pt x="109633" y="67151"/>
                      <a:pt x="149924" y="93821"/>
                      <a:pt x="190119" y="120491"/>
                    </a:cubicBezTo>
                    <a:lnTo>
                      <a:pt x="6001" y="6953"/>
                    </a:lnTo>
                    <a:lnTo>
                      <a:pt x="0" y="3239"/>
                    </a:lnTo>
                    <a:lnTo>
                      <a:pt x="2762" y="1619"/>
                    </a:lnTo>
                    <a:lnTo>
                      <a:pt x="5524" y="0"/>
                    </a:lnTo>
                    <a:lnTo>
                      <a:pt x="69342" y="40481"/>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5" name="Freeform: Shape 1584">
                <a:extLst>
                  <a:ext uri="{FF2B5EF4-FFF2-40B4-BE49-F238E27FC236}">
                    <a16:creationId xmlns:a16="http://schemas.microsoft.com/office/drawing/2014/main" id="{2CF81018-225C-A2BE-FF0A-B64C74C56092}"/>
                  </a:ext>
                </a:extLst>
              </p:cNvPr>
              <p:cNvSpPr/>
              <p:nvPr/>
            </p:nvSpPr>
            <p:spPr>
              <a:xfrm>
                <a:off x="-1667630" y="5761390"/>
                <a:ext cx="187547" cy="120491"/>
              </a:xfrm>
              <a:custGeom>
                <a:avLst/>
                <a:gdLst>
                  <a:gd name="connsiteX0" fmla="*/ 63437 w 187547"/>
                  <a:gd name="connsiteY0" fmla="*/ 42101 h 120491"/>
                  <a:gd name="connsiteX1" fmla="*/ 103823 w 187547"/>
                  <a:gd name="connsiteY1" fmla="*/ 68866 h 120491"/>
                  <a:gd name="connsiteX2" fmla="*/ 187547 w 187547"/>
                  <a:gd name="connsiteY2" fmla="*/ 120491 h 120491"/>
                  <a:gd name="connsiteX3" fmla="*/ 66866 w 187547"/>
                  <a:gd name="connsiteY3" fmla="*/ 40481 h 120491"/>
                  <a:gd name="connsiteX4" fmla="*/ 3048 w 187547"/>
                  <a:gd name="connsiteY4" fmla="*/ 0 h 120491"/>
                  <a:gd name="connsiteX5" fmla="*/ 286 w 187547"/>
                  <a:gd name="connsiteY5" fmla="*/ 1619 h 120491"/>
                  <a:gd name="connsiteX6" fmla="*/ 0 w 187547"/>
                  <a:gd name="connsiteY6" fmla="*/ 1810 h 120491"/>
                  <a:gd name="connsiteX7" fmla="*/ 63532 w 187547"/>
                  <a:gd name="connsiteY7" fmla="*/ 42101 h 12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547" h="120491">
                    <a:moveTo>
                      <a:pt x="63437" y="42101"/>
                    </a:moveTo>
                    <a:cubicBezTo>
                      <a:pt x="76867" y="51054"/>
                      <a:pt x="90392" y="59912"/>
                      <a:pt x="103823" y="68866"/>
                    </a:cubicBezTo>
                    <a:lnTo>
                      <a:pt x="187547" y="120491"/>
                    </a:lnTo>
                    <a:cubicBezTo>
                      <a:pt x="147352" y="93821"/>
                      <a:pt x="107061" y="67151"/>
                      <a:pt x="66866" y="40481"/>
                    </a:cubicBezTo>
                    <a:lnTo>
                      <a:pt x="3048" y="0"/>
                    </a:lnTo>
                    <a:lnTo>
                      <a:pt x="286" y="1619"/>
                    </a:lnTo>
                    <a:lnTo>
                      <a:pt x="0" y="1810"/>
                    </a:lnTo>
                    <a:lnTo>
                      <a:pt x="63532" y="42101"/>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6" name="Freeform: Shape 1585">
                <a:extLst>
                  <a:ext uri="{FF2B5EF4-FFF2-40B4-BE49-F238E27FC236}">
                    <a16:creationId xmlns:a16="http://schemas.microsoft.com/office/drawing/2014/main" id="{08779DA5-8381-3858-4A6A-69F0FF011AA9}"/>
                  </a:ext>
                </a:extLst>
              </p:cNvPr>
              <p:cNvSpPr/>
              <p:nvPr/>
            </p:nvSpPr>
            <p:spPr>
              <a:xfrm>
                <a:off x="-1637656" y="5419126"/>
                <a:ext cx="627822" cy="581146"/>
              </a:xfrm>
              <a:custGeom>
                <a:avLst/>
                <a:gdLst>
                  <a:gd name="connsiteX0" fmla="*/ 220057 w 627822"/>
                  <a:gd name="connsiteY0" fmla="*/ 214147 h 581145"/>
                  <a:gd name="connsiteX1" fmla="*/ 220057 w 627822"/>
                  <a:gd name="connsiteY1" fmla="*/ 213480 h 581145"/>
                  <a:gd name="connsiteX2" fmla="*/ 214723 w 627822"/>
                  <a:gd name="connsiteY2" fmla="*/ 204812 h 581145"/>
                  <a:gd name="connsiteX3" fmla="*/ 209770 w 627822"/>
                  <a:gd name="connsiteY3" fmla="*/ 198907 h 581145"/>
                  <a:gd name="connsiteX4" fmla="*/ 209579 w 627822"/>
                  <a:gd name="connsiteY4" fmla="*/ 198050 h 581145"/>
                  <a:gd name="connsiteX5" fmla="*/ 209389 w 627822"/>
                  <a:gd name="connsiteY5" fmla="*/ 196526 h 581145"/>
                  <a:gd name="connsiteX6" fmla="*/ 209579 w 627822"/>
                  <a:gd name="connsiteY6" fmla="*/ 195192 h 581145"/>
                  <a:gd name="connsiteX7" fmla="*/ 209770 w 627822"/>
                  <a:gd name="connsiteY7" fmla="*/ 194335 h 581145"/>
                  <a:gd name="connsiteX8" fmla="*/ 210722 w 627822"/>
                  <a:gd name="connsiteY8" fmla="*/ 192335 h 581145"/>
                  <a:gd name="connsiteX9" fmla="*/ 211484 w 627822"/>
                  <a:gd name="connsiteY9" fmla="*/ 191382 h 581145"/>
                  <a:gd name="connsiteX10" fmla="*/ 214723 w 627822"/>
                  <a:gd name="connsiteY10" fmla="*/ 188810 h 581145"/>
                  <a:gd name="connsiteX11" fmla="*/ 536954 w 627822"/>
                  <a:gd name="connsiteY11" fmla="*/ 2787 h 581145"/>
                  <a:gd name="connsiteX12" fmla="*/ 562671 w 627822"/>
                  <a:gd name="connsiteY12" fmla="*/ 3835 h 581145"/>
                  <a:gd name="connsiteX13" fmla="*/ 627822 w 627822"/>
                  <a:gd name="connsiteY13" fmla="*/ 46983 h 581145"/>
                  <a:gd name="connsiteX14" fmla="*/ 627346 w 627822"/>
                  <a:gd name="connsiteY14" fmla="*/ 47269 h 581145"/>
                  <a:gd name="connsiteX15" fmla="*/ 431417 w 627822"/>
                  <a:gd name="connsiteY15" fmla="*/ 160426 h 581145"/>
                  <a:gd name="connsiteX16" fmla="*/ 426083 w 627822"/>
                  <a:gd name="connsiteY16" fmla="*/ 167379 h 581145"/>
                  <a:gd name="connsiteX17" fmla="*/ 426083 w 627822"/>
                  <a:gd name="connsiteY17" fmla="*/ 167379 h 581145"/>
                  <a:gd name="connsiteX18" fmla="*/ 425892 w 627822"/>
                  <a:gd name="connsiteY18" fmla="*/ 168713 h 581145"/>
                  <a:gd name="connsiteX19" fmla="*/ 383030 w 627822"/>
                  <a:gd name="connsiteY19" fmla="*/ 193478 h 581145"/>
                  <a:gd name="connsiteX20" fmla="*/ 370171 w 627822"/>
                  <a:gd name="connsiteY20" fmla="*/ 184905 h 581145"/>
                  <a:gd name="connsiteX21" fmla="*/ 344453 w 627822"/>
                  <a:gd name="connsiteY21" fmla="*/ 183857 h 581145"/>
                  <a:gd name="connsiteX22" fmla="*/ 135951 w 627822"/>
                  <a:gd name="connsiteY22" fmla="*/ 304253 h 581145"/>
                  <a:gd name="connsiteX23" fmla="*/ 131284 w 627822"/>
                  <a:gd name="connsiteY23" fmla="*/ 310635 h 581145"/>
                  <a:gd name="connsiteX24" fmla="*/ 130998 w 627822"/>
                  <a:gd name="connsiteY24" fmla="*/ 314255 h 581145"/>
                  <a:gd name="connsiteX25" fmla="*/ 130998 w 627822"/>
                  <a:gd name="connsiteY25" fmla="*/ 314255 h 581145"/>
                  <a:gd name="connsiteX26" fmla="*/ 135570 w 627822"/>
                  <a:gd name="connsiteY26" fmla="*/ 322160 h 581145"/>
                  <a:gd name="connsiteX27" fmla="*/ 157668 w 627822"/>
                  <a:gd name="connsiteY27" fmla="*/ 336829 h 581145"/>
                  <a:gd name="connsiteX28" fmla="*/ 440561 w 627822"/>
                  <a:gd name="connsiteY28" fmla="*/ 524662 h 581145"/>
                  <a:gd name="connsiteX29" fmla="*/ 342739 w 627822"/>
                  <a:gd name="connsiteY29" fmla="*/ 581145 h 581145"/>
                  <a:gd name="connsiteX30" fmla="*/ 5268 w 627822"/>
                  <a:gd name="connsiteY30" fmla="*/ 357593 h 581145"/>
                  <a:gd name="connsiteX31" fmla="*/ 29 w 627822"/>
                  <a:gd name="connsiteY31" fmla="*/ 348926 h 581145"/>
                  <a:gd name="connsiteX32" fmla="*/ 5363 w 627822"/>
                  <a:gd name="connsiteY32" fmla="*/ 341687 h 581145"/>
                  <a:gd name="connsiteX33" fmla="*/ 214532 w 627822"/>
                  <a:gd name="connsiteY33" fmla="*/ 220910 h 581145"/>
                  <a:gd name="connsiteX34" fmla="*/ 219390 w 627822"/>
                  <a:gd name="connsiteY34" fmla="*/ 215671 h 581145"/>
                  <a:gd name="connsiteX35" fmla="*/ 219771 w 627822"/>
                  <a:gd name="connsiteY35" fmla="*/ 214242 h 5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27822" h="581145">
                    <a:moveTo>
                      <a:pt x="220057" y="214147"/>
                    </a:moveTo>
                    <a:cubicBezTo>
                      <a:pt x="220057" y="214147"/>
                      <a:pt x="220057" y="213766"/>
                      <a:pt x="220057" y="213480"/>
                    </a:cubicBezTo>
                    <a:cubicBezTo>
                      <a:pt x="220247" y="210432"/>
                      <a:pt x="218533" y="207289"/>
                      <a:pt x="214723" y="204812"/>
                    </a:cubicBezTo>
                    <a:cubicBezTo>
                      <a:pt x="212151" y="203098"/>
                      <a:pt x="210532" y="201098"/>
                      <a:pt x="209770" y="198907"/>
                    </a:cubicBezTo>
                    <a:cubicBezTo>
                      <a:pt x="209770" y="198621"/>
                      <a:pt x="209579" y="198335"/>
                      <a:pt x="209579" y="198050"/>
                    </a:cubicBezTo>
                    <a:cubicBezTo>
                      <a:pt x="209484" y="197573"/>
                      <a:pt x="209389" y="197002"/>
                      <a:pt x="209389" y="196526"/>
                    </a:cubicBezTo>
                    <a:cubicBezTo>
                      <a:pt x="209389" y="196049"/>
                      <a:pt x="209389" y="195668"/>
                      <a:pt x="209579" y="195192"/>
                    </a:cubicBezTo>
                    <a:cubicBezTo>
                      <a:pt x="209579" y="194906"/>
                      <a:pt x="209675" y="194716"/>
                      <a:pt x="209770" y="194335"/>
                    </a:cubicBezTo>
                    <a:cubicBezTo>
                      <a:pt x="209960" y="193668"/>
                      <a:pt x="210246" y="193001"/>
                      <a:pt x="210722" y="192335"/>
                    </a:cubicBezTo>
                    <a:cubicBezTo>
                      <a:pt x="210913" y="192049"/>
                      <a:pt x="211199" y="191668"/>
                      <a:pt x="211484" y="191382"/>
                    </a:cubicBezTo>
                    <a:cubicBezTo>
                      <a:pt x="212342" y="190430"/>
                      <a:pt x="213389" y="189572"/>
                      <a:pt x="214723" y="188810"/>
                    </a:cubicBezTo>
                    <a:cubicBezTo>
                      <a:pt x="322165" y="126803"/>
                      <a:pt x="429512" y="64795"/>
                      <a:pt x="536954" y="2787"/>
                    </a:cubicBezTo>
                    <a:cubicBezTo>
                      <a:pt x="544097" y="-1309"/>
                      <a:pt x="555623" y="-832"/>
                      <a:pt x="562671" y="3835"/>
                    </a:cubicBezTo>
                    <a:cubicBezTo>
                      <a:pt x="584388" y="18218"/>
                      <a:pt x="606105" y="32600"/>
                      <a:pt x="627822" y="46983"/>
                    </a:cubicBezTo>
                    <a:cubicBezTo>
                      <a:pt x="627632" y="47078"/>
                      <a:pt x="627536" y="47174"/>
                      <a:pt x="627346" y="47269"/>
                    </a:cubicBezTo>
                    <a:cubicBezTo>
                      <a:pt x="562004" y="84988"/>
                      <a:pt x="496758" y="122707"/>
                      <a:pt x="431417" y="160426"/>
                    </a:cubicBezTo>
                    <a:cubicBezTo>
                      <a:pt x="428273" y="162236"/>
                      <a:pt x="426559" y="164712"/>
                      <a:pt x="426083" y="167379"/>
                    </a:cubicBezTo>
                    <a:lnTo>
                      <a:pt x="426083" y="167379"/>
                    </a:lnTo>
                    <a:cubicBezTo>
                      <a:pt x="425987" y="167855"/>
                      <a:pt x="425892" y="168236"/>
                      <a:pt x="425892" y="168713"/>
                    </a:cubicBezTo>
                    <a:lnTo>
                      <a:pt x="383030" y="193478"/>
                    </a:lnTo>
                    <a:cubicBezTo>
                      <a:pt x="378743" y="190620"/>
                      <a:pt x="374457" y="187763"/>
                      <a:pt x="370171" y="184905"/>
                    </a:cubicBezTo>
                    <a:cubicBezTo>
                      <a:pt x="363122" y="180238"/>
                      <a:pt x="351597" y="179666"/>
                      <a:pt x="344453" y="183857"/>
                    </a:cubicBezTo>
                    <a:cubicBezTo>
                      <a:pt x="275016" y="223958"/>
                      <a:pt x="205484" y="264058"/>
                      <a:pt x="135951" y="304253"/>
                    </a:cubicBezTo>
                    <a:cubicBezTo>
                      <a:pt x="132998" y="305968"/>
                      <a:pt x="131474" y="308159"/>
                      <a:pt x="131284" y="310635"/>
                    </a:cubicBezTo>
                    <a:cubicBezTo>
                      <a:pt x="131284" y="311873"/>
                      <a:pt x="131093" y="313112"/>
                      <a:pt x="130998" y="314255"/>
                    </a:cubicBezTo>
                    <a:lnTo>
                      <a:pt x="130998" y="314255"/>
                    </a:lnTo>
                    <a:cubicBezTo>
                      <a:pt x="130617" y="317017"/>
                      <a:pt x="132141" y="319874"/>
                      <a:pt x="135570" y="322160"/>
                    </a:cubicBezTo>
                    <a:cubicBezTo>
                      <a:pt x="142904" y="327018"/>
                      <a:pt x="150334" y="331971"/>
                      <a:pt x="157668" y="336829"/>
                    </a:cubicBezTo>
                    <a:lnTo>
                      <a:pt x="440561" y="524662"/>
                    </a:lnTo>
                    <a:lnTo>
                      <a:pt x="342739" y="581145"/>
                    </a:lnTo>
                    <a:cubicBezTo>
                      <a:pt x="230249" y="506660"/>
                      <a:pt x="117758" y="432079"/>
                      <a:pt x="5268" y="357593"/>
                    </a:cubicBezTo>
                    <a:cubicBezTo>
                      <a:pt x="1553" y="355117"/>
                      <a:pt x="-256" y="351974"/>
                      <a:pt x="29" y="348926"/>
                    </a:cubicBezTo>
                    <a:cubicBezTo>
                      <a:pt x="220" y="346259"/>
                      <a:pt x="1934" y="343592"/>
                      <a:pt x="5363" y="341687"/>
                    </a:cubicBezTo>
                    <a:cubicBezTo>
                      <a:pt x="75086" y="301396"/>
                      <a:pt x="144809" y="261105"/>
                      <a:pt x="214532" y="220910"/>
                    </a:cubicBezTo>
                    <a:cubicBezTo>
                      <a:pt x="217009" y="219481"/>
                      <a:pt x="218628" y="217671"/>
                      <a:pt x="219390" y="215671"/>
                    </a:cubicBezTo>
                    <a:cubicBezTo>
                      <a:pt x="219581" y="215195"/>
                      <a:pt x="219771" y="214718"/>
                      <a:pt x="219771" y="214242"/>
                    </a:cubicBezTo>
                    <a:close/>
                  </a:path>
                </a:pathLst>
              </a:custGeom>
              <a:solidFill>
                <a:srgbClr val="142E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7" name="Freeform: Shape 1586">
                <a:extLst>
                  <a:ext uri="{FF2B5EF4-FFF2-40B4-BE49-F238E27FC236}">
                    <a16:creationId xmlns:a16="http://schemas.microsoft.com/office/drawing/2014/main" id="{6B1E7B20-C45E-9674-6145-31EC89CCB0EE}"/>
                  </a:ext>
                </a:extLst>
              </p:cNvPr>
              <p:cNvSpPr/>
              <p:nvPr/>
            </p:nvSpPr>
            <p:spPr>
              <a:xfrm>
                <a:off x="-1349409" y="6445997"/>
                <a:ext cx="342999" cy="236505"/>
              </a:xfrm>
              <a:custGeom>
                <a:avLst/>
                <a:gdLst>
                  <a:gd name="connsiteX0" fmla="*/ 213650 w 342998"/>
                  <a:gd name="connsiteY0" fmla="*/ 150971 h 236505"/>
                  <a:gd name="connsiteX1" fmla="*/ 157547 w 342998"/>
                  <a:gd name="connsiteY1" fmla="*/ 113824 h 236505"/>
                  <a:gd name="connsiteX2" fmla="*/ 36866 w 342998"/>
                  <a:gd name="connsiteY2" fmla="*/ 33814 h 236505"/>
                  <a:gd name="connsiteX3" fmla="*/ 5338 w 342998"/>
                  <a:gd name="connsiteY3" fmla="*/ 12954 h 236505"/>
                  <a:gd name="connsiteX4" fmla="*/ 4 w 342998"/>
                  <a:gd name="connsiteY4" fmla="*/ 4286 h 236505"/>
                  <a:gd name="connsiteX5" fmla="*/ 290 w 342998"/>
                  <a:gd name="connsiteY5" fmla="*/ 0 h 236505"/>
                  <a:gd name="connsiteX6" fmla="*/ 290 w 342998"/>
                  <a:gd name="connsiteY6" fmla="*/ 0 h 236505"/>
                  <a:gd name="connsiteX7" fmla="*/ 5528 w 342998"/>
                  <a:gd name="connsiteY7" fmla="*/ 8668 h 236505"/>
                  <a:gd name="connsiteX8" fmla="*/ 342999 w 342998"/>
                  <a:gd name="connsiteY8" fmla="*/ 232220 h 236505"/>
                  <a:gd name="connsiteX9" fmla="*/ 342713 w 342998"/>
                  <a:gd name="connsiteY9" fmla="*/ 236506 h 236505"/>
                  <a:gd name="connsiteX10" fmla="*/ 262037 w 342998"/>
                  <a:gd name="connsiteY10" fmla="*/ 183071 h 236505"/>
                  <a:gd name="connsiteX11" fmla="*/ 245749 w 342998"/>
                  <a:gd name="connsiteY11" fmla="*/ 172307 h 236505"/>
                  <a:gd name="connsiteX12" fmla="*/ 213554 w 342998"/>
                  <a:gd name="connsiteY12" fmla="*/ 150971 h 23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98" h="236505">
                    <a:moveTo>
                      <a:pt x="213650" y="150971"/>
                    </a:moveTo>
                    <a:cubicBezTo>
                      <a:pt x="194981" y="138589"/>
                      <a:pt x="176216" y="126206"/>
                      <a:pt x="157547" y="113824"/>
                    </a:cubicBezTo>
                    <a:cubicBezTo>
                      <a:pt x="117352" y="87154"/>
                      <a:pt x="77061" y="60484"/>
                      <a:pt x="36866" y="33814"/>
                    </a:cubicBezTo>
                    <a:cubicBezTo>
                      <a:pt x="26388" y="26860"/>
                      <a:pt x="15815" y="19907"/>
                      <a:pt x="5338" y="12954"/>
                    </a:cubicBezTo>
                    <a:cubicBezTo>
                      <a:pt x="1623" y="10478"/>
                      <a:pt x="-91" y="7334"/>
                      <a:pt x="4" y="4286"/>
                    </a:cubicBezTo>
                    <a:cubicBezTo>
                      <a:pt x="99" y="2857"/>
                      <a:pt x="194" y="1524"/>
                      <a:pt x="290" y="0"/>
                    </a:cubicBezTo>
                    <a:lnTo>
                      <a:pt x="290" y="0"/>
                    </a:lnTo>
                    <a:cubicBezTo>
                      <a:pt x="4" y="3048"/>
                      <a:pt x="1814" y="6191"/>
                      <a:pt x="5528" y="8668"/>
                    </a:cubicBezTo>
                    <a:cubicBezTo>
                      <a:pt x="118019" y="83153"/>
                      <a:pt x="230509" y="157734"/>
                      <a:pt x="342999" y="232220"/>
                    </a:cubicBezTo>
                    <a:lnTo>
                      <a:pt x="342713" y="236506"/>
                    </a:lnTo>
                    <a:cubicBezTo>
                      <a:pt x="315853" y="218694"/>
                      <a:pt x="288897" y="200882"/>
                      <a:pt x="262037" y="183071"/>
                    </a:cubicBezTo>
                    <a:cubicBezTo>
                      <a:pt x="256607" y="179451"/>
                      <a:pt x="251178" y="175831"/>
                      <a:pt x="245749" y="172307"/>
                    </a:cubicBezTo>
                    <a:cubicBezTo>
                      <a:pt x="235081" y="165164"/>
                      <a:pt x="224318" y="158115"/>
                      <a:pt x="213554" y="150971"/>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8" name="Freeform: Shape 1587">
                <a:extLst>
                  <a:ext uri="{FF2B5EF4-FFF2-40B4-BE49-F238E27FC236}">
                    <a16:creationId xmlns:a16="http://schemas.microsoft.com/office/drawing/2014/main" id="{97244497-DC86-3DBF-D314-6E207F34AA6A}"/>
                  </a:ext>
                </a:extLst>
              </p:cNvPr>
              <p:cNvSpPr/>
              <p:nvPr/>
            </p:nvSpPr>
            <p:spPr>
              <a:xfrm>
                <a:off x="-1692395" y="5785298"/>
                <a:ext cx="397573" cy="223456"/>
              </a:xfrm>
              <a:custGeom>
                <a:avLst/>
                <a:gdLst>
                  <a:gd name="connsiteX0" fmla="*/ 397478 w 397573"/>
                  <a:gd name="connsiteY0" fmla="*/ 219265 h 223456"/>
                  <a:gd name="connsiteX1" fmla="*/ 397574 w 397573"/>
                  <a:gd name="connsiteY1" fmla="*/ 223456 h 223456"/>
                  <a:gd name="connsiteX2" fmla="*/ 95 w 397573"/>
                  <a:gd name="connsiteY2" fmla="*/ 4191 h 223456"/>
                  <a:gd name="connsiteX3" fmla="*/ 0 w 397573"/>
                  <a:gd name="connsiteY3" fmla="*/ 0 h 223456"/>
                  <a:gd name="connsiteX4" fmla="*/ 397478 w 397573"/>
                  <a:gd name="connsiteY4" fmla="*/ 219265 h 223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73" h="223456">
                    <a:moveTo>
                      <a:pt x="397478" y="219265"/>
                    </a:moveTo>
                    <a:lnTo>
                      <a:pt x="397574" y="223456"/>
                    </a:lnTo>
                    <a:lnTo>
                      <a:pt x="95" y="4191"/>
                    </a:lnTo>
                    <a:lnTo>
                      <a:pt x="0" y="0"/>
                    </a:lnTo>
                    <a:lnTo>
                      <a:pt x="397478" y="219265"/>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89" name="Freeform: Shape 1588">
                <a:extLst>
                  <a:ext uri="{FF2B5EF4-FFF2-40B4-BE49-F238E27FC236}">
                    <a16:creationId xmlns:a16="http://schemas.microsoft.com/office/drawing/2014/main" id="{08D01137-B3C7-2C3E-D93B-C135201008FD}"/>
                  </a:ext>
                </a:extLst>
              </p:cNvPr>
              <p:cNvSpPr/>
              <p:nvPr/>
            </p:nvSpPr>
            <p:spPr>
              <a:xfrm>
                <a:off x="-1719065" y="5636847"/>
                <a:ext cx="424338" cy="367716"/>
              </a:xfrm>
              <a:custGeom>
                <a:avLst/>
                <a:gdLst>
                  <a:gd name="connsiteX0" fmla="*/ 424148 w 424338"/>
                  <a:gd name="connsiteY0" fmla="*/ 367716 h 367716"/>
                  <a:gd name="connsiteX1" fmla="*/ 26670 w 424338"/>
                  <a:gd name="connsiteY1" fmla="*/ 148451 h 367716"/>
                  <a:gd name="connsiteX2" fmla="*/ 4572 w 424338"/>
                  <a:gd name="connsiteY2" fmla="*/ 136259 h 367716"/>
                  <a:gd name="connsiteX3" fmla="*/ 95 w 424338"/>
                  <a:gd name="connsiteY3" fmla="*/ 130925 h 367716"/>
                  <a:gd name="connsiteX4" fmla="*/ 0 w 424338"/>
                  <a:gd name="connsiteY4" fmla="*/ 129972 h 367716"/>
                  <a:gd name="connsiteX5" fmla="*/ 0 w 424338"/>
                  <a:gd name="connsiteY5" fmla="*/ 129020 h 367716"/>
                  <a:gd name="connsiteX6" fmla="*/ 1810 w 424338"/>
                  <a:gd name="connsiteY6" fmla="*/ 125686 h 367716"/>
                  <a:gd name="connsiteX7" fmla="*/ 2667 w 424338"/>
                  <a:gd name="connsiteY7" fmla="*/ 124924 h 367716"/>
                  <a:gd name="connsiteX8" fmla="*/ 4667 w 424338"/>
                  <a:gd name="connsiteY8" fmla="*/ 123495 h 367716"/>
                  <a:gd name="connsiteX9" fmla="*/ 213074 w 424338"/>
                  <a:gd name="connsiteY9" fmla="*/ 3195 h 367716"/>
                  <a:gd name="connsiteX10" fmla="*/ 238887 w 424338"/>
                  <a:gd name="connsiteY10" fmla="*/ 2814 h 367716"/>
                  <a:gd name="connsiteX11" fmla="*/ 246698 w 424338"/>
                  <a:gd name="connsiteY11" fmla="*/ 7195 h 367716"/>
                  <a:gd name="connsiteX12" fmla="*/ 246507 w 424338"/>
                  <a:gd name="connsiteY12" fmla="*/ 7195 h 367716"/>
                  <a:gd name="connsiteX13" fmla="*/ 230029 w 424338"/>
                  <a:gd name="connsiteY13" fmla="*/ 16815 h 367716"/>
                  <a:gd name="connsiteX14" fmla="*/ 221647 w 424338"/>
                  <a:gd name="connsiteY14" fmla="*/ 12148 h 367716"/>
                  <a:gd name="connsiteX15" fmla="*/ 37433 w 424338"/>
                  <a:gd name="connsiteY15" fmla="*/ 118352 h 367716"/>
                  <a:gd name="connsiteX16" fmla="*/ 51530 w 424338"/>
                  <a:gd name="connsiteY16" fmla="*/ 126162 h 367716"/>
                  <a:gd name="connsiteX17" fmla="*/ 48768 w 424338"/>
                  <a:gd name="connsiteY17" fmla="*/ 127782 h 367716"/>
                  <a:gd name="connsiteX18" fmla="*/ 54769 w 424338"/>
                  <a:gd name="connsiteY18" fmla="*/ 131496 h 367716"/>
                  <a:gd name="connsiteX19" fmla="*/ 48673 w 424338"/>
                  <a:gd name="connsiteY19" fmla="*/ 135021 h 367716"/>
                  <a:gd name="connsiteX20" fmla="*/ 55150 w 424338"/>
                  <a:gd name="connsiteY20" fmla="*/ 138831 h 367716"/>
                  <a:gd name="connsiteX21" fmla="*/ 48673 w 424338"/>
                  <a:gd name="connsiteY21" fmla="*/ 142545 h 367716"/>
                  <a:gd name="connsiteX22" fmla="*/ 53912 w 424338"/>
                  <a:gd name="connsiteY22" fmla="*/ 145593 h 367716"/>
                  <a:gd name="connsiteX23" fmla="*/ 48768 w 424338"/>
                  <a:gd name="connsiteY23" fmla="*/ 148641 h 367716"/>
                  <a:gd name="connsiteX24" fmla="*/ 343662 w 424338"/>
                  <a:gd name="connsiteY24" fmla="*/ 314281 h 367716"/>
                  <a:gd name="connsiteX25" fmla="*/ 424339 w 424338"/>
                  <a:gd name="connsiteY25" fmla="*/ 367716 h 36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24338" h="367716">
                    <a:moveTo>
                      <a:pt x="424148" y="367716"/>
                    </a:moveTo>
                    <a:lnTo>
                      <a:pt x="26670" y="148451"/>
                    </a:lnTo>
                    <a:cubicBezTo>
                      <a:pt x="19336" y="144355"/>
                      <a:pt x="11906" y="140259"/>
                      <a:pt x="4572" y="136259"/>
                    </a:cubicBezTo>
                    <a:cubicBezTo>
                      <a:pt x="2000" y="134830"/>
                      <a:pt x="381" y="132925"/>
                      <a:pt x="95" y="130925"/>
                    </a:cubicBezTo>
                    <a:cubicBezTo>
                      <a:pt x="95" y="130639"/>
                      <a:pt x="0" y="130258"/>
                      <a:pt x="0" y="129972"/>
                    </a:cubicBezTo>
                    <a:cubicBezTo>
                      <a:pt x="0" y="129687"/>
                      <a:pt x="0" y="129306"/>
                      <a:pt x="0" y="129020"/>
                    </a:cubicBezTo>
                    <a:cubicBezTo>
                      <a:pt x="191" y="127877"/>
                      <a:pt x="762" y="126734"/>
                      <a:pt x="1810" y="125686"/>
                    </a:cubicBezTo>
                    <a:cubicBezTo>
                      <a:pt x="2096" y="125400"/>
                      <a:pt x="2286" y="125210"/>
                      <a:pt x="2667" y="124924"/>
                    </a:cubicBezTo>
                    <a:cubicBezTo>
                      <a:pt x="3239" y="124448"/>
                      <a:pt x="3905" y="123972"/>
                      <a:pt x="4667" y="123495"/>
                    </a:cubicBezTo>
                    <a:cubicBezTo>
                      <a:pt x="74105" y="83395"/>
                      <a:pt x="143637" y="43295"/>
                      <a:pt x="213074" y="3195"/>
                    </a:cubicBezTo>
                    <a:cubicBezTo>
                      <a:pt x="220218" y="-901"/>
                      <a:pt x="231743" y="-1092"/>
                      <a:pt x="238887" y="2814"/>
                    </a:cubicBezTo>
                    <a:cubicBezTo>
                      <a:pt x="241554" y="4242"/>
                      <a:pt x="244126" y="5766"/>
                      <a:pt x="246698" y="7195"/>
                    </a:cubicBezTo>
                    <a:lnTo>
                      <a:pt x="246507" y="7195"/>
                    </a:lnTo>
                    <a:cubicBezTo>
                      <a:pt x="246507" y="7195"/>
                      <a:pt x="230029" y="16815"/>
                      <a:pt x="230029" y="16815"/>
                    </a:cubicBezTo>
                    <a:lnTo>
                      <a:pt x="221647" y="12148"/>
                    </a:lnTo>
                    <a:lnTo>
                      <a:pt x="37433" y="118352"/>
                    </a:lnTo>
                    <a:lnTo>
                      <a:pt x="51530" y="126162"/>
                    </a:lnTo>
                    <a:lnTo>
                      <a:pt x="48768" y="127782"/>
                    </a:lnTo>
                    <a:lnTo>
                      <a:pt x="54769" y="131496"/>
                    </a:lnTo>
                    <a:lnTo>
                      <a:pt x="48673" y="135021"/>
                    </a:lnTo>
                    <a:lnTo>
                      <a:pt x="55150" y="138831"/>
                    </a:lnTo>
                    <a:lnTo>
                      <a:pt x="48673" y="142545"/>
                    </a:lnTo>
                    <a:lnTo>
                      <a:pt x="53912" y="145593"/>
                    </a:lnTo>
                    <a:lnTo>
                      <a:pt x="48768" y="148641"/>
                    </a:lnTo>
                    <a:lnTo>
                      <a:pt x="343662" y="314281"/>
                    </a:lnTo>
                    <a:cubicBezTo>
                      <a:pt x="370523" y="332093"/>
                      <a:pt x="397478" y="349905"/>
                      <a:pt x="424339" y="367716"/>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0" name="Freeform: Shape 1589">
                <a:extLst>
                  <a:ext uri="{FF2B5EF4-FFF2-40B4-BE49-F238E27FC236}">
                    <a16:creationId xmlns:a16="http://schemas.microsoft.com/office/drawing/2014/main" id="{4F6AA2F6-87F0-160D-B98D-3FE1F021BD35}"/>
                  </a:ext>
                </a:extLst>
              </p:cNvPr>
              <p:cNvSpPr/>
              <p:nvPr/>
            </p:nvSpPr>
            <p:spPr>
              <a:xfrm>
                <a:off x="-1669916" y="5618420"/>
                <a:ext cx="252031" cy="183451"/>
              </a:xfrm>
              <a:custGeom>
                <a:avLst/>
                <a:gdLst>
                  <a:gd name="connsiteX0" fmla="*/ 251936 w 252031"/>
                  <a:gd name="connsiteY0" fmla="*/ 16383 h 183451"/>
                  <a:gd name="connsiteX1" fmla="*/ 247079 w 252031"/>
                  <a:gd name="connsiteY1" fmla="*/ 21622 h 183451"/>
                  <a:gd name="connsiteX2" fmla="*/ 37909 w 252031"/>
                  <a:gd name="connsiteY2" fmla="*/ 142399 h 183451"/>
                  <a:gd name="connsiteX3" fmla="*/ 32576 w 252031"/>
                  <a:gd name="connsiteY3" fmla="*/ 149638 h 183451"/>
                  <a:gd name="connsiteX4" fmla="*/ 32576 w 252031"/>
                  <a:gd name="connsiteY4" fmla="*/ 149638 h 183451"/>
                  <a:gd name="connsiteX5" fmla="*/ 32290 w 252031"/>
                  <a:gd name="connsiteY5" fmla="*/ 153924 h 183451"/>
                  <a:gd name="connsiteX6" fmla="*/ 37624 w 252031"/>
                  <a:gd name="connsiteY6" fmla="*/ 162592 h 183451"/>
                  <a:gd name="connsiteX7" fmla="*/ 69152 w 252031"/>
                  <a:gd name="connsiteY7" fmla="*/ 183451 h 183451"/>
                  <a:gd name="connsiteX8" fmla="*/ 5334 w 252031"/>
                  <a:gd name="connsiteY8" fmla="*/ 142970 h 183451"/>
                  <a:gd name="connsiteX9" fmla="*/ 0 w 252031"/>
                  <a:gd name="connsiteY9" fmla="*/ 139637 h 183451"/>
                  <a:gd name="connsiteX10" fmla="*/ 180880 w 252031"/>
                  <a:gd name="connsiteY10" fmla="*/ 35147 h 183451"/>
                  <a:gd name="connsiteX11" fmla="*/ 197358 w 252031"/>
                  <a:gd name="connsiteY11" fmla="*/ 25622 h 183451"/>
                  <a:gd name="connsiteX12" fmla="*/ 197549 w 252031"/>
                  <a:gd name="connsiteY12" fmla="*/ 25622 h 183451"/>
                  <a:gd name="connsiteX13" fmla="*/ 241649 w 252031"/>
                  <a:gd name="connsiteY13" fmla="*/ 0 h 183451"/>
                  <a:gd name="connsiteX14" fmla="*/ 241649 w 252031"/>
                  <a:gd name="connsiteY14" fmla="*/ 286 h 183451"/>
                  <a:gd name="connsiteX15" fmla="*/ 241649 w 252031"/>
                  <a:gd name="connsiteY15" fmla="*/ 1143 h 183451"/>
                  <a:gd name="connsiteX16" fmla="*/ 246983 w 252031"/>
                  <a:gd name="connsiteY16" fmla="*/ 9811 h 183451"/>
                  <a:gd name="connsiteX17" fmla="*/ 252031 w 252031"/>
                  <a:gd name="connsiteY17" fmla="*/ 16288 h 18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031" h="183451">
                    <a:moveTo>
                      <a:pt x="251936" y="16383"/>
                    </a:moveTo>
                    <a:cubicBezTo>
                      <a:pt x="251174" y="18383"/>
                      <a:pt x="249555" y="20193"/>
                      <a:pt x="247079" y="21622"/>
                    </a:cubicBezTo>
                    <a:cubicBezTo>
                      <a:pt x="177356" y="61913"/>
                      <a:pt x="107632" y="102203"/>
                      <a:pt x="37909" y="142399"/>
                    </a:cubicBezTo>
                    <a:cubicBezTo>
                      <a:pt x="34576" y="144399"/>
                      <a:pt x="32766" y="146971"/>
                      <a:pt x="32576" y="149638"/>
                    </a:cubicBezTo>
                    <a:lnTo>
                      <a:pt x="32576" y="149638"/>
                    </a:lnTo>
                    <a:cubicBezTo>
                      <a:pt x="32480" y="151067"/>
                      <a:pt x="32385" y="152495"/>
                      <a:pt x="32290" y="153924"/>
                    </a:cubicBezTo>
                    <a:cubicBezTo>
                      <a:pt x="32099" y="156972"/>
                      <a:pt x="33909" y="160115"/>
                      <a:pt x="37624" y="162592"/>
                    </a:cubicBezTo>
                    <a:cubicBezTo>
                      <a:pt x="48101" y="169545"/>
                      <a:pt x="58674" y="176498"/>
                      <a:pt x="69152" y="183451"/>
                    </a:cubicBezTo>
                    <a:lnTo>
                      <a:pt x="5334" y="142970"/>
                    </a:lnTo>
                    <a:lnTo>
                      <a:pt x="0" y="139637"/>
                    </a:lnTo>
                    <a:lnTo>
                      <a:pt x="180880" y="35147"/>
                    </a:lnTo>
                    <a:lnTo>
                      <a:pt x="197358" y="25622"/>
                    </a:lnTo>
                    <a:lnTo>
                      <a:pt x="197549" y="25622"/>
                    </a:lnTo>
                    <a:cubicBezTo>
                      <a:pt x="197549" y="25622"/>
                      <a:pt x="241649" y="0"/>
                      <a:pt x="241649" y="0"/>
                    </a:cubicBezTo>
                    <a:cubicBezTo>
                      <a:pt x="241649" y="95"/>
                      <a:pt x="241649" y="191"/>
                      <a:pt x="241649" y="286"/>
                    </a:cubicBezTo>
                    <a:cubicBezTo>
                      <a:pt x="241649" y="571"/>
                      <a:pt x="241649" y="857"/>
                      <a:pt x="241649" y="1143"/>
                    </a:cubicBezTo>
                    <a:cubicBezTo>
                      <a:pt x="241459" y="4191"/>
                      <a:pt x="243173" y="7239"/>
                      <a:pt x="246983" y="9811"/>
                    </a:cubicBezTo>
                    <a:cubicBezTo>
                      <a:pt x="249841" y="11716"/>
                      <a:pt x="251555" y="14002"/>
                      <a:pt x="252031" y="16288"/>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1" name="Freeform: Shape 1590">
                <a:extLst>
                  <a:ext uri="{FF2B5EF4-FFF2-40B4-BE49-F238E27FC236}">
                    <a16:creationId xmlns:a16="http://schemas.microsoft.com/office/drawing/2014/main" id="{03B6DA73-54BE-FCDE-2714-43C611ECF085}"/>
                  </a:ext>
                </a:extLst>
              </p:cNvPr>
              <p:cNvSpPr/>
              <p:nvPr/>
            </p:nvSpPr>
            <p:spPr>
              <a:xfrm>
                <a:off x="-1681632" y="5648995"/>
                <a:ext cx="192500" cy="114014"/>
              </a:xfrm>
              <a:custGeom>
                <a:avLst/>
                <a:gdLst>
                  <a:gd name="connsiteX0" fmla="*/ 192500 w 192500"/>
                  <a:gd name="connsiteY0" fmla="*/ 4572 h 114014"/>
                  <a:gd name="connsiteX1" fmla="*/ 11620 w 192500"/>
                  <a:gd name="connsiteY1" fmla="*/ 109061 h 114014"/>
                  <a:gd name="connsiteX2" fmla="*/ 16954 w 192500"/>
                  <a:gd name="connsiteY2" fmla="*/ 112395 h 114014"/>
                  <a:gd name="connsiteX3" fmla="*/ 14192 w 192500"/>
                  <a:gd name="connsiteY3" fmla="*/ 114014 h 114014"/>
                  <a:gd name="connsiteX4" fmla="*/ 0 w 192500"/>
                  <a:gd name="connsiteY4" fmla="*/ 106204 h 114014"/>
                  <a:gd name="connsiteX5" fmla="*/ 184118 w 192500"/>
                  <a:gd name="connsiteY5" fmla="*/ 0 h 114014"/>
                  <a:gd name="connsiteX6" fmla="*/ 192500 w 192500"/>
                  <a:gd name="connsiteY6" fmla="*/ 4572 h 11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500" h="114014">
                    <a:moveTo>
                      <a:pt x="192500" y="4572"/>
                    </a:moveTo>
                    <a:lnTo>
                      <a:pt x="11620" y="109061"/>
                    </a:lnTo>
                    <a:lnTo>
                      <a:pt x="16954" y="112395"/>
                    </a:lnTo>
                    <a:lnTo>
                      <a:pt x="14192" y="114014"/>
                    </a:lnTo>
                    <a:lnTo>
                      <a:pt x="0" y="106204"/>
                    </a:lnTo>
                    <a:lnTo>
                      <a:pt x="184118" y="0"/>
                    </a:lnTo>
                    <a:lnTo>
                      <a:pt x="192500" y="4572"/>
                    </a:lnTo>
                    <a:close/>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2" name="Freeform: Shape 1591">
                <a:extLst>
                  <a:ext uri="{FF2B5EF4-FFF2-40B4-BE49-F238E27FC236}">
                    <a16:creationId xmlns:a16="http://schemas.microsoft.com/office/drawing/2014/main" id="{EBC5D5D4-DDF6-541F-E882-1C41BC0A44F0}"/>
                  </a:ext>
                </a:extLst>
              </p:cNvPr>
              <p:cNvSpPr/>
              <p:nvPr/>
            </p:nvSpPr>
            <p:spPr>
              <a:xfrm>
                <a:off x="-1719161" y="5766819"/>
                <a:ext cx="26669" cy="22669"/>
              </a:xfrm>
              <a:custGeom>
                <a:avLst/>
                <a:gdLst>
                  <a:gd name="connsiteX0" fmla="*/ 95 w 26669"/>
                  <a:gd name="connsiteY0" fmla="*/ 953 h 22669"/>
                  <a:gd name="connsiteX1" fmla="*/ 4572 w 26669"/>
                  <a:gd name="connsiteY1" fmla="*/ 6286 h 22669"/>
                  <a:gd name="connsiteX2" fmla="*/ 26670 w 26669"/>
                  <a:gd name="connsiteY2" fmla="*/ 18479 h 22669"/>
                  <a:gd name="connsiteX3" fmla="*/ 26670 w 26669"/>
                  <a:gd name="connsiteY3" fmla="*/ 22670 h 22669"/>
                  <a:gd name="connsiteX4" fmla="*/ 4667 w 26669"/>
                  <a:gd name="connsiteY4" fmla="*/ 10478 h 22669"/>
                  <a:gd name="connsiteX5" fmla="*/ 0 w 26669"/>
                  <a:gd name="connsiteY5" fmla="*/ 4286 h 22669"/>
                  <a:gd name="connsiteX6" fmla="*/ 0 w 26669"/>
                  <a:gd name="connsiteY6" fmla="*/ 0 h 22669"/>
                  <a:gd name="connsiteX7" fmla="*/ 95 w 26669"/>
                  <a:gd name="connsiteY7" fmla="*/ 953 h 22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69" h="22669">
                    <a:moveTo>
                      <a:pt x="95" y="953"/>
                    </a:moveTo>
                    <a:cubicBezTo>
                      <a:pt x="476" y="2953"/>
                      <a:pt x="2000" y="4763"/>
                      <a:pt x="4572" y="6286"/>
                    </a:cubicBezTo>
                    <a:cubicBezTo>
                      <a:pt x="11906" y="10382"/>
                      <a:pt x="19336" y="14383"/>
                      <a:pt x="26670" y="18479"/>
                    </a:cubicBezTo>
                    <a:lnTo>
                      <a:pt x="26670" y="22670"/>
                    </a:lnTo>
                    <a:cubicBezTo>
                      <a:pt x="19431" y="18574"/>
                      <a:pt x="12002" y="14478"/>
                      <a:pt x="4667" y="10478"/>
                    </a:cubicBezTo>
                    <a:cubicBezTo>
                      <a:pt x="1619" y="8763"/>
                      <a:pt x="0" y="6572"/>
                      <a:pt x="0" y="4286"/>
                    </a:cubicBezTo>
                    <a:cubicBezTo>
                      <a:pt x="0" y="2858"/>
                      <a:pt x="0" y="1429"/>
                      <a:pt x="0" y="0"/>
                    </a:cubicBezTo>
                    <a:cubicBezTo>
                      <a:pt x="0" y="286"/>
                      <a:pt x="0" y="667"/>
                      <a:pt x="95" y="953"/>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3" name="Freeform: Shape 1592">
                <a:extLst>
                  <a:ext uri="{FF2B5EF4-FFF2-40B4-BE49-F238E27FC236}">
                    <a16:creationId xmlns:a16="http://schemas.microsoft.com/office/drawing/2014/main" id="{D4275027-D723-4781-E472-1963056CCAB6}"/>
                  </a:ext>
                </a:extLst>
              </p:cNvPr>
              <p:cNvSpPr/>
              <p:nvPr/>
            </p:nvSpPr>
            <p:spPr>
              <a:xfrm>
                <a:off x="-1206906" y="5596988"/>
                <a:ext cx="5921" cy="12287"/>
              </a:xfrm>
              <a:custGeom>
                <a:avLst/>
                <a:gdLst>
                  <a:gd name="connsiteX0" fmla="*/ 762 w 5921"/>
                  <a:gd name="connsiteY0" fmla="*/ 0 h 12287"/>
                  <a:gd name="connsiteX1" fmla="*/ 5239 w 5921"/>
                  <a:gd name="connsiteY1" fmla="*/ 12287 h 12287"/>
                  <a:gd name="connsiteX2" fmla="*/ 0 w 5921"/>
                  <a:gd name="connsiteY2" fmla="*/ 4001 h 12287"/>
                  <a:gd name="connsiteX3" fmla="*/ 667 w 5921"/>
                  <a:gd name="connsiteY3" fmla="*/ 0 h 12287"/>
                </a:gdLst>
                <a:ahLst/>
                <a:cxnLst>
                  <a:cxn ang="0">
                    <a:pos x="connsiteX0" y="connsiteY0"/>
                  </a:cxn>
                  <a:cxn ang="0">
                    <a:pos x="connsiteX1" y="connsiteY1"/>
                  </a:cxn>
                  <a:cxn ang="0">
                    <a:pos x="connsiteX2" y="connsiteY2"/>
                  </a:cxn>
                  <a:cxn ang="0">
                    <a:pos x="connsiteX3" y="connsiteY3"/>
                  </a:cxn>
                </a:cxnLst>
                <a:rect l="l" t="t" r="r" b="b"/>
                <a:pathLst>
                  <a:path w="5921" h="12287">
                    <a:moveTo>
                      <a:pt x="762" y="0"/>
                    </a:moveTo>
                    <a:cubicBezTo>
                      <a:pt x="5429" y="3619"/>
                      <a:pt x="6953" y="8287"/>
                      <a:pt x="5239" y="12287"/>
                    </a:cubicBezTo>
                    <a:cubicBezTo>
                      <a:pt x="4953" y="9430"/>
                      <a:pt x="3239" y="6477"/>
                      <a:pt x="0" y="4001"/>
                    </a:cubicBezTo>
                    <a:lnTo>
                      <a:pt x="667"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4" name="Freeform: Shape 1593">
                <a:extLst>
                  <a:ext uri="{FF2B5EF4-FFF2-40B4-BE49-F238E27FC236}">
                    <a16:creationId xmlns:a16="http://schemas.microsoft.com/office/drawing/2014/main" id="{0D8CFA50-64EF-E696-81F2-DF0655D4AAAF}"/>
                  </a:ext>
                </a:extLst>
              </p:cNvPr>
              <p:cNvSpPr/>
              <p:nvPr/>
            </p:nvSpPr>
            <p:spPr>
              <a:xfrm>
                <a:off x="-1212062" y="5587844"/>
                <a:ext cx="5822" cy="13049"/>
              </a:xfrm>
              <a:custGeom>
                <a:avLst/>
                <a:gdLst>
                  <a:gd name="connsiteX0" fmla="*/ 107 w 5822"/>
                  <a:gd name="connsiteY0" fmla="*/ 2667 h 13049"/>
                  <a:gd name="connsiteX1" fmla="*/ 488 w 5822"/>
                  <a:gd name="connsiteY1" fmla="*/ 0 h 13049"/>
                  <a:gd name="connsiteX2" fmla="*/ 584 w 5822"/>
                  <a:gd name="connsiteY2" fmla="*/ 0 h 13049"/>
                  <a:gd name="connsiteX3" fmla="*/ 5822 w 5822"/>
                  <a:gd name="connsiteY3" fmla="*/ 9049 h 13049"/>
                  <a:gd name="connsiteX4" fmla="*/ 5156 w 5822"/>
                  <a:gd name="connsiteY4" fmla="*/ 13049 h 13049"/>
                  <a:gd name="connsiteX5" fmla="*/ 107 w 5822"/>
                  <a:gd name="connsiteY5" fmla="*/ 2667 h 1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22" h="13049">
                    <a:moveTo>
                      <a:pt x="107" y="2667"/>
                    </a:moveTo>
                    <a:cubicBezTo>
                      <a:pt x="298" y="1715"/>
                      <a:pt x="393" y="857"/>
                      <a:pt x="488" y="0"/>
                    </a:cubicBezTo>
                    <a:lnTo>
                      <a:pt x="584" y="0"/>
                    </a:lnTo>
                    <a:cubicBezTo>
                      <a:pt x="584" y="3048"/>
                      <a:pt x="2393" y="6382"/>
                      <a:pt x="5822" y="9049"/>
                    </a:cubicBezTo>
                    <a:lnTo>
                      <a:pt x="5156" y="13049"/>
                    </a:lnTo>
                    <a:cubicBezTo>
                      <a:pt x="1250" y="9906"/>
                      <a:pt x="-464" y="6096"/>
                      <a:pt x="107" y="266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5" name="Freeform: Shape 1594">
                <a:extLst>
                  <a:ext uri="{FF2B5EF4-FFF2-40B4-BE49-F238E27FC236}">
                    <a16:creationId xmlns:a16="http://schemas.microsoft.com/office/drawing/2014/main" id="{8D03BC5E-9C25-14AD-31F9-4A821290FCBB}"/>
                  </a:ext>
                </a:extLst>
              </p:cNvPr>
              <p:cNvSpPr/>
              <p:nvPr/>
            </p:nvSpPr>
            <p:spPr>
              <a:xfrm>
                <a:off x="-1456747" y="5744911"/>
                <a:ext cx="269652" cy="189452"/>
              </a:xfrm>
              <a:custGeom>
                <a:avLst/>
                <a:gdLst>
                  <a:gd name="connsiteX0" fmla="*/ 269653 w 269652"/>
                  <a:gd name="connsiteY0" fmla="*/ 189452 h 189452"/>
                  <a:gd name="connsiteX1" fmla="*/ 4286 w 269652"/>
                  <a:gd name="connsiteY1" fmla="*/ 6382 h 189452"/>
                  <a:gd name="connsiteX2" fmla="*/ 0 w 269652"/>
                  <a:gd name="connsiteY2" fmla="*/ 3429 h 189452"/>
                  <a:gd name="connsiteX3" fmla="*/ 6001 w 269652"/>
                  <a:gd name="connsiteY3" fmla="*/ 0 h 189452"/>
                  <a:gd name="connsiteX4" fmla="*/ 235458 w 269652"/>
                  <a:gd name="connsiteY4" fmla="*/ 162878 h 189452"/>
                  <a:gd name="connsiteX5" fmla="*/ 269653 w 269652"/>
                  <a:gd name="connsiteY5" fmla="*/ 189452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652" h="189452">
                    <a:moveTo>
                      <a:pt x="269653" y="189452"/>
                    </a:moveTo>
                    <a:lnTo>
                      <a:pt x="4286" y="6382"/>
                    </a:lnTo>
                    <a:lnTo>
                      <a:pt x="0" y="3429"/>
                    </a:lnTo>
                    <a:lnTo>
                      <a:pt x="6001" y="0"/>
                    </a:lnTo>
                    <a:lnTo>
                      <a:pt x="235458" y="162878"/>
                    </a:lnTo>
                    <a:cubicBezTo>
                      <a:pt x="246793" y="171736"/>
                      <a:pt x="258223" y="180499"/>
                      <a:pt x="269653" y="189452"/>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6" name="Freeform: Shape 1595">
                <a:extLst>
                  <a:ext uri="{FF2B5EF4-FFF2-40B4-BE49-F238E27FC236}">
                    <a16:creationId xmlns:a16="http://schemas.microsoft.com/office/drawing/2014/main" id="{4C589A49-4646-54D1-0224-586703C2B8F8}"/>
                  </a:ext>
                </a:extLst>
              </p:cNvPr>
              <p:cNvSpPr/>
              <p:nvPr/>
            </p:nvSpPr>
            <p:spPr>
              <a:xfrm>
                <a:off x="-1455318" y="5731386"/>
                <a:ext cx="174116" cy="129920"/>
              </a:xfrm>
              <a:custGeom>
                <a:avLst/>
                <a:gdLst>
                  <a:gd name="connsiteX0" fmla="*/ 4763 w 174116"/>
                  <a:gd name="connsiteY0" fmla="*/ 191 h 129920"/>
                  <a:gd name="connsiteX1" fmla="*/ 5143 w 174116"/>
                  <a:gd name="connsiteY1" fmla="*/ 0 h 129920"/>
                  <a:gd name="connsiteX2" fmla="*/ 5143 w 174116"/>
                  <a:gd name="connsiteY2" fmla="*/ 0 h 129920"/>
                  <a:gd name="connsiteX3" fmla="*/ 46006 w 174116"/>
                  <a:gd name="connsiteY3" fmla="*/ 30480 h 129920"/>
                  <a:gd name="connsiteX4" fmla="*/ 174117 w 174116"/>
                  <a:gd name="connsiteY4" fmla="*/ 129921 h 129920"/>
                  <a:gd name="connsiteX5" fmla="*/ 4858 w 174116"/>
                  <a:gd name="connsiteY5" fmla="*/ 6477 h 129920"/>
                  <a:gd name="connsiteX6" fmla="*/ 0 w 174116"/>
                  <a:gd name="connsiteY6" fmla="*/ 2953 h 129920"/>
                  <a:gd name="connsiteX7" fmla="*/ 4763 w 174116"/>
                  <a:gd name="connsiteY7" fmla="*/ 191 h 12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116" h="129920">
                    <a:moveTo>
                      <a:pt x="4763" y="191"/>
                    </a:moveTo>
                    <a:lnTo>
                      <a:pt x="5143" y="0"/>
                    </a:lnTo>
                    <a:lnTo>
                      <a:pt x="5143" y="0"/>
                    </a:lnTo>
                    <a:cubicBezTo>
                      <a:pt x="5143" y="0"/>
                      <a:pt x="46006" y="30480"/>
                      <a:pt x="46006" y="30480"/>
                    </a:cubicBezTo>
                    <a:cubicBezTo>
                      <a:pt x="88678" y="63627"/>
                      <a:pt x="131445" y="96774"/>
                      <a:pt x="174117" y="129921"/>
                    </a:cubicBezTo>
                    <a:lnTo>
                      <a:pt x="4858" y="6477"/>
                    </a:lnTo>
                    <a:lnTo>
                      <a:pt x="0" y="2953"/>
                    </a:lnTo>
                    <a:lnTo>
                      <a:pt x="4763" y="191"/>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7" name="Freeform: Shape 1596">
                <a:extLst>
                  <a:ext uri="{FF2B5EF4-FFF2-40B4-BE49-F238E27FC236}">
                    <a16:creationId xmlns:a16="http://schemas.microsoft.com/office/drawing/2014/main" id="{D6DDEDBB-3142-6BDF-DAD9-3C25E689DEBC}"/>
                  </a:ext>
                </a:extLst>
              </p:cNvPr>
              <p:cNvSpPr/>
              <p:nvPr/>
            </p:nvSpPr>
            <p:spPr>
              <a:xfrm>
                <a:off x="-1456080" y="5737958"/>
                <a:ext cx="234791" cy="169926"/>
              </a:xfrm>
              <a:custGeom>
                <a:avLst/>
                <a:gdLst>
                  <a:gd name="connsiteX0" fmla="*/ 234791 w 234791"/>
                  <a:gd name="connsiteY0" fmla="*/ 169831 h 169926"/>
                  <a:gd name="connsiteX1" fmla="*/ 5334 w 234791"/>
                  <a:gd name="connsiteY1" fmla="*/ 6953 h 169926"/>
                  <a:gd name="connsiteX2" fmla="*/ 0 w 234791"/>
                  <a:gd name="connsiteY2" fmla="*/ 3239 h 169926"/>
                  <a:gd name="connsiteX3" fmla="*/ 5620 w 234791"/>
                  <a:gd name="connsiteY3" fmla="*/ 0 h 169926"/>
                  <a:gd name="connsiteX4" fmla="*/ 174879 w 234791"/>
                  <a:gd name="connsiteY4" fmla="*/ 123444 h 169926"/>
                  <a:gd name="connsiteX5" fmla="*/ 234696 w 234791"/>
                  <a:gd name="connsiteY5" fmla="*/ 169926 h 169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791" h="169926">
                    <a:moveTo>
                      <a:pt x="234791" y="169831"/>
                    </a:moveTo>
                    <a:lnTo>
                      <a:pt x="5334" y="6953"/>
                    </a:lnTo>
                    <a:lnTo>
                      <a:pt x="0" y="3239"/>
                    </a:lnTo>
                    <a:lnTo>
                      <a:pt x="5620" y="0"/>
                    </a:lnTo>
                    <a:lnTo>
                      <a:pt x="174879" y="123444"/>
                    </a:lnTo>
                    <a:cubicBezTo>
                      <a:pt x="194786" y="138970"/>
                      <a:pt x="214789" y="154496"/>
                      <a:pt x="234696" y="169926"/>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8" name="Freeform: Shape 1597">
                <a:extLst>
                  <a:ext uri="{FF2B5EF4-FFF2-40B4-BE49-F238E27FC236}">
                    <a16:creationId xmlns:a16="http://schemas.microsoft.com/office/drawing/2014/main" id="{4F207912-613C-5290-D5BA-10B7A14ACE3D}"/>
                  </a:ext>
                </a:extLst>
              </p:cNvPr>
              <p:cNvSpPr/>
              <p:nvPr/>
            </p:nvSpPr>
            <p:spPr>
              <a:xfrm>
                <a:off x="-1457223" y="5751293"/>
                <a:ext cx="287083" cy="196214"/>
              </a:xfrm>
              <a:custGeom>
                <a:avLst/>
                <a:gdLst>
                  <a:gd name="connsiteX0" fmla="*/ 270129 w 287083"/>
                  <a:gd name="connsiteY0" fmla="*/ 183070 h 196214"/>
                  <a:gd name="connsiteX1" fmla="*/ 287084 w 287083"/>
                  <a:gd name="connsiteY1" fmla="*/ 196215 h 196214"/>
                  <a:gd name="connsiteX2" fmla="*/ 0 w 287083"/>
                  <a:gd name="connsiteY2" fmla="*/ 2762 h 196214"/>
                  <a:gd name="connsiteX3" fmla="*/ 4763 w 287083"/>
                  <a:gd name="connsiteY3" fmla="*/ 0 h 196214"/>
                  <a:gd name="connsiteX4" fmla="*/ 270129 w 287083"/>
                  <a:gd name="connsiteY4" fmla="*/ 183070 h 19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83" h="196214">
                    <a:moveTo>
                      <a:pt x="270129" y="183070"/>
                    </a:moveTo>
                    <a:cubicBezTo>
                      <a:pt x="275749" y="187452"/>
                      <a:pt x="281369" y="191834"/>
                      <a:pt x="287084" y="196215"/>
                    </a:cubicBezTo>
                    <a:lnTo>
                      <a:pt x="0" y="2762"/>
                    </a:lnTo>
                    <a:lnTo>
                      <a:pt x="4763" y="0"/>
                    </a:lnTo>
                    <a:lnTo>
                      <a:pt x="270129" y="183070"/>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599" name="Freeform: Shape 1598">
                <a:extLst>
                  <a:ext uri="{FF2B5EF4-FFF2-40B4-BE49-F238E27FC236}">
                    <a16:creationId xmlns:a16="http://schemas.microsoft.com/office/drawing/2014/main" id="{263A8743-B815-43F5-2131-5BD841A018E0}"/>
                  </a:ext>
                </a:extLst>
              </p:cNvPr>
              <p:cNvSpPr/>
              <p:nvPr/>
            </p:nvSpPr>
            <p:spPr>
              <a:xfrm>
                <a:off x="-1457223" y="5751293"/>
                <a:ext cx="287083" cy="196214"/>
              </a:xfrm>
              <a:custGeom>
                <a:avLst/>
                <a:gdLst>
                  <a:gd name="connsiteX0" fmla="*/ 270129 w 287083"/>
                  <a:gd name="connsiteY0" fmla="*/ 183070 h 196214"/>
                  <a:gd name="connsiteX1" fmla="*/ 287084 w 287083"/>
                  <a:gd name="connsiteY1" fmla="*/ 196215 h 196214"/>
                  <a:gd name="connsiteX2" fmla="*/ 0 w 287083"/>
                  <a:gd name="connsiteY2" fmla="*/ 2762 h 196214"/>
                  <a:gd name="connsiteX3" fmla="*/ 4763 w 287083"/>
                  <a:gd name="connsiteY3" fmla="*/ 0 h 196214"/>
                  <a:gd name="connsiteX4" fmla="*/ 270129 w 287083"/>
                  <a:gd name="connsiteY4" fmla="*/ 183070 h 19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83" h="196214">
                    <a:moveTo>
                      <a:pt x="270129" y="183070"/>
                    </a:moveTo>
                    <a:cubicBezTo>
                      <a:pt x="275749" y="187452"/>
                      <a:pt x="281369" y="191834"/>
                      <a:pt x="287084" y="196215"/>
                    </a:cubicBezTo>
                    <a:lnTo>
                      <a:pt x="0" y="2762"/>
                    </a:lnTo>
                    <a:lnTo>
                      <a:pt x="4763" y="0"/>
                    </a:lnTo>
                    <a:lnTo>
                      <a:pt x="270129" y="183070"/>
                    </a:ln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0" name="Freeform: Shape 1599">
                <a:extLst>
                  <a:ext uri="{FF2B5EF4-FFF2-40B4-BE49-F238E27FC236}">
                    <a16:creationId xmlns:a16="http://schemas.microsoft.com/office/drawing/2014/main" id="{974B1DEA-2094-37EF-4659-C201EE6D39CC}"/>
                  </a:ext>
                </a:extLst>
              </p:cNvPr>
              <p:cNvSpPr/>
              <p:nvPr/>
            </p:nvSpPr>
            <p:spPr>
              <a:xfrm>
                <a:off x="-1453032" y="5744816"/>
                <a:ext cx="265938" cy="189452"/>
              </a:xfrm>
              <a:custGeom>
                <a:avLst/>
                <a:gdLst>
                  <a:gd name="connsiteX0" fmla="*/ 228886 w 265938"/>
                  <a:gd name="connsiteY0" fmla="*/ 163830 h 189452"/>
                  <a:gd name="connsiteX1" fmla="*/ 230124 w 265938"/>
                  <a:gd name="connsiteY1" fmla="*/ 164783 h 189452"/>
                  <a:gd name="connsiteX2" fmla="*/ 265938 w 265938"/>
                  <a:gd name="connsiteY2" fmla="*/ 189452 h 189452"/>
                  <a:gd name="connsiteX3" fmla="*/ 231743 w 265938"/>
                  <a:gd name="connsiteY3" fmla="*/ 162877 h 189452"/>
                  <a:gd name="connsiteX4" fmla="*/ 2286 w 265938"/>
                  <a:gd name="connsiteY4" fmla="*/ 0 h 189452"/>
                  <a:gd name="connsiteX5" fmla="*/ 0 w 265938"/>
                  <a:gd name="connsiteY5" fmla="*/ 1333 h 189452"/>
                  <a:gd name="connsiteX6" fmla="*/ 228886 w 265938"/>
                  <a:gd name="connsiteY6" fmla="*/ 163830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938" h="189452">
                    <a:moveTo>
                      <a:pt x="228886" y="163830"/>
                    </a:moveTo>
                    <a:cubicBezTo>
                      <a:pt x="228886" y="163830"/>
                      <a:pt x="229743" y="164497"/>
                      <a:pt x="230124" y="164783"/>
                    </a:cubicBezTo>
                    <a:lnTo>
                      <a:pt x="265938" y="189452"/>
                    </a:lnTo>
                    <a:cubicBezTo>
                      <a:pt x="254603" y="180594"/>
                      <a:pt x="243173" y="171736"/>
                      <a:pt x="231743" y="162877"/>
                    </a:cubicBezTo>
                    <a:lnTo>
                      <a:pt x="2286" y="0"/>
                    </a:lnTo>
                    <a:lnTo>
                      <a:pt x="0" y="1333"/>
                    </a:lnTo>
                    <a:lnTo>
                      <a:pt x="228886" y="163830"/>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1" name="Freeform: Shape 1600">
                <a:extLst>
                  <a:ext uri="{FF2B5EF4-FFF2-40B4-BE49-F238E27FC236}">
                    <a16:creationId xmlns:a16="http://schemas.microsoft.com/office/drawing/2014/main" id="{39CD9D39-A16D-9C1E-5A46-DF9DB8AAE594}"/>
                  </a:ext>
                </a:extLst>
              </p:cNvPr>
              <p:cNvSpPr/>
              <p:nvPr/>
            </p:nvSpPr>
            <p:spPr>
              <a:xfrm>
                <a:off x="-1451317" y="5731291"/>
                <a:ext cx="170211" cy="130016"/>
              </a:xfrm>
              <a:custGeom>
                <a:avLst/>
                <a:gdLst>
                  <a:gd name="connsiteX0" fmla="*/ 40100 w 170211"/>
                  <a:gd name="connsiteY0" fmla="*/ 30861 h 130016"/>
                  <a:gd name="connsiteX1" fmla="*/ 132588 w 170211"/>
                  <a:gd name="connsiteY1" fmla="*/ 102584 h 130016"/>
                  <a:gd name="connsiteX2" fmla="*/ 170212 w 170211"/>
                  <a:gd name="connsiteY2" fmla="*/ 130016 h 130016"/>
                  <a:gd name="connsiteX3" fmla="*/ 42101 w 170211"/>
                  <a:gd name="connsiteY3" fmla="*/ 30575 h 130016"/>
                  <a:gd name="connsiteX4" fmla="*/ 1238 w 170211"/>
                  <a:gd name="connsiteY4" fmla="*/ 0 h 130016"/>
                  <a:gd name="connsiteX5" fmla="*/ 1238 w 170211"/>
                  <a:gd name="connsiteY5" fmla="*/ 0 h 130016"/>
                  <a:gd name="connsiteX6" fmla="*/ 857 w 170211"/>
                  <a:gd name="connsiteY6" fmla="*/ 286 h 130016"/>
                  <a:gd name="connsiteX7" fmla="*/ 0 w 170211"/>
                  <a:gd name="connsiteY7" fmla="*/ 762 h 130016"/>
                  <a:gd name="connsiteX8" fmla="*/ 40195 w 170211"/>
                  <a:gd name="connsiteY8" fmla="*/ 30861 h 13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211" h="130016">
                    <a:moveTo>
                      <a:pt x="40100" y="30861"/>
                    </a:moveTo>
                    <a:cubicBezTo>
                      <a:pt x="70961" y="54769"/>
                      <a:pt x="101727" y="78677"/>
                      <a:pt x="132588" y="102584"/>
                    </a:cubicBezTo>
                    <a:lnTo>
                      <a:pt x="170212" y="130016"/>
                    </a:lnTo>
                    <a:cubicBezTo>
                      <a:pt x="127540" y="96869"/>
                      <a:pt x="84773" y="63722"/>
                      <a:pt x="42101" y="30575"/>
                    </a:cubicBezTo>
                    <a:lnTo>
                      <a:pt x="1238" y="0"/>
                    </a:lnTo>
                    <a:lnTo>
                      <a:pt x="1238" y="0"/>
                    </a:lnTo>
                    <a:cubicBezTo>
                      <a:pt x="1238" y="0"/>
                      <a:pt x="857" y="286"/>
                      <a:pt x="857" y="286"/>
                    </a:cubicBezTo>
                    <a:lnTo>
                      <a:pt x="0" y="762"/>
                    </a:lnTo>
                    <a:lnTo>
                      <a:pt x="40195" y="30861"/>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2" name="Freeform: Shape 1601">
                <a:extLst>
                  <a:ext uri="{FF2B5EF4-FFF2-40B4-BE49-F238E27FC236}">
                    <a16:creationId xmlns:a16="http://schemas.microsoft.com/office/drawing/2014/main" id="{BBF07542-23A8-C34C-D44B-215D133B9705}"/>
                  </a:ext>
                </a:extLst>
              </p:cNvPr>
              <p:cNvSpPr/>
              <p:nvPr/>
            </p:nvSpPr>
            <p:spPr>
              <a:xfrm>
                <a:off x="-1451508" y="5737958"/>
                <a:ext cx="230219" cy="169926"/>
              </a:xfrm>
              <a:custGeom>
                <a:avLst/>
                <a:gdLst>
                  <a:gd name="connsiteX0" fmla="*/ 168307 w 230219"/>
                  <a:gd name="connsiteY0" fmla="*/ 123349 h 169926"/>
                  <a:gd name="connsiteX1" fmla="*/ 206788 w 230219"/>
                  <a:gd name="connsiteY1" fmla="*/ 153257 h 169926"/>
                  <a:gd name="connsiteX2" fmla="*/ 230219 w 230219"/>
                  <a:gd name="connsiteY2" fmla="*/ 169926 h 169926"/>
                  <a:gd name="connsiteX3" fmla="*/ 170402 w 230219"/>
                  <a:gd name="connsiteY3" fmla="*/ 123444 h 169926"/>
                  <a:gd name="connsiteX4" fmla="*/ 1143 w 230219"/>
                  <a:gd name="connsiteY4" fmla="*/ 0 h 169926"/>
                  <a:gd name="connsiteX5" fmla="*/ 0 w 230219"/>
                  <a:gd name="connsiteY5" fmla="*/ 667 h 169926"/>
                  <a:gd name="connsiteX6" fmla="*/ 168307 w 230219"/>
                  <a:gd name="connsiteY6" fmla="*/ 123444 h 169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219" h="169926">
                    <a:moveTo>
                      <a:pt x="168307" y="123349"/>
                    </a:moveTo>
                    <a:cubicBezTo>
                      <a:pt x="181165" y="133350"/>
                      <a:pt x="193929" y="143256"/>
                      <a:pt x="206788" y="153257"/>
                    </a:cubicBezTo>
                    <a:lnTo>
                      <a:pt x="230219" y="169926"/>
                    </a:lnTo>
                    <a:cubicBezTo>
                      <a:pt x="210312" y="154400"/>
                      <a:pt x="190310" y="138970"/>
                      <a:pt x="170402" y="123444"/>
                    </a:cubicBezTo>
                    <a:lnTo>
                      <a:pt x="1143" y="0"/>
                    </a:lnTo>
                    <a:lnTo>
                      <a:pt x="0" y="667"/>
                    </a:lnTo>
                    <a:lnTo>
                      <a:pt x="168307" y="12344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3" name="Freeform: Shape 1602">
                <a:extLst>
                  <a:ext uri="{FF2B5EF4-FFF2-40B4-BE49-F238E27FC236}">
                    <a16:creationId xmlns:a16="http://schemas.microsoft.com/office/drawing/2014/main" id="{C813267F-401A-B78E-DE7B-7878A8CDDF49}"/>
                  </a:ext>
                </a:extLst>
              </p:cNvPr>
              <p:cNvSpPr/>
              <p:nvPr/>
            </p:nvSpPr>
            <p:spPr>
              <a:xfrm>
                <a:off x="-1453984" y="5751293"/>
                <a:ext cx="283749" cy="196214"/>
              </a:xfrm>
              <a:custGeom>
                <a:avLst/>
                <a:gdLst>
                  <a:gd name="connsiteX0" fmla="*/ 258223 w 283749"/>
                  <a:gd name="connsiteY0" fmla="*/ 178975 h 196214"/>
                  <a:gd name="connsiteX1" fmla="*/ 283750 w 283749"/>
                  <a:gd name="connsiteY1" fmla="*/ 196215 h 196214"/>
                  <a:gd name="connsiteX2" fmla="*/ 266795 w 283749"/>
                  <a:gd name="connsiteY2" fmla="*/ 183070 h 196214"/>
                  <a:gd name="connsiteX3" fmla="*/ 1429 w 283749"/>
                  <a:gd name="connsiteY3" fmla="*/ 0 h 196214"/>
                  <a:gd name="connsiteX4" fmla="*/ 0 w 283749"/>
                  <a:gd name="connsiteY4" fmla="*/ 857 h 196214"/>
                  <a:gd name="connsiteX5" fmla="*/ 258223 w 283749"/>
                  <a:gd name="connsiteY5" fmla="*/ 178975 h 19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749" h="196214">
                    <a:moveTo>
                      <a:pt x="258223" y="178975"/>
                    </a:moveTo>
                    <a:lnTo>
                      <a:pt x="283750" y="196215"/>
                    </a:lnTo>
                    <a:cubicBezTo>
                      <a:pt x="278130" y="191834"/>
                      <a:pt x="272510" y="187452"/>
                      <a:pt x="266795" y="183070"/>
                    </a:cubicBezTo>
                    <a:lnTo>
                      <a:pt x="1429" y="0"/>
                    </a:lnTo>
                    <a:lnTo>
                      <a:pt x="0" y="857"/>
                    </a:lnTo>
                    <a:lnTo>
                      <a:pt x="258223" y="178975"/>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4" name="Freeform: Shape 1603">
                <a:extLst>
                  <a:ext uri="{FF2B5EF4-FFF2-40B4-BE49-F238E27FC236}">
                    <a16:creationId xmlns:a16="http://schemas.microsoft.com/office/drawing/2014/main" id="{F21DE414-D117-AA2F-BCE6-AF9D98FD9F17}"/>
                  </a:ext>
                </a:extLst>
              </p:cNvPr>
              <p:cNvSpPr/>
              <p:nvPr/>
            </p:nvSpPr>
            <p:spPr>
              <a:xfrm>
                <a:off x="-1420754" y="5390943"/>
                <a:ext cx="655617" cy="620097"/>
              </a:xfrm>
              <a:custGeom>
                <a:avLst/>
                <a:gdLst>
                  <a:gd name="connsiteX0" fmla="*/ 655237 w 655617"/>
                  <a:gd name="connsiteY0" fmla="*/ 77077 h 620097"/>
                  <a:gd name="connsiteX1" fmla="*/ 654856 w 655617"/>
                  <a:gd name="connsiteY1" fmla="*/ 77268 h 620097"/>
                  <a:gd name="connsiteX2" fmla="*/ 473119 w 655617"/>
                  <a:gd name="connsiteY2" fmla="*/ 182138 h 620097"/>
                  <a:gd name="connsiteX3" fmla="*/ 468261 w 655617"/>
                  <a:gd name="connsiteY3" fmla="*/ 187758 h 620097"/>
                  <a:gd name="connsiteX4" fmla="*/ 468261 w 655617"/>
                  <a:gd name="connsiteY4" fmla="*/ 187758 h 620097"/>
                  <a:gd name="connsiteX5" fmla="*/ 425589 w 655617"/>
                  <a:gd name="connsiteY5" fmla="*/ 212427 h 620097"/>
                  <a:gd name="connsiteX6" fmla="*/ 408730 w 655617"/>
                  <a:gd name="connsiteY6" fmla="*/ 199378 h 620097"/>
                  <a:gd name="connsiteX7" fmla="*/ 383203 w 655617"/>
                  <a:gd name="connsiteY7" fmla="*/ 196902 h 620097"/>
                  <a:gd name="connsiteX8" fmla="*/ 174701 w 655617"/>
                  <a:gd name="connsiteY8" fmla="*/ 317298 h 620097"/>
                  <a:gd name="connsiteX9" fmla="*/ 170033 w 655617"/>
                  <a:gd name="connsiteY9" fmla="*/ 323298 h 620097"/>
                  <a:gd name="connsiteX10" fmla="*/ 170033 w 655617"/>
                  <a:gd name="connsiteY10" fmla="*/ 323679 h 620097"/>
                  <a:gd name="connsiteX11" fmla="*/ 169462 w 655617"/>
                  <a:gd name="connsiteY11" fmla="*/ 327013 h 620097"/>
                  <a:gd name="connsiteX12" fmla="*/ 173939 w 655617"/>
                  <a:gd name="connsiteY12" fmla="*/ 336062 h 620097"/>
                  <a:gd name="connsiteX13" fmla="*/ 195751 w 655617"/>
                  <a:gd name="connsiteY13" fmla="*/ 353016 h 620097"/>
                  <a:gd name="connsiteX14" fmla="*/ 453783 w 655617"/>
                  <a:gd name="connsiteY14" fmla="*/ 553518 h 620097"/>
                  <a:gd name="connsiteX15" fmla="*/ 338626 w 655617"/>
                  <a:gd name="connsiteY15" fmla="*/ 620097 h 620097"/>
                  <a:gd name="connsiteX16" fmla="*/ 5156 w 655617"/>
                  <a:gd name="connsiteY16" fmla="*/ 361208 h 620097"/>
                  <a:gd name="connsiteX17" fmla="*/ 107 w 655617"/>
                  <a:gd name="connsiteY17" fmla="*/ 351016 h 620097"/>
                  <a:gd name="connsiteX18" fmla="*/ 5441 w 655617"/>
                  <a:gd name="connsiteY18" fmla="*/ 343968 h 620097"/>
                  <a:gd name="connsiteX19" fmla="*/ 214610 w 655617"/>
                  <a:gd name="connsiteY19" fmla="*/ 223191 h 620097"/>
                  <a:gd name="connsiteX20" fmla="*/ 219373 w 655617"/>
                  <a:gd name="connsiteY20" fmla="*/ 218238 h 620097"/>
                  <a:gd name="connsiteX21" fmla="*/ 219373 w 655617"/>
                  <a:gd name="connsiteY21" fmla="*/ 218238 h 620097"/>
                  <a:gd name="connsiteX22" fmla="*/ 214896 w 655617"/>
                  <a:gd name="connsiteY22" fmla="*/ 205950 h 620097"/>
                  <a:gd name="connsiteX23" fmla="*/ 209657 w 655617"/>
                  <a:gd name="connsiteY23" fmla="*/ 196806 h 620097"/>
                  <a:gd name="connsiteX24" fmla="*/ 209753 w 655617"/>
                  <a:gd name="connsiteY24" fmla="*/ 195663 h 620097"/>
                  <a:gd name="connsiteX25" fmla="*/ 209753 w 655617"/>
                  <a:gd name="connsiteY25" fmla="*/ 195663 h 620097"/>
                  <a:gd name="connsiteX26" fmla="*/ 215087 w 655617"/>
                  <a:gd name="connsiteY26" fmla="*/ 188615 h 620097"/>
                  <a:gd name="connsiteX27" fmla="*/ 411016 w 655617"/>
                  <a:gd name="connsiteY27" fmla="*/ 75458 h 620097"/>
                  <a:gd name="connsiteX28" fmla="*/ 411492 w 655617"/>
                  <a:gd name="connsiteY28" fmla="*/ 75172 h 620097"/>
                  <a:gd name="connsiteX29" fmla="*/ 537317 w 655617"/>
                  <a:gd name="connsiteY29" fmla="*/ 2496 h 620097"/>
                  <a:gd name="connsiteX30" fmla="*/ 562844 w 655617"/>
                  <a:gd name="connsiteY30" fmla="*/ 4878 h 620097"/>
                  <a:gd name="connsiteX31" fmla="*/ 655618 w 655617"/>
                  <a:gd name="connsiteY31" fmla="*/ 76887 h 620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5617" h="620097">
                    <a:moveTo>
                      <a:pt x="655237" y="77077"/>
                    </a:moveTo>
                    <a:cubicBezTo>
                      <a:pt x="655237" y="77077"/>
                      <a:pt x="654951" y="77172"/>
                      <a:pt x="654856" y="77268"/>
                    </a:cubicBezTo>
                    <a:cubicBezTo>
                      <a:pt x="594277" y="112224"/>
                      <a:pt x="533698" y="147181"/>
                      <a:pt x="473119" y="182138"/>
                    </a:cubicBezTo>
                    <a:cubicBezTo>
                      <a:pt x="470642" y="183567"/>
                      <a:pt x="468928" y="185567"/>
                      <a:pt x="468261" y="187758"/>
                    </a:cubicBezTo>
                    <a:lnTo>
                      <a:pt x="468261" y="187758"/>
                    </a:lnTo>
                    <a:lnTo>
                      <a:pt x="425589" y="212427"/>
                    </a:lnTo>
                    <a:cubicBezTo>
                      <a:pt x="419969" y="208046"/>
                      <a:pt x="414350" y="203664"/>
                      <a:pt x="408730" y="199378"/>
                    </a:cubicBezTo>
                    <a:cubicBezTo>
                      <a:pt x="401681" y="193949"/>
                      <a:pt x="390251" y="192806"/>
                      <a:pt x="383203" y="196902"/>
                    </a:cubicBezTo>
                    <a:cubicBezTo>
                      <a:pt x="313670" y="237002"/>
                      <a:pt x="244233" y="277102"/>
                      <a:pt x="174701" y="317298"/>
                    </a:cubicBezTo>
                    <a:cubicBezTo>
                      <a:pt x="171938" y="318822"/>
                      <a:pt x="170414" y="321012"/>
                      <a:pt x="170033" y="323298"/>
                    </a:cubicBezTo>
                    <a:cubicBezTo>
                      <a:pt x="170033" y="323489"/>
                      <a:pt x="170033" y="323584"/>
                      <a:pt x="170033" y="323679"/>
                    </a:cubicBezTo>
                    <a:cubicBezTo>
                      <a:pt x="169843" y="324727"/>
                      <a:pt x="169652" y="325870"/>
                      <a:pt x="169462" y="327013"/>
                    </a:cubicBezTo>
                    <a:cubicBezTo>
                      <a:pt x="168986" y="330061"/>
                      <a:pt x="170414" y="333395"/>
                      <a:pt x="173939" y="336062"/>
                    </a:cubicBezTo>
                    <a:cubicBezTo>
                      <a:pt x="181178" y="341682"/>
                      <a:pt x="188512" y="347301"/>
                      <a:pt x="195751" y="353016"/>
                    </a:cubicBezTo>
                    <a:lnTo>
                      <a:pt x="453783" y="553518"/>
                    </a:lnTo>
                    <a:lnTo>
                      <a:pt x="338626" y="620097"/>
                    </a:lnTo>
                    <a:cubicBezTo>
                      <a:pt x="227469" y="533801"/>
                      <a:pt x="116312" y="447504"/>
                      <a:pt x="5156" y="361208"/>
                    </a:cubicBezTo>
                    <a:cubicBezTo>
                      <a:pt x="1250" y="358160"/>
                      <a:pt x="-464" y="354445"/>
                      <a:pt x="107" y="351016"/>
                    </a:cubicBezTo>
                    <a:cubicBezTo>
                      <a:pt x="488" y="348349"/>
                      <a:pt x="2298" y="345777"/>
                      <a:pt x="5441" y="343968"/>
                    </a:cubicBezTo>
                    <a:cubicBezTo>
                      <a:pt x="75164" y="303772"/>
                      <a:pt x="144887" y="263481"/>
                      <a:pt x="214610" y="223191"/>
                    </a:cubicBezTo>
                    <a:cubicBezTo>
                      <a:pt x="216992" y="221857"/>
                      <a:pt x="218516" y="220143"/>
                      <a:pt x="219373" y="218238"/>
                    </a:cubicBezTo>
                    <a:lnTo>
                      <a:pt x="219373" y="218238"/>
                    </a:lnTo>
                    <a:cubicBezTo>
                      <a:pt x="220992" y="214237"/>
                      <a:pt x="219563" y="209570"/>
                      <a:pt x="214896" y="205950"/>
                    </a:cubicBezTo>
                    <a:cubicBezTo>
                      <a:pt x="211372" y="203283"/>
                      <a:pt x="209657" y="199950"/>
                      <a:pt x="209657" y="196806"/>
                    </a:cubicBezTo>
                    <a:cubicBezTo>
                      <a:pt x="209657" y="196425"/>
                      <a:pt x="209657" y="196044"/>
                      <a:pt x="209753" y="195663"/>
                    </a:cubicBezTo>
                    <a:lnTo>
                      <a:pt x="209753" y="195663"/>
                    </a:lnTo>
                    <a:cubicBezTo>
                      <a:pt x="210134" y="192901"/>
                      <a:pt x="211943" y="190425"/>
                      <a:pt x="215087" y="188615"/>
                    </a:cubicBezTo>
                    <a:cubicBezTo>
                      <a:pt x="280428" y="150896"/>
                      <a:pt x="345674" y="113177"/>
                      <a:pt x="411016" y="75458"/>
                    </a:cubicBezTo>
                    <a:cubicBezTo>
                      <a:pt x="411206" y="75458"/>
                      <a:pt x="411302" y="75267"/>
                      <a:pt x="411492" y="75172"/>
                    </a:cubicBezTo>
                    <a:cubicBezTo>
                      <a:pt x="453402" y="50979"/>
                      <a:pt x="495407" y="26785"/>
                      <a:pt x="537317" y="2496"/>
                    </a:cubicBezTo>
                    <a:cubicBezTo>
                      <a:pt x="544461" y="-1599"/>
                      <a:pt x="555891" y="-552"/>
                      <a:pt x="562844" y="4878"/>
                    </a:cubicBezTo>
                    <a:cubicBezTo>
                      <a:pt x="593801" y="28881"/>
                      <a:pt x="624662" y="52884"/>
                      <a:pt x="655618" y="76887"/>
                    </a:cubicBezTo>
                    <a:close/>
                  </a:path>
                </a:pathLst>
              </a:custGeom>
              <a:solidFill>
                <a:srgbClr val="142E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5" name="Freeform: Shape 1604">
                <a:extLst>
                  <a:ext uri="{FF2B5EF4-FFF2-40B4-BE49-F238E27FC236}">
                    <a16:creationId xmlns:a16="http://schemas.microsoft.com/office/drawing/2014/main" id="{D7F16A8F-2DCA-0B9B-ABD1-6436865083E4}"/>
                  </a:ext>
                </a:extLst>
              </p:cNvPr>
              <p:cNvSpPr/>
              <p:nvPr/>
            </p:nvSpPr>
            <p:spPr>
              <a:xfrm>
                <a:off x="-1083271" y="5946746"/>
                <a:ext cx="121729" cy="72389"/>
              </a:xfrm>
              <a:custGeom>
                <a:avLst/>
                <a:gdLst>
                  <a:gd name="connsiteX0" fmla="*/ 121729 w 121729"/>
                  <a:gd name="connsiteY0" fmla="*/ 2191 h 72389"/>
                  <a:gd name="connsiteX1" fmla="*/ 0 w 121729"/>
                  <a:gd name="connsiteY1" fmla="*/ 72390 h 72389"/>
                  <a:gd name="connsiteX2" fmla="*/ 286 w 121729"/>
                  <a:gd name="connsiteY2" fmla="*/ 68389 h 72389"/>
                  <a:gd name="connsiteX3" fmla="*/ 118872 w 121729"/>
                  <a:gd name="connsiteY3" fmla="*/ 0 h 72389"/>
                  <a:gd name="connsiteX4" fmla="*/ 121348 w 121729"/>
                  <a:gd name="connsiteY4" fmla="*/ 1810 h 72389"/>
                  <a:gd name="connsiteX5" fmla="*/ 121729 w 121729"/>
                  <a:gd name="connsiteY5" fmla="*/ 2191 h 7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729" h="72389">
                    <a:moveTo>
                      <a:pt x="121729" y="2191"/>
                    </a:moveTo>
                    <a:lnTo>
                      <a:pt x="0" y="72390"/>
                    </a:lnTo>
                    <a:lnTo>
                      <a:pt x="286" y="68389"/>
                    </a:lnTo>
                    <a:lnTo>
                      <a:pt x="118872" y="0"/>
                    </a:lnTo>
                    <a:lnTo>
                      <a:pt x="121348" y="1810"/>
                    </a:lnTo>
                    <a:lnTo>
                      <a:pt x="121729" y="2191"/>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6" name="Freeform: Shape 1605">
                <a:extLst>
                  <a:ext uri="{FF2B5EF4-FFF2-40B4-BE49-F238E27FC236}">
                    <a16:creationId xmlns:a16="http://schemas.microsoft.com/office/drawing/2014/main" id="{919B3914-5C20-FB61-EC2C-8C300B758231}"/>
                  </a:ext>
                </a:extLst>
              </p:cNvPr>
              <p:cNvSpPr/>
              <p:nvPr/>
            </p:nvSpPr>
            <p:spPr>
              <a:xfrm>
                <a:off x="-1082986" y="5944651"/>
                <a:ext cx="118586" cy="70484"/>
              </a:xfrm>
              <a:custGeom>
                <a:avLst/>
                <a:gdLst>
                  <a:gd name="connsiteX0" fmla="*/ 115919 w 118586"/>
                  <a:gd name="connsiteY0" fmla="*/ 0 h 70484"/>
                  <a:gd name="connsiteX1" fmla="*/ 118586 w 118586"/>
                  <a:gd name="connsiteY1" fmla="*/ 2096 h 70484"/>
                  <a:gd name="connsiteX2" fmla="*/ 0 w 118586"/>
                  <a:gd name="connsiteY2" fmla="*/ 70485 h 70484"/>
                  <a:gd name="connsiteX3" fmla="*/ 667 w 118586"/>
                  <a:gd name="connsiteY3" fmla="*/ 66580 h 70484"/>
                  <a:gd name="connsiteX4" fmla="*/ 115919 w 118586"/>
                  <a:gd name="connsiteY4" fmla="*/ 0 h 70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586" h="70484">
                    <a:moveTo>
                      <a:pt x="115919" y="0"/>
                    </a:moveTo>
                    <a:lnTo>
                      <a:pt x="118586" y="2096"/>
                    </a:lnTo>
                    <a:lnTo>
                      <a:pt x="0" y="70485"/>
                    </a:lnTo>
                    <a:lnTo>
                      <a:pt x="667" y="66580"/>
                    </a:lnTo>
                    <a:lnTo>
                      <a:pt x="115919" y="0"/>
                    </a:lnTo>
                    <a:close/>
                  </a:path>
                </a:pathLst>
              </a:custGeom>
              <a:gradFill>
                <a:gsLst>
                  <a:gs pos="0">
                    <a:srgbClr val="E1AC48"/>
                  </a:gs>
                  <a:gs pos="54000">
                    <a:srgbClr val="E5AF4A"/>
                  </a:gs>
                  <a:gs pos="100000">
                    <a:srgbClr val="EFB74E"/>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7" name="Freeform: Shape 1606">
                <a:extLst>
                  <a:ext uri="{FF2B5EF4-FFF2-40B4-BE49-F238E27FC236}">
                    <a16:creationId xmlns:a16="http://schemas.microsoft.com/office/drawing/2014/main" id="{4648DEEA-0CB4-BD8C-F890-1CC8E75F0AD6}"/>
                  </a:ext>
                </a:extLst>
              </p:cNvPr>
              <p:cNvSpPr/>
              <p:nvPr/>
            </p:nvSpPr>
            <p:spPr>
              <a:xfrm>
                <a:off x="-1421616" y="5742149"/>
                <a:ext cx="339296" cy="272986"/>
              </a:xfrm>
              <a:custGeom>
                <a:avLst/>
                <a:gdLst>
                  <a:gd name="connsiteX0" fmla="*/ 12303 w 339296"/>
                  <a:gd name="connsiteY0" fmla="*/ 19717 h 272986"/>
                  <a:gd name="connsiteX1" fmla="*/ 5160 w 339296"/>
                  <a:gd name="connsiteY1" fmla="*/ 14192 h 272986"/>
                  <a:gd name="connsiteX2" fmla="*/ 111 w 339296"/>
                  <a:gd name="connsiteY2" fmla="*/ 3810 h 272986"/>
                  <a:gd name="connsiteX3" fmla="*/ 778 w 339296"/>
                  <a:gd name="connsiteY3" fmla="*/ 0 h 272986"/>
                  <a:gd name="connsiteX4" fmla="*/ 5826 w 339296"/>
                  <a:gd name="connsiteY4" fmla="*/ 10192 h 272986"/>
                  <a:gd name="connsiteX5" fmla="*/ 339297 w 339296"/>
                  <a:gd name="connsiteY5" fmla="*/ 269081 h 272986"/>
                  <a:gd name="connsiteX6" fmla="*/ 338630 w 339296"/>
                  <a:gd name="connsiteY6" fmla="*/ 272987 h 272986"/>
                  <a:gd name="connsiteX7" fmla="*/ 251476 w 339296"/>
                  <a:gd name="connsiteY7" fmla="*/ 205359 h 272986"/>
                  <a:gd name="connsiteX8" fmla="*/ 234522 w 339296"/>
                  <a:gd name="connsiteY8" fmla="*/ 192215 h 272986"/>
                  <a:gd name="connsiteX9" fmla="*/ 200327 w 339296"/>
                  <a:gd name="connsiteY9" fmla="*/ 165640 h 272986"/>
                  <a:gd name="connsiteX10" fmla="*/ 140510 w 339296"/>
                  <a:gd name="connsiteY10" fmla="*/ 119158 h 272986"/>
                  <a:gd name="connsiteX11" fmla="*/ 12399 w 339296"/>
                  <a:gd name="connsiteY11" fmla="*/ 19717 h 27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9296" h="272986">
                    <a:moveTo>
                      <a:pt x="12303" y="19717"/>
                    </a:moveTo>
                    <a:cubicBezTo>
                      <a:pt x="9922" y="17812"/>
                      <a:pt x="7541" y="16002"/>
                      <a:pt x="5160" y="14192"/>
                    </a:cubicBezTo>
                    <a:cubicBezTo>
                      <a:pt x="1159" y="11144"/>
                      <a:pt x="-460" y="7239"/>
                      <a:pt x="111" y="3810"/>
                    </a:cubicBezTo>
                    <a:cubicBezTo>
                      <a:pt x="302" y="2572"/>
                      <a:pt x="492" y="1238"/>
                      <a:pt x="778" y="0"/>
                    </a:cubicBezTo>
                    <a:cubicBezTo>
                      <a:pt x="302" y="3524"/>
                      <a:pt x="2016" y="7239"/>
                      <a:pt x="5826" y="10192"/>
                    </a:cubicBezTo>
                    <a:cubicBezTo>
                      <a:pt x="116983" y="96488"/>
                      <a:pt x="228140" y="182785"/>
                      <a:pt x="339297" y="269081"/>
                    </a:cubicBezTo>
                    <a:lnTo>
                      <a:pt x="338630" y="272987"/>
                    </a:lnTo>
                    <a:cubicBezTo>
                      <a:pt x="309579" y="250412"/>
                      <a:pt x="280527" y="227838"/>
                      <a:pt x="251476" y="205359"/>
                    </a:cubicBezTo>
                    <a:cubicBezTo>
                      <a:pt x="245856" y="200978"/>
                      <a:pt x="240237" y="196596"/>
                      <a:pt x="234522" y="192215"/>
                    </a:cubicBezTo>
                    <a:cubicBezTo>
                      <a:pt x="223187" y="183356"/>
                      <a:pt x="211757" y="174498"/>
                      <a:pt x="200327" y="165640"/>
                    </a:cubicBezTo>
                    <a:cubicBezTo>
                      <a:pt x="180420" y="150114"/>
                      <a:pt x="160417" y="134684"/>
                      <a:pt x="140510" y="119158"/>
                    </a:cubicBezTo>
                    <a:cubicBezTo>
                      <a:pt x="97838" y="86011"/>
                      <a:pt x="55071" y="52864"/>
                      <a:pt x="12399" y="1971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8" name="Freeform: Shape 1607">
                <a:extLst>
                  <a:ext uri="{FF2B5EF4-FFF2-40B4-BE49-F238E27FC236}">
                    <a16:creationId xmlns:a16="http://schemas.microsoft.com/office/drawing/2014/main" id="{83E464BC-4ACC-75B8-7E01-723E46DC6862}"/>
                  </a:ext>
                </a:extLst>
              </p:cNvPr>
              <p:cNvSpPr/>
              <p:nvPr/>
            </p:nvSpPr>
            <p:spPr>
              <a:xfrm>
                <a:off x="-1479702" y="5751960"/>
                <a:ext cx="396716" cy="267176"/>
              </a:xfrm>
              <a:custGeom>
                <a:avLst/>
                <a:gdLst>
                  <a:gd name="connsiteX0" fmla="*/ 282893 w 396716"/>
                  <a:gd name="connsiteY0" fmla="*/ 191834 h 267176"/>
                  <a:gd name="connsiteX1" fmla="*/ 0 w 396716"/>
                  <a:gd name="connsiteY1" fmla="*/ 4000 h 267176"/>
                  <a:gd name="connsiteX2" fmla="*/ 286 w 396716"/>
                  <a:gd name="connsiteY2" fmla="*/ 0 h 267176"/>
                  <a:gd name="connsiteX3" fmla="*/ 396716 w 396716"/>
                  <a:gd name="connsiteY3" fmla="*/ 263176 h 267176"/>
                  <a:gd name="connsiteX4" fmla="*/ 396431 w 396716"/>
                  <a:gd name="connsiteY4" fmla="*/ 267176 h 267176"/>
                  <a:gd name="connsiteX5" fmla="*/ 289655 w 396716"/>
                  <a:gd name="connsiteY5" fmla="*/ 196310 h 267176"/>
                  <a:gd name="connsiteX6" fmla="*/ 289179 w 396716"/>
                  <a:gd name="connsiteY6" fmla="*/ 196024 h 267176"/>
                  <a:gd name="connsiteX7" fmla="*/ 286226 w 396716"/>
                  <a:gd name="connsiteY7" fmla="*/ 194024 h 267176"/>
                  <a:gd name="connsiteX8" fmla="*/ 282893 w 396716"/>
                  <a:gd name="connsiteY8" fmla="*/ 191834 h 26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6716" h="267176">
                    <a:moveTo>
                      <a:pt x="282893" y="191834"/>
                    </a:moveTo>
                    <a:lnTo>
                      <a:pt x="0" y="4000"/>
                    </a:lnTo>
                    <a:lnTo>
                      <a:pt x="286" y="0"/>
                    </a:lnTo>
                    <a:lnTo>
                      <a:pt x="396716" y="263176"/>
                    </a:lnTo>
                    <a:lnTo>
                      <a:pt x="396431" y="267176"/>
                    </a:lnTo>
                    <a:lnTo>
                      <a:pt x="289655" y="196310"/>
                    </a:lnTo>
                    <a:lnTo>
                      <a:pt x="289179" y="196024"/>
                    </a:lnTo>
                    <a:lnTo>
                      <a:pt x="286226" y="194024"/>
                    </a:lnTo>
                    <a:lnTo>
                      <a:pt x="282893" y="191834"/>
                    </a:lnTo>
                    <a:close/>
                  </a:path>
                </a:pathLst>
              </a:custGeom>
              <a:solidFill>
                <a:srgbClr val="142E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09" name="Freeform: Shape 1608">
                <a:extLst>
                  <a:ext uri="{FF2B5EF4-FFF2-40B4-BE49-F238E27FC236}">
                    <a16:creationId xmlns:a16="http://schemas.microsoft.com/office/drawing/2014/main" id="{7970382F-D826-8365-6D79-74B318BEA716}"/>
                  </a:ext>
                </a:extLst>
              </p:cNvPr>
              <p:cNvSpPr/>
              <p:nvPr/>
            </p:nvSpPr>
            <p:spPr>
              <a:xfrm>
                <a:off x="-1506197" y="5600107"/>
                <a:ext cx="423210" cy="415029"/>
              </a:xfrm>
              <a:custGeom>
                <a:avLst/>
                <a:gdLst>
                  <a:gd name="connsiteX0" fmla="*/ 423211 w 423210"/>
                  <a:gd name="connsiteY0" fmla="*/ 415029 h 415029"/>
                  <a:gd name="connsiteX1" fmla="*/ 26780 w 423210"/>
                  <a:gd name="connsiteY1" fmla="*/ 151853 h 415029"/>
                  <a:gd name="connsiteX2" fmla="*/ 4682 w 423210"/>
                  <a:gd name="connsiteY2" fmla="*/ 137185 h 415029"/>
                  <a:gd name="connsiteX3" fmla="*/ 15 w 423210"/>
                  <a:gd name="connsiteY3" fmla="*/ 129565 h 415029"/>
                  <a:gd name="connsiteX4" fmla="*/ 4682 w 423210"/>
                  <a:gd name="connsiteY4" fmla="*/ 123183 h 415029"/>
                  <a:gd name="connsiteX5" fmla="*/ 213185 w 423210"/>
                  <a:gd name="connsiteY5" fmla="*/ 2787 h 415029"/>
                  <a:gd name="connsiteX6" fmla="*/ 238902 w 423210"/>
                  <a:gd name="connsiteY6" fmla="*/ 3835 h 415029"/>
                  <a:gd name="connsiteX7" fmla="*/ 251761 w 423210"/>
                  <a:gd name="connsiteY7" fmla="*/ 12407 h 415029"/>
                  <a:gd name="connsiteX8" fmla="*/ 234997 w 423210"/>
                  <a:gd name="connsiteY8" fmla="*/ 22028 h 415029"/>
                  <a:gd name="connsiteX9" fmla="*/ 221567 w 423210"/>
                  <a:gd name="connsiteY9" fmla="*/ 13169 h 415029"/>
                  <a:gd name="connsiteX10" fmla="*/ 37544 w 423210"/>
                  <a:gd name="connsiteY10" fmla="*/ 119468 h 415029"/>
                  <a:gd name="connsiteX11" fmla="*/ 55546 w 423210"/>
                  <a:gd name="connsiteY11" fmla="*/ 131375 h 415029"/>
                  <a:gd name="connsiteX12" fmla="*/ 50783 w 423210"/>
                  <a:gd name="connsiteY12" fmla="*/ 134137 h 415029"/>
                  <a:gd name="connsiteX13" fmla="*/ 55641 w 423210"/>
                  <a:gd name="connsiteY13" fmla="*/ 137661 h 415029"/>
                  <a:gd name="connsiteX14" fmla="*/ 50021 w 423210"/>
                  <a:gd name="connsiteY14" fmla="*/ 140900 h 415029"/>
                  <a:gd name="connsiteX15" fmla="*/ 55355 w 423210"/>
                  <a:gd name="connsiteY15" fmla="*/ 144614 h 415029"/>
                  <a:gd name="connsiteX16" fmla="*/ 49355 w 423210"/>
                  <a:gd name="connsiteY16" fmla="*/ 148043 h 415029"/>
                  <a:gd name="connsiteX17" fmla="*/ 53641 w 423210"/>
                  <a:gd name="connsiteY17" fmla="*/ 150996 h 415029"/>
                  <a:gd name="connsiteX18" fmla="*/ 48878 w 423210"/>
                  <a:gd name="connsiteY18" fmla="*/ 153758 h 415029"/>
                  <a:gd name="connsiteX19" fmla="*/ 335962 w 423210"/>
                  <a:gd name="connsiteY19" fmla="*/ 347211 h 415029"/>
                  <a:gd name="connsiteX20" fmla="*/ 423116 w 423210"/>
                  <a:gd name="connsiteY20" fmla="*/ 414839 h 41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3210" h="415029">
                    <a:moveTo>
                      <a:pt x="423211" y="415029"/>
                    </a:moveTo>
                    <a:lnTo>
                      <a:pt x="26780" y="151853"/>
                    </a:lnTo>
                    <a:cubicBezTo>
                      <a:pt x="19446" y="146996"/>
                      <a:pt x="12112" y="142043"/>
                      <a:pt x="4682" y="137185"/>
                    </a:cubicBezTo>
                    <a:cubicBezTo>
                      <a:pt x="1444" y="134994"/>
                      <a:pt x="-175" y="132232"/>
                      <a:pt x="15" y="129565"/>
                    </a:cubicBezTo>
                    <a:cubicBezTo>
                      <a:pt x="206" y="127184"/>
                      <a:pt x="1825" y="124898"/>
                      <a:pt x="4682" y="123183"/>
                    </a:cubicBezTo>
                    <a:cubicBezTo>
                      <a:pt x="74120" y="82988"/>
                      <a:pt x="143652" y="42887"/>
                      <a:pt x="213185" y="2787"/>
                    </a:cubicBezTo>
                    <a:cubicBezTo>
                      <a:pt x="220328" y="-1309"/>
                      <a:pt x="231854" y="-832"/>
                      <a:pt x="238902" y="3835"/>
                    </a:cubicBezTo>
                    <a:cubicBezTo>
                      <a:pt x="243188" y="6692"/>
                      <a:pt x="247475" y="9550"/>
                      <a:pt x="251761" y="12407"/>
                    </a:cubicBezTo>
                    <a:lnTo>
                      <a:pt x="234997" y="22028"/>
                    </a:lnTo>
                    <a:lnTo>
                      <a:pt x="221567" y="13169"/>
                    </a:lnTo>
                    <a:lnTo>
                      <a:pt x="37544" y="119468"/>
                    </a:lnTo>
                    <a:lnTo>
                      <a:pt x="55546" y="131375"/>
                    </a:lnTo>
                    <a:lnTo>
                      <a:pt x="50783" y="134137"/>
                    </a:lnTo>
                    <a:lnTo>
                      <a:pt x="55641" y="137661"/>
                    </a:lnTo>
                    <a:lnTo>
                      <a:pt x="50021" y="140900"/>
                    </a:lnTo>
                    <a:lnTo>
                      <a:pt x="55355" y="144614"/>
                    </a:lnTo>
                    <a:lnTo>
                      <a:pt x="49355" y="148043"/>
                    </a:lnTo>
                    <a:lnTo>
                      <a:pt x="53641" y="150996"/>
                    </a:lnTo>
                    <a:lnTo>
                      <a:pt x="48878" y="153758"/>
                    </a:lnTo>
                    <a:lnTo>
                      <a:pt x="335962" y="347211"/>
                    </a:lnTo>
                    <a:cubicBezTo>
                      <a:pt x="365013" y="369785"/>
                      <a:pt x="394064" y="392360"/>
                      <a:pt x="423116" y="414839"/>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0" name="Freeform: Shape 1609">
                <a:extLst>
                  <a:ext uri="{FF2B5EF4-FFF2-40B4-BE49-F238E27FC236}">
                    <a16:creationId xmlns:a16="http://schemas.microsoft.com/office/drawing/2014/main" id="{8B69D261-1F25-E8E0-3D13-C146DDB9E767}"/>
                  </a:ext>
                </a:extLst>
              </p:cNvPr>
              <p:cNvSpPr/>
              <p:nvPr/>
            </p:nvSpPr>
            <p:spPr>
              <a:xfrm>
                <a:off x="-1454556" y="5587749"/>
                <a:ext cx="252888" cy="174021"/>
              </a:xfrm>
              <a:custGeom>
                <a:avLst/>
                <a:gdLst>
                  <a:gd name="connsiteX0" fmla="*/ 33623 w 252888"/>
                  <a:gd name="connsiteY0" fmla="*/ 154305 h 174021"/>
                  <a:gd name="connsiteX1" fmla="*/ 32956 w 252888"/>
                  <a:gd name="connsiteY1" fmla="*/ 158115 h 174021"/>
                  <a:gd name="connsiteX2" fmla="*/ 38005 w 252888"/>
                  <a:gd name="connsiteY2" fmla="*/ 168497 h 174021"/>
                  <a:gd name="connsiteX3" fmla="*/ 45148 w 252888"/>
                  <a:gd name="connsiteY3" fmla="*/ 174022 h 174021"/>
                  <a:gd name="connsiteX4" fmla="*/ 4286 w 252888"/>
                  <a:gd name="connsiteY4" fmla="*/ 143447 h 174021"/>
                  <a:gd name="connsiteX5" fmla="*/ 0 w 252888"/>
                  <a:gd name="connsiteY5" fmla="*/ 140208 h 174021"/>
                  <a:gd name="connsiteX6" fmla="*/ 183356 w 252888"/>
                  <a:gd name="connsiteY6" fmla="*/ 34385 h 174021"/>
                  <a:gd name="connsiteX7" fmla="*/ 200120 w 252888"/>
                  <a:gd name="connsiteY7" fmla="*/ 24765 h 174021"/>
                  <a:gd name="connsiteX8" fmla="*/ 242983 w 252888"/>
                  <a:gd name="connsiteY8" fmla="*/ 0 h 174021"/>
                  <a:gd name="connsiteX9" fmla="*/ 242602 w 252888"/>
                  <a:gd name="connsiteY9" fmla="*/ 2667 h 174021"/>
                  <a:gd name="connsiteX10" fmla="*/ 247650 w 252888"/>
                  <a:gd name="connsiteY10" fmla="*/ 13049 h 174021"/>
                  <a:gd name="connsiteX11" fmla="*/ 252889 w 252888"/>
                  <a:gd name="connsiteY11" fmla="*/ 21336 h 174021"/>
                  <a:gd name="connsiteX12" fmla="*/ 252889 w 252888"/>
                  <a:gd name="connsiteY12" fmla="*/ 21336 h 174021"/>
                  <a:gd name="connsiteX13" fmla="*/ 248126 w 252888"/>
                  <a:gd name="connsiteY13" fmla="*/ 26384 h 174021"/>
                  <a:gd name="connsiteX14" fmla="*/ 38957 w 252888"/>
                  <a:gd name="connsiteY14" fmla="*/ 147161 h 174021"/>
                  <a:gd name="connsiteX15" fmla="*/ 33623 w 252888"/>
                  <a:gd name="connsiteY15" fmla="*/ 154210 h 17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2888" h="174021">
                    <a:moveTo>
                      <a:pt x="33623" y="154305"/>
                    </a:moveTo>
                    <a:cubicBezTo>
                      <a:pt x="33433" y="155639"/>
                      <a:pt x="33242" y="156877"/>
                      <a:pt x="32956" y="158115"/>
                    </a:cubicBezTo>
                    <a:cubicBezTo>
                      <a:pt x="32385" y="161639"/>
                      <a:pt x="34004" y="165449"/>
                      <a:pt x="38005" y="168497"/>
                    </a:cubicBezTo>
                    <a:cubicBezTo>
                      <a:pt x="40386" y="170307"/>
                      <a:pt x="42767" y="172212"/>
                      <a:pt x="45148" y="174022"/>
                    </a:cubicBezTo>
                    <a:lnTo>
                      <a:pt x="4286" y="143447"/>
                    </a:lnTo>
                    <a:lnTo>
                      <a:pt x="0" y="140208"/>
                    </a:lnTo>
                    <a:lnTo>
                      <a:pt x="183356" y="34385"/>
                    </a:lnTo>
                    <a:lnTo>
                      <a:pt x="200120" y="24765"/>
                    </a:lnTo>
                    <a:lnTo>
                      <a:pt x="242983" y="0"/>
                    </a:lnTo>
                    <a:cubicBezTo>
                      <a:pt x="242792" y="857"/>
                      <a:pt x="242697" y="1810"/>
                      <a:pt x="242602" y="2667"/>
                    </a:cubicBezTo>
                    <a:cubicBezTo>
                      <a:pt x="242030" y="6191"/>
                      <a:pt x="243745" y="9906"/>
                      <a:pt x="247650" y="13049"/>
                    </a:cubicBezTo>
                    <a:cubicBezTo>
                      <a:pt x="250888" y="15526"/>
                      <a:pt x="252603" y="18479"/>
                      <a:pt x="252889" y="21336"/>
                    </a:cubicBezTo>
                    <a:lnTo>
                      <a:pt x="252889" y="21336"/>
                    </a:lnTo>
                    <a:cubicBezTo>
                      <a:pt x="252032" y="23336"/>
                      <a:pt x="250508" y="25051"/>
                      <a:pt x="248126" y="26384"/>
                    </a:cubicBezTo>
                    <a:cubicBezTo>
                      <a:pt x="178403" y="66675"/>
                      <a:pt x="108680" y="106966"/>
                      <a:pt x="38957" y="147161"/>
                    </a:cubicBezTo>
                    <a:cubicBezTo>
                      <a:pt x="35814" y="148971"/>
                      <a:pt x="34004" y="151543"/>
                      <a:pt x="33623" y="154210"/>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1" name="Freeform: Shape 1610">
                <a:extLst>
                  <a:ext uri="{FF2B5EF4-FFF2-40B4-BE49-F238E27FC236}">
                    <a16:creationId xmlns:a16="http://schemas.microsoft.com/office/drawing/2014/main" id="{3B32334B-E4C6-9204-583A-04C69C2D3F12}"/>
                  </a:ext>
                </a:extLst>
              </p:cNvPr>
              <p:cNvSpPr/>
              <p:nvPr/>
            </p:nvSpPr>
            <p:spPr>
              <a:xfrm>
                <a:off x="-1468558" y="5613371"/>
                <a:ext cx="197453" cy="118205"/>
              </a:xfrm>
              <a:custGeom>
                <a:avLst/>
                <a:gdLst>
                  <a:gd name="connsiteX0" fmla="*/ 197453 w 197453"/>
                  <a:gd name="connsiteY0" fmla="*/ 8858 h 118205"/>
                  <a:gd name="connsiteX1" fmla="*/ 14097 w 197453"/>
                  <a:gd name="connsiteY1" fmla="*/ 114776 h 118205"/>
                  <a:gd name="connsiteX2" fmla="*/ 18383 w 197453"/>
                  <a:gd name="connsiteY2" fmla="*/ 117919 h 118205"/>
                  <a:gd name="connsiteX3" fmla="*/ 18383 w 197453"/>
                  <a:gd name="connsiteY3" fmla="*/ 118015 h 118205"/>
                  <a:gd name="connsiteX4" fmla="*/ 18002 w 197453"/>
                  <a:gd name="connsiteY4" fmla="*/ 118205 h 118205"/>
                  <a:gd name="connsiteX5" fmla="*/ 0 w 197453"/>
                  <a:gd name="connsiteY5" fmla="*/ 106299 h 118205"/>
                  <a:gd name="connsiteX6" fmla="*/ 184023 w 197453"/>
                  <a:gd name="connsiteY6" fmla="*/ 0 h 118205"/>
                  <a:gd name="connsiteX7" fmla="*/ 197453 w 197453"/>
                  <a:gd name="connsiteY7" fmla="*/ 8858 h 11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453" h="118205">
                    <a:moveTo>
                      <a:pt x="197453" y="8858"/>
                    </a:moveTo>
                    <a:lnTo>
                      <a:pt x="14097" y="114776"/>
                    </a:lnTo>
                    <a:lnTo>
                      <a:pt x="18383" y="117919"/>
                    </a:lnTo>
                    <a:lnTo>
                      <a:pt x="18383" y="118015"/>
                    </a:lnTo>
                    <a:lnTo>
                      <a:pt x="18002" y="118205"/>
                    </a:lnTo>
                    <a:lnTo>
                      <a:pt x="0" y="106299"/>
                    </a:lnTo>
                    <a:lnTo>
                      <a:pt x="184023" y="0"/>
                    </a:lnTo>
                    <a:lnTo>
                      <a:pt x="197453" y="8858"/>
                    </a:lnTo>
                    <a:close/>
                  </a:path>
                </a:pathLst>
              </a:custGeom>
              <a:solidFill>
                <a:srgbClr val="5A949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2" name="Freeform: Shape 1611">
                <a:extLst>
                  <a:ext uri="{FF2B5EF4-FFF2-40B4-BE49-F238E27FC236}">
                    <a16:creationId xmlns:a16="http://schemas.microsoft.com/office/drawing/2014/main" id="{B3AB9232-4B16-73AF-6441-CBAEDC4C6953}"/>
                  </a:ext>
                </a:extLst>
              </p:cNvPr>
              <p:cNvSpPr/>
              <p:nvPr/>
            </p:nvSpPr>
            <p:spPr>
              <a:xfrm>
                <a:off x="-1506372" y="5729767"/>
                <a:ext cx="27051" cy="26289"/>
              </a:xfrm>
              <a:custGeom>
                <a:avLst/>
                <a:gdLst>
                  <a:gd name="connsiteX0" fmla="*/ 0 w 27051"/>
                  <a:gd name="connsiteY0" fmla="*/ 3620 h 26289"/>
                  <a:gd name="connsiteX1" fmla="*/ 0 w 27051"/>
                  <a:gd name="connsiteY1" fmla="*/ 3620 h 26289"/>
                  <a:gd name="connsiteX2" fmla="*/ 286 w 27051"/>
                  <a:gd name="connsiteY2" fmla="*/ 0 h 26289"/>
                  <a:gd name="connsiteX3" fmla="*/ 4953 w 27051"/>
                  <a:gd name="connsiteY3" fmla="*/ 7620 h 26289"/>
                  <a:gd name="connsiteX4" fmla="*/ 27051 w 27051"/>
                  <a:gd name="connsiteY4" fmla="*/ 22289 h 26289"/>
                  <a:gd name="connsiteX5" fmla="*/ 26765 w 27051"/>
                  <a:gd name="connsiteY5" fmla="*/ 26289 h 26289"/>
                  <a:gd name="connsiteX6" fmla="*/ 4667 w 27051"/>
                  <a:gd name="connsiteY6" fmla="*/ 11621 h 26289"/>
                  <a:gd name="connsiteX7" fmla="*/ 95 w 27051"/>
                  <a:gd name="connsiteY7" fmla="*/ 3715 h 2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51" h="26289">
                    <a:moveTo>
                      <a:pt x="0" y="3620"/>
                    </a:moveTo>
                    <a:lnTo>
                      <a:pt x="0" y="3620"/>
                    </a:lnTo>
                    <a:cubicBezTo>
                      <a:pt x="95" y="2381"/>
                      <a:pt x="191" y="1238"/>
                      <a:pt x="286" y="0"/>
                    </a:cubicBezTo>
                    <a:cubicBezTo>
                      <a:pt x="95" y="2667"/>
                      <a:pt x="1619" y="5429"/>
                      <a:pt x="4953" y="7620"/>
                    </a:cubicBezTo>
                    <a:cubicBezTo>
                      <a:pt x="12287" y="12478"/>
                      <a:pt x="19717" y="17431"/>
                      <a:pt x="27051" y="22289"/>
                    </a:cubicBezTo>
                    <a:lnTo>
                      <a:pt x="26765" y="26289"/>
                    </a:lnTo>
                    <a:cubicBezTo>
                      <a:pt x="19431" y="21431"/>
                      <a:pt x="12097" y="16478"/>
                      <a:pt x="4667" y="11621"/>
                    </a:cubicBezTo>
                    <a:cubicBezTo>
                      <a:pt x="1238" y="9334"/>
                      <a:pt x="-286" y="6477"/>
                      <a:pt x="95" y="3715"/>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3" name="Freeform: Shape 1612">
                <a:extLst>
                  <a:ext uri="{FF2B5EF4-FFF2-40B4-BE49-F238E27FC236}">
                    <a16:creationId xmlns:a16="http://schemas.microsoft.com/office/drawing/2014/main" id="{B675311B-99D4-0C52-E549-EBDC0815FE6A}"/>
                  </a:ext>
                </a:extLst>
              </p:cNvPr>
              <p:cNvSpPr/>
              <p:nvPr/>
            </p:nvSpPr>
            <p:spPr>
              <a:xfrm>
                <a:off x="-1250816" y="5585640"/>
                <a:ext cx="418052" cy="459404"/>
              </a:xfrm>
              <a:custGeom>
                <a:avLst/>
                <a:gdLst>
                  <a:gd name="connsiteX0" fmla="*/ 418052 w 418052"/>
                  <a:gd name="connsiteY0" fmla="*/ 459118 h 459404"/>
                  <a:gd name="connsiteX1" fmla="*/ 26289 w 418052"/>
                  <a:gd name="connsiteY1" fmla="*/ 154795 h 459404"/>
                  <a:gd name="connsiteX2" fmla="*/ 4477 w 418052"/>
                  <a:gd name="connsiteY2" fmla="*/ 137840 h 459404"/>
                  <a:gd name="connsiteX3" fmla="*/ 0 w 418052"/>
                  <a:gd name="connsiteY3" fmla="*/ 130792 h 459404"/>
                  <a:gd name="connsiteX4" fmla="*/ 0 w 418052"/>
                  <a:gd name="connsiteY4" fmla="*/ 130792 h 459404"/>
                  <a:gd name="connsiteX5" fmla="*/ 0 w 418052"/>
                  <a:gd name="connsiteY5" fmla="*/ 129268 h 459404"/>
                  <a:gd name="connsiteX6" fmla="*/ 0 w 418052"/>
                  <a:gd name="connsiteY6" fmla="*/ 128887 h 459404"/>
                  <a:gd name="connsiteX7" fmla="*/ 4667 w 418052"/>
                  <a:gd name="connsiteY7" fmla="*/ 122886 h 459404"/>
                  <a:gd name="connsiteX8" fmla="*/ 213170 w 418052"/>
                  <a:gd name="connsiteY8" fmla="*/ 2490 h 459404"/>
                  <a:gd name="connsiteX9" fmla="*/ 238697 w 418052"/>
                  <a:gd name="connsiteY9" fmla="*/ 4966 h 459404"/>
                  <a:gd name="connsiteX10" fmla="*/ 255556 w 418052"/>
                  <a:gd name="connsiteY10" fmla="*/ 18016 h 459404"/>
                  <a:gd name="connsiteX11" fmla="*/ 238792 w 418052"/>
                  <a:gd name="connsiteY11" fmla="*/ 27636 h 459404"/>
                  <a:gd name="connsiteX12" fmla="*/ 221361 w 418052"/>
                  <a:gd name="connsiteY12" fmla="*/ 14110 h 459404"/>
                  <a:gd name="connsiteX13" fmla="*/ 37338 w 418052"/>
                  <a:gd name="connsiteY13" fmla="*/ 120409 h 459404"/>
                  <a:gd name="connsiteX14" fmla="*/ 54674 w 418052"/>
                  <a:gd name="connsiteY14" fmla="*/ 133935 h 459404"/>
                  <a:gd name="connsiteX15" fmla="*/ 53626 w 418052"/>
                  <a:gd name="connsiteY15" fmla="*/ 134602 h 459404"/>
                  <a:gd name="connsiteX16" fmla="*/ 57150 w 418052"/>
                  <a:gd name="connsiteY16" fmla="*/ 137650 h 459404"/>
                  <a:gd name="connsiteX17" fmla="*/ 52292 w 418052"/>
                  <a:gd name="connsiteY17" fmla="*/ 140412 h 459404"/>
                  <a:gd name="connsiteX18" fmla="*/ 56198 w 418052"/>
                  <a:gd name="connsiteY18" fmla="*/ 143746 h 459404"/>
                  <a:gd name="connsiteX19" fmla="*/ 50959 w 418052"/>
                  <a:gd name="connsiteY19" fmla="*/ 146794 h 459404"/>
                  <a:gd name="connsiteX20" fmla="*/ 55245 w 418052"/>
                  <a:gd name="connsiteY20" fmla="*/ 150318 h 459404"/>
                  <a:gd name="connsiteX21" fmla="*/ 49625 w 418052"/>
                  <a:gd name="connsiteY21" fmla="*/ 153556 h 459404"/>
                  <a:gd name="connsiteX22" fmla="*/ 53054 w 418052"/>
                  <a:gd name="connsiteY22" fmla="*/ 156319 h 459404"/>
                  <a:gd name="connsiteX23" fmla="*/ 48673 w 418052"/>
                  <a:gd name="connsiteY23" fmla="*/ 158890 h 459404"/>
                  <a:gd name="connsiteX24" fmla="*/ 326136 w 418052"/>
                  <a:gd name="connsiteY24" fmla="*/ 377299 h 459404"/>
                  <a:gd name="connsiteX25" fmla="*/ 418052 w 418052"/>
                  <a:gd name="connsiteY25" fmla="*/ 459404 h 45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18052" h="459404">
                    <a:moveTo>
                      <a:pt x="418052" y="459118"/>
                    </a:moveTo>
                    <a:lnTo>
                      <a:pt x="26289" y="154795"/>
                    </a:lnTo>
                    <a:cubicBezTo>
                      <a:pt x="19050" y="149175"/>
                      <a:pt x="11716" y="143555"/>
                      <a:pt x="4477" y="137840"/>
                    </a:cubicBezTo>
                    <a:cubicBezTo>
                      <a:pt x="1715" y="135745"/>
                      <a:pt x="191" y="133173"/>
                      <a:pt x="0" y="130792"/>
                    </a:cubicBezTo>
                    <a:lnTo>
                      <a:pt x="0" y="130792"/>
                    </a:lnTo>
                    <a:cubicBezTo>
                      <a:pt x="0" y="130220"/>
                      <a:pt x="0" y="129744"/>
                      <a:pt x="0" y="129268"/>
                    </a:cubicBezTo>
                    <a:cubicBezTo>
                      <a:pt x="0" y="129077"/>
                      <a:pt x="0" y="128982"/>
                      <a:pt x="0" y="128887"/>
                    </a:cubicBezTo>
                    <a:cubicBezTo>
                      <a:pt x="381" y="126505"/>
                      <a:pt x="1905" y="124410"/>
                      <a:pt x="4667" y="122886"/>
                    </a:cubicBezTo>
                    <a:cubicBezTo>
                      <a:pt x="74105" y="82690"/>
                      <a:pt x="143637" y="42590"/>
                      <a:pt x="213170" y="2490"/>
                    </a:cubicBezTo>
                    <a:cubicBezTo>
                      <a:pt x="220313" y="-1606"/>
                      <a:pt x="231743" y="-558"/>
                      <a:pt x="238697" y="4966"/>
                    </a:cubicBezTo>
                    <a:cubicBezTo>
                      <a:pt x="244316" y="9348"/>
                      <a:pt x="249936" y="13729"/>
                      <a:pt x="255556" y="18016"/>
                    </a:cubicBezTo>
                    <a:lnTo>
                      <a:pt x="238792" y="27636"/>
                    </a:lnTo>
                    <a:lnTo>
                      <a:pt x="221361" y="14110"/>
                    </a:lnTo>
                    <a:lnTo>
                      <a:pt x="37338" y="120409"/>
                    </a:lnTo>
                    <a:lnTo>
                      <a:pt x="54674" y="133935"/>
                    </a:lnTo>
                    <a:lnTo>
                      <a:pt x="53626" y="134602"/>
                    </a:lnTo>
                    <a:lnTo>
                      <a:pt x="57150" y="137650"/>
                    </a:lnTo>
                    <a:lnTo>
                      <a:pt x="52292" y="140412"/>
                    </a:lnTo>
                    <a:lnTo>
                      <a:pt x="56198" y="143746"/>
                    </a:lnTo>
                    <a:lnTo>
                      <a:pt x="50959" y="146794"/>
                    </a:lnTo>
                    <a:lnTo>
                      <a:pt x="55245" y="150318"/>
                    </a:lnTo>
                    <a:lnTo>
                      <a:pt x="49625" y="153556"/>
                    </a:lnTo>
                    <a:lnTo>
                      <a:pt x="53054" y="156319"/>
                    </a:lnTo>
                    <a:lnTo>
                      <a:pt x="48673" y="158890"/>
                    </a:lnTo>
                    <a:lnTo>
                      <a:pt x="326136" y="377299"/>
                    </a:lnTo>
                    <a:cubicBezTo>
                      <a:pt x="356711" y="404731"/>
                      <a:pt x="387382" y="431972"/>
                      <a:pt x="418052" y="459404"/>
                    </a:cubicBezTo>
                    <a:close/>
                  </a:path>
                </a:pathLst>
              </a:custGeom>
              <a:solidFill>
                <a:schemeClr val="accent1">
                  <a:lumMod val="5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4" name="Freeform: Shape 1613">
                <a:extLst>
                  <a:ext uri="{FF2B5EF4-FFF2-40B4-BE49-F238E27FC236}">
                    <a16:creationId xmlns:a16="http://schemas.microsoft.com/office/drawing/2014/main" id="{CE52532E-289A-3E31-EC06-89280809C3C9}"/>
                  </a:ext>
                </a:extLst>
              </p:cNvPr>
              <p:cNvSpPr/>
              <p:nvPr/>
            </p:nvSpPr>
            <p:spPr>
              <a:xfrm>
                <a:off x="-949064" y="5591654"/>
                <a:ext cx="6038" cy="14097"/>
              </a:xfrm>
              <a:custGeom>
                <a:avLst/>
                <a:gdLst>
                  <a:gd name="connsiteX0" fmla="*/ 1048 w 6038"/>
                  <a:gd name="connsiteY0" fmla="*/ 0 h 14097"/>
                  <a:gd name="connsiteX1" fmla="*/ 4953 w 6038"/>
                  <a:gd name="connsiteY1" fmla="*/ 14097 h 14097"/>
                  <a:gd name="connsiteX2" fmla="*/ 0 w 6038"/>
                  <a:gd name="connsiteY2" fmla="*/ 3715 h 14097"/>
                  <a:gd name="connsiteX3" fmla="*/ 1048 w 6038"/>
                  <a:gd name="connsiteY3" fmla="*/ 0 h 14097"/>
                </a:gdLst>
                <a:ahLst/>
                <a:cxnLst>
                  <a:cxn ang="0">
                    <a:pos x="connsiteX0" y="connsiteY0"/>
                  </a:cxn>
                  <a:cxn ang="0">
                    <a:pos x="connsiteX1" y="connsiteY1"/>
                  </a:cxn>
                  <a:cxn ang="0">
                    <a:pos x="connsiteX2" y="connsiteY2"/>
                  </a:cxn>
                  <a:cxn ang="0">
                    <a:pos x="connsiteX3" y="connsiteY3"/>
                  </a:cxn>
                </a:cxnLst>
                <a:rect l="l" t="t" r="r" b="b"/>
                <a:pathLst>
                  <a:path w="6038" h="14097">
                    <a:moveTo>
                      <a:pt x="1048" y="0"/>
                    </a:moveTo>
                    <a:cubicBezTo>
                      <a:pt x="5906" y="4382"/>
                      <a:pt x="7239" y="9811"/>
                      <a:pt x="4953" y="14097"/>
                    </a:cubicBezTo>
                    <a:cubicBezTo>
                      <a:pt x="5239" y="10668"/>
                      <a:pt x="3524" y="6858"/>
                      <a:pt x="0" y="3715"/>
                    </a:cubicBezTo>
                    <a:lnTo>
                      <a:pt x="1048" y="0"/>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5" name="Freeform: Shape 1614">
                <a:extLst>
                  <a:ext uri="{FF2B5EF4-FFF2-40B4-BE49-F238E27FC236}">
                    <a16:creationId xmlns:a16="http://schemas.microsoft.com/office/drawing/2014/main" id="{468BA011-223A-CF3B-BF56-C1162F1571F3}"/>
                  </a:ext>
                </a:extLst>
              </p:cNvPr>
              <p:cNvSpPr/>
              <p:nvPr/>
            </p:nvSpPr>
            <p:spPr>
              <a:xfrm>
                <a:off x="-954088" y="5579367"/>
                <a:ext cx="6071" cy="16002"/>
              </a:xfrm>
              <a:custGeom>
                <a:avLst/>
                <a:gdLst>
                  <a:gd name="connsiteX0" fmla="*/ 6071 w 6071"/>
                  <a:gd name="connsiteY0" fmla="*/ 12287 h 16002"/>
                  <a:gd name="connsiteX1" fmla="*/ 5024 w 6071"/>
                  <a:gd name="connsiteY1" fmla="*/ 16002 h 16002"/>
                  <a:gd name="connsiteX2" fmla="*/ 356 w 6071"/>
                  <a:gd name="connsiteY2" fmla="*/ 3715 h 16002"/>
                  <a:gd name="connsiteX3" fmla="*/ 1309 w 6071"/>
                  <a:gd name="connsiteY3" fmla="*/ 0 h 16002"/>
                  <a:gd name="connsiteX4" fmla="*/ 1309 w 6071"/>
                  <a:gd name="connsiteY4" fmla="*/ 0 h 16002"/>
                  <a:gd name="connsiteX5" fmla="*/ 5976 w 6071"/>
                  <a:gd name="connsiteY5" fmla="*/ 12287 h 1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1" h="16002">
                    <a:moveTo>
                      <a:pt x="6071" y="12287"/>
                    </a:moveTo>
                    <a:lnTo>
                      <a:pt x="5024" y="16002"/>
                    </a:lnTo>
                    <a:cubicBezTo>
                      <a:pt x="833" y="12192"/>
                      <a:pt x="-787" y="7620"/>
                      <a:pt x="356" y="3715"/>
                    </a:cubicBezTo>
                    <a:cubicBezTo>
                      <a:pt x="737" y="2477"/>
                      <a:pt x="1023" y="1238"/>
                      <a:pt x="1309" y="0"/>
                    </a:cubicBezTo>
                    <a:lnTo>
                      <a:pt x="1309" y="0"/>
                    </a:lnTo>
                    <a:cubicBezTo>
                      <a:pt x="261" y="3905"/>
                      <a:pt x="1785" y="8477"/>
                      <a:pt x="5976" y="12287"/>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6" name="Freeform: Shape 1615">
                <a:extLst>
                  <a:ext uri="{FF2B5EF4-FFF2-40B4-BE49-F238E27FC236}">
                    <a16:creationId xmlns:a16="http://schemas.microsoft.com/office/drawing/2014/main" id="{8813AC30-9F94-B44D-CC71-F9FA67C86228}"/>
                  </a:ext>
                </a:extLst>
              </p:cNvPr>
              <p:cNvSpPr/>
              <p:nvPr/>
            </p:nvSpPr>
            <p:spPr>
              <a:xfrm>
                <a:off x="-1251667" y="5714812"/>
                <a:ext cx="27044" cy="29337"/>
              </a:xfrm>
              <a:custGeom>
                <a:avLst/>
                <a:gdLst>
                  <a:gd name="connsiteX0" fmla="*/ 756 w 27044"/>
                  <a:gd name="connsiteY0" fmla="*/ 1524 h 29337"/>
                  <a:gd name="connsiteX1" fmla="*/ 5232 w 27044"/>
                  <a:gd name="connsiteY1" fmla="*/ 8573 h 29337"/>
                  <a:gd name="connsiteX2" fmla="*/ 27045 w 27044"/>
                  <a:gd name="connsiteY2" fmla="*/ 25527 h 29337"/>
                  <a:gd name="connsiteX3" fmla="*/ 26378 w 27044"/>
                  <a:gd name="connsiteY3" fmla="*/ 29337 h 29337"/>
                  <a:gd name="connsiteX4" fmla="*/ 4566 w 27044"/>
                  <a:gd name="connsiteY4" fmla="*/ 12382 h 29337"/>
                  <a:gd name="connsiteX5" fmla="*/ 89 w 27044"/>
                  <a:gd name="connsiteY5" fmla="*/ 3334 h 29337"/>
                  <a:gd name="connsiteX6" fmla="*/ 660 w 27044"/>
                  <a:gd name="connsiteY6" fmla="*/ 0 h 29337"/>
                  <a:gd name="connsiteX7" fmla="*/ 660 w 27044"/>
                  <a:gd name="connsiteY7" fmla="*/ 1524 h 29337"/>
                  <a:gd name="connsiteX8" fmla="*/ 660 w 27044"/>
                  <a:gd name="connsiteY8" fmla="*/ 1524 h 29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44" h="29337">
                    <a:moveTo>
                      <a:pt x="756" y="1524"/>
                    </a:moveTo>
                    <a:cubicBezTo>
                      <a:pt x="1041" y="4001"/>
                      <a:pt x="2565" y="6477"/>
                      <a:pt x="5232" y="8573"/>
                    </a:cubicBezTo>
                    <a:cubicBezTo>
                      <a:pt x="12471" y="14192"/>
                      <a:pt x="19806" y="19907"/>
                      <a:pt x="27045" y="25527"/>
                    </a:cubicBezTo>
                    <a:lnTo>
                      <a:pt x="26378" y="29337"/>
                    </a:lnTo>
                    <a:cubicBezTo>
                      <a:pt x="19139" y="23717"/>
                      <a:pt x="11805" y="18002"/>
                      <a:pt x="4566" y="12382"/>
                    </a:cubicBezTo>
                    <a:cubicBezTo>
                      <a:pt x="1041" y="9716"/>
                      <a:pt x="-387" y="6382"/>
                      <a:pt x="89" y="3334"/>
                    </a:cubicBezTo>
                    <a:cubicBezTo>
                      <a:pt x="279" y="2286"/>
                      <a:pt x="470" y="1143"/>
                      <a:pt x="660" y="0"/>
                    </a:cubicBezTo>
                    <a:cubicBezTo>
                      <a:pt x="660" y="476"/>
                      <a:pt x="660" y="953"/>
                      <a:pt x="660" y="1524"/>
                    </a:cubicBezTo>
                    <a:lnTo>
                      <a:pt x="660" y="1524"/>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7" name="Freeform: Shape 1616">
                <a:extLst>
                  <a:ext uri="{FF2B5EF4-FFF2-40B4-BE49-F238E27FC236}">
                    <a16:creationId xmlns:a16="http://schemas.microsoft.com/office/drawing/2014/main" id="{E98F8120-9C17-0979-1497-5C3ADE0D1700}"/>
                  </a:ext>
                </a:extLst>
              </p:cNvPr>
              <p:cNvSpPr/>
              <p:nvPr/>
            </p:nvSpPr>
            <p:spPr>
              <a:xfrm>
                <a:off x="-1202144" y="5741673"/>
                <a:ext cx="277463" cy="220980"/>
              </a:xfrm>
              <a:custGeom>
                <a:avLst/>
                <a:gdLst>
                  <a:gd name="connsiteX0" fmla="*/ 277463 w 277463"/>
                  <a:gd name="connsiteY0" fmla="*/ 220980 h 220980"/>
                  <a:gd name="connsiteX1" fmla="*/ 0 w 277463"/>
                  <a:gd name="connsiteY1" fmla="*/ 2572 h 220980"/>
                  <a:gd name="connsiteX2" fmla="*/ 4382 w 277463"/>
                  <a:gd name="connsiteY2" fmla="*/ 0 h 220980"/>
                  <a:gd name="connsiteX3" fmla="*/ 4382 w 277463"/>
                  <a:gd name="connsiteY3" fmla="*/ 0 h 220980"/>
                  <a:gd name="connsiteX4" fmla="*/ 259747 w 277463"/>
                  <a:gd name="connsiteY4" fmla="*/ 205169 h 220980"/>
                  <a:gd name="connsiteX5" fmla="*/ 277463 w 277463"/>
                  <a:gd name="connsiteY5" fmla="*/ 220980 h 22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63" h="220980">
                    <a:moveTo>
                      <a:pt x="277463" y="220980"/>
                    </a:moveTo>
                    <a:lnTo>
                      <a:pt x="0" y="2572"/>
                    </a:lnTo>
                    <a:lnTo>
                      <a:pt x="4382" y="0"/>
                    </a:lnTo>
                    <a:lnTo>
                      <a:pt x="4382" y="0"/>
                    </a:lnTo>
                    <a:lnTo>
                      <a:pt x="259747" y="205169"/>
                    </a:lnTo>
                    <a:cubicBezTo>
                      <a:pt x="265652" y="210407"/>
                      <a:pt x="271558" y="215741"/>
                      <a:pt x="277463" y="220980"/>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8" name="Freeform: Shape 1617">
                <a:extLst>
                  <a:ext uri="{FF2B5EF4-FFF2-40B4-BE49-F238E27FC236}">
                    <a16:creationId xmlns:a16="http://schemas.microsoft.com/office/drawing/2014/main" id="{576C6689-559D-117A-9F5F-239A2120FFE8}"/>
                  </a:ext>
                </a:extLst>
              </p:cNvPr>
              <p:cNvSpPr/>
              <p:nvPr/>
            </p:nvSpPr>
            <p:spPr>
              <a:xfrm>
                <a:off x="-1198905" y="5741673"/>
                <a:ext cx="274224" cy="220980"/>
              </a:xfrm>
              <a:custGeom>
                <a:avLst/>
                <a:gdLst>
                  <a:gd name="connsiteX0" fmla="*/ 254413 w 274224"/>
                  <a:gd name="connsiteY0" fmla="*/ 205169 h 220980"/>
                  <a:gd name="connsiteX1" fmla="*/ 256318 w 274224"/>
                  <a:gd name="connsiteY1" fmla="*/ 206883 h 220980"/>
                  <a:gd name="connsiteX2" fmla="*/ 274225 w 274224"/>
                  <a:gd name="connsiteY2" fmla="*/ 220980 h 220980"/>
                  <a:gd name="connsiteX3" fmla="*/ 256508 w 274224"/>
                  <a:gd name="connsiteY3" fmla="*/ 205169 h 220980"/>
                  <a:gd name="connsiteX4" fmla="*/ 1143 w 274224"/>
                  <a:gd name="connsiteY4" fmla="*/ 0 h 220980"/>
                  <a:gd name="connsiteX5" fmla="*/ 1143 w 274224"/>
                  <a:gd name="connsiteY5" fmla="*/ 0 h 220980"/>
                  <a:gd name="connsiteX6" fmla="*/ 0 w 274224"/>
                  <a:gd name="connsiteY6" fmla="*/ 667 h 220980"/>
                  <a:gd name="connsiteX7" fmla="*/ 254508 w 274224"/>
                  <a:gd name="connsiteY7" fmla="*/ 205169 h 22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224" h="220980">
                    <a:moveTo>
                      <a:pt x="254413" y="205169"/>
                    </a:moveTo>
                    <a:cubicBezTo>
                      <a:pt x="255080" y="205740"/>
                      <a:pt x="255746" y="206312"/>
                      <a:pt x="256318" y="206883"/>
                    </a:cubicBezTo>
                    <a:lnTo>
                      <a:pt x="274225" y="220980"/>
                    </a:lnTo>
                    <a:cubicBezTo>
                      <a:pt x="268319" y="215741"/>
                      <a:pt x="262414" y="210407"/>
                      <a:pt x="256508" y="205169"/>
                    </a:cubicBezTo>
                    <a:lnTo>
                      <a:pt x="1143" y="0"/>
                    </a:lnTo>
                    <a:lnTo>
                      <a:pt x="1143" y="0"/>
                    </a:lnTo>
                    <a:lnTo>
                      <a:pt x="0" y="667"/>
                    </a:lnTo>
                    <a:lnTo>
                      <a:pt x="254508" y="205169"/>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19" name="Freeform: Shape 1618">
                <a:extLst>
                  <a:ext uri="{FF2B5EF4-FFF2-40B4-BE49-F238E27FC236}">
                    <a16:creationId xmlns:a16="http://schemas.microsoft.com/office/drawing/2014/main" id="{A5A16358-E7EE-A59E-EF36-DDA5960CBA92}"/>
                  </a:ext>
                </a:extLst>
              </p:cNvPr>
              <p:cNvSpPr/>
              <p:nvPr/>
            </p:nvSpPr>
            <p:spPr>
              <a:xfrm>
                <a:off x="-1199953" y="5729100"/>
                <a:ext cx="221932" cy="185928"/>
              </a:xfrm>
              <a:custGeom>
                <a:avLst/>
                <a:gdLst>
                  <a:gd name="connsiteX0" fmla="*/ 221933 w 221932"/>
                  <a:gd name="connsiteY0" fmla="*/ 185928 h 185928"/>
                  <a:gd name="connsiteX1" fmla="*/ 4286 w 221932"/>
                  <a:gd name="connsiteY1" fmla="*/ 6572 h 185928"/>
                  <a:gd name="connsiteX2" fmla="*/ 0 w 221932"/>
                  <a:gd name="connsiteY2" fmla="*/ 3048 h 185928"/>
                  <a:gd name="connsiteX3" fmla="*/ 5239 w 221932"/>
                  <a:gd name="connsiteY3" fmla="*/ 0 h 185928"/>
                  <a:gd name="connsiteX4" fmla="*/ 160211 w 221932"/>
                  <a:gd name="connsiteY4" fmla="*/ 130874 h 185928"/>
                  <a:gd name="connsiteX5" fmla="*/ 221837 w 221932"/>
                  <a:gd name="connsiteY5" fmla="*/ 185928 h 18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932" h="185928">
                    <a:moveTo>
                      <a:pt x="221933" y="185928"/>
                    </a:moveTo>
                    <a:lnTo>
                      <a:pt x="4286" y="6572"/>
                    </a:lnTo>
                    <a:lnTo>
                      <a:pt x="0" y="3048"/>
                    </a:lnTo>
                    <a:lnTo>
                      <a:pt x="5239" y="0"/>
                    </a:lnTo>
                    <a:lnTo>
                      <a:pt x="160211" y="130874"/>
                    </a:lnTo>
                    <a:cubicBezTo>
                      <a:pt x="180689" y="149257"/>
                      <a:pt x="201263" y="167545"/>
                      <a:pt x="221837" y="185928"/>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0" name="Freeform: Shape 1619">
                <a:extLst>
                  <a:ext uri="{FF2B5EF4-FFF2-40B4-BE49-F238E27FC236}">
                    <a16:creationId xmlns:a16="http://schemas.microsoft.com/office/drawing/2014/main" id="{E3EE8FE7-0773-319F-76A4-16C0E9BC8B30}"/>
                  </a:ext>
                </a:extLst>
              </p:cNvPr>
              <p:cNvSpPr/>
              <p:nvPr/>
            </p:nvSpPr>
            <p:spPr>
              <a:xfrm>
                <a:off x="-1196238" y="5729100"/>
                <a:ext cx="218217" cy="185928"/>
              </a:xfrm>
              <a:custGeom>
                <a:avLst/>
                <a:gdLst>
                  <a:gd name="connsiteX0" fmla="*/ 154305 w 218217"/>
                  <a:gd name="connsiteY0" fmla="*/ 131254 h 185928"/>
                  <a:gd name="connsiteX1" fmla="*/ 183642 w 218217"/>
                  <a:gd name="connsiteY1" fmla="*/ 157448 h 185928"/>
                  <a:gd name="connsiteX2" fmla="*/ 218218 w 218217"/>
                  <a:gd name="connsiteY2" fmla="*/ 185928 h 185928"/>
                  <a:gd name="connsiteX3" fmla="*/ 156591 w 218217"/>
                  <a:gd name="connsiteY3" fmla="*/ 130874 h 185928"/>
                  <a:gd name="connsiteX4" fmla="*/ 1619 w 218217"/>
                  <a:gd name="connsiteY4" fmla="*/ 0 h 185928"/>
                  <a:gd name="connsiteX5" fmla="*/ 0 w 218217"/>
                  <a:gd name="connsiteY5" fmla="*/ 953 h 185928"/>
                  <a:gd name="connsiteX6" fmla="*/ 154305 w 218217"/>
                  <a:gd name="connsiteY6" fmla="*/ 131254 h 18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217" h="185928">
                    <a:moveTo>
                      <a:pt x="154305" y="131254"/>
                    </a:moveTo>
                    <a:cubicBezTo>
                      <a:pt x="164116" y="140018"/>
                      <a:pt x="173927" y="148780"/>
                      <a:pt x="183642" y="157448"/>
                    </a:cubicBezTo>
                    <a:lnTo>
                      <a:pt x="218218" y="185928"/>
                    </a:lnTo>
                    <a:cubicBezTo>
                      <a:pt x="197644" y="167545"/>
                      <a:pt x="177070" y="149257"/>
                      <a:pt x="156591" y="130874"/>
                    </a:cubicBezTo>
                    <a:lnTo>
                      <a:pt x="1619" y="0"/>
                    </a:lnTo>
                    <a:lnTo>
                      <a:pt x="0" y="953"/>
                    </a:lnTo>
                    <a:lnTo>
                      <a:pt x="154305" y="131254"/>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1" name="Freeform: Shape 1620">
                <a:extLst>
                  <a:ext uri="{FF2B5EF4-FFF2-40B4-BE49-F238E27FC236}">
                    <a16:creationId xmlns:a16="http://schemas.microsoft.com/office/drawing/2014/main" id="{B05011F4-9DA7-074B-BF5C-07CF09612479}"/>
                  </a:ext>
                </a:extLst>
              </p:cNvPr>
              <p:cNvSpPr/>
              <p:nvPr/>
            </p:nvSpPr>
            <p:spPr>
              <a:xfrm>
                <a:off x="-1201191" y="5735672"/>
                <a:ext cx="258889" cy="211169"/>
              </a:xfrm>
              <a:custGeom>
                <a:avLst/>
                <a:gdLst>
                  <a:gd name="connsiteX0" fmla="*/ 258794 w 258889"/>
                  <a:gd name="connsiteY0" fmla="*/ 211169 h 211169"/>
                  <a:gd name="connsiteX1" fmla="*/ 3429 w 258889"/>
                  <a:gd name="connsiteY1" fmla="*/ 6001 h 211169"/>
                  <a:gd name="connsiteX2" fmla="*/ 3429 w 258889"/>
                  <a:gd name="connsiteY2" fmla="*/ 6001 h 211169"/>
                  <a:gd name="connsiteX3" fmla="*/ 0 w 258889"/>
                  <a:gd name="connsiteY3" fmla="*/ 3238 h 211169"/>
                  <a:gd name="connsiteX4" fmla="*/ 5620 w 258889"/>
                  <a:gd name="connsiteY4" fmla="*/ 0 h 211169"/>
                  <a:gd name="connsiteX5" fmla="*/ 223266 w 258889"/>
                  <a:gd name="connsiteY5" fmla="*/ 179356 h 211169"/>
                  <a:gd name="connsiteX6" fmla="*/ 258889 w 258889"/>
                  <a:gd name="connsiteY6" fmla="*/ 211169 h 2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89" h="211169">
                    <a:moveTo>
                      <a:pt x="258794" y="211169"/>
                    </a:moveTo>
                    <a:lnTo>
                      <a:pt x="3429" y="6001"/>
                    </a:lnTo>
                    <a:lnTo>
                      <a:pt x="3429" y="6001"/>
                    </a:lnTo>
                    <a:lnTo>
                      <a:pt x="0" y="3238"/>
                    </a:lnTo>
                    <a:lnTo>
                      <a:pt x="5620" y="0"/>
                    </a:lnTo>
                    <a:lnTo>
                      <a:pt x="223266" y="179356"/>
                    </a:lnTo>
                    <a:cubicBezTo>
                      <a:pt x="235077" y="189928"/>
                      <a:pt x="246983" y="200596"/>
                      <a:pt x="258889" y="211169"/>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2" name="Freeform: Shape 1621">
                <a:extLst>
                  <a:ext uri="{FF2B5EF4-FFF2-40B4-BE49-F238E27FC236}">
                    <a16:creationId xmlns:a16="http://schemas.microsoft.com/office/drawing/2014/main" id="{D7629380-C39E-C0AA-23B6-87A2C572FAD4}"/>
                  </a:ext>
                </a:extLst>
              </p:cNvPr>
              <p:cNvSpPr/>
              <p:nvPr/>
            </p:nvSpPr>
            <p:spPr>
              <a:xfrm>
                <a:off x="-1197095" y="5735577"/>
                <a:ext cx="254698" cy="211169"/>
              </a:xfrm>
              <a:custGeom>
                <a:avLst/>
                <a:gdLst>
                  <a:gd name="connsiteX0" fmla="*/ 216599 w 254698"/>
                  <a:gd name="connsiteY0" fmla="*/ 179451 h 211169"/>
                  <a:gd name="connsiteX1" fmla="*/ 230314 w 254698"/>
                  <a:gd name="connsiteY1" fmla="*/ 191643 h 211169"/>
                  <a:gd name="connsiteX2" fmla="*/ 254699 w 254698"/>
                  <a:gd name="connsiteY2" fmla="*/ 211169 h 211169"/>
                  <a:gd name="connsiteX3" fmla="*/ 219075 w 254698"/>
                  <a:gd name="connsiteY3" fmla="*/ 179356 h 211169"/>
                  <a:gd name="connsiteX4" fmla="*/ 1429 w 254698"/>
                  <a:gd name="connsiteY4" fmla="*/ 0 h 211169"/>
                  <a:gd name="connsiteX5" fmla="*/ 0 w 254698"/>
                  <a:gd name="connsiteY5" fmla="*/ 857 h 211169"/>
                  <a:gd name="connsiteX6" fmla="*/ 216599 w 254698"/>
                  <a:gd name="connsiteY6" fmla="*/ 179356 h 2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698" h="211169">
                    <a:moveTo>
                      <a:pt x="216599" y="179451"/>
                    </a:moveTo>
                    <a:cubicBezTo>
                      <a:pt x="221170" y="183547"/>
                      <a:pt x="225743" y="187643"/>
                      <a:pt x="230314" y="191643"/>
                    </a:cubicBezTo>
                    <a:lnTo>
                      <a:pt x="254699" y="211169"/>
                    </a:lnTo>
                    <a:cubicBezTo>
                      <a:pt x="242792" y="200597"/>
                      <a:pt x="230981" y="189928"/>
                      <a:pt x="219075" y="179356"/>
                    </a:cubicBezTo>
                    <a:lnTo>
                      <a:pt x="1429" y="0"/>
                    </a:lnTo>
                    <a:lnTo>
                      <a:pt x="0" y="857"/>
                    </a:lnTo>
                    <a:lnTo>
                      <a:pt x="216599" y="179356"/>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3" name="Freeform: Shape 1622">
                <a:extLst>
                  <a:ext uri="{FF2B5EF4-FFF2-40B4-BE49-F238E27FC236}">
                    <a16:creationId xmlns:a16="http://schemas.microsoft.com/office/drawing/2014/main" id="{13C609E7-9175-D3EB-507A-B3F710F26C56}"/>
                  </a:ext>
                </a:extLst>
              </p:cNvPr>
              <p:cNvSpPr/>
              <p:nvPr/>
            </p:nvSpPr>
            <p:spPr>
              <a:xfrm>
                <a:off x="-1198524" y="5723099"/>
                <a:ext cx="158876" cy="136969"/>
              </a:xfrm>
              <a:custGeom>
                <a:avLst/>
                <a:gdLst>
                  <a:gd name="connsiteX0" fmla="*/ 39338 w 158876"/>
                  <a:gd name="connsiteY0" fmla="*/ 30194 h 136969"/>
                  <a:gd name="connsiteX1" fmla="*/ 158877 w 158876"/>
                  <a:gd name="connsiteY1" fmla="*/ 136970 h 136969"/>
                  <a:gd name="connsiteX2" fmla="*/ 3905 w 158876"/>
                  <a:gd name="connsiteY2" fmla="*/ 6096 h 136969"/>
                  <a:gd name="connsiteX3" fmla="*/ 0 w 158876"/>
                  <a:gd name="connsiteY3" fmla="*/ 2762 h 136969"/>
                  <a:gd name="connsiteX4" fmla="*/ 4858 w 158876"/>
                  <a:gd name="connsiteY4" fmla="*/ 0 h 136969"/>
                  <a:gd name="connsiteX5" fmla="*/ 37148 w 158876"/>
                  <a:gd name="connsiteY5" fmla="*/ 27813 h 136969"/>
                  <a:gd name="connsiteX6" fmla="*/ 39338 w 158876"/>
                  <a:gd name="connsiteY6" fmla="*/ 30194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876" h="136969">
                    <a:moveTo>
                      <a:pt x="39338" y="30194"/>
                    </a:moveTo>
                    <a:cubicBezTo>
                      <a:pt x="79153" y="65818"/>
                      <a:pt x="118967" y="101346"/>
                      <a:pt x="158877" y="136970"/>
                    </a:cubicBezTo>
                    <a:lnTo>
                      <a:pt x="3905" y="6096"/>
                    </a:lnTo>
                    <a:lnTo>
                      <a:pt x="0" y="2762"/>
                    </a:lnTo>
                    <a:lnTo>
                      <a:pt x="4858" y="0"/>
                    </a:lnTo>
                    <a:lnTo>
                      <a:pt x="37148" y="27813"/>
                    </a:lnTo>
                    <a:cubicBezTo>
                      <a:pt x="37814" y="28670"/>
                      <a:pt x="38576" y="29432"/>
                      <a:pt x="39338" y="30194"/>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4" name="Freeform: Shape 1623">
                <a:extLst>
                  <a:ext uri="{FF2B5EF4-FFF2-40B4-BE49-F238E27FC236}">
                    <a16:creationId xmlns:a16="http://schemas.microsoft.com/office/drawing/2014/main" id="{F34FFEDD-59B1-C167-4CBF-43320A7D1D50}"/>
                  </a:ext>
                </a:extLst>
              </p:cNvPr>
              <p:cNvSpPr/>
              <p:nvPr/>
            </p:nvSpPr>
            <p:spPr>
              <a:xfrm>
                <a:off x="-1194904" y="5723099"/>
                <a:ext cx="155257" cy="136969"/>
              </a:xfrm>
              <a:custGeom>
                <a:avLst/>
                <a:gdLst>
                  <a:gd name="connsiteX0" fmla="*/ 31528 w 155257"/>
                  <a:gd name="connsiteY0" fmla="*/ 27813 h 136969"/>
                  <a:gd name="connsiteX1" fmla="*/ 33719 w 155257"/>
                  <a:gd name="connsiteY1" fmla="*/ 30194 h 136969"/>
                  <a:gd name="connsiteX2" fmla="*/ 118681 w 155257"/>
                  <a:gd name="connsiteY2" fmla="*/ 106109 h 136969"/>
                  <a:gd name="connsiteX3" fmla="*/ 155257 w 155257"/>
                  <a:gd name="connsiteY3" fmla="*/ 136970 h 136969"/>
                  <a:gd name="connsiteX4" fmla="*/ 35719 w 155257"/>
                  <a:gd name="connsiteY4" fmla="*/ 30194 h 136969"/>
                  <a:gd name="connsiteX5" fmla="*/ 33528 w 155257"/>
                  <a:gd name="connsiteY5" fmla="*/ 27813 h 136969"/>
                  <a:gd name="connsiteX6" fmla="*/ 1238 w 155257"/>
                  <a:gd name="connsiteY6" fmla="*/ 0 h 136969"/>
                  <a:gd name="connsiteX7" fmla="*/ 0 w 155257"/>
                  <a:gd name="connsiteY7" fmla="*/ 667 h 136969"/>
                  <a:gd name="connsiteX8" fmla="*/ 31528 w 155257"/>
                  <a:gd name="connsiteY8" fmla="*/ 27813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 h="136969">
                    <a:moveTo>
                      <a:pt x="31528" y="27813"/>
                    </a:moveTo>
                    <a:cubicBezTo>
                      <a:pt x="32194" y="28670"/>
                      <a:pt x="32956" y="29432"/>
                      <a:pt x="33719" y="30194"/>
                    </a:cubicBezTo>
                    <a:cubicBezTo>
                      <a:pt x="62008" y="55531"/>
                      <a:pt x="90392" y="80772"/>
                      <a:pt x="118681" y="106109"/>
                    </a:cubicBezTo>
                    <a:lnTo>
                      <a:pt x="155257" y="136970"/>
                    </a:lnTo>
                    <a:cubicBezTo>
                      <a:pt x="115443" y="101346"/>
                      <a:pt x="75533" y="65818"/>
                      <a:pt x="35719" y="30194"/>
                    </a:cubicBezTo>
                    <a:cubicBezTo>
                      <a:pt x="34862" y="29432"/>
                      <a:pt x="34195" y="28670"/>
                      <a:pt x="33528" y="27813"/>
                    </a:cubicBezTo>
                    <a:lnTo>
                      <a:pt x="1238" y="0"/>
                    </a:lnTo>
                    <a:lnTo>
                      <a:pt x="0" y="667"/>
                    </a:lnTo>
                    <a:lnTo>
                      <a:pt x="31528" y="27813"/>
                    </a:lnTo>
                    <a:close/>
                  </a:path>
                </a:pathLst>
              </a:custGeom>
              <a:solidFill>
                <a:srgbClr val="EBEBEB"/>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5" name="Freeform: Shape 1624">
                <a:extLst>
                  <a:ext uri="{FF2B5EF4-FFF2-40B4-BE49-F238E27FC236}">
                    <a16:creationId xmlns:a16="http://schemas.microsoft.com/office/drawing/2014/main" id="{0E7A0D2A-9B11-3B16-52C7-A0AEEA76EF5F}"/>
                  </a:ext>
                </a:extLst>
              </p:cNvPr>
              <p:cNvSpPr/>
              <p:nvPr/>
            </p:nvSpPr>
            <p:spPr>
              <a:xfrm>
                <a:off x="-1163257" y="5384895"/>
                <a:ext cx="914375" cy="656148"/>
              </a:xfrm>
              <a:custGeom>
                <a:avLst/>
                <a:gdLst>
                  <a:gd name="connsiteX0" fmla="*/ 219146 w 914375"/>
                  <a:gd name="connsiteY0" fmla="*/ 220856 h 656148"/>
                  <a:gd name="connsiteX1" fmla="*/ 215240 w 914375"/>
                  <a:gd name="connsiteY1" fmla="*/ 206759 h 656148"/>
                  <a:gd name="connsiteX2" fmla="*/ 210573 w 914375"/>
                  <a:gd name="connsiteY2" fmla="*/ 194472 h 656148"/>
                  <a:gd name="connsiteX3" fmla="*/ 210764 w 914375"/>
                  <a:gd name="connsiteY3" fmla="*/ 193805 h 656148"/>
                  <a:gd name="connsiteX4" fmla="*/ 215621 w 914375"/>
                  <a:gd name="connsiteY4" fmla="*/ 188185 h 656148"/>
                  <a:gd name="connsiteX5" fmla="*/ 397358 w 914375"/>
                  <a:gd name="connsiteY5" fmla="*/ 83315 h 656148"/>
                  <a:gd name="connsiteX6" fmla="*/ 397739 w 914375"/>
                  <a:gd name="connsiteY6" fmla="*/ 83124 h 656148"/>
                  <a:gd name="connsiteX7" fmla="*/ 537852 w 914375"/>
                  <a:gd name="connsiteY7" fmla="*/ 2257 h 656148"/>
                  <a:gd name="connsiteX8" fmla="*/ 563189 w 914375"/>
                  <a:gd name="connsiteY8" fmla="*/ 5972 h 656148"/>
                  <a:gd name="connsiteX9" fmla="*/ 914375 w 914375"/>
                  <a:gd name="connsiteY9" fmla="*/ 319630 h 656148"/>
                  <a:gd name="connsiteX10" fmla="*/ 331445 w 914375"/>
                  <a:gd name="connsiteY10" fmla="*/ 656148 h 656148"/>
                  <a:gd name="connsiteX11" fmla="*/ 5024 w 914375"/>
                  <a:gd name="connsiteY11" fmla="*/ 364683 h 656148"/>
                  <a:gd name="connsiteX12" fmla="*/ 356 w 914375"/>
                  <a:gd name="connsiteY12" fmla="*/ 352396 h 656148"/>
                  <a:gd name="connsiteX13" fmla="*/ 5405 w 914375"/>
                  <a:gd name="connsiteY13" fmla="*/ 346110 h 656148"/>
                  <a:gd name="connsiteX14" fmla="*/ 214574 w 914375"/>
                  <a:gd name="connsiteY14" fmla="*/ 225333 h 656148"/>
                  <a:gd name="connsiteX15" fmla="*/ 218955 w 914375"/>
                  <a:gd name="connsiteY15" fmla="*/ 220856 h 65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4375" h="656148">
                    <a:moveTo>
                      <a:pt x="219146" y="220856"/>
                    </a:moveTo>
                    <a:cubicBezTo>
                      <a:pt x="221336" y="216570"/>
                      <a:pt x="220098" y="211140"/>
                      <a:pt x="215240" y="206759"/>
                    </a:cubicBezTo>
                    <a:cubicBezTo>
                      <a:pt x="211049" y="202949"/>
                      <a:pt x="209430" y="198377"/>
                      <a:pt x="210573" y="194472"/>
                    </a:cubicBezTo>
                    <a:cubicBezTo>
                      <a:pt x="210573" y="194281"/>
                      <a:pt x="210668" y="194091"/>
                      <a:pt x="210764" y="193805"/>
                    </a:cubicBezTo>
                    <a:cubicBezTo>
                      <a:pt x="211526" y="191614"/>
                      <a:pt x="213145" y="189614"/>
                      <a:pt x="215621" y="188185"/>
                    </a:cubicBezTo>
                    <a:cubicBezTo>
                      <a:pt x="276200" y="153228"/>
                      <a:pt x="336779" y="118272"/>
                      <a:pt x="397358" y="83315"/>
                    </a:cubicBezTo>
                    <a:cubicBezTo>
                      <a:pt x="397454" y="83220"/>
                      <a:pt x="397644" y="83124"/>
                      <a:pt x="397739" y="83124"/>
                    </a:cubicBezTo>
                    <a:cubicBezTo>
                      <a:pt x="444412" y="56169"/>
                      <a:pt x="491084" y="29213"/>
                      <a:pt x="537852" y="2257"/>
                    </a:cubicBezTo>
                    <a:cubicBezTo>
                      <a:pt x="544996" y="-1839"/>
                      <a:pt x="556331" y="-219"/>
                      <a:pt x="563189" y="5972"/>
                    </a:cubicBezTo>
                    <a:cubicBezTo>
                      <a:pt x="680251" y="110556"/>
                      <a:pt x="797313" y="215046"/>
                      <a:pt x="914375" y="319630"/>
                    </a:cubicBezTo>
                    <a:lnTo>
                      <a:pt x="331445" y="656148"/>
                    </a:lnTo>
                    <a:cubicBezTo>
                      <a:pt x="222670" y="558993"/>
                      <a:pt x="113894" y="461838"/>
                      <a:pt x="5024" y="364683"/>
                    </a:cubicBezTo>
                    <a:cubicBezTo>
                      <a:pt x="833" y="360969"/>
                      <a:pt x="-787" y="356301"/>
                      <a:pt x="356" y="352396"/>
                    </a:cubicBezTo>
                    <a:cubicBezTo>
                      <a:pt x="1023" y="349920"/>
                      <a:pt x="2738" y="347634"/>
                      <a:pt x="5405" y="346110"/>
                    </a:cubicBezTo>
                    <a:cubicBezTo>
                      <a:pt x="75128" y="305914"/>
                      <a:pt x="144851" y="265623"/>
                      <a:pt x="214574" y="225333"/>
                    </a:cubicBezTo>
                    <a:cubicBezTo>
                      <a:pt x="216669" y="224094"/>
                      <a:pt x="218098" y="222666"/>
                      <a:pt x="218955" y="220856"/>
                    </a:cubicBezTo>
                    <a:close/>
                  </a:path>
                </a:pathLst>
              </a:custGeom>
              <a:solidFill>
                <a:srgbClr val="142E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6" name="Freeform: Shape 1625">
                <a:extLst>
                  <a:ext uri="{FF2B5EF4-FFF2-40B4-BE49-F238E27FC236}">
                    <a16:creationId xmlns:a16="http://schemas.microsoft.com/office/drawing/2014/main" id="{01DB7128-E5FA-43EE-3439-D37A79CF0E61}"/>
                  </a:ext>
                </a:extLst>
              </p:cNvPr>
              <p:cNvSpPr/>
              <p:nvPr/>
            </p:nvSpPr>
            <p:spPr>
              <a:xfrm>
                <a:off x="-833431" y="5704430"/>
                <a:ext cx="584644" cy="344042"/>
              </a:xfrm>
              <a:custGeom>
                <a:avLst/>
                <a:gdLst>
                  <a:gd name="connsiteX0" fmla="*/ 1619 w 584644"/>
                  <a:gd name="connsiteY0" fmla="*/ 336614 h 344042"/>
                  <a:gd name="connsiteX1" fmla="*/ 667 w 584644"/>
                  <a:gd name="connsiteY1" fmla="*/ 340328 h 344042"/>
                  <a:gd name="connsiteX2" fmla="*/ 0 w 584644"/>
                  <a:gd name="connsiteY2" fmla="*/ 344043 h 344042"/>
                  <a:gd name="connsiteX3" fmla="*/ 583025 w 584644"/>
                  <a:gd name="connsiteY3" fmla="*/ 7430 h 344042"/>
                  <a:gd name="connsiteX4" fmla="*/ 583597 w 584644"/>
                  <a:gd name="connsiteY4" fmla="*/ 3715 h 344042"/>
                  <a:gd name="connsiteX5" fmla="*/ 584645 w 584644"/>
                  <a:gd name="connsiteY5" fmla="*/ 0 h 344042"/>
                  <a:gd name="connsiteX6" fmla="*/ 1619 w 584644"/>
                  <a:gd name="connsiteY6" fmla="*/ 336614 h 344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4644" h="344042">
                    <a:moveTo>
                      <a:pt x="1619" y="336614"/>
                    </a:moveTo>
                    <a:lnTo>
                      <a:pt x="667" y="340328"/>
                    </a:lnTo>
                    <a:lnTo>
                      <a:pt x="0" y="344043"/>
                    </a:lnTo>
                    <a:lnTo>
                      <a:pt x="583025" y="7430"/>
                    </a:lnTo>
                    <a:lnTo>
                      <a:pt x="583597" y="3715"/>
                    </a:lnTo>
                    <a:lnTo>
                      <a:pt x="584645" y="0"/>
                    </a:lnTo>
                    <a:lnTo>
                      <a:pt x="1619" y="336614"/>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7" name="Freeform: Shape 1626">
                <a:extLst>
                  <a:ext uri="{FF2B5EF4-FFF2-40B4-BE49-F238E27FC236}">
                    <a16:creationId xmlns:a16="http://schemas.microsoft.com/office/drawing/2014/main" id="{609E44CB-FB25-91A1-B6B5-D899DC3684C6}"/>
                  </a:ext>
                </a:extLst>
              </p:cNvPr>
              <p:cNvSpPr/>
              <p:nvPr/>
            </p:nvSpPr>
            <p:spPr>
              <a:xfrm>
                <a:off x="-1164190" y="5737292"/>
                <a:ext cx="332473" cy="307466"/>
              </a:xfrm>
              <a:custGeom>
                <a:avLst/>
                <a:gdLst>
                  <a:gd name="connsiteX0" fmla="*/ 2813 w 332473"/>
                  <a:gd name="connsiteY0" fmla="*/ 13621 h 307466"/>
                  <a:gd name="connsiteX1" fmla="*/ 337 w 332473"/>
                  <a:gd name="connsiteY1" fmla="*/ 3715 h 307466"/>
                  <a:gd name="connsiteX2" fmla="*/ 1385 w 332473"/>
                  <a:gd name="connsiteY2" fmla="*/ 0 h 307466"/>
                  <a:gd name="connsiteX3" fmla="*/ 1385 w 332473"/>
                  <a:gd name="connsiteY3" fmla="*/ 0 h 307466"/>
                  <a:gd name="connsiteX4" fmla="*/ 6052 w 332473"/>
                  <a:gd name="connsiteY4" fmla="*/ 12287 h 307466"/>
                  <a:gd name="connsiteX5" fmla="*/ 332474 w 332473"/>
                  <a:gd name="connsiteY5" fmla="*/ 303752 h 307466"/>
                  <a:gd name="connsiteX6" fmla="*/ 331521 w 332473"/>
                  <a:gd name="connsiteY6" fmla="*/ 307467 h 307466"/>
                  <a:gd name="connsiteX7" fmla="*/ 239605 w 332473"/>
                  <a:gd name="connsiteY7" fmla="*/ 225362 h 307466"/>
                  <a:gd name="connsiteX8" fmla="*/ 221888 w 332473"/>
                  <a:gd name="connsiteY8" fmla="*/ 209550 h 307466"/>
                  <a:gd name="connsiteX9" fmla="*/ 186265 w 332473"/>
                  <a:gd name="connsiteY9" fmla="*/ 177737 h 307466"/>
                  <a:gd name="connsiteX10" fmla="*/ 124638 w 332473"/>
                  <a:gd name="connsiteY10" fmla="*/ 122682 h 307466"/>
                  <a:gd name="connsiteX11" fmla="*/ 5099 w 332473"/>
                  <a:gd name="connsiteY11" fmla="*/ 15907 h 307466"/>
                  <a:gd name="connsiteX12" fmla="*/ 2909 w 332473"/>
                  <a:gd name="connsiteY12" fmla="*/ 13525 h 30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473" h="307466">
                    <a:moveTo>
                      <a:pt x="2813" y="13621"/>
                    </a:moveTo>
                    <a:cubicBezTo>
                      <a:pt x="242" y="10382"/>
                      <a:pt x="-520" y="6858"/>
                      <a:pt x="337" y="3715"/>
                    </a:cubicBezTo>
                    <a:cubicBezTo>
                      <a:pt x="718" y="2476"/>
                      <a:pt x="1004" y="1238"/>
                      <a:pt x="1385" y="0"/>
                    </a:cubicBezTo>
                    <a:lnTo>
                      <a:pt x="1385" y="0"/>
                    </a:lnTo>
                    <a:cubicBezTo>
                      <a:pt x="242" y="3905"/>
                      <a:pt x="1766" y="8477"/>
                      <a:pt x="6052" y="12287"/>
                    </a:cubicBezTo>
                    <a:cubicBezTo>
                      <a:pt x="114827" y="109442"/>
                      <a:pt x="223698" y="206597"/>
                      <a:pt x="332474" y="303752"/>
                    </a:cubicBezTo>
                    <a:lnTo>
                      <a:pt x="331521" y="307467"/>
                    </a:lnTo>
                    <a:cubicBezTo>
                      <a:pt x="300851" y="280035"/>
                      <a:pt x="270180" y="252794"/>
                      <a:pt x="239605" y="225362"/>
                    </a:cubicBezTo>
                    <a:cubicBezTo>
                      <a:pt x="233699" y="220123"/>
                      <a:pt x="227794" y="214789"/>
                      <a:pt x="221888" y="209550"/>
                    </a:cubicBezTo>
                    <a:cubicBezTo>
                      <a:pt x="209982" y="198977"/>
                      <a:pt x="198171" y="188309"/>
                      <a:pt x="186265" y="177737"/>
                    </a:cubicBezTo>
                    <a:cubicBezTo>
                      <a:pt x="165691" y="159353"/>
                      <a:pt x="145117" y="141065"/>
                      <a:pt x="124638" y="122682"/>
                    </a:cubicBezTo>
                    <a:cubicBezTo>
                      <a:pt x="84824" y="87058"/>
                      <a:pt x="44914" y="51530"/>
                      <a:pt x="5099" y="15907"/>
                    </a:cubicBezTo>
                    <a:cubicBezTo>
                      <a:pt x="4242" y="15145"/>
                      <a:pt x="3575" y="14383"/>
                      <a:pt x="2909" y="13525"/>
                    </a:cubicBez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8" name="Freeform: Shape 1627">
                <a:extLst>
                  <a:ext uri="{FF2B5EF4-FFF2-40B4-BE49-F238E27FC236}">
                    <a16:creationId xmlns:a16="http://schemas.microsoft.com/office/drawing/2014/main" id="{EFD37708-4AF6-D672-71FF-E32D5178BE19}"/>
                  </a:ext>
                </a:extLst>
              </p:cNvPr>
              <p:cNvSpPr/>
              <p:nvPr/>
            </p:nvSpPr>
            <p:spPr>
              <a:xfrm>
                <a:off x="-1225194" y="5740339"/>
                <a:ext cx="392429" cy="308133"/>
              </a:xfrm>
              <a:custGeom>
                <a:avLst/>
                <a:gdLst>
                  <a:gd name="connsiteX0" fmla="*/ 258127 w 392429"/>
                  <a:gd name="connsiteY0" fmla="*/ 204311 h 308133"/>
                  <a:gd name="connsiteX1" fmla="*/ 0 w 392429"/>
                  <a:gd name="connsiteY1" fmla="*/ 3810 h 308133"/>
                  <a:gd name="connsiteX2" fmla="*/ 667 w 392429"/>
                  <a:gd name="connsiteY2" fmla="*/ 0 h 308133"/>
                  <a:gd name="connsiteX3" fmla="*/ 392430 w 392429"/>
                  <a:gd name="connsiteY3" fmla="*/ 304419 h 308133"/>
                  <a:gd name="connsiteX4" fmla="*/ 391763 w 392429"/>
                  <a:gd name="connsiteY4" fmla="*/ 308134 h 308133"/>
                  <a:gd name="connsiteX5" fmla="*/ 263652 w 392429"/>
                  <a:gd name="connsiteY5" fmla="*/ 208598 h 308133"/>
                  <a:gd name="connsiteX6" fmla="*/ 263271 w 392429"/>
                  <a:gd name="connsiteY6" fmla="*/ 208217 h 308133"/>
                  <a:gd name="connsiteX7" fmla="*/ 260794 w 392429"/>
                  <a:gd name="connsiteY7" fmla="*/ 206407 h 308133"/>
                  <a:gd name="connsiteX8" fmla="*/ 258127 w 392429"/>
                  <a:gd name="connsiteY8" fmla="*/ 204311 h 30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429" h="308133">
                    <a:moveTo>
                      <a:pt x="258127" y="204311"/>
                    </a:moveTo>
                    <a:lnTo>
                      <a:pt x="0" y="3810"/>
                    </a:lnTo>
                    <a:lnTo>
                      <a:pt x="667" y="0"/>
                    </a:lnTo>
                    <a:lnTo>
                      <a:pt x="392430" y="304419"/>
                    </a:lnTo>
                    <a:lnTo>
                      <a:pt x="391763" y="308134"/>
                    </a:lnTo>
                    <a:lnTo>
                      <a:pt x="263652" y="208598"/>
                    </a:lnTo>
                    <a:lnTo>
                      <a:pt x="263271" y="208217"/>
                    </a:lnTo>
                    <a:lnTo>
                      <a:pt x="260794" y="206407"/>
                    </a:lnTo>
                    <a:lnTo>
                      <a:pt x="258127" y="204311"/>
                    </a:lnTo>
                    <a:close/>
                  </a:path>
                </a:pathLst>
              </a:custGeom>
              <a:solidFill>
                <a:schemeClr val="accent1">
                  <a:lumMod val="20000"/>
                  <a:lumOff val="8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29" name="Freeform: Shape 1628">
                <a:extLst>
                  <a:ext uri="{FF2B5EF4-FFF2-40B4-BE49-F238E27FC236}">
                    <a16:creationId xmlns:a16="http://schemas.microsoft.com/office/drawing/2014/main" id="{4260EC7F-AD9C-5F40-BCF5-B23A0EC0EE56}"/>
                  </a:ext>
                </a:extLst>
              </p:cNvPr>
              <p:cNvSpPr/>
              <p:nvPr/>
            </p:nvSpPr>
            <p:spPr>
              <a:xfrm>
                <a:off x="-1197095" y="5578796"/>
                <a:ext cx="253016" cy="172116"/>
              </a:xfrm>
              <a:custGeom>
                <a:avLst/>
                <a:gdLst>
                  <a:gd name="connsiteX0" fmla="*/ 248031 w 253016"/>
                  <a:gd name="connsiteY0" fmla="*/ 16573 h 172116"/>
                  <a:gd name="connsiteX1" fmla="*/ 252984 w 253016"/>
                  <a:gd name="connsiteY1" fmla="*/ 26956 h 172116"/>
                  <a:gd name="connsiteX2" fmla="*/ 248603 w 253016"/>
                  <a:gd name="connsiteY2" fmla="*/ 31432 h 172116"/>
                  <a:gd name="connsiteX3" fmla="*/ 39433 w 253016"/>
                  <a:gd name="connsiteY3" fmla="*/ 152210 h 172116"/>
                  <a:gd name="connsiteX4" fmla="*/ 34385 w 253016"/>
                  <a:gd name="connsiteY4" fmla="*/ 158496 h 172116"/>
                  <a:gd name="connsiteX5" fmla="*/ 34385 w 253016"/>
                  <a:gd name="connsiteY5" fmla="*/ 158496 h 172116"/>
                  <a:gd name="connsiteX6" fmla="*/ 33338 w 253016"/>
                  <a:gd name="connsiteY6" fmla="*/ 162211 h 172116"/>
                  <a:gd name="connsiteX7" fmla="*/ 35814 w 253016"/>
                  <a:gd name="connsiteY7" fmla="*/ 172117 h 172116"/>
                  <a:gd name="connsiteX8" fmla="*/ 3524 w 253016"/>
                  <a:gd name="connsiteY8" fmla="*/ 144304 h 172116"/>
                  <a:gd name="connsiteX9" fmla="*/ 0 w 253016"/>
                  <a:gd name="connsiteY9" fmla="*/ 141256 h 172116"/>
                  <a:gd name="connsiteX10" fmla="*/ 1048 w 253016"/>
                  <a:gd name="connsiteY10" fmla="*/ 140589 h 172116"/>
                  <a:gd name="connsiteX11" fmla="*/ 1048 w 253016"/>
                  <a:gd name="connsiteY11" fmla="*/ 140589 h 172116"/>
                  <a:gd name="connsiteX12" fmla="*/ 185071 w 253016"/>
                  <a:gd name="connsiteY12" fmla="*/ 34290 h 172116"/>
                  <a:gd name="connsiteX13" fmla="*/ 201835 w 253016"/>
                  <a:gd name="connsiteY13" fmla="*/ 24670 h 172116"/>
                  <a:gd name="connsiteX14" fmla="*/ 244507 w 253016"/>
                  <a:gd name="connsiteY14" fmla="*/ 0 h 172116"/>
                  <a:gd name="connsiteX15" fmla="*/ 244507 w 253016"/>
                  <a:gd name="connsiteY15" fmla="*/ 0 h 172116"/>
                  <a:gd name="connsiteX16" fmla="*/ 244316 w 253016"/>
                  <a:gd name="connsiteY16" fmla="*/ 667 h 172116"/>
                  <a:gd name="connsiteX17" fmla="*/ 244316 w 253016"/>
                  <a:gd name="connsiteY17" fmla="*/ 667 h 172116"/>
                  <a:gd name="connsiteX18" fmla="*/ 243364 w 253016"/>
                  <a:gd name="connsiteY18" fmla="*/ 4381 h 172116"/>
                  <a:gd name="connsiteX19" fmla="*/ 248031 w 253016"/>
                  <a:gd name="connsiteY19" fmla="*/ 16669 h 17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3016" h="172116">
                    <a:moveTo>
                      <a:pt x="248031" y="16573"/>
                    </a:moveTo>
                    <a:cubicBezTo>
                      <a:pt x="251651" y="19717"/>
                      <a:pt x="253270" y="23527"/>
                      <a:pt x="252984" y="26956"/>
                    </a:cubicBezTo>
                    <a:cubicBezTo>
                      <a:pt x="252127" y="28765"/>
                      <a:pt x="250603" y="30194"/>
                      <a:pt x="248603" y="31432"/>
                    </a:cubicBezTo>
                    <a:cubicBezTo>
                      <a:pt x="178879" y="71723"/>
                      <a:pt x="109156" y="112014"/>
                      <a:pt x="39433" y="152210"/>
                    </a:cubicBezTo>
                    <a:cubicBezTo>
                      <a:pt x="36671" y="153734"/>
                      <a:pt x="34957" y="156020"/>
                      <a:pt x="34385" y="158496"/>
                    </a:cubicBezTo>
                    <a:lnTo>
                      <a:pt x="34385" y="158496"/>
                    </a:lnTo>
                    <a:cubicBezTo>
                      <a:pt x="34004" y="159734"/>
                      <a:pt x="33718" y="160972"/>
                      <a:pt x="33338" y="162211"/>
                    </a:cubicBezTo>
                    <a:cubicBezTo>
                      <a:pt x="32480" y="165354"/>
                      <a:pt x="33338" y="168878"/>
                      <a:pt x="35814" y="172117"/>
                    </a:cubicBezTo>
                    <a:lnTo>
                      <a:pt x="3524" y="144304"/>
                    </a:lnTo>
                    <a:lnTo>
                      <a:pt x="0" y="141256"/>
                    </a:lnTo>
                    <a:lnTo>
                      <a:pt x="1048" y="140589"/>
                    </a:lnTo>
                    <a:lnTo>
                      <a:pt x="1048" y="140589"/>
                    </a:lnTo>
                    <a:lnTo>
                      <a:pt x="185071" y="34290"/>
                    </a:lnTo>
                    <a:lnTo>
                      <a:pt x="201835" y="24670"/>
                    </a:lnTo>
                    <a:lnTo>
                      <a:pt x="244507" y="0"/>
                    </a:lnTo>
                    <a:lnTo>
                      <a:pt x="244507" y="0"/>
                    </a:lnTo>
                    <a:cubicBezTo>
                      <a:pt x="244507" y="0"/>
                      <a:pt x="244316" y="381"/>
                      <a:pt x="244316" y="667"/>
                    </a:cubicBezTo>
                    <a:lnTo>
                      <a:pt x="244316" y="667"/>
                    </a:lnTo>
                    <a:cubicBezTo>
                      <a:pt x="244030" y="1905"/>
                      <a:pt x="243649" y="3143"/>
                      <a:pt x="243364" y="4381"/>
                    </a:cubicBezTo>
                    <a:cubicBezTo>
                      <a:pt x="242316" y="8287"/>
                      <a:pt x="243840" y="12859"/>
                      <a:pt x="248031" y="16669"/>
                    </a:cubicBezTo>
                    <a:close/>
                  </a:path>
                </a:pathLst>
              </a:custGeom>
              <a:solidFill>
                <a:srgbClr val="FCFCFC"/>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30" name="Freeform: Shape 1629">
                <a:extLst>
                  <a:ext uri="{FF2B5EF4-FFF2-40B4-BE49-F238E27FC236}">
                    <a16:creationId xmlns:a16="http://schemas.microsoft.com/office/drawing/2014/main" id="{CFDB53EA-0195-3BF4-E3BE-41B0C4093783}"/>
                  </a:ext>
                </a:extLst>
              </p:cNvPr>
              <p:cNvSpPr/>
              <p:nvPr/>
            </p:nvSpPr>
            <p:spPr>
              <a:xfrm>
                <a:off x="-1213478" y="5599560"/>
                <a:ext cx="201453" cy="119824"/>
              </a:xfrm>
              <a:custGeom>
                <a:avLst/>
                <a:gdLst>
                  <a:gd name="connsiteX0" fmla="*/ 201454 w 201453"/>
                  <a:gd name="connsiteY0" fmla="*/ 13621 h 119824"/>
                  <a:gd name="connsiteX1" fmla="*/ 17431 w 201453"/>
                  <a:gd name="connsiteY1" fmla="*/ 119824 h 119824"/>
                  <a:gd name="connsiteX2" fmla="*/ 17335 w 201453"/>
                  <a:gd name="connsiteY2" fmla="*/ 119824 h 119824"/>
                  <a:gd name="connsiteX3" fmla="*/ 0 w 201453"/>
                  <a:gd name="connsiteY3" fmla="*/ 106299 h 119824"/>
                  <a:gd name="connsiteX4" fmla="*/ 184118 w 201453"/>
                  <a:gd name="connsiteY4" fmla="*/ 0 h 119824"/>
                  <a:gd name="connsiteX5" fmla="*/ 201454 w 201453"/>
                  <a:gd name="connsiteY5" fmla="*/ 13621 h 11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453" h="119824">
                    <a:moveTo>
                      <a:pt x="201454" y="13621"/>
                    </a:moveTo>
                    <a:lnTo>
                      <a:pt x="17431" y="119824"/>
                    </a:lnTo>
                    <a:lnTo>
                      <a:pt x="17335" y="119824"/>
                    </a:lnTo>
                    <a:lnTo>
                      <a:pt x="0" y="106299"/>
                    </a:lnTo>
                    <a:lnTo>
                      <a:pt x="184118" y="0"/>
                    </a:lnTo>
                    <a:lnTo>
                      <a:pt x="201454" y="13621"/>
                    </a:lnTo>
                    <a:close/>
                  </a:path>
                </a:pathLst>
              </a:custGeom>
              <a:solidFill>
                <a:srgbClr val="7F7F7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631" name="Graphic 281">
                <a:extLst>
                  <a:ext uri="{FF2B5EF4-FFF2-40B4-BE49-F238E27FC236}">
                    <a16:creationId xmlns:a16="http://schemas.microsoft.com/office/drawing/2014/main" id="{3B29E237-D144-5A0E-C9C1-4F4A8485AAC8}"/>
                  </a:ext>
                </a:extLst>
              </p:cNvPr>
              <p:cNvGrpSpPr/>
              <p:nvPr/>
            </p:nvGrpSpPr>
            <p:grpSpPr>
              <a:xfrm>
                <a:off x="-1689252" y="5723099"/>
                <a:ext cx="857440" cy="325373"/>
                <a:chOff x="-1689252" y="5723099"/>
                <a:chExt cx="857440" cy="325373"/>
              </a:xfrm>
              <a:solidFill>
                <a:schemeClr val="accent1">
                  <a:lumMod val="40000"/>
                  <a:lumOff val="60000"/>
                </a:schemeClr>
              </a:solidFill>
            </p:grpSpPr>
            <p:sp>
              <p:nvSpPr>
                <p:cNvPr id="1633" name="Freeform: Shape 1632">
                  <a:extLst>
                    <a:ext uri="{FF2B5EF4-FFF2-40B4-BE49-F238E27FC236}">
                      <a16:creationId xmlns:a16="http://schemas.microsoft.com/office/drawing/2014/main" id="{FD2CBFE0-B321-9C5B-4095-133A9AF97F5B}"/>
                    </a:ext>
                  </a:extLst>
                </p:cNvPr>
                <p:cNvSpPr/>
                <p:nvPr/>
              </p:nvSpPr>
              <p:spPr>
                <a:xfrm>
                  <a:off x="-1473320" y="5723099"/>
                  <a:ext cx="641508" cy="325373"/>
                </a:xfrm>
                <a:custGeom>
                  <a:avLst/>
                  <a:gdLst>
                    <a:gd name="connsiteX0" fmla="*/ 279654 w 641508"/>
                    <a:gd name="connsiteY0" fmla="*/ 0 h 325373"/>
                    <a:gd name="connsiteX1" fmla="*/ 259080 w 641508"/>
                    <a:gd name="connsiteY1" fmla="*/ 13716 h 325373"/>
                    <a:gd name="connsiteX2" fmla="*/ 281750 w 641508"/>
                    <a:gd name="connsiteY2" fmla="*/ 33433 h 325373"/>
                    <a:gd name="connsiteX3" fmla="*/ 279845 w 641508"/>
                    <a:gd name="connsiteY3" fmla="*/ 55055 h 325373"/>
                    <a:gd name="connsiteX4" fmla="*/ 501396 w 641508"/>
                    <a:gd name="connsiteY4" fmla="*/ 224314 h 325373"/>
                    <a:gd name="connsiteX5" fmla="*/ 391001 w 641508"/>
                    <a:gd name="connsiteY5" fmla="*/ 288131 h 325373"/>
                    <a:gd name="connsiteX6" fmla="*/ 22765 w 641508"/>
                    <a:gd name="connsiteY6" fmla="*/ 8477 h 325373"/>
                    <a:gd name="connsiteX7" fmla="*/ 0 w 641508"/>
                    <a:gd name="connsiteY7" fmla="*/ 21812 h 325373"/>
                    <a:gd name="connsiteX8" fmla="*/ 22479 w 641508"/>
                    <a:gd name="connsiteY8" fmla="*/ 38291 h 325373"/>
                    <a:gd name="connsiteX9" fmla="*/ 22765 w 641508"/>
                    <a:gd name="connsiteY9" fmla="*/ 55055 h 325373"/>
                    <a:gd name="connsiteX10" fmla="*/ 268605 w 641508"/>
                    <a:gd name="connsiteY10" fmla="*/ 216694 h 325373"/>
                    <a:gd name="connsiteX11" fmla="*/ 272034 w 641508"/>
                    <a:gd name="connsiteY11" fmla="*/ 231648 h 325373"/>
                    <a:gd name="connsiteX12" fmla="*/ 390049 w 641508"/>
                    <a:gd name="connsiteY12" fmla="*/ 296037 h 325373"/>
                    <a:gd name="connsiteX13" fmla="*/ 501682 w 641508"/>
                    <a:gd name="connsiteY13" fmla="*/ 231934 h 325373"/>
                    <a:gd name="connsiteX14" fmla="*/ 639890 w 641508"/>
                    <a:gd name="connsiteY14" fmla="*/ 325374 h 325373"/>
                    <a:gd name="connsiteX15" fmla="*/ 641509 w 641508"/>
                    <a:gd name="connsiteY15" fmla="*/ 317945 h 325373"/>
                    <a:gd name="connsiteX16" fmla="*/ 279654 w 641508"/>
                    <a:gd name="connsiteY16" fmla="*/ 0 h 32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1508" h="325373">
                      <a:moveTo>
                        <a:pt x="279654" y="0"/>
                      </a:moveTo>
                      <a:lnTo>
                        <a:pt x="259080" y="13716"/>
                      </a:lnTo>
                      <a:lnTo>
                        <a:pt x="281750" y="33433"/>
                      </a:lnTo>
                      <a:lnTo>
                        <a:pt x="279845" y="55055"/>
                      </a:lnTo>
                      <a:lnTo>
                        <a:pt x="501396" y="224314"/>
                      </a:lnTo>
                      <a:lnTo>
                        <a:pt x="391001" y="288131"/>
                      </a:lnTo>
                      <a:lnTo>
                        <a:pt x="22765" y="8477"/>
                      </a:lnTo>
                      <a:lnTo>
                        <a:pt x="0" y="21812"/>
                      </a:lnTo>
                      <a:lnTo>
                        <a:pt x="22479" y="38291"/>
                      </a:lnTo>
                      <a:lnTo>
                        <a:pt x="22765" y="55055"/>
                      </a:lnTo>
                      <a:lnTo>
                        <a:pt x="268605" y="216694"/>
                      </a:lnTo>
                      <a:lnTo>
                        <a:pt x="272034" y="231648"/>
                      </a:lnTo>
                      <a:lnTo>
                        <a:pt x="390049" y="296037"/>
                      </a:lnTo>
                      <a:lnTo>
                        <a:pt x="501682" y="231934"/>
                      </a:lnTo>
                      <a:lnTo>
                        <a:pt x="639890" y="325374"/>
                      </a:lnTo>
                      <a:lnTo>
                        <a:pt x="641509" y="317945"/>
                      </a:lnTo>
                      <a:lnTo>
                        <a:pt x="279654" y="0"/>
                      </a:lnTo>
                      <a:close/>
                    </a:path>
                  </a:pathLst>
                </a:custGeom>
                <a:solidFill>
                  <a:srgbClr val="142E5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34" name="Freeform: Shape 1633">
                  <a:extLst>
                    <a:ext uri="{FF2B5EF4-FFF2-40B4-BE49-F238E27FC236}">
                      <a16:creationId xmlns:a16="http://schemas.microsoft.com/office/drawing/2014/main" id="{D23B1B57-C16A-1579-9D23-27F77144112A}"/>
                    </a:ext>
                  </a:extLst>
                </p:cNvPr>
                <p:cNvSpPr/>
                <p:nvPr/>
              </p:nvSpPr>
              <p:spPr>
                <a:xfrm>
                  <a:off x="-1689252" y="5761199"/>
                  <a:ext cx="489394" cy="247554"/>
                </a:xfrm>
                <a:custGeom>
                  <a:avLst/>
                  <a:gdLst>
                    <a:gd name="connsiteX0" fmla="*/ 394621 w 489394"/>
                    <a:gd name="connsiteY0" fmla="*/ 239078 h 247554"/>
                    <a:gd name="connsiteX1" fmla="*/ 24098 w 489394"/>
                    <a:gd name="connsiteY1" fmla="*/ 0 h 247554"/>
                    <a:gd name="connsiteX2" fmla="*/ 0 w 489394"/>
                    <a:gd name="connsiteY2" fmla="*/ 14478 h 247554"/>
                    <a:gd name="connsiteX3" fmla="*/ 25718 w 489394"/>
                    <a:gd name="connsiteY3" fmla="*/ 30004 h 247554"/>
                    <a:gd name="connsiteX4" fmla="*/ 33909 w 489394"/>
                    <a:gd name="connsiteY4" fmla="*/ 51245 h 247554"/>
                    <a:gd name="connsiteX5" fmla="*/ 393954 w 489394"/>
                    <a:gd name="connsiteY5" fmla="*/ 247555 h 247554"/>
                    <a:gd name="connsiteX6" fmla="*/ 489395 w 489394"/>
                    <a:gd name="connsiteY6" fmla="*/ 192691 h 247554"/>
                    <a:gd name="connsiteX7" fmla="*/ 486251 w 489394"/>
                    <a:gd name="connsiteY7" fmla="*/ 186119 h 247554"/>
                    <a:gd name="connsiteX8" fmla="*/ 394621 w 489394"/>
                    <a:gd name="connsiteY8" fmla="*/ 239078 h 24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94" h="247554">
                      <a:moveTo>
                        <a:pt x="394621" y="239078"/>
                      </a:moveTo>
                      <a:lnTo>
                        <a:pt x="24098" y="0"/>
                      </a:lnTo>
                      <a:lnTo>
                        <a:pt x="0" y="14478"/>
                      </a:lnTo>
                      <a:lnTo>
                        <a:pt x="25718" y="30004"/>
                      </a:lnTo>
                      <a:lnTo>
                        <a:pt x="33909" y="51245"/>
                      </a:lnTo>
                      <a:lnTo>
                        <a:pt x="393954" y="247555"/>
                      </a:lnTo>
                      <a:lnTo>
                        <a:pt x="489395" y="192691"/>
                      </a:lnTo>
                      <a:lnTo>
                        <a:pt x="486251" y="186119"/>
                      </a:lnTo>
                      <a:lnTo>
                        <a:pt x="394621" y="239078"/>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632" name="Freeform: Shape 1631">
                <a:extLst>
                  <a:ext uri="{FF2B5EF4-FFF2-40B4-BE49-F238E27FC236}">
                    <a16:creationId xmlns:a16="http://schemas.microsoft.com/office/drawing/2014/main" id="{97D621D4-1CEF-B13A-7F6F-5918E3992E97}"/>
                  </a:ext>
                </a:extLst>
              </p:cNvPr>
              <p:cNvSpPr/>
              <p:nvPr/>
            </p:nvSpPr>
            <p:spPr>
              <a:xfrm>
                <a:off x="-1081215" y="5946517"/>
                <a:ext cx="108948" cy="64618"/>
              </a:xfrm>
              <a:custGeom>
                <a:avLst/>
                <a:gdLst>
                  <a:gd name="connsiteX0" fmla="*/ 992 w 108948"/>
                  <a:gd name="connsiteY0" fmla="*/ 64523 h 64618"/>
                  <a:gd name="connsiteX1" fmla="*/ 134 w 108948"/>
                  <a:gd name="connsiteY1" fmla="*/ 64047 h 64618"/>
                  <a:gd name="connsiteX2" fmla="*/ 515 w 108948"/>
                  <a:gd name="connsiteY2" fmla="*/ 62618 h 64618"/>
                  <a:gd name="connsiteX3" fmla="*/ 107386 w 108948"/>
                  <a:gd name="connsiteY3" fmla="*/ 134 h 64618"/>
                  <a:gd name="connsiteX4" fmla="*/ 108815 w 108948"/>
                  <a:gd name="connsiteY4" fmla="*/ 515 h 64618"/>
                  <a:gd name="connsiteX5" fmla="*/ 108434 w 108948"/>
                  <a:gd name="connsiteY5" fmla="*/ 1944 h 64618"/>
                  <a:gd name="connsiteX6" fmla="*/ 1563 w 108948"/>
                  <a:gd name="connsiteY6" fmla="*/ 64428 h 64618"/>
                  <a:gd name="connsiteX7" fmla="*/ 992 w 108948"/>
                  <a:gd name="connsiteY7" fmla="*/ 64619 h 6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48" h="64618">
                    <a:moveTo>
                      <a:pt x="992" y="64523"/>
                    </a:moveTo>
                    <a:cubicBezTo>
                      <a:pt x="992" y="64523"/>
                      <a:pt x="325" y="64333"/>
                      <a:pt x="134" y="64047"/>
                    </a:cubicBezTo>
                    <a:cubicBezTo>
                      <a:pt x="-151" y="63571"/>
                      <a:pt x="39" y="62904"/>
                      <a:pt x="515" y="62618"/>
                    </a:cubicBezTo>
                    <a:lnTo>
                      <a:pt x="107386" y="134"/>
                    </a:lnTo>
                    <a:cubicBezTo>
                      <a:pt x="107862" y="-151"/>
                      <a:pt x="108529" y="39"/>
                      <a:pt x="108815" y="515"/>
                    </a:cubicBezTo>
                    <a:cubicBezTo>
                      <a:pt x="109100" y="992"/>
                      <a:pt x="108910" y="1658"/>
                      <a:pt x="108434" y="1944"/>
                    </a:cubicBezTo>
                    <a:lnTo>
                      <a:pt x="1563" y="64428"/>
                    </a:lnTo>
                    <a:cubicBezTo>
                      <a:pt x="1563" y="64428"/>
                      <a:pt x="1182" y="64619"/>
                      <a:pt x="992" y="64619"/>
                    </a:cubicBezTo>
                    <a:close/>
                  </a:path>
                </a:pathLst>
              </a:custGeom>
              <a:solidFill>
                <a:srgbClr val="FFE27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1637" name="Freeform: Shape 1636">
            <a:extLst>
              <a:ext uri="{FF2B5EF4-FFF2-40B4-BE49-F238E27FC236}">
                <a16:creationId xmlns:a16="http://schemas.microsoft.com/office/drawing/2014/main" id="{D4599BC5-48BB-E720-FB50-FF00A2B264A5}"/>
              </a:ext>
              <a:ext uri="{C183D7F6-B498-43B3-948B-1728B52AA6E4}">
                <adec:decorative xmlns:adec="http://schemas.microsoft.com/office/drawing/2017/decorative" val="1"/>
              </a:ext>
            </a:extLst>
          </p:cNvPr>
          <p:cNvSpPr/>
          <p:nvPr/>
        </p:nvSpPr>
        <p:spPr>
          <a:xfrm rot="6344821" flipH="1">
            <a:off x="6183952" y="2194254"/>
            <a:ext cx="224499" cy="417887"/>
          </a:xfrm>
          <a:custGeom>
            <a:avLst/>
            <a:gdLst>
              <a:gd name="connsiteX0" fmla="*/ 229117 w 1274465"/>
              <a:gd name="connsiteY0" fmla="*/ 0 h 1747020"/>
              <a:gd name="connsiteX1" fmla="*/ 0 w 1274465"/>
              <a:gd name="connsiteY1" fmla="*/ 1747020 h 1747020"/>
              <a:gd name="connsiteX2" fmla="*/ 1274465 w 1274465"/>
              <a:gd name="connsiteY2" fmla="*/ 322196 h 1747020"/>
              <a:gd name="connsiteX3" fmla="*/ 229117 w 1274465"/>
              <a:gd name="connsiteY3" fmla="*/ 0 h 1747020"/>
            </a:gdLst>
            <a:ahLst/>
            <a:cxnLst>
              <a:cxn ang="0">
                <a:pos x="connsiteX0" y="connsiteY0"/>
              </a:cxn>
              <a:cxn ang="0">
                <a:pos x="connsiteX1" y="connsiteY1"/>
              </a:cxn>
              <a:cxn ang="0">
                <a:pos x="connsiteX2" y="connsiteY2"/>
              </a:cxn>
              <a:cxn ang="0">
                <a:pos x="connsiteX3" y="connsiteY3"/>
              </a:cxn>
            </a:cxnLst>
            <a:rect l="l" t="t" r="r" b="b"/>
            <a:pathLst>
              <a:path w="1274465" h="1747020">
                <a:moveTo>
                  <a:pt x="229117" y="0"/>
                </a:moveTo>
                <a:lnTo>
                  <a:pt x="0" y="1747020"/>
                </a:lnTo>
                <a:lnTo>
                  <a:pt x="1274465" y="322196"/>
                </a:lnTo>
                <a:lnTo>
                  <a:pt x="229117" y="0"/>
                </a:lnTo>
                <a:close/>
              </a:path>
            </a:pathLst>
          </a:custGeom>
          <a:gradFill>
            <a:gsLst>
              <a:gs pos="0">
                <a:srgbClr val="586A6C"/>
              </a:gs>
              <a:gs pos="89000">
                <a:srgbClr val="F9FAFA">
                  <a:alpha val="3922"/>
                </a:srgbClr>
              </a:gs>
              <a:gs pos="100000">
                <a:srgbClr val="FFFFFF">
                  <a:alpha val="0"/>
                </a:srgbClr>
              </a:gs>
            </a:gsLst>
            <a:lin ang="18900000" scaled="1"/>
          </a:gradFill>
          <a:ln w="71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769" name="Group 768">
            <a:extLst>
              <a:ext uri="{FF2B5EF4-FFF2-40B4-BE49-F238E27FC236}">
                <a16:creationId xmlns:a16="http://schemas.microsoft.com/office/drawing/2014/main" id="{E0050E5D-7087-84BF-CE6F-A5EDF1FB8D7B}"/>
              </a:ext>
              <a:ext uri="{C183D7F6-B498-43B3-948B-1728B52AA6E4}">
                <adec:decorative xmlns:adec="http://schemas.microsoft.com/office/drawing/2017/decorative" val="1"/>
              </a:ext>
            </a:extLst>
          </p:cNvPr>
          <p:cNvGrpSpPr/>
          <p:nvPr/>
        </p:nvGrpSpPr>
        <p:grpSpPr>
          <a:xfrm>
            <a:off x="6315732" y="2043137"/>
            <a:ext cx="414893" cy="491577"/>
            <a:chOff x="6315732" y="2043137"/>
            <a:chExt cx="414893" cy="491577"/>
          </a:xfrm>
        </p:grpSpPr>
        <p:grpSp>
          <p:nvGrpSpPr>
            <p:cNvPr id="1639" name="Group 1638">
              <a:extLst>
                <a:ext uri="{FF2B5EF4-FFF2-40B4-BE49-F238E27FC236}">
                  <a16:creationId xmlns:a16="http://schemas.microsoft.com/office/drawing/2014/main" id="{3C0F3B91-5172-9F90-71C5-F4D366F8E75B}"/>
                </a:ext>
              </a:extLst>
            </p:cNvPr>
            <p:cNvGrpSpPr/>
            <p:nvPr/>
          </p:nvGrpSpPr>
          <p:grpSpPr>
            <a:xfrm>
              <a:off x="6315732" y="2370428"/>
              <a:ext cx="414893" cy="164286"/>
              <a:chOff x="4704235" y="2248290"/>
              <a:chExt cx="1140313" cy="757517"/>
            </a:xfrm>
          </p:grpSpPr>
          <p:sp>
            <p:nvSpPr>
              <p:cNvPr id="1641" name="Oval 1640">
                <a:extLst>
                  <a:ext uri="{FF2B5EF4-FFF2-40B4-BE49-F238E27FC236}">
                    <a16:creationId xmlns:a16="http://schemas.microsoft.com/office/drawing/2014/main" id="{0E56F2AC-F1E9-F6B1-8DB3-4C1372656327}"/>
                  </a:ext>
                </a:extLst>
              </p:cNvPr>
              <p:cNvSpPr/>
              <p:nvPr/>
            </p:nvSpPr>
            <p:spPr>
              <a:xfrm>
                <a:off x="4704235" y="2279520"/>
                <a:ext cx="1140305" cy="726287"/>
              </a:xfrm>
              <a:prstGeom prst="ellipse">
                <a:avLst/>
              </a:prstGeom>
              <a:solidFill>
                <a:srgbClr val="4D4D4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42" name="Oval 1641">
                <a:extLst>
                  <a:ext uri="{FF2B5EF4-FFF2-40B4-BE49-F238E27FC236}">
                    <a16:creationId xmlns:a16="http://schemas.microsoft.com/office/drawing/2014/main" id="{5FB3A132-3A4A-31EC-E944-ED119099F413}"/>
                  </a:ext>
                </a:extLst>
              </p:cNvPr>
              <p:cNvSpPr/>
              <p:nvPr/>
            </p:nvSpPr>
            <p:spPr>
              <a:xfrm>
                <a:off x="4704243" y="2248290"/>
                <a:ext cx="1140305" cy="719080"/>
              </a:xfrm>
              <a:prstGeom prst="ellipse">
                <a:avLst/>
              </a:prstGeom>
              <a:solidFill>
                <a:srgbClr val="D5DCDD"/>
              </a:solidFill>
              <a:ln w="346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pic>
          <p:nvPicPr>
            <p:cNvPr id="1640" name="Graphic 1639">
              <a:extLst>
                <a:ext uri="{FF2B5EF4-FFF2-40B4-BE49-F238E27FC236}">
                  <a16:creationId xmlns:a16="http://schemas.microsoft.com/office/drawing/2014/main" id="{20FD8FC3-574E-5017-460A-C82B6E0F9D1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90455" y="2043137"/>
              <a:ext cx="216186" cy="460266"/>
            </a:xfrm>
            <a:prstGeom prst="rect">
              <a:avLst/>
            </a:prstGeom>
          </p:spPr>
        </p:pic>
      </p:grpSp>
      <p:cxnSp>
        <p:nvCxnSpPr>
          <p:cNvPr id="1643" name="Straight Arrow Connector 1642">
            <a:extLst>
              <a:ext uri="{FF2B5EF4-FFF2-40B4-BE49-F238E27FC236}">
                <a16:creationId xmlns:a16="http://schemas.microsoft.com/office/drawing/2014/main" id="{D0B2827A-D04F-3AF3-CC0E-575B033FC406}"/>
              </a:ext>
              <a:ext uri="{C183D7F6-B498-43B3-948B-1728B52AA6E4}">
                <adec:decorative xmlns:adec="http://schemas.microsoft.com/office/drawing/2017/decorative" val="1"/>
              </a:ext>
            </a:extLst>
          </p:cNvPr>
          <p:cNvCxnSpPr>
            <a:cxnSpLocks/>
            <a:endCxn id="833" idx="6"/>
          </p:cNvCxnSpPr>
          <p:nvPr/>
        </p:nvCxnSpPr>
        <p:spPr>
          <a:xfrm flipH="1">
            <a:off x="1246208" y="3441700"/>
            <a:ext cx="290492" cy="60053"/>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4" name="Straight Arrow Connector 1643">
            <a:extLst>
              <a:ext uri="{FF2B5EF4-FFF2-40B4-BE49-F238E27FC236}">
                <a16:creationId xmlns:a16="http://schemas.microsoft.com/office/drawing/2014/main" id="{5D1E6193-D63F-705D-277B-4B553353EB49}"/>
              </a:ext>
              <a:ext uri="{C183D7F6-B498-43B3-948B-1728B52AA6E4}">
                <adec:decorative xmlns:adec="http://schemas.microsoft.com/office/drawing/2017/decorative" val="1"/>
              </a:ext>
            </a:extLst>
          </p:cNvPr>
          <p:cNvCxnSpPr>
            <a:cxnSpLocks/>
            <a:endCxn id="958" idx="5"/>
          </p:cNvCxnSpPr>
          <p:nvPr/>
        </p:nvCxnSpPr>
        <p:spPr>
          <a:xfrm flipH="1" flipV="1">
            <a:off x="1195229" y="2417755"/>
            <a:ext cx="214471" cy="134945"/>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5" name="Straight Arrow Connector 1644">
            <a:extLst>
              <a:ext uri="{FF2B5EF4-FFF2-40B4-BE49-F238E27FC236}">
                <a16:creationId xmlns:a16="http://schemas.microsoft.com/office/drawing/2014/main" id="{F47D657A-25D2-38A0-A5F8-B8D23ADEB65C}"/>
              </a:ext>
              <a:ext uri="{C183D7F6-B498-43B3-948B-1728B52AA6E4}">
                <adec:decorative xmlns:adec="http://schemas.microsoft.com/office/drawing/2017/decorative" val="1"/>
              </a:ext>
            </a:extLst>
          </p:cNvPr>
          <p:cNvCxnSpPr>
            <a:cxnSpLocks/>
            <a:endCxn id="1379" idx="1"/>
          </p:cNvCxnSpPr>
          <p:nvPr/>
        </p:nvCxnSpPr>
        <p:spPr>
          <a:xfrm flipV="1">
            <a:off x="8204200" y="2381692"/>
            <a:ext cx="301960" cy="190058"/>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6" name="Straight Arrow Connector 1645">
            <a:extLst>
              <a:ext uri="{FF2B5EF4-FFF2-40B4-BE49-F238E27FC236}">
                <a16:creationId xmlns:a16="http://schemas.microsoft.com/office/drawing/2014/main" id="{666B9199-5B4A-B8DD-8FA9-2FFE11F2148D}"/>
              </a:ext>
              <a:ext uri="{C183D7F6-B498-43B3-948B-1728B52AA6E4}">
                <adec:decorative xmlns:adec="http://schemas.microsoft.com/office/drawing/2017/decorative" val="1"/>
              </a:ext>
            </a:extLst>
          </p:cNvPr>
          <p:cNvCxnSpPr>
            <a:cxnSpLocks/>
            <a:endCxn id="1381" idx="2"/>
          </p:cNvCxnSpPr>
          <p:nvPr/>
        </p:nvCxnSpPr>
        <p:spPr>
          <a:xfrm>
            <a:off x="8147050" y="3308201"/>
            <a:ext cx="222812" cy="248316"/>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7" name="Straight Arrow Connector 1646">
            <a:extLst>
              <a:ext uri="{FF2B5EF4-FFF2-40B4-BE49-F238E27FC236}">
                <a16:creationId xmlns:a16="http://schemas.microsoft.com/office/drawing/2014/main" id="{5C64DE2F-C745-FEC3-EE2D-90A7D3D29EFD}"/>
              </a:ext>
              <a:ext uri="{C183D7F6-B498-43B3-948B-1728B52AA6E4}">
                <adec:decorative xmlns:adec="http://schemas.microsoft.com/office/drawing/2017/decorative" val="1"/>
              </a:ext>
            </a:extLst>
          </p:cNvPr>
          <p:cNvCxnSpPr>
            <a:cxnSpLocks/>
            <a:endCxn id="1305" idx="7"/>
          </p:cNvCxnSpPr>
          <p:nvPr/>
        </p:nvCxnSpPr>
        <p:spPr>
          <a:xfrm flipH="1">
            <a:off x="1708013" y="3981450"/>
            <a:ext cx="641487" cy="600490"/>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8" name="Straight Arrow Connector 1647">
            <a:extLst>
              <a:ext uri="{FF2B5EF4-FFF2-40B4-BE49-F238E27FC236}">
                <a16:creationId xmlns:a16="http://schemas.microsoft.com/office/drawing/2014/main" id="{059104C5-E4ED-6B2C-E212-2C013B0E2A6D}"/>
              </a:ext>
              <a:ext uri="{C183D7F6-B498-43B3-948B-1728B52AA6E4}">
                <adec:decorative xmlns:adec="http://schemas.microsoft.com/office/drawing/2017/decorative" val="1"/>
              </a:ext>
            </a:extLst>
          </p:cNvPr>
          <p:cNvCxnSpPr>
            <a:cxnSpLocks/>
          </p:cNvCxnSpPr>
          <p:nvPr/>
        </p:nvCxnSpPr>
        <p:spPr>
          <a:xfrm flipH="1">
            <a:off x="3060542" y="4312658"/>
            <a:ext cx="119479" cy="337097"/>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49" name="Straight Arrow Connector 1648">
            <a:extLst>
              <a:ext uri="{FF2B5EF4-FFF2-40B4-BE49-F238E27FC236}">
                <a16:creationId xmlns:a16="http://schemas.microsoft.com/office/drawing/2014/main" id="{77D4CFCC-18A6-05DB-D947-7A9B1DDC5610}"/>
              </a:ext>
              <a:ext uri="{C183D7F6-B498-43B3-948B-1728B52AA6E4}">
                <adec:decorative xmlns:adec="http://schemas.microsoft.com/office/drawing/2017/decorative" val="1"/>
              </a:ext>
            </a:extLst>
          </p:cNvPr>
          <p:cNvCxnSpPr>
            <a:cxnSpLocks/>
          </p:cNvCxnSpPr>
          <p:nvPr/>
        </p:nvCxnSpPr>
        <p:spPr>
          <a:xfrm>
            <a:off x="5895924" y="4361926"/>
            <a:ext cx="132994" cy="310989"/>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50" name="Oval 1649">
            <a:extLst>
              <a:ext uri="{FF2B5EF4-FFF2-40B4-BE49-F238E27FC236}">
                <a16:creationId xmlns:a16="http://schemas.microsoft.com/office/drawing/2014/main" id="{A3F076C7-B9FD-73EB-4C3C-873BE8BDF849}"/>
              </a:ext>
              <a:ext uri="{C183D7F6-B498-43B3-948B-1728B52AA6E4}">
                <adec:decorative xmlns:adec="http://schemas.microsoft.com/office/drawing/2017/decorative" val="1"/>
              </a:ext>
            </a:extLst>
          </p:cNvPr>
          <p:cNvSpPr>
            <a:spLocks/>
          </p:cNvSpPr>
          <p:nvPr/>
        </p:nvSpPr>
        <p:spPr>
          <a:xfrm>
            <a:off x="8435279" y="378445"/>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51" name="TextBox 1650">
            <a:extLst>
              <a:ext uri="{FF2B5EF4-FFF2-40B4-BE49-F238E27FC236}">
                <a16:creationId xmlns:a16="http://schemas.microsoft.com/office/drawing/2014/main" id="{D089AA75-0977-751B-8B8B-B0DAAE7626EF}"/>
              </a:ext>
            </a:extLst>
          </p:cNvPr>
          <p:cNvSpPr txBox="1"/>
          <p:nvPr/>
        </p:nvSpPr>
        <p:spPr>
          <a:xfrm>
            <a:off x="8203127" y="750263"/>
            <a:ext cx="184346"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HIE</a:t>
            </a:r>
          </a:p>
        </p:txBody>
      </p:sp>
      <p:cxnSp>
        <p:nvCxnSpPr>
          <p:cNvPr id="1652" name="Straight Arrow Connector 1651">
            <a:extLst>
              <a:ext uri="{FF2B5EF4-FFF2-40B4-BE49-F238E27FC236}">
                <a16:creationId xmlns:a16="http://schemas.microsoft.com/office/drawing/2014/main" id="{E73F2B3D-9688-50C4-53E2-101AE94FA260}"/>
              </a:ext>
              <a:ext uri="{C183D7F6-B498-43B3-948B-1728B52AA6E4}">
                <adec:decorative xmlns:adec="http://schemas.microsoft.com/office/drawing/2017/decorative" val="1"/>
              </a:ext>
            </a:extLst>
          </p:cNvPr>
          <p:cNvCxnSpPr>
            <a:cxnSpLocks/>
          </p:cNvCxnSpPr>
          <p:nvPr/>
        </p:nvCxnSpPr>
        <p:spPr>
          <a:xfrm flipH="1">
            <a:off x="6975426" y="1447725"/>
            <a:ext cx="122816" cy="309112"/>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53" name="TextBox 1652">
            <a:extLst>
              <a:ext uri="{FF2B5EF4-FFF2-40B4-BE49-F238E27FC236}">
                <a16:creationId xmlns:a16="http://schemas.microsoft.com/office/drawing/2014/main" id="{B505A938-D6C5-2D97-F294-0865ED7EF354}"/>
              </a:ext>
            </a:extLst>
          </p:cNvPr>
          <p:cNvSpPr txBox="1">
            <a:spLocks/>
          </p:cNvSpPr>
          <p:nvPr/>
        </p:nvSpPr>
        <p:spPr>
          <a:xfrm>
            <a:off x="4499692" y="1435306"/>
            <a:ext cx="342374" cy="228148"/>
          </a:xfrm>
          <a:prstGeom prst="roundRect">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18288" tIns="18288" rIns="18288" bIns="18288" numCol="1" spcCol="0" rtlCol="0" fromWordArt="0" anchor="ctr" anchorCtr="0" forceAA="0" compatLnSpc="1">
            <a:prstTxWarp prst="textNoShape">
              <a:avLst/>
            </a:prstTxWarp>
            <a:spAutoFit/>
          </a:bodyPr>
          <a:lstStyle>
            <a:defPPr>
              <a:defRPr lang="en-US"/>
            </a:defPPr>
            <a:lvl1pPr algn="ctr">
              <a:spcBef>
                <a:spcPts val="300"/>
              </a:spcBef>
              <a:spcAft>
                <a:spcPts val="300"/>
              </a:spcAft>
              <a:defRPr sz="110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Franklin Gothic Book"/>
                <a:ea typeface="+mn-ea"/>
                <a:cs typeface="+mn-cs"/>
                <a:sym typeface=""/>
              </a:rPr>
              <a:t>EIDS</a:t>
            </a:r>
          </a:p>
        </p:txBody>
      </p:sp>
      <p:cxnSp>
        <p:nvCxnSpPr>
          <p:cNvPr id="1654" name="Straight Connector 1653">
            <a:extLst>
              <a:ext uri="{FF2B5EF4-FFF2-40B4-BE49-F238E27FC236}">
                <a16:creationId xmlns:a16="http://schemas.microsoft.com/office/drawing/2014/main" id="{01CBA48D-6179-27E0-A2D5-410317D0403E}"/>
              </a:ext>
              <a:ext uri="{C183D7F6-B498-43B3-948B-1728B52AA6E4}">
                <adec:decorative xmlns:adec="http://schemas.microsoft.com/office/drawing/2017/decorative" val="1"/>
              </a:ext>
            </a:extLst>
          </p:cNvPr>
          <p:cNvCxnSpPr>
            <a:cxnSpLocks/>
          </p:cNvCxnSpPr>
          <p:nvPr/>
        </p:nvCxnSpPr>
        <p:spPr>
          <a:xfrm>
            <a:off x="3029157" y="5835844"/>
            <a:ext cx="19303" cy="811840"/>
          </a:xfrm>
          <a:prstGeom prst="line">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768" name="Group 767">
            <a:extLst>
              <a:ext uri="{FF2B5EF4-FFF2-40B4-BE49-F238E27FC236}">
                <a16:creationId xmlns:a16="http://schemas.microsoft.com/office/drawing/2014/main" id="{807EF30A-1C61-369C-5D88-0D021E2103D7}"/>
              </a:ext>
              <a:ext uri="{C183D7F6-B498-43B3-948B-1728B52AA6E4}">
                <adec:decorative xmlns:adec="http://schemas.microsoft.com/office/drawing/2017/decorative" val="1"/>
              </a:ext>
            </a:extLst>
          </p:cNvPr>
          <p:cNvGrpSpPr/>
          <p:nvPr/>
        </p:nvGrpSpPr>
        <p:grpSpPr>
          <a:xfrm>
            <a:off x="4113882" y="1586332"/>
            <a:ext cx="1428322" cy="1253152"/>
            <a:chOff x="4113882" y="1586332"/>
            <a:chExt cx="1428322" cy="1253152"/>
          </a:xfrm>
        </p:grpSpPr>
        <p:sp>
          <p:nvSpPr>
            <p:cNvPr id="1656" name="Freeform: Shape 1655">
              <a:extLst>
                <a:ext uri="{FF2B5EF4-FFF2-40B4-BE49-F238E27FC236}">
                  <a16:creationId xmlns:a16="http://schemas.microsoft.com/office/drawing/2014/main" id="{EC3681B6-798A-BB3D-8072-34D9EAF4F825}"/>
                </a:ext>
              </a:extLst>
            </p:cNvPr>
            <p:cNvSpPr/>
            <p:nvPr/>
          </p:nvSpPr>
          <p:spPr>
            <a:xfrm rot="539829" flipH="1" flipV="1">
              <a:off x="4697360" y="2276344"/>
              <a:ext cx="44284" cy="454850"/>
            </a:xfrm>
            <a:custGeom>
              <a:avLst/>
              <a:gdLst>
                <a:gd name="connsiteX0" fmla="*/ 0 w 175452"/>
                <a:gd name="connsiteY0" fmla="*/ 457004 h 457003"/>
                <a:gd name="connsiteX1" fmla="*/ 136753 w 175452"/>
                <a:gd name="connsiteY1" fmla="*/ 371045 h 457003"/>
                <a:gd name="connsiteX2" fmla="*/ 168202 w 175452"/>
                <a:gd name="connsiteY2" fmla="*/ 0 h 457003"/>
              </a:gdLst>
              <a:ahLst/>
              <a:cxnLst>
                <a:cxn ang="0">
                  <a:pos x="connsiteX0" y="connsiteY0"/>
                </a:cxn>
                <a:cxn ang="0">
                  <a:pos x="connsiteX1" y="connsiteY1"/>
                </a:cxn>
                <a:cxn ang="0">
                  <a:pos x="connsiteX2" y="connsiteY2"/>
                </a:cxn>
              </a:cxnLst>
              <a:rect l="l" t="t" r="r" b="b"/>
              <a:pathLst>
                <a:path w="175452" h="457003">
                  <a:moveTo>
                    <a:pt x="0" y="457004"/>
                  </a:moveTo>
                  <a:cubicBezTo>
                    <a:pt x="32163" y="438230"/>
                    <a:pt x="123269" y="380860"/>
                    <a:pt x="136753" y="371045"/>
                  </a:cubicBezTo>
                  <a:cubicBezTo>
                    <a:pt x="183640" y="336928"/>
                    <a:pt x="179209" y="248967"/>
                    <a:pt x="168202" y="0"/>
                  </a:cubicBez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57" name="Freeform: Shape 1656">
              <a:extLst>
                <a:ext uri="{FF2B5EF4-FFF2-40B4-BE49-F238E27FC236}">
                  <a16:creationId xmlns:a16="http://schemas.microsoft.com/office/drawing/2014/main" id="{D935C961-DE87-580F-C82A-C2BB6971B967}"/>
                </a:ext>
              </a:extLst>
            </p:cNvPr>
            <p:cNvSpPr/>
            <p:nvPr/>
          </p:nvSpPr>
          <p:spPr>
            <a:xfrm rot="6984997" flipH="1" flipV="1">
              <a:off x="4174870" y="2013205"/>
              <a:ext cx="273731" cy="97399"/>
            </a:xfrm>
            <a:custGeom>
              <a:avLst/>
              <a:gdLst>
                <a:gd name="connsiteX0" fmla="*/ 0 w 577175"/>
                <a:gd name="connsiteY0" fmla="*/ 157397 h 157396"/>
                <a:gd name="connsiteX1" fmla="*/ 340025 w 577175"/>
                <a:gd name="connsiteY1" fmla="*/ 3108 h 157396"/>
                <a:gd name="connsiteX2" fmla="*/ 376334 w 577175"/>
                <a:gd name="connsiteY2" fmla="*/ 5300 h 157396"/>
                <a:gd name="connsiteX3" fmla="*/ 577175 w 577175"/>
                <a:gd name="connsiteY3" fmla="*/ 117085 h 157396"/>
              </a:gdLst>
              <a:ahLst/>
              <a:cxnLst>
                <a:cxn ang="0">
                  <a:pos x="connsiteX0" y="connsiteY0"/>
                </a:cxn>
                <a:cxn ang="0">
                  <a:pos x="connsiteX1" y="connsiteY1"/>
                </a:cxn>
                <a:cxn ang="0">
                  <a:pos x="connsiteX2" y="connsiteY2"/>
                </a:cxn>
                <a:cxn ang="0">
                  <a:pos x="connsiteX3" y="connsiteY3"/>
                </a:cxn>
              </a:cxnLst>
              <a:rect l="l" t="t" r="r" b="b"/>
              <a:pathLst>
                <a:path w="577175" h="157396">
                  <a:moveTo>
                    <a:pt x="0" y="157397"/>
                  </a:moveTo>
                  <a:lnTo>
                    <a:pt x="340025" y="3108"/>
                  </a:lnTo>
                  <a:cubicBezTo>
                    <a:pt x="351842" y="-1704"/>
                    <a:pt x="365184" y="-894"/>
                    <a:pt x="376334" y="5300"/>
                  </a:cubicBezTo>
                  <a:lnTo>
                    <a:pt x="577175" y="117085"/>
                  </a:ln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658" name="Group 1657">
              <a:extLst>
                <a:ext uri="{FF2B5EF4-FFF2-40B4-BE49-F238E27FC236}">
                  <a16:creationId xmlns:a16="http://schemas.microsoft.com/office/drawing/2014/main" id="{93F9F0DB-6EA1-85A7-981F-79F7E644618E}"/>
                </a:ext>
              </a:extLst>
            </p:cNvPr>
            <p:cNvGrpSpPr/>
            <p:nvPr/>
          </p:nvGrpSpPr>
          <p:grpSpPr>
            <a:xfrm>
              <a:off x="4121964" y="2099384"/>
              <a:ext cx="219892" cy="200250"/>
              <a:chOff x="3983765" y="3238441"/>
              <a:chExt cx="503221" cy="402770"/>
            </a:xfrm>
          </p:grpSpPr>
          <p:grpSp>
            <p:nvGrpSpPr>
              <p:cNvPr id="2530" name="Graphic 212">
                <a:extLst>
                  <a:ext uri="{FF2B5EF4-FFF2-40B4-BE49-F238E27FC236}">
                    <a16:creationId xmlns:a16="http://schemas.microsoft.com/office/drawing/2014/main" id="{39AF633A-8F84-D02D-CBC6-14DFAD2B5D9C}"/>
                  </a:ext>
                </a:extLst>
              </p:cNvPr>
              <p:cNvGrpSpPr/>
              <p:nvPr/>
            </p:nvGrpSpPr>
            <p:grpSpPr>
              <a:xfrm>
                <a:off x="3983765" y="3238441"/>
                <a:ext cx="503221" cy="402770"/>
                <a:chOff x="3730890" y="3751098"/>
                <a:chExt cx="411445" cy="329315"/>
              </a:xfrm>
            </p:grpSpPr>
            <p:grpSp>
              <p:nvGrpSpPr>
                <p:cNvPr id="2554" name="Graphic 212">
                  <a:extLst>
                    <a:ext uri="{FF2B5EF4-FFF2-40B4-BE49-F238E27FC236}">
                      <a16:creationId xmlns:a16="http://schemas.microsoft.com/office/drawing/2014/main" id="{458CDA8D-6E17-8CA9-8243-A5676F18614D}"/>
                    </a:ext>
                  </a:extLst>
                </p:cNvPr>
                <p:cNvGrpSpPr/>
                <p:nvPr/>
              </p:nvGrpSpPr>
              <p:grpSpPr>
                <a:xfrm>
                  <a:off x="3730890" y="3751098"/>
                  <a:ext cx="411445" cy="329315"/>
                  <a:chOff x="3730890" y="3751098"/>
                  <a:chExt cx="411445" cy="329315"/>
                </a:xfrm>
              </p:grpSpPr>
              <p:sp>
                <p:nvSpPr>
                  <p:cNvPr id="2556" name="Freeform: Shape 2555">
                    <a:extLst>
                      <a:ext uri="{FF2B5EF4-FFF2-40B4-BE49-F238E27FC236}">
                        <a16:creationId xmlns:a16="http://schemas.microsoft.com/office/drawing/2014/main" id="{99218E32-C342-03C3-0C2D-6BD2C1CB1B9F}"/>
                      </a:ext>
                    </a:extLst>
                  </p:cNvPr>
                  <p:cNvSpPr/>
                  <p:nvPr/>
                </p:nvSpPr>
                <p:spPr>
                  <a:xfrm>
                    <a:off x="3731236" y="3948544"/>
                    <a:ext cx="410385" cy="131869"/>
                  </a:xfrm>
                  <a:custGeom>
                    <a:avLst/>
                    <a:gdLst>
                      <a:gd name="connsiteX0" fmla="*/ 7183 w 410385"/>
                      <a:gd name="connsiteY0" fmla="*/ 22979 h 131869"/>
                      <a:gd name="connsiteX1" fmla="*/ 7040 w 410385"/>
                      <a:gd name="connsiteY1" fmla="*/ 3014 h 131869"/>
                      <a:gd name="connsiteX2" fmla="*/ 187297 w 410385"/>
                      <a:gd name="connsiteY2" fmla="*/ 4110 h 131869"/>
                      <a:gd name="connsiteX3" fmla="*/ 221795 w 410385"/>
                      <a:gd name="connsiteY3" fmla="*/ 4110 h 131869"/>
                      <a:gd name="connsiteX4" fmla="*/ 403244 w 410385"/>
                      <a:gd name="connsiteY4" fmla="*/ 3061 h 131869"/>
                      <a:gd name="connsiteX5" fmla="*/ 403339 w 410385"/>
                      <a:gd name="connsiteY5" fmla="*/ 23026 h 131869"/>
                      <a:gd name="connsiteX6" fmla="*/ 223082 w 410385"/>
                      <a:gd name="connsiteY6" fmla="*/ 127760 h 131869"/>
                      <a:gd name="connsiteX7" fmla="*/ 188584 w 410385"/>
                      <a:gd name="connsiteY7" fmla="*/ 127760 h 131869"/>
                      <a:gd name="connsiteX8" fmla="*/ 7136 w 410385"/>
                      <a:gd name="connsiteY8" fmla="*/ 23026 h 13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85" h="131869">
                        <a:moveTo>
                          <a:pt x="7183" y="22979"/>
                        </a:moveTo>
                        <a:cubicBezTo>
                          <a:pt x="-2347" y="17499"/>
                          <a:pt x="-2394" y="8494"/>
                          <a:pt x="7040" y="3014"/>
                        </a:cubicBezTo>
                        <a:lnTo>
                          <a:pt x="187297" y="4110"/>
                        </a:lnTo>
                        <a:cubicBezTo>
                          <a:pt x="196732" y="-1370"/>
                          <a:pt x="212266" y="-1370"/>
                          <a:pt x="221795" y="4110"/>
                        </a:cubicBezTo>
                        <a:lnTo>
                          <a:pt x="403244" y="3061"/>
                        </a:lnTo>
                        <a:cubicBezTo>
                          <a:pt x="412726" y="8541"/>
                          <a:pt x="412774" y="17547"/>
                          <a:pt x="403339" y="23026"/>
                        </a:cubicBezTo>
                        <a:lnTo>
                          <a:pt x="223082" y="127760"/>
                        </a:lnTo>
                        <a:cubicBezTo>
                          <a:pt x="213600" y="133239"/>
                          <a:pt x="198114" y="133239"/>
                          <a:pt x="188584" y="127760"/>
                        </a:cubicBezTo>
                        <a:lnTo>
                          <a:pt x="7136" y="23026"/>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57" name="Freeform: Shape 2556">
                    <a:extLst>
                      <a:ext uri="{FF2B5EF4-FFF2-40B4-BE49-F238E27FC236}">
                        <a16:creationId xmlns:a16="http://schemas.microsoft.com/office/drawing/2014/main" id="{E217567C-B877-6474-027E-533BC197CF8C}"/>
                      </a:ext>
                    </a:extLst>
                  </p:cNvPr>
                  <p:cNvSpPr/>
                  <p:nvPr/>
                </p:nvSpPr>
                <p:spPr>
                  <a:xfrm>
                    <a:off x="3731194" y="3816413"/>
                    <a:ext cx="410421" cy="237650"/>
                  </a:xfrm>
                  <a:custGeom>
                    <a:avLst/>
                    <a:gdLst>
                      <a:gd name="connsiteX0" fmla="*/ 403238 w 410421"/>
                      <a:gd name="connsiteY0" fmla="*/ 108843 h 237650"/>
                      <a:gd name="connsiteX1" fmla="*/ 403381 w 410421"/>
                      <a:gd name="connsiteY1" fmla="*/ 128808 h 237650"/>
                      <a:gd name="connsiteX2" fmla="*/ 223124 w 410421"/>
                      <a:gd name="connsiteY2" fmla="*/ 233541 h 237650"/>
                      <a:gd name="connsiteX3" fmla="*/ 188626 w 410421"/>
                      <a:gd name="connsiteY3" fmla="*/ 233541 h 237650"/>
                      <a:gd name="connsiteX4" fmla="*/ 7177 w 410421"/>
                      <a:gd name="connsiteY4" fmla="*/ 128808 h 237650"/>
                      <a:gd name="connsiteX5" fmla="*/ 7082 w 410421"/>
                      <a:gd name="connsiteY5" fmla="*/ 108843 h 237650"/>
                      <a:gd name="connsiteX6" fmla="*/ 187339 w 410421"/>
                      <a:gd name="connsiteY6" fmla="*/ 4110 h 237650"/>
                      <a:gd name="connsiteX7" fmla="*/ 221837 w 410421"/>
                      <a:gd name="connsiteY7" fmla="*/ 4110 h 237650"/>
                      <a:gd name="connsiteX8" fmla="*/ 403285 w 410421"/>
                      <a:gd name="connsiteY8" fmla="*/ 108843 h 23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421" h="237650">
                        <a:moveTo>
                          <a:pt x="403238" y="108843"/>
                        </a:moveTo>
                        <a:cubicBezTo>
                          <a:pt x="412768" y="114322"/>
                          <a:pt x="412815" y="123328"/>
                          <a:pt x="403381" y="128808"/>
                        </a:cubicBezTo>
                        <a:lnTo>
                          <a:pt x="223124" y="233541"/>
                        </a:lnTo>
                        <a:cubicBezTo>
                          <a:pt x="213689" y="239020"/>
                          <a:pt x="198155" y="239020"/>
                          <a:pt x="188626" y="233541"/>
                        </a:cubicBezTo>
                        <a:lnTo>
                          <a:pt x="7177" y="128808"/>
                        </a:lnTo>
                        <a:cubicBezTo>
                          <a:pt x="-2353" y="123280"/>
                          <a:pt x="-2400" y="114322"/>
                          <a:pt x="7082" y="108843"/>
                        </a:cubicBezTo>
                        <a:lnTo>
                          <a:pt x="187339" y="4110"/>
                        </a:lnTo>
                        <a:cubicBezTo>
                          <a:pt x="196774" y="-1370"/>
                          <a:pt x="212307" y="-1370"/>
                          <a:pt x="221837" y="4110"/>
                        </a:cubicBezTo>
                        <a:lnTo>
                          <a:pt x="403285" y="10884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558" name="Graphic 212">
                    <a:extLst>
                      <a:ext uri="{FF2B5EF4-FFF2-40B4-BE49-F238E27FC236}">
                        <a16:creationId xmlns:a16="http://schemas.microsoft.com/office/drawing/2014/main" id="{B3F25AB5-2F8F-C69B-ED8F-510481DD9F79}"/>
                      </a:ext>
                    </a:extLst>
                  </p:cNvPr>
                  <p:cNvGrpSpPr/>
                  <p:nvPr/>
                </p:nvGrpSpPr>
                <p:grpSpPr>
                  <a:xfrm>
                    <a:off x="3730890" y="3908960"/>
                    <a:ext cx="410879" cy="162197"/>
                    <a:chOff x="3730890" y="3908960"/>
                    <a:chExt cx="410879" cy="162197"/>
                  </a:xfrm>
                </p:grpSpPr>
                <p:grpSp>
                  <p:nvGrpSpPr>
                    <p:cNvPr id="2569" name="Graphic 212">
                      <a:extLst>
                        <a:ext uri="{FF2B5EF4-FFF2-40B4-BE49-F238E27FC236}">
                          <a16:creationId xmlns:a16="http://schemas.microsoft.com/office/drawing/2014/main" id="{771916CA-19F0-9FFC-CD61-EBA915281DD6}"/>
                        </a:ext>
                      </a:extLst>
                    </p:cNvPr>
                    <p:cNvGrpSpPr/>
                    <p:nvPr/>
                  </p:nvGrpSpPr>
                  <p:grpSpPr>
                    <a:xfrm>
                      <a:off x="3730890" y="3929258"/>
                      <a:ext cx="410688" cy="141899"/>
                      <a:chOff x="3730890" y="3929258"/>
                      <a:chExt cx="410688" cy="141899"/>
                    </a:xfrm>
                  </p:grpSpPr>
                  <p:sp>
                    <p:nvSpPr>
                      <p:cNvPr id="2574" name="Freeform: Shape 2573">
                        <a:extLst>
                          <a:ext uri="{FF2B5EF4-FFF2-40B4-BE49-F238E27FC236}">
                            <a16:creationId xmlns:a16="http://schemas.microsoft.com/office/drawing/2014/main" id="{83F91B4C-ECA4-6A51-9E66-0477BAB645EC}"/>
                          </a:ext>
                        </a:extLst>
                      </p:cNvPr>
                      <p:cNvSpPr/>
                      <p:nvPr/>
                    </p:nvSpPr>
                    <p:spPr>
                      <a:xfrm>
                        <a:off x="3953936" y="3929497"/>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5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3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9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5"/>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3"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9" y="28590"/>
                              <a:pt x="185499"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75" name="Freeform: Shape 2574">
                        <a:extLst>
                          <a:ext uri="{FF2B5EF4-FFF2-40B4-BE49-F238E27FC236}">
                            <a16:creationId xmlns:a16="http://schemas.microsoft.com/office/drawing/2014/main" id="{8745C498-C9C0-61BC-E0FE-29D0DD8C580A}"/>
                          </a:ext>
                        </a:extLst>
                      </p:cNvPr>
                      <p:cNvSpPr/>
                      <p:nvPr/>
                    </p:nvSpPr>
                    <p:spPr>
                      <a:xfrm>
                        <a:off x="3730890" y="3929258"/>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9"/>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76" name="Freeform: Shape 2575">
                        <a:extLst>
                          <a:ext uri="{FF2B5EF4-FFF2-40B4-BE49-F238E27FC236}">
                            <a16:creationId xmlns:a16="http://schemas.microsoft.com/office/drawing/2014/main" id="{9C1ABBC1-5191-EF28-8C00-EED04EB8781F}"/>
                          </a:ext>
                        </a:extLst>
                      </p:cNvPr>
                      <p:cNvSpPr/>
                      <p:nvPr/>
                    </p:nvSpPr>
                    <p:spPr>
                      <a:xfrm>
                        <a:off x="3917008" y="4042330"/>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9 w 39072"/>
                          <a:gd name="connsiteY32" fmla="*/ 26588 h 28827"/>
                          <a:gd name="connsiteX33" fmla="*/ 6052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8" y="4860"/>
                              <a:pt x="28542" y="4956"/>
                              <a:pt x="28113" y="5051"/>
                            </a:cubicBezTo>
                            <a:cubicBezTo>
                              <a:pt x="27780"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3"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8" y="4574"/>
                              <a:pt x="9863" y="4431"/>
                            </a:cubicBezTo>
                            <a:cubicBezTo>
                              <a:pt x="9578" y="4336"/>
                              <a:pt x="9292" y="4288"/>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9" y="26588"/>
                            </a:cubicBezTo>
                            <a:cubicBezTo>
                              <a:pt x="5909" y="26588"/>
                              <a:pt x="6004" y="26588"/>
                              <a:pt x="6052"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70" name="Graphic 212">
                      <a:extLst>
                        <a:ext uri="{FF2B5EF4-FFF2-40B4-BE49-F238E27FC236}">
                          <a16:creationId xmlns:a16="http://schemas.microsoft.com/office/drawing/2014/main" id="{EA237060-1067-C189-3DD7-E48078325CFD}"/>
                        </a:ext>
                      </a:extLst>
                    </p:cNvPr>
                    <p:cNvGrpSpPr/>
                    <p:nvPr/>
                  </p:nvGrpSpPr>
                  <p:grpSpPr>
                    <a:xfrm>
                      <a:off x="3731033" y="3908960"/>
                      <a:ext cx="410736" cy="141898"/>
                      <a:chOff x="3731033" y="3908960"/>
                      <a:chExt cx="410736" cy="141898"/>
                    </a:xfrm>
                  </p:grpSpPr>
                  <p:sp>
                    <p:nvSpPr>
                      <p:cNvPr id="2571" name="Freeform: Shape 2570">
                        <a:extLst>
                          <a:ext uri="{FF2B5EF4-FFF2-40B4-BE49-F238E27FC236}">
                            <a16:creationId xmlns:a16="http://schemas.microsoft.com/office/drawing/2014/main" id="{3C626A51-70C6-5001-A8A8-6DDD415CA2B5}"/>
                          </a:ext>
                        </a:extLst>
                      </p:cNvPr>
                      <p:cNvSpPr/>
                      <p:nvPr/>
                    </p:nvSpPr>
                    <p:spPr>
                      <a:xfrm>
                        <a:off x="3954127" y="3909198"/>
                        <a:ext cx="187642" cy="137896"/>
                      </a:xfrm>
                      <a:custGeom>
                        <a:avLst/>
                        <a:gdLst>
                          <a:gd name="connsiteX0" fmla="*/ 187643 w 187642"/>
                          <a:gd name="connsiteY0" fmla="*/ 619 h 137896"/>
                          <a:gd name="connsiteX1" fmla="*/ 187547 w 187642"/>
                          <a:gd name="connsiteY1" fmla="*/ 1382 h 137896"/>
                          <a:gd name="connsiteX2" fmla="*/ 187404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2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8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4" y="2001"/>
                            </a:cubicBezTo>
                            <a:cubicBezTo>
                              <a:pt x="187357" y="2240"/>
                              <a:pt x="187261"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9"/>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39"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2"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8" y="28590"/>
                              <a:pt x="185498"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72" name="Freeform: Shape 2571">
                        <a:extLst>
                          <a:ext uri="{FF2B5EF4-FFF2-40B4-BE49-F238E27FC236}">
                            <a16:creationId xmlns:a16="http://schemas.microsoft.com/office/drawing/2014/main" id="{DB43BA0F-7A63-BF7D-BC61-EE561FA6C605}"/>
                          </a:ext>
                        </a:extLst>
                      </p:cNvPr>
                      <p:cNvSpPr/>
                      <p:nvPr/>
                    </p:nvSpPr>
                    <p:spPr>
                      <a:xfrm>
                        <a:off x="3731033" y="3908960"/>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73" name="Freeform: Shape 2572">
                        <a:extLst>
                          <a:ext uri="{FF2B5EF4-FFF2-40B4-BE49-F238E27FC236}">
                            <a16:creationId xmlns:a16="http://schemas.microsoft.com/office/drawing/2014/main" id="{844C0393-704A-E591-0E8B-2E1BADC00861}"/>
                          </a:ext>
                        </a:extLst>
                      </p:cNvPr>
                      <p:cNvSpPr/>
                      <p:nvPr/>
                    </p:nvSpPr>
                    <p:spPr>
                      <a:xfrm>
                        <a:off x="3917199" y="4022031"/>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6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8 w 39072"/>
                          <a:gd name="connsiteY32" fmla="*/ 26588 h 28827"/>
                          <a:gd name="connsiteX33" fmla="*/ 6051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60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4"/>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6"/>
                            </a:cubicBezTo>
                            <a:cubicBezTo>
                              <a:pt x="31306" y="4289"/>
                              <a:pt x="30877" y="4384"/>
                              <a:pt x="30448" y="4527"/>
                            </a:cubicBezTo>
                            <a:cubicBezTo>
                              <a:pt x="30114" y="4622"/>
                              <a:pt x="29781" y="4717"/>
                              <a:pt x="29447" y="4765"/>
                            </a:cubicBezTo>
                            <a:cubicBezTo>
                              <a:pt x="29018" y="4860"/>
                              <a:pt x="28542" y="4956"/>
                              <a:pt x="28113" y="5051"/>
                            </a:cubicBezTo>
                            <a:cubicBezTo>
                              <a:pt x="27779"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2"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7" y="4574"/>
                              <a:pt x="9863" y="4431"/>
                            </a:cubicBezTo>
                            <a:cubicBezTo>
                              <a:pt x="9578" y="4336"/>
                              <a:pt x="9292" y="4289"/>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8" y="26588"/>
                            </a:cubicBezTo>
                            <a:cubicBezTo>
                              <a:pt x="5908" y="26588"/>
                              <a:pt x="6004" y="26588"/>
                              <a:pt x="6051"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60"/>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2559" name="Freeform: Shape 2558">
                    <a:extLst>
                      <a:ext uri="{FF2B5EF4-FFF2-40B4-BE49-F238E27FC236}">
                        <a16:creationId xmlns:a16="http://schemas.microsoft.com/office/drawing/2014/main" id="{9B061CE5-C0F8-F594-3E6B-344EEC7312AC}"/>
                      </a:ext>
                    </a:extLst>
                  </p:cNvPr>
                  <p:cNvSpPr/>
                  <p:nvPr/>
                </p:nvSpPr>
                <p:spPr>
                  <a:xfrm>
                    <a:off x="3731950" y="3751098"/>
                    <a:ext cx="410385" cy="237686"/>
                  </a:xfrm>
                  <a:custGeom>
                    <a:avLst/>
                    <a:gdLst>
                      <a:gd name="connsiteX0" fmla="*/ 7183 w 410385"/>
                      <a:gd name="connsiteY0" fmla="*/ 128891 h 237686"/>
                      <a:gd name="connsiteX1" fmla="*/ 7040 w 410385"/>
                      <a:gd name="connsiteY1" fmla="*/ 108879 h 237686"/>
                      <a:gd name="connsiteX2" fmla="*/ 187297 w 410385"/>
                      <a:gd name="connsiteY2" fmla="*/ 4145 h 237686"/>
                      <a:gd name="connsiteX3" fmla="*/ 221796 w 410385"/>
                      <a:gd name="connsiteY3" fmla="*/ 4145 h 237686"/>
                      <a:gd name="connsiteX4" fmla="*/ 403244 w 410385"/>
                      <a:gd name="connsiteY4" fmla="*/ 108879 h 237686"/>
                      <a:gd name="connsiteX5" fmla="*/ 403339 w 410385"/>
                      <a:gd name="connsiteY5" fmla="*/ 128844 h 237686"/>
                      <a:gd name="connsiteX6" fmla="*/ 223082 w 410385"/>
                      <a:gd name="connsiteY6" fmla="*/ 233577 h 237686"/>
                      <a:gd name="connsiteX7" fmla="*/ 188584 w 410385"/>
                      <a:gd name="connsiteY7" fmla="*/ 233577 h 237686"/>
                      <a:gd name="connsiteX8" fmla="*/ 7136 w 410385"/>
                      <a:gd name="connsiteY8" fmla="*/ 128844 h 237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85" h="237686">
                        <a:moveTo>
                          <a:pt x="7183" y="128891"/>
                        </a:moveTo>
                        <a:cubicBezTo>
                          <a:pt x="-2347" y="123364"/>
                          <a:pt x="-2394" y="114406"/>
                          <a:pt x="7040" y="108879"/>
                        </a:cubicBezTo>
                        <a:lnTo>
                          <a:pt x="187297" y="4145"/>
                        </a:lnTo>
                        <a:cubicBezTo>
                          <a:pt x="196732" y="-1382"/>
                          <a:pt x="212266" y="-1382"/>
                          <a:pt x="221796" y="4145"/>
                        </a:cubicBezTo>
                        <a:lnTo>
                          <a:pt x="403244" y="108879"/>
                        </a:lnTo>
                        <a:cubicBezTo>
                          <a:pt x="412726" y="114358"/>
                          <a:pt x="412774" y="123364"/>
                          <a:pt x="403339" y="128844"/>
                        </a:cubicBezTo>
                        <a:lnTo>
                          <a:pt x="223082" y="233577"/>
                        </a:lnTo>
                        <a:cubicBezTo>
                          <a:pt x="213600" y="239056"/>
                          <a:pt x="198114" y="239056"/>
                          <a:pt x="188584" y="233577"/>
                        </a:cubicBezTo>
                        <a:lnTo>
                          <a:pt x="7136" y="128844"/>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560" name="Graphic 212">
                    <a:extLst>
                      <a:ext uri="{FF2B5EF4-FFF2-40B4-BE49-F238E27FC236}">
                        <a16:creationId xmlns:a16="http://schemas.microsoft.com/office/drawing/2014/main" id="{74859AFC-B9BD-593E-6A78-3225D67A004E}"/>
                      </a:ext>
                    </a:extLst>
                  </p:cNvPr>
                  <p:cNvGrpSpPr/>
                  <p:nvPr/>
                </p:nvGrpSpPr>
                <p:grpSpPr>
                  <a:xfrm>
                    <a:off x="3731272" y="3869792"/>
                    <a:ext cx="410926" cy="162245"/>
                    <a:chOff x="3731272" y="3869792"/>
                    <a:chExt cx="410926" cy="162245"/>
                  </a:xfrm>
                </p:grpSpPr>
                <p:grpSp>
                  <p:nvGrpSpPr>
                    <p:cNvPr id="2561" name="Graphic 212">
                      <a:extLst>
                        <a:ext uri="{FF2B5EF4-FFF2-40B4-BE49-F238E27FC236}">
                          <a16:creationId xmlns:a16="http://schemas.microsoft.com/office/drawing/2014/main" id="{34A8B449-7C89-66E0-C1AE-B9CD2045F0FB}"/>
                        </a:ext>
                      </a:extLst>
                    </p:cNvPr>
                    <p:cNvGrpSpPr/>
                    <p:nvPr/>
                  </p:nvGrpSpPr>
                  <p:grpSpPr>
                    <a:xfrm>
                      <a:off x="3731272" y="3890091"/>
                      <a:ext cx="410735" cy="141946"/>
                      <a:chOff x="3731272" y="3890091"/>
                      <a:chExt cx="410735" cy="141946"/>
                    </a:xfrm>
                  </p:grpSpPr>
                  <p:sp>
                    <p:nvSpPr>
                      <p:cNvPr id="2566" name="Freeform: Shape 2565">
                        <a:extLst>
                          <a:ext uri="{FF2B5EF4-FFF2-40B4-BE49-F238E27FC236}">
                            <a16:creationId xmlns:a16="http://schemas.microsoft.com/office/drawing/2014/main" id="{CAC57C59-78BC-1146-11B3-030DD1376F13}"/>
                          </a:ext>
                        </a:extLst>
                      </p:cNvPr>
                      <p:cNvSpPr/>
                      <p:nvPr/>
                    </p:nvSpPr>
                    <p:spPr>
                      <a:xfrm>
                        <a:off x="3954365" y="3890329"/>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3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9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3"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9" y="28590"/>
                              <a:pt x="185499"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67" name="Freeform: Shape 2566">
                        <a:extLst>
                          <a:ext uri="{FF2B5EF4-FFF2-40B4-BE49-F238E27FC236}">
                            <a16:creationId xmlns:a16="http://schemas.microsoft.com/office/drawing/2014/main" id="{7D580041-6BD8-441E-9F4F-AEAC9AE9BD36}"/>
                          </a:ext>
                        </a:extLst>
                      </p:cNvPr>
                      <p:cNvSpPr/>
                      <p:nvPr/>
                    </p:nvSpPr>
                    <p:spPr>
                      <a:xfrm>
                        <a:off x="3731272" y="3890091"/>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3"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68" name="Freeform: Shape 2567">
                        <a:extLst>
                          <a:ext uri="{FF2B5EF4-FFF2-40B4-BE49-F238E27FC236}">
                            <a16:creationId xmlns:a16="http://schemas.microsoft.com/office/drawing/2014/main" id="{A566CAF7-B5DF-C9C9-169A-DF8258DD1E45}"/>
                          </a:ext>
                        </a:extLst>
                      </p:cNvPr>
                      <p:cNvSpPr/>
                      <p:nvPr/>
                    </p:nvSpPr>
                    <p:spPr>
                      <a:xfrm>
                        <a:off x="3917437" y="4003210"/>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2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7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5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9 w 39072"/>
                          <a:gd name="connsiteY32" fmla="*/ 26588 h 28827"/>
                          <a:gd name="connsiteX33" fmla="*/ 6052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79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2"/>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9" y="4860"/>
                              <a:pt x="28542" y="4956"/>
                              <a:pt x="28113" y="5051"/>
                            </a:cubicBezTo>
                            <a:cubicBezTo>
                              <a:pt x="27780" y="5099"/>
                              <a:pt x="27494" y="5146"/>
                              <a:pt x="27208" y="5194"/>
                            </a:cubicBezTo>
                            <a:cubicBezTo>
                              <a:pt x="26302" y="5337"/>
                              <a:pt x="25349" y="5480"/>
                              <a:pt x="24397"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3"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8" y="4574"/>
                              <a:pt x="9863" y="4431"/>
                            </a:cubicBezTo>
                            <a:cubicBezTo>
                              <a:pt x="9578" y="4336"/>
                              <a:pt x="9292" y="4288"/>
                              <a:pt x="9006" y="4193"/>
                            </a:cubicBezTo>
                            <a:cubicBezTo>
                              <a:pt x="8148" y="3907"/>
                              <a:pt x="7243" y="3621"/>
                              <a:pt x="6433" y="3335"/>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9" y="26588"/>
                            </a:cubicBezTo>
                            <a:cubicBezTo>
                              <a:pt x="5909" y="26588"/>
                              <a:pt x="6004" y="26588"/>
                              <a:pt x="6052" y="26588"/>
                            </a:cubicBezTo>
                            <a:cubicBezTo>
                              <a:pt x="6909" y="26922"/>
                              <a:pt x="7767" y="27208"/>
                              <a:pt x="8625" y="27446"/>
                            </a:cubicBezTo>
                            <a:cubicBezTo>
                              <a:pt x="8672" y="27494"/>
                              <a:pt x="8768" y="27494"/>
                              <a:pt x="8863" y="27494"/>
                            </a:cubicBezTo>
                            <a:cubicBezTo>
                              <a:pt x="9101" y="27541"/>
                              <a:pt x="9292" y="27637"/>
                              <a:pt x="9530" y="27684"/>
                            </a:cubicBezTo>
                            <a:cubicBezTo>
                              <a:pt x="10006" y="27827"/>
                              <a:pt x="10483" y="27922"/>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79"/>
                            </a:cubicBezTo>
                            <a:cubicBezTo>
                              <a:pt x="29447" y="27732"/>
                              <a:pt x="29781" y="27589"/>
                              <a:pt x="30067" y="27541"/>
                            </a:cubicBezTo>
                            <a:cubicBezTo>
                              <a:pt x="30496"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62" name="Graphic 212">
                      <a:extLst>
                        <a:ext uri="{FF2B5EF4-FFF2-40B4-BE49-F238E27FC236}">
                          <a16:creationId xmlns:a16="http://schemas.microsoft.com/office/drawing/2014/main" id="{10E8BE4E-220D-059D-BC7A-217FBD504154}"/>
                        </a:ext>
                      </a:extLst>
                    </p:cNvPr>
                    <p:cNvGrpSpPr/>
                    <p:nvPr/>
                  </p:nvGrpSpPr>
                  <p:grpSpPr>
                    <a:xfrm>
                      <a:off x="3731462" y="3869792"/>
                      <a:ext cx="410736" cy="141946"/>
                      <a:chOff x="3731462" y="3869792"/>
                      <a:chExt cx="410736" cy="141946"/>
                    </a:xfrm>
                  </p:grpSpPr>
                  <p:sp>
                    <p:nvSpPr>
                      <p:cNvPr id="2563" name="Freeform: Shape 2562">
                        <a:extLst>
                          <a:ext uri="{FF2B5EF4-FFF2-40B4-BE49-F238E27FC236}">
                            <a16:creationId xmlns:a16="http://schemas.microsoft.com/office/drawing/2014/main" id="{45EDD9AC-D38E-9E72-0FB4-69760255045C}"/>
                          </a:ext>
                        </a:extLst>
                      </p:cNvPr>
                      <p:cNvSpPr/>
                      <p:nvPr/>
                    </p:nvSpPr>
                    <p:spPr>
                      <a:xfrm>
                        <a:off x="3954556" y="3870078"/>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2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8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2"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8" y="28590"/>
                              <a:pt x="185498"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64" name="Freeform: Shape 2563">
                        <a:extLst>
                          <a:ext uri="{FF2B5EF4-FFF2-40B4-BE49-F238E27FC236}">
                            <a16:creationId xmlns:a16="http://schemas.microsoft.com/office/drawing/2014/main" id="{56BD2EA7-0B00-13EB-C7E9-02C4B57E23D3}"/>
                          </a:ext>
                        </a:extLst>
                      </p:cNvPr>
                      <p:cNvSpPr/>
                      <p:nvPr/>
                    </p:nvSpPr>
                    <p:spPr>
                      <a:xfrm>
                        <a:off x="3731462" y="3869792"/>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65" name="Freeform: Shape 2564">
                        <a:extLst>
                          <a:ext uri="{FF2B5EF4-FFF2-40B4-BE49-F238E27FC236}">
                            <a16:creationId xmlns:a16="http://schemas.microsoft.com/office/drawing/2014/main" id="{F66D0082-311D-163D-7530-4809789A501F}"/>
                          </a:ext>
                        </a:extLst>
                      </p:cNvPr>
                      <p:cNvSpPr/>
                      <p:nvPr/>
                    </p:nvSpPr>
                    <p:spPr>
                      <a:xfrm>
                        <a:off x="3917628" y="3982911"/>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8 w 39072"/>
                          <a:gd name="connsiteY32" fmla="*/ 26588 h 28827"/>
                          <a:gd name="connsiteX33" fmla="*/ 6051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8" y="4860"/>
                              <a:pt x="28542" y="4956"/>
                              <a:pt x="28113" y="5051"/>
                            </a:cubicBezTo>
                            <a:cubicBezTo>
                              <a:pt x="27780"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2"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7" y="4574"/>
                              <a:pt x="9863" y="4431"/>
                            </a:cubicBezTo>
                            <a:cubicBezTo>
                              <a:pt x="9578" y="4336"/>
                              <a:pt x="9292" y="4288"/>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8" y="26588"/>
                            </a:cubicBezTo>
                            <a:cubicBezTo>
                              <a:pt x="5908" y="26588"/>
                              <a:pt x="6004" y="26588"/>
                              <a:pt x="6051"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2555" name="Freeform: Shape 2554">
                  <a:extLst>
                    <a:ext uri="{FF2B5EF4-FFF2-40B4-BE49-F238E27FC236}">
                      <a16:creationId xmlns:a16="http://schemas.microsoft.com/office/drawing/2014/main" id="{1A5DAFED-904B-FEF7-6511-4E794F4E5D0A}"/>
                    </a:ext>
                  </a:extLst>
                </p:cNvPr>
                <p:cNvSpPr/>
                <p:nvPr/>
              </p:nvSpPr>
              <p:spPr>
                <a:xfrm>
                  <a:off x="3779151" y="3926159"/>
                  <a:ext cx="92400" cy="88359"/>
                </a:xfrm>
                <a:custGeom>
                  <a:avLst/>
                  <a:gdLst>
                    <a:gd name="connsiteX0" fmla="*/ 86873 w 92400"/>
                    <a:gd name="connsiteY0" fmla="*/ 87820 h 88359"/>
                    <a:gd name="connsiteX1" fmla="*/ 4154 w 92400"/>
                    <a:gd name="connsiteY1" fmla="*/ 39932 h 88359"/>
                    <a:gd name="connsiteX2" fmla="*/ 2295 w 92400"/>
                    <a:gd name="connsiteY2" fmla="*/ 36978 h 88359"/>
                    <a:gd name="connsiteX3" fmla="*/ 8 w 92400"/>
                    <a:gd name="connsiteY3" fmla="*/ 3957 h 88359"/>
                    <a:gd name="connsiteX4" fmla="*/ 5536 w 92400"/>
                    <a:gd name="connsiteY4" fmla="*/ 478 h 88359"/>
                    <a:gd name="connsiteX5" fmla="*/ 89922 w 92400"/>
                    <a:gd name="connsiteY5" fmla="*/ 48699 h 88359"/>
                    <a:gd name="connsiteX6" fmla="*/ 91781 w 92400"/>
                    <a:gd name="connsiteY6" fmla="*/ 51844 h 88359"/>
                    <a:gd name="connsiteX7" fmla="*/ 92400 w 92400"/>
                    <a:gd name="connsiteY7" fmla="*/ 84579 h 88359"/>
                    <a:gd name="connsiteX8" fmla="*/ 86873 w 92400"/>
                    <a:gd name="connsiteY8" fmla="*/ 87867 h 8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400" h="88359">
                      <a:moveTo>
                        <a:pt x="86873" y="87820"/>
                      </a:moveTo>
                      <a:cubicBezTo>
                        <a:pt x="59284" y="71857"/>
                        <a:pt x="31695" y="55895"/>
                        <a:pt x="4154" y="39932"/>
                      </a:cubicBezTo>
                      <a:cubicBezTo>
                        <a:pt x="3105" y="39313"/>
                        <a:pt x="2391" y="38217"/>
                        <a:pt x="2295" y="36978"/>
                      </a:cubicBezTo>
                      <a:lnTo>
                        <a:pt x="8" y="3957"/>
                      </a:lnTo>
                      <a:cubicBezTo>
                        <a:pt x="-182" y="1003"/>
                        <a:pt x="2962" y="-951"/>
                        <a:pt x="5536" y="478"/>
                      </a:cubicBezTo>
                      <a:cubicBezTo>
                        <a:pt x="33649" y="16536"/>
                        <a:pt x="61809" y="32594"/>
                        <a:pt x="89922" y="48699"/>
                      </a:cubicBezTo>
                      <a:cubicBezTo>
                        <a:pt x="91066" y="49367"/>
                        <a:pt x="91781" y="50558"/>
                        <a:pt x="91781" y="51844"/>
                      </a:cubicBezTo>
                      <a:cubicBezTo>
                        <a:pt x="91971" y="62756"/>
                        <a:pt x="92210" y="73668"/>
                        <a:pt x="92400" y="84579"/>
                      </a:cubicBezTo>
                      <a:cubicBezTo>
                        <a:pt x="92448" y="87438"/>
                        <a:pt x="89351" y="89297"/>
                        <a:pt x="86873" y="87867"/>
                      </a:cubicBezTo>
                      <a:close/>
                    </a:path>
                  </a:pathLst>
                </a:custGeom>
                <a:solidFill>
                  <a:srgbClr val="BCBCBC"/>
                </a:solidFill>
                <a:ln w="4763"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31" name="Graphic 212">
                <a:extLst>
                  <a:ext uri="{FF2B5EF4-FFF2-40B4-BE49-F238E27FC236}">
                    <a16:creationId xmlns:a16="http://schemas.microsoft.com/office/drawing/2014/main" id="{F85A16E9-2A14-45B0-3267-7FEDF835F2C2}"/>
                  </a:ext>
                </a:extLst>
              </p:cNvPr>
              <p:cNvGrpSpPr/>
              <p:nvPr/>
            </p:nvGrpSpPr>
            <p:grpSpPr>
              <a:xfrm>
                <a:off x="4044669" y="3457187"/>
                <a:ext cx="108738" cy="104715"/>
                <a:chOff x="3789261" y="3935596"/>
                <a:chExt cx="72141" cy="69472"/>
              </a:xfrm>
              <a:solidFill>
                <a:srgbClr val="F2F2F3"/>
              </a:solidFill>
            </p:grpSpPr>
            <p:grpSp>
              <p:nvGrpSpPr>
                <p:cNvPr id="2532" name="Graphic 212">
                  <a:extLst>
                    <a:ext uri="{FF2B5EF4-FFF2-40B4-BE49-F238E27FC236}">
                      <a16:creationId xmlns:a16="http://schemas.microsoft.com/office/drawing/2014/main" id="{45A0BF5E-7FF5-7A55-4B92-59F3E559B38E}"/>
                    </a:ext>
                  </a:extLst>
                </p:cNvPr>
                <p:cNvGrpSpPr/>
                <p:nvPr/>
              </p:nvGrpSpPr>
              <p:grpSpPr>
                <a:xfrm>
                  <a:off x="3789499" y="3935596"/>
                  <a:ext cx="71903" cy="46172"/>
                  <a:chOff x="3789499" y="3935596"/>
                  <a:chExt cx="71903" cy="46172"/>
                </a:xfrm>
                <a:solidFill>
                  <a:srgbClr val="F2F2F3"/>
                </a:solidFill>
              </p:grpSpPr>
              <p:sp>
                <p:nvSpPr>
                  <p:cNvPr id="2547" name="Freeform: Shape 2546">
                    <a:extLst>
                      <a:ext uri="{FF2B5EF4-FFF2-40B4-BE49-F238E27FC236}">
                        <a16:creationId xmlns:a16="http://schemas.microsoft.com/office/drawing/2014/main" id="{051B8FE8-15E2-19B8-97B2-2F7FC92ACDCE}"/>
                      </a:ext>
                    </a:extLst>
                  </p:cNvPr>
                  <p:cNvSpPr/>
                  <p:nvPr/>
                </p:nvSpPr>
                <p:spPr>
                  <a:xfrm>
                    <a:off x="3789499" y="3935596"/>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8" name="Freeform: Shape 2547">
                    <a:extLst>
                      <a:ext uri="{FF2B5EF4-FFF2-40B4-BE49-F238E27FC236}">
                        <a16:creationId xmlns:a16="http://schemas.microsoft.com/office/drawing/2014/main" id="{6C8D1421-6DE5-D8EE-F2C9-C745B5955112}"/>
                      </a:ext>
                    </a:extLst>
                  </p:cNvPr>
                  <p:cNvSpPr/>
                  <p:nvPr/>
                </p:nvSpPr>
                <p:spPr>
                  <a:xfrm>
                    <a:off x="3799839" y="3941647"/>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9" name="Freeform: Shape 2548">
                    <a:extLst>
                      <a:ext uri="{FF2B5EF4-FFF2-40B4-BE49-F238E27FC236}">
                        <a16:creationId xmlns:a16="http://schemas.microsoft.com/office/drawing/2014/main" id="{0E2FF34A-E269-D554-1500-8230D3F9CF41}"/>
                      </a:ext>
                    </a:extLst>
                  </p:cNvPr>
                  <p:cNvSpPr/>
                  <p:nvPr/>
                </p:nvSpPr>
                <p:spPr>
                  <a:xfrm>
                    <a:off x="3810179" y="3947699"/>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50" name="Freeform: Shape 2549">
                    <a:extLst>
                      <a:ext uri="{FF2B5EF4-FFF2-40B4-BE49-F238E27FC236}">
                        <a16:creationId xmlns:a16="http://schemas.microsoft.com/office/drawing/2014/main" id="{EACD9B5F-7D2E-BD26-84F2-8A4AE7582988}"/>
                      </a:ext>
                    </a:extLst>
                  </p:cNvPr>
                  <p:cNvSpPr/>
                  <p:nvPr/>
                </p:nvSpPr>
                <p:spPr>
                  <a:xfrm>
                    <a:off x="3820519" y="395375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51" name="Freeform: Shape 2550">
                    <a:extLst>
                      <a:ext uri="{FF2B5EF4-FFF2-40B4-BE49-F238E27FC236}">
                        <a16:creationId xmlns:a16="http://schemas.microsoft.com/office/drawing/2014/main" id="{1947ADDB-636A-42CE-20CD-86CC3E64731F}"/>
                      </a:ext>
                    </a:extLst>
                  </p:cNvPr>
                  <p:cNvSpPr/>
                  <p:nvPr/>
                </p:nvSpPr>
                <p:spPr>
                  <a:xfrm>
                    <a:off x="3830858" y="3959754"/>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52" name="Freeform: Shape 2551">
                    <a:extLst>
                      <a:ext uri="{FF2B5EF4-FFF2-40B4-BE49-F238E27FC236}">
                        <a16:creationId xmlns:a16="http://schemas.microsoft.com/office/drawing/2014/main" id="{6B8D016E-B9E4-A8F1-7F57-1A727061ADB8}"/>
                      </a:ext>
                    </a:extLst>
                  </p:cNvPr>
                  <p:cNvSpPr/>
                  <p:nvPr/>
                </p:nvSpPr>
                <p:spPr>
                  <a:xfrm>
                    <a:off x="3841151" y="3965805"/>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53" name="Freeform: Shape 2552">
                    <a:extLst>
                      <a:ext uri="{FF2B5EF4-FFF2-40B4-BE49-F238E27FC236}">
                        <a16:creationId xmlns:a16="http://schemas.microsoft.com/office/drawing/2014/main" id="{B87807BA-E8AF-6623-9D73-99E0A183BC6E}"/>
                      </a:ext>
                    </a:extLst>
                  </p:cNvPr>
                  <p:cNvSpPr/>
                  <p:nvPr/>
                </p:nvSpPr>
                <p:spPr>
                  <a:xfrm>
                    <a:off x="3851491" y="3971857"/>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533" name="Freeform: Shape 2532">
                  <a:extLst>
                    <a:ext uri="{FF2B5EF4-FFF2-40B4-BE49-F238E27FC236}">
                      <a16:creationId xmlns:a16="http://schemas.microsoft.com/office/drawing/2014/main" id="{158BBF9B-A68B-9B50-AC6D-BA1873BB62A9}"/>
                    </a:ext>
                  </a:extLst>
                </p:cNvPr>
                <p:cNvSpPr/>
                <p:nvPr/>
              </p:nvSpPr>
              <p:spPr>
                <a:xfrm>
                  <a:off x="3789404" y="394746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4" name="Freeform: Shape 2533">
                  <a:extLst>
                    <a:ext uri="{FF2B5EF4-FFF2-40B4-BE49-F238E27FC236}">
                      <a16:creationId xmlns:a16="http://schemas.microsoft.com/office/drawing/2014/main" id="{52C42501-0D6B-DDC0-8D27-4819048DAF27}"/>
                    </a:ext>
                  </a:extLst>
                </p:cNvPr>
                <p:cNvSpPr/>
                <p:nvPr/>
              </p:nvSpPr>
              <p:spPr>
                <a:xfrm>
                  <a:off x="3799744" y="3953512"/>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5" name="Freeform: Shape 2534">
                  <a:extLst>
                    <a:ext uri="{FF2B5EF4-FFF2-40B4-BE49-F238E27FC236}">
                      <a16:creationId xmlns:a16="http://schemas.microsoft.com/office/drawing/2014/main" id="{C9492218-01EE-7A4F-2C30-AA264CA14585}"/>
                    </a:ext>
                  </a:extLst>
                </p:cNvPr>
                <p:cNvSpPr/>
                <p:nvPr/>
              </p:nvSpPr>
              <p:spPr>
                <a:xfrm>
                  <a:off x="3810083" y="3959563"/>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6" name="Freeform: Shape 2535">
                  <a:extLst>
                    <a:ext uri="{FF2B5EF4-FFF2-40B4-BE49-F238E27FC236}">
                      <a16:creationId xmlns:a16="http://schemas.microsoft.com/office/drawing/2014/main" id="{6165E1B4-72F2-978B-3F74-A2097112E6DF}"/>
                    </a:ext>
                  </a:extLst>
                </p:cNvPr>
                <p:cNvSpPr/>
                <p:nvPr/>
              </p:nvSpPr>
              <p:spPr>
                <a:xfrm>
                  <a:off x="3820404" y="3965595"/>
                  <a:ext cx="9891" cy="9902"/>
                </a:xfrm>
                <a:custGeom>
                  <a:avLst/>
                  <a:gdLst>
                    <a:gd name="connsiteX0" fmla="*/ 7453 w 9891"/>
                    <a:gd name="connsiteY0" fmla="*/ 687 h 9902"/>
                    <a:gd name="connsiteX1" fmla="*/ 9216 w 9891"/>
                    <a:gd name="connsiteY1" fmla="*/ 7453 h 9902"/>
                    <a:gd name="connsiteX2" fmla="*/ 2450 w 9891"/>
                    <a:gd name="connsiteY2" fmla="*/ 9216 h 9902"/>
                    <a:gd name="connsiteX3" fmla="*/ 686 w 9891"/>
                    <a:gd name="connsiteY3" fmla="*/ 2450 h 9902"/>
                    <a:gd name="connsiteX4" fmla="*/ 7453 w 9891"/>
                    <a:gd name="connsiteY4" fmla="*/ 687 h 9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1" h="9902">
                      <a:moveTo>
                        <a:pt x="7453" y="687"/>
                      </a:moveTo>
                      <a:cubicBezTo>
                        <a:pt x="9787" y="2068"/>
                        <a:pt x="10598" y="5070"/>
                        <a:pt x="9216" y="7453"/>
                      </a:cubicBezTo>
                      <a:cubicBezTo>
                        <a:pt x="7834" y="9835"/>
                        <a:pt x="4832" y="10598"/>
                        <a:pt x="2450" y="9216"/>
                      </a:cubicBezTo>
                      <a:cubicBezTo>
                        <a:pt x="67" y="7834"/>
                        <a:pt x="-695" y="4832"/>
                        <a:pt x="686" y="2450"/>
                      </a:cubicBezTo>
                      <a:cubicBezTo>
                        <a:pt x="2068" y="67"/>
                        <a:pt x="5070" y="-695"/>
                        <a:pt x="7453" y="687"/>
                      </a:cubicBezTo>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7" name="Freeform: Shape 2536">
                  <a:extLst>
                    <a:ext uri="{FF2B5EF4-FFF2-40B4-BE49-F238E27FC236}">
                      <a16:creationId xmlns:a16="http://schemas.microsoft.com/office/drawing/2014/main" id="{7FEE1FC1-AE31-F682-E5D1-BE3B979F9BF5}"/>
                    </a:ext>
                  </a:extLst>
                </p:cNvPr>
                <p:cNvSpPr/>
                <p:nvPr/>
              </p:nvSpPr>
              <p:spPr>
                <a:xfrm>
                  <a:off x="3830716" y="3971666"/>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8" name="Freeform: Shape 2537">
                  <a:extLst>
                    <a:ext uri="{FF2B5EF4-FFF2-40B4-BE49-F238E27FC236}">
                      <a16:creationId xmlns:a16="http://schemas.microsoft.com/office/drawing/2014/main" id="{4F253FA9-4373-74BC-A52B-18AC2A57DDE6}"/>
                    </a:ext>
                  </a:extLst>
                </p:cNvPr>
                <p:cNvSpPr/>
                <p:nvPr/>
              </p:nvSpPr>
              <p:spPr>
                <a:xfrm>
                  <a:off x="3841055" y="397767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39" name="Freeform: Shape 2538">
                  <a:extLst>
                    <a:ext uri="{FF2B5EF4-FFF2-40B4-BE49-F238E27FC236}">
                      <a16:creationId xmlns:a16="http://schemas.microsoft.com/office/drawing/2014/main" id="{9CF3BD92-E99F-A2CA-69E8-443AF8A750FE}"/>
                    </a:ext>
                  </a:extLst>
                </p:cNvPr>
                <p:cNvSpPr/>
                <p:nvPr/>
              </p:nvSpPr>
              <p:spPr>
                <a:xfrm>
                  <a:off x="3851395" y="3983721"/>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0" name="Freeform: Shape 2539">
                  <a:extLst>
                    <a:ext uri="{FF2B5EF4-FFF2-40B4-BE49-F238E27FC236}">
                      <a16:creationId xmlns:a16="http://schemas.microsoft.com/office/drawing/2014/main" id="{4BBCB75A-FC2B-2B55-97B5-A22A84510161}"/>
                    </a:ext>
                  </a:extLst>
                </p:cNvPr>
                <p:cNvSpPr/>
                <p:nvPr/>
              </p:nvSpPr>
              <p:spPr>
                <a:xfrm>
                  <a:off x="3789261" y="3958896"/>
                  <a:ext cx="9911" cy="9911"/>
                </a:xfrm>
                <a:custGeom>
                  <a:avLst/>
                  <a:gdLst>
                    <a:gd name="connsiteX0" fmla="*/ 9911 w 9911"/>
                    <a:gd name="connsiteY0" fmla="*/ 4955 h 9911"/>
                    <a:gd name="connsiteX1" fmla="*/ 4956 w 9911"/>
                    <a:gd name="connsiteY1" fmla="*/ 9911 h 9911"/>
                    <a:gd name="connsiteX2" fmla="*/ 0 w 9911"/>
                    <a:gd name="connsiteY2" fmla="*/ 4955 h 9911"/>
                    <a:gd name="connsiteX3" fmla="*/ 4956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6" y="9911"/>
                      </a:cubicBezTo>
                      <a:cubicBezTo>
                        <a:pt x="2219" y="9911"/>
                        <a:pt x="0" y="7692"/>
                        <a:pt x="0" y="4955"/>
                      </a:cubicBezTo>
                      <a:cubicBezTo>
                        <a:pt x="0" y="2219"/>
                        <a:pt x="2219" y="0"/>
                        <a:pt x="4956"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1" name="Freeform: Shape 2540">
                  <a:extLst>
                    <a:ext uri="{FF2B5EF4-FFF2-40B4-BE49-F238E27FC236}">
                      <a16:creationId xmlns:a16="http://schemas.microsoft.com/office/drawing/2014/main" id="{4AA1F094-52AE-848D-FECB-1D03D39F6DFE}"/>
                    </a:ext>
                  </a:extLst>
                </p:cNvPr>
                <p:cNvSpPr/>
                <p:nvPr/>
              </p:nvSpPr>
              <p:spPr>
                <a:xfrm>
                  <a:off x="3799601" y="3964948"/>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2" name="Freeform: Shape 2541">
                  <a:extLst>
                    <a:ext uri="{FF2B5EF4-FFF2-40B4-BE49-F238E27FC236}">
                      <a16:creationId xmlns:a16="http://schemas.microsoft.com/office/drawing/2014/main" id="{56D1CA0E-3784-C7AD-FA95-6EA3C7B8298B}"/>
                    </a:ext>
                  </a:extLst>
                </p:cNvPr>
                <p:cNvSpPr/>
                <p:nvPr/>
              </p:nvSpPr>
              <p:spPr>
                <a:xfrm>
                  <a:off x="3809940" y="3970999"/>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3" name="Freeform: Shape 2542">
                  <a:extLst>
                    <a:ext uri="{FF2B5EF4-FFF2-40B4-BE49-F238E27FC236}">
                      <a16:creationId xmlns:a16="http://schemas.microsoft.com/office/drawing/2014/main" id="{D71BDF00-6986-1D19-666D-6282932E7143}"/>
                    </a:ext>
                  </a:extLst>
                </p:cNvPr>
                <p:cNvSpPr/>
                <p:nvPr/>
              </p:nvSpPr>
              <p:spPr>
                <a:xfrm>
                  <a:off x="3820261" y="3977031"/>
                  <a:ext cx="9891" cy="9902"/>
                </a:xfrm>
                <a:custGeom>
                  <a:avLst/>
                  <a:gdLst>
                    <a:gd name="connsiteX0" fmla="*/ 7453 w 9891"/>
                    <a:gd name="connsiteY0" fmla="*/ 687 h 9902"/>
                    <a:gd name="connsiteX1" fmla="*/ 9216 w 9891"/>
                    <a:gd name="connsiteY1" fmla="*/ 7453 h 9902"/>
                    <a:gd name="connsiteX2" fmla="*/ 2450 w 9891"/>
                    <a:gd name="connsiteY2" fmla="*/ 9216 h 9902"/>
                    <a:gd name="connsiteX3" fmla="*/ 686 w 9891"/>
                    <a:gd name="connsiteY3" fmla="*/ 2450 h 9902"/>
                    <a:gd name="connsiteX4" fmla="*/ 7453 w 9891"/>
                    <a:gd name="connsiteY4" fmla="*/ 687 h 9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1" h="9902">
                      <a:moveTo>
                        <a:pt x="7453" y="687"/>
                      </a:moveTo>
                      <a:cubicBezTo>
                        <a:pt x="9787" y="2068"/>
                        <a:pt x="10598" y="5070"/>
                        <a:pt x="9216" y="7453"/>
                      </a:cubicBezTo>
                      <a:cubicBezTo>
                        <a:pt x="7834" y="9835"/>
                        <a:pt x="4832" y="10598"/>
                        <a:pt x="2450" y="9216"/>
                      </a:cubicBezTo>
                      <a:cubicBezTo>
                        <a:pt x="67" y="7834"/>
                        <a:pt x="-695" y="4832"/>
                        <a:pt x="686" y="2450"/>
                      </a:cubicBezTo>
                      <a:cubicBezTo>
                        <a:pt x="2068" y="67"/>
                        <a:pt x="5070" y="-695"/>
                        <a:pt x="7453" y="687"/>
                      </a:cubicBezTo>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4" name="Freeform: Shape 2543">
                  <a:extLst>
                    <a:ext uri="{FF2B5EF4-FFF2-40B4-BE49-F238E27FC236}">
                      <a16:creationId xmlns:a16="http://schemas.microsoft.com/office/drawing/2014/main" id="{FE2D7C9B-9168-A4F7-3BA4-4AF0FBC075AE}"/>
                    </a:ext>
                  </a:extLst>
                </p:cNvPr>
                <p:cNvSpPr/>
                <p:nvPr/>
              </p:nvSpPr>
              <p:spPr>
                <a:xfrm>
                  <a:off x="3830620" y="3983102"/>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5" name="Freeform: Shape 2544">
                  <a:extLst>
                    <a:ext uri="{FF2B5EF4-FFF2-40B4-BE49-F238E27FC236}">
                      <a16:creationId xmlns:a16="http://schemas.microsoft.com/office/drawing/2014/main" id="{95083163-90FE-3D33-6B82-858418656380}"/>
                    </a:ext>
                  </a:extLst>
                </p:cNvPr>
                <p:cNvSpPr/>
                <p:nvPr/>
              </p:nvSpPr>
              <p:spPr>
                <a:xfrm>
                  <a:off x="3840960" y="3989106"/>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46" name="Freeform: Shape 2545">
                  <a:extLst>
                    <a:ext uri="{FF2B5EF4-FFF2-40B4-BE49-F238E27FC236}">
                      <a16:creationId xmlns:a16="http://schemas.microsoft.com/office/drawing/2014/main" id="{15F1A3B9-0A73-EE0E-56AF-9C0445B42D1A}"/>
                    </a:ext>
                  </a:extLst>
                </p:cNvPr>
                <p:cNvSpPr/>
                <p:nvPr/>
              </p:nvSpPr>
              <p:spPr>
                <a:xfrm>
                  <a:off x="3851252" y="3995157"/>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1659" name="Oval 1658">
              <a:extLst>
                <a:ext uri="{FF2B5EF4-FFF2-40B4-BE49-F238E27FC236}">
                  <a16:creationId xmlns:a16="http://schemas.microsoft.com/office/drawing/2014/main" id="{23033218-84CB-67BD-ABB8-CB8C206A7C76}"/>
                </a:ext>
              </a:extLst>
            </p:cNvPr>
            <p:cNvSpPr/>
            <p:nvPr/>
          </p:nvSpPr>
          <p:spPr>
            <a:xfrm>
              <a:off x="4663336" y="1891932"/>
              <a:ext cx="809185" cy="470326"/>
            </a:xfrm>
            <a:prstGeom prst="ellipse">
              <a:avLst/>
            </a:prstGeom>
            <a:noFill/>
            <a:ln w="127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100" b="0" i="0" u="none" strike="noStrike" kern="1200" cap="none" spc="0" normalizeH="0" baseline="0" noProof="0" err="1">
                <a:ln>
                  <a:noFill/>
                </a:ln>
                <a:solidFill>
                  <a:prstClr val="white"/>
                </a:solidFill>
                <a:effectLst/>
                <a:uLnTx/>
                <a:uFillTx/>
                <a:latin typeface="Franklin Gothic Book"/>
                <a:ea typeface="+mn-ea"/>
                <a:cs typeface="+mn-cs"/>
              </a:endParaRPr>
            </a:p>
          </p:txBody>
        </p:sp>
        <p:grpSp>
          <p:nvGrpSpPr>
            <p:cNvPr id="1660" name="Group 1659">
              <a:extLst>
                <a:ext uri="{FF2B5EF4-FFF2-40B4-BE49-F238E27FC236}">
                  <a16:creationId xmlns:a16="http://schemas.microsoft.com/office/drawing/2014/main" id="{54C1569C-E163-A57D-4DC1-A5DBF7670783}"/>
                </a:ext>
              </a:extLst>
            </p:cNvPr>
            <p:cNvGrpSpPr/>
            <p:nvPr/>
          </p:nvGrpSpPr>
          <p:grpSpPr>
            <a:xfrm>
              <a:off x="4113882" y="1586332"/>
              <a:ext cx="653100" cy="404146"/>
              <a:chOff x="3783052" y="1961470"/>
              <a:chExt cx="1360448" cy="739904"/>
            </a:xfrm>
          </p:grpSpPr>
          <p:sp>
            <p:nvSpPr>
              <p:cNvPr id="2520" name="Freeform: Shape 2519">
                <a:extLst>
                  <a:ext uri="{FF2B5EF4-FFF2-40B4-BE49-F238E27FC236}">
                    <a16:creationId xmlns:a16="http://schemas.microsoft.com/office/drawing/2014/main" id="{F921F31D-C0F2-E784-B498-3A6DA9F09AC2}"/>
                  </a:ext>
                </a:extLst>
              </p:cNvPr>
              <p:cNvSpPr/>
              <p:nvPr/>
            </p:nvSpPr>
            <p:spPr>
              <a:xfrm>
                <a:off x="4192221" y="2464134"/>
                <a:ext cx="869969" cy="237240"/>
              </a:xfrm>
              <a:custGeom>
                <a:avLst/>
                <a:gdLst>
                  <a:gd name="connsiteX0" fmla="*/ 0 w 577175"/>
                  <a:gd name="connsiteY0" fmla="*/ 157397 h 157396"/>
                  <a:gd name="connsiteX1" fmla="*/ 340025 w 577175"/>
                  <a:gd name="connsiteY1" fmla="*/ 3108 h 157396"/>
                  <a:gd name="connsiteX2" fmla="*/ 376334 w 577175"/>
                  <a:gd name="connsiteY2" fmla="*/ 5300 h 157396"/>
                  <a:gd name="connsiteX3" fmla="*/ 577175 w 577175"/>
                  <a:gd name="connsiteY3" fmla="*/ 117085 h 157396"/>
                </a:gdLst>
                <a:ahLst/>
                <a:cxnLst>
                  <a:cxn ang="0">
                    <a:pos x="connsiteX0" y="connsiteY0"/>
                  </a:cxn>
                  <a:cxn ang="0">
                    <a:pos x="connsiteX1" y="connsiteY1"/>
                  </a:cxn>
                  <a:cxn ang="0">
                    <a:pos x="connsiteX2" y="connsiteY2"/>
                  </a:cxn>
                  <a:cxn ang="0">
                    <a:pos x="connsiteX3" y="connsiteY3"/>
                  </a:cxn>
                </a:cxnLst>
                <a:rect l="l" t="t" r="r" b="b"/>
                <a:pathLst>
                  <a:path w="577175" h="157396">
                    <a:moveTo>
                      <a:pt x="0" y="157397"/>
                    </a:moveTo>
                    <a:lnTo>
                      <a:pt x="340025" y="3108"/>
                    </a:lnTo>
                    <a:cubicBezTo>
                      <a:pt x="351842" y="-1704"/>
                      <a:pt x="365184" y="-894"/>
                      <a:pt x="376334" y="5300"/>
                    </a:cubicBezTo>
                    <a:lnTo>
                      <a:pt x="577175" y="117085"/>
                    </a:ln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Franklin Gothic Book"/>
                    <a:ea typeface="+mn-ea"/>
                    <a:cs typeface="+mn-cs"/>
                  </a:rPr>
                  <a:t> </a:t>
                </a:r>
              </a:p>
            </p:txBody>
          </p:sp>
          <p:sp>
            <p:nvSpPr>
              <p:cNvPr id="2521" name="Freeform: Shape 2520">
                <a:extLst>
                  <a:ext uri="{FF2B5EF4-FFF2-40B4-BE49-F238E27FC236}">
                    <a16:creationId xmlns:a16="http://schemas.microsoft.com/office/drawing/2014/main" id="{38140B1C-9D39-7DE0-FD6A-398A62A21F8E}"/>
                  </a:ext>
                </a:extLst>
              </p:cNvPr>
              <p:cNvSpPr/>
              <p:nvPr/>
            </p:nvSpPr>
            <p:spPr>
              <a:xfrm>
                <a:off x="4192294" y="2254505"/>
                <a:ext cx="925701" cy="351237"/>
              </a:xfrm>
              <a:custGeom>
                <a:avLst/>
                <a:gdLst>
                  <a:gd name="connsiteX0" fmla="*/ 614151 w 614151"/>
                  <a:gd name="connsiteY0" fmla="*/ 220807 h 233026"/>
                  <a:gd name="connsiteX1" fmla="*/ 382099 w 614151"/>
                  <a:gd name="connsiteY1" fmla="*/ 87246 h 233026"/>
                  <a:gd name="connsiteX2" fmla="*/ 364898 w 614151"/>
                  <a:gd name="connsiteY2" fmla="*/ 87198 h 233026"/>
                  <a:gd name="connsiteX3" fmla="*/ 189168 w 614151"/>
                  <a:gd name="connsiteY3" fmla="*/ 158910 h 233026"/>
                  <a:gd name="connsiteX4" fmla="*/ 34975 w 614151"/>
                  <a:gd name="connsiteY4" fmla="*/ 231003 h 233026"/>
                  <a:gd name="connsiteX5" fmla="*/ 4145 w 614151"/>
                  <a:gd name="connsiteY5" fmla="*/ 211658 h 233026"/>
                  <a:gd name="connsiteX6" fmla="*/ 0 w 614151"/>
                  <a:gd name="connsiteY6" fmla="*/ 0 h 23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4151" h="233026">
                    <a:moveTo>
                      <a:pt x="614151" y="220807"/>
                    </a:moveTo>
                    <a:lnTo>
                      <a:pt x="382099" y="87246"/>
                    </a:lnTo>
                    <a:cubicBezTo>
                      <a:pt x="376763" y="84149"/>
                      <a:pt x="370235" y="84149"/>
                      <a:pt x="364898" y="87198"/>
                    </a:cubicBezTo>
                    <a:lnTo>
                      <a:pt x="189168" y="158910"/>
                    </a:lnTo>
                    <a:cubicBezTo>
                      <a:pt x="180686" y="163723"/>
                      <a:pt x="85054" y="207941"/>
                      <a:pt x="34975" y="231003"/>
                    </a:cubicBezTo>
                    <a:cubicBezTo>
                      <a:pt x="20727" y="237579"/>
                      <a:pt x="4431" y="227335"/>
                      <a:pt x="4145" y="211658"/>
                    </a:cubicBezTo>
                    <a:lnTo>
                      <a:pt x="0" y="0"/>
                    </a:lnTo>
                  </a:path>
                </a:pathLst>
              </a:custGeom>
              <a:noFill/>
              <a:ln w="9525"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22" name="Freeform: Shape 2521">
                <a:extLst>
                  <a:ext uri="{FF2B5EF4-FFF2-40B4-BE49-F238E27FC236}">
                    <a16:creationId xmlns:a16="http://schemas.microsoft.com/office/drawing/2014/main" id="{674BC550-42B1-455F-C8C5-0F87D0AE2B20}"/>
                  </a:ext>
                </a:extLst>
              </p:cNvPr>
              <p:cNvSpPr/>
              <p:nvPr/>
            </p:nvSpPr>
            <p:spPr>
              <a:xfrm>
                <a:off x="4242496" y="2195829"/>
                <a:ext cx="901004" cy="318772"/>
              </a:xfrm>
              <a:custGeom>
                <a:avLst/>
                <a:gdLst>
                  <a:gd name="connsiteX0" fmla="*/ 573316 w 573315"/>
                  <a:gd name="connsiteY0" fmla="*/ 206083 h 217503"/>
                  <a:gd name="connsiteX1" fmla="*/ 356702 w 573315"/>
                  <a:gd name="connsiteY1" fmla="*/ 81433 h 217503"/>
                  <a:gd name="connsiteX2" fmla="*/ 340645 w 573315"/>
                  <a:gd name="connsiteY2" fmla="*/ 81385 h 217503"/>
                  <a:gd name="connsiteX3" fmla="*/ 176588 w 573315"/>
                  <a:gd name="connsiteY3" fmla="*/ 148332 h 217503"/>
                  <a:gd name="connsiteX4" fmla="*/ 32687 w 573315"/>
                  <a:gd name="connsiteY4" fmla="*/ 215613 h 217503"/>
                  <a:gd name="connsiteX5" fmla="*/ 3907 w 573315"/>
                  <a:gd name="connsiteY5" fmla="*/ 197554 h 217503"/>
                  <a:gd name="connsiteX6" fmla="*/ 0 w 573315"/>
                  <a:gd name="connsiteY6" fmla="*/ 0 h 217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15" h="217503">
                    <a:moveTo>
                      <a:pt x="573316" y="206083"/>
                    </a:moveTo>
                    <a:lnTo>
                      <a:pt x="356702" y="81433"/>
                    </a:lnTo>
                    <a:cubicBezTo>
                      <a:pt x="351747" y="78574"/>
                      <a:pt x="345648" y="78526"/>
                      <a:pt x="340645" y="81385"/>
                    </a:cubicBezTo>
                    <a:lnTo>
                      <a:pt x="176588" y="148332"/>
                    </a:lnTo>
                    <a:cubicBezTo>
                      <a:pt x="168678" y="152859"/>
                      <a:pt x="79431" y="194075"/>
                      <a:pt x="32687" y="215613"/>
                    </a:cubicBezTo>
                    <a:cubicBezTo>
                      <a:pt x="19393" y="221760"/>
                      <a:pt x="4193" y="212182"/>
                      <a:pt x="3907" y="197554"/>
                    </a:cubicBezTo>
                    <a:lnTo>
                      <a:pt x="0" y="0"/>
                    </a:lnTo>
                  </a:path>
                </a:pathLst>
              </a:custGeom>
              <a:noFill/>
              <a:ln w="9525"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523" name="Graphic 212">
                <a:extLst>
                  <a:ext uri="{FF2B5EF4-FFF2-40B4-BE49-F238E27FC236}">
                    <a16:creationId xmlns:a16="http://schemas.microsoft.com/office/drawing/2014/main" id="{CFBD0F16-98B7-D58E-A482-104832D84ADD}"/>
                  </a:ext>
                </a:extLst>
              </p:cNvPr>
              <p:cNvGrpSpPr/>
              <p:nvPr/>
            </p:nvGrpSpPr>
            <p:grpSpPr>
              <a:xfrm>
                <a:off x="3783052" y="1961470"/>
                <a:ext cx="756849" cy="468716"/>
                <a:chOff x="3779101" y="3338052"/>
                <a:chExt cx="502127" cy="310967"/>
              </a:xfrm>
            </p:grpSpPr>
            <p:grpSp>
              <p:nvGrpSpPr>
                <p:cNvPr id="2524" name="Graphic 212">
                  <a:extLst>
                    <a:ext uri="{FF2B5EF4-FFF2-40B4-BE49-F238E27FC236}">
                      <a16:creationId xmlns:a16="http://schemas.microsoft.com/office/drawing/2014/main" id="{779801DE-6FAA-B61B-0F58-B45851B03B98}"/>
                    </a:ext>
                  </a:extLst>
                </p:cNvPr>
                <p:cNvGrpSpPr/>
                <p:nvPr/>
              </p:nvGrpSpPr>
              <p:grpSpPr>
                <a:xfrm>
                  <a:off x="3779101" y="3338052"/>
                  <a:ext cx="420624" cy="310967"/>
                  <a:chOff x="3779101" y="3338052"/>
                  <a:chExt cx="420624" cy="310967"/>
                </a:xfrm>
              </p:grpSpPr>
              <p:sp>
                <p:nvSpPr>
                  <p:cNvPr id="2528" name="Freeform: Shape 2527">
                    <a:extLst>
                      <a:ext uri="{FF2B5EF4-FFF2-40B4-BE49-F238E27FC236}">
                        <a16:creationId xmlns:a16="http://schemas.microsoft.com/office/drawing/2014/main" id="{6E71947F-2124-DC6E-C2D7-52BE68456ACF}"/>
                      </a:ext>
                    </a:extLst>
                  </p:cNvPr>
                  <p:cNvSpPr/>
                  <p:nvPr/>
                </p:nvSpPr>
                <p:spPr>
                  <a:xfrm>
                    <a:off x="3779101" y="3338052"/>
                    <a:ext cx="407077" cy="309027"/>
                  </a:xfrm>
                  <a:custGeom>
                    <a:avLst/>
                    <a:gdLst>
                      <a:gd name="connsiteX0" fmla="*/ 406935 w 407077"/>
                      <a:gd name="connsiteY0" fmla="*/ 72163 h 309027"/>
                      <a:gd name="connsiteX1" fmla="*/ 405887 w 407077"/>
                      <a:gd name="connsiteY1" fmla="*/ 48576 h 309027"/>
                      <a:gd name="connsiteX2" fmla="*/ 384159 w 407077"/>
                      <a:gd name="connsiteY2" fmla="*/ 37283 h 309027"/>
                      <a:gd name="connsiteX3" fmla="*/ 382634 w 407077"/>
                      <a:gd name="connsiteY3" fmla="*/ 36473 h 309027"/>
                      <a:gd name="connsiteX4" fmla="*/ 382491 w 407077"/>
                      <a:gd name="connsiteY4" fmla="*/ 36378 h 309027"/>
                      <a:gd name="connsiteX5" fmla="*/ 382491 w 407077"/>
                      <a:gd name="connsiteY5" fmla="*/ 36378 h 309027"/>
                      <a:gd name="connsiteX6" fmla="*/ 370960 w 407077"/>
                      <a:gd name="connsiteY6" fmla="*/ 35044 h 309027"/>
                      <a:gd name="connsiteX7" fmla="*/ 347612 w 407077"/>
                      <a:gd name="connsiteY7" fmla="*/ 48529 h 309027"/>
                      <a:gd name="connsiteX8" fmla="*/ 335366 w 407077"/>
                      <a:gd name="connsiteY8" fmla="*/ 63204 h 309027"/>
                      <a:gd name="connsiteX9" fmla="*/ 337843 w 407077"/>
                      <a:gd name="connsiteY9" fmla="*/ 51245 h 309027"/>
                      <a:gd name="connsiteX10" fmla="*/ 337891 w 407077"/>
                      <a:gd name="connsiteY10" fmla="*/ 50625 h 309027"/>
                      <a:gd name="connsiteX11" fmla="*/ 337939 w 407077"/>
                      <a:gd name="connsiteY11" fmla="*/ 39713 h 309027"/>
                      <a:gd name="connsiteX12" fmla="*/ 345467 w 407077"/>
                      <a:gd name="connsiteY12" fmla="*/ 44192 h 309027"/>
                      <a:gd name="connsiteX13" fmla="*/ 343371 w 407077"/>
                      <a:gd name="connsiteY13" fmla="*/ 19939 h 309027"/>
                      <a:gd name="connsiteX14" fmla="*/ 321738 w 407077"/>
                      <a:gd name="connsiteY14" fmla="*/ 8646 h 309027"/>
                      <a:gd name="connsiteX15" fmla="*/ 321738 w 407077"/>
                      <a:gd name="connsiteY15" fmla="*/ 8646 h 309027"/>
                      <a:gd name="connsiteX16" fmla="*/ 294816 w 407077"/>
                      <a:gd name="connsiteY16" fmla="*/ 9885 h 309027"/>
                      <a:gd name="connsiteX17" fmla="*/ 265941 w 407077"/>
                      <a:gd name="connsiteY17" fmla="*/ 34996 h 309027"/>
                      <a:gd name="connsiteX18" fmla="*/ 264606 w 407077"/>
                      <a:gd name="connsiteY18" fmla="*/ 14173 h 309027"/>
                      <a:gd name="connsiteX19" fmla="*/ 243260 w 407077"/>
                      <a:gd name="connsiteY19" fmla="*/ 3023 h 309027"/>
                      <a:gd name="connsiteX20" fmla="*/ 243260 w 407077"/>
                      <a:gd name="connsiteY20" fmla="*/ 3023 h 309027"/>
                      <a:gd name="connsiteX21" fmla="*/ 210858 w 407077"/>
                      <a:gd name="connsiteY21" fmla="*/ 4691 h 309027"/>
                      <a:gd name="connsiteX22" fmla="*/ 149581 w 407077"/>
                      <a:gd name="connsiteY22" fmla="*/ 91842 h 309027"/>
                      <a:gd name="connsiteX23" fmla="*/ 148628 w 407077"/>
                      <a:gd name="connsiteY23" fmla="*/ 91318 h 309027"/>
                      <a:gd name="connsiteX24" fmla="*/ 146293 w 407077"/>
                      <a:gd name="connsiteY24" fmla="*/ 90079 h 309027"/>
                      <a:gd name="connsiteX25" fmla="*/ 146151 w 407077"/>
                      <a:gd name="connsiteY25" fmla="*/ 90031 h 309027"/>
                      <a:gd name="connsiteX26" fmla="*/ 146151 w 407077"/>
                      <a:gd name="connsiteY26" fmla="*/ 90031 h 309027"/>
                      <a:gd name="connsiteX27" fmla="*/ 120325 w 407077"/>
                      <a:gd name="connsiteY27" fmla="*/ 91794 h 309027"/>
                      <a:gd name="connsiteX28" fmla="*/ 67863 w 407077"/>
                      <a:gd name="connsiteY28" fmla="*/ 177420 h 309027"/>
                      <a:gd name="connsiteX29" fmla="*/ 66767 w 407077"/>
                      <a:gd name="connsiteY29" fmla="*/ 186092 h 309027"/>
                      <a:gd name="connsiteX30" fmla="*/ 64623 w 407077"/>
                      <a:gd name="connsiteY30" fmla="*/ 185187 h 309027"/>
                      <a:gd name="connsiteX31" fmla="*/ 64623 w 407077"/>
                      <a:gd name="connsiteY31" fmla="*/ 185187 h 309027"/>
                      <a:gd name="connsiteX32" fmla="*/ 63908 w 407077"/>
                      <a:gd name="connsiteY32" fmla="*/ 184901 h 309027"/>
                      <a:gd name="connsiteX33" fmla="*/ 63908 w 407077"/>
                      <a:gd name="connsiteY33" fmla="*/ 184901 h 309027"/>
                      <a:gd name="connsiteX34" fmla="*/ 42847 w 407077"/>
                      <a:gd name="connsiteY34" fmla="*/ 186521 h 309027"/>
                      <a:gd name="connsiteX35" fmla="*/ 153 w 407077"/>
                      <a:gd name="connsiteY35" fmla="*/ 258709 h 309027"/>
                      <a:gd name="connsiteX36" fmla="*/ 15496 w 407077"/>
                      <a:gd name="connsiteY36" fmla="*/ 297496 h 309027"/>
                      <a:gd name="connsiteX37" fmla="*/ 15496 w 407077"/>
                      <a:gd name="connsiteY37" fmla="*/ 297496 h 309027"/>
                      <a:gd name="connsiteX38" fmla="*/ 37606 w 407077"/>
                      <a:gd name="connsiteY38" fmla="*/ 309027 h 309027"/>
                      <a:gd name="connsiteX39" fmla="*/ 47612 w 407077"/>
                      <a:gd name="connsiteY39" fmla="*/ 292683 h 309027"/>
                      <a:gd name="connsiteX40" fmla="*/ 46421 w 407077"/>
                      <a:gd name="connsiteY40" fmla="*/ 292064 h 309027"/>
                      <a:gd name="connsiteX41" fmla="*/ 350804 w 407077"/>
                      <a:gd name="connsiteY41" fmla="*/ 149211 h 309027"/>
                      <a:gd name="connsiteX42" fmla="*/ 398215 w 407077"/>
                      <a:gd name="connsiteY42" fmla="*/ 71877 h 309027"/>
                      <a:gd name="connsiteX43" fmla="*/ 398358 w 407077"/>
                      <a:gd name="connsiteY43" fmla="*/ 67016 h 309027"/>
                      <a:gd name="connsiteX44" fmla="*/ 407078 w 407077"/>
                      <a:gd name="connsiteY44" fmla="*/ 72163 h 309027"/>
                      <a:gd name="connsiteX45" fmla="*/ 263177 w 407077"/>
                      <a:gd name="connsiteY45" fmla="*/ 38760 h 309027"/>
                      <a:gd name="connsiteX46" fmla="*/ 262891 w 407077"/>
                      <a:gd name="connsiteY46" fmla="*/ 36473 h 309027"/>
                      <a:gd name="connsiteX47" fmla="*/ 264225 w 407077"/>
                      <a:gd name="connsiteY47" fmla="*/ 37283 h 309027"/>
                      <a:gd name="connsiteX48" fmla="*/ 263129 w 407077"/>
                      <a:gd name="connsiteY48" fmla="*/ 38808 h 309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7077" h="309027">
                        <a:moveTo>
                          <a:pt x="406935" y="72163"/>
                        </a:moveTo>
                        <a:cubicBezTo>
                          <a:pt x="406601" y="64300"/>
                          <a:pt x="406220" y="56438"/>
                          <a:pt x="405887" y="48576"/>
                        </a:cubicBezTo>
                        <a:cubicBezTo>
                          <a:pt x="398644" y="44812"/>
                          <a:pt x="391401" y="41048"/>
                          <a:pt x="384159" y="37283"/>
                        </a:cubicBezTo>
                        <a:cubicBezTo>
                          <a:pt x="383682" y="36997"/>
                          <a:pt x="383158" y="36759"/>
                          <a:pt x="382634" y="36473"/>
                        </a:cubicBezTo>
                        <a:cubicBezTo>
                          <a:pt x="382586" y="36473"/>
                          <a:pt x="382538" y="36426"/>
                          <a:pt x="382491" y="36378"/>
                        </a:cubicBezTo>
                        <a:cubicBezTo>
                          <a:pt x="382491" y="36378"/>
                          <a:pt x="382491" y="36378"/>
                          <a:pt x="382491" y="36378"/>
                        </a:cubicBezTo>
                        <a:cubicBezTo>
                          <a:pt x="378869" y="34710"/>
                          <a:pt x="374962" y="34186"/>
                          <a:pt x="370960" y="35044"/>
                        </a:cubicBezTo>
                        <a:cubicBezTo>
                          <a:pt x="359905" y="37379"/>
                          <a:pt x="349994" y="46337"/>
                          <a:pt x="347612" y="48529"/>
                        </a:cubicBezTo>
                        <a:cubicBezTo>
                          <a:pt x="341703" y="54056"/>
                          <a:pt x="337605" y="59726"/>
                          <a:pt x="335366" y="63204"/>
                        </a:cubicBezTo>
                        <a:cubicBezTo>
                          <a:pt x="336366" y="60060"/>
                          <a:pt x="337415" y="55914"/>
                          <a:pt x="337843" y="51245"/>
                        </a:cubicBezTo>
                        <a:cubicBezTo>
                          <a:pt x="337843" y="51245"/>
                          <a:pt x="337843" y="50911"/>
                          <a:pt x="337891" y="50625"/>
                        </a:cubicBezTo>
                        <a:cubicBezTo>
                          <a:pt x="338177" y="46766"/>
                          <a:pt x="338177" y="43144"/>
                          <a:pt x="337939" y="39713"/>
                        </a:cubicBezTo>
                        <a:lnTo>
                          <a:pt x="345467" y="44192"/>
                        </a:lnTo>
                        <a:cubicBezTo>
                          <a:pt x="344753" y="36092"/>
                          <a:pt x="344038" y="28039"/>
                          <a:pt x="343371" y="19939"/>
                        </a:cubicBezTo>
                        <a:cubicBezTo>
                          <a:pt x="336176" y="16175"/>
                          <a:pt x="328933" y="12410"/>
                          <a:pt x="321738" y="8646"/>
                        </a:cubicBezTo>
                        <a:cubicBezTo>
                          <a:pt x="321738" y="8646"/>
                          <a:pt x="321738" y="8646"/>
                          <a:pt x="321738" y="8646"/>
                        </a:cubicBezTo>
                        <a:cubicBezTo>
                          <a:pt x="314448" y="4882"/>
                          <a:pt x="305204" y="4977"/>
                          <a:pt x="294816" y="9885"/>
                        </a:cubicBezTo>
                        <a:cubicBezTo>
                          <a:pt x="284381" y="14793"/>
                          <a:pt x="274375" y="23799"/>
                          <a:pt x="265941" y="34996"/>
                        </a:cubicBezTo>
                        <a:cubicBezTo>
                          <a:pt x="265512" y="28039"/>
                          <a:pt x="265035" y="21083"/>
                          <a:pt x="264606" y="14173"/>
                        </a:cubicBezTo>
                        <a:cubicBezTo>
                          <a:pt x="257507" y="10457"/>
                          <a:pt x="250407" y="6740"/>
                          <a:pt x="243260" y="3023"/>
                        </a:cubicBezTo>
                        <a:cubicBezTo>
                          <a:pt x="243260" y="3023"/>
                          <a:pt x="243260" y="3023"/>
                          <a:pt x="243260" y="3023"/>
                        </a:cubicBezTo>
                        <a:cubicBezTo>
                          <a:pt x="234445" y="-1360"/>
                          <a:pt x="223342" y="-1122"/>
                          <a:pt x="210858" y="4691"/>
                        </a:cubicBezTo>
                        <a:cubicBezTo>
                          <a:pt x="183031" y="17747"/>
                          <a:pt x="157825" y="54580"/>
                          <a:pt x="149581" y="91842"/>
                        </a:cubicBezTo>
                        <a:cubicBezTo>
                          <a:pt x="149248" y="91651"/>
                          <a:pt x="148962" y="91508"/>
                          <a:pt x="148628" y="91318"/>
                        </a:cubicBezTo>
                        <a:cubicBezTo>
                          <a:pt x="147866" y="90841"/>
                          <a:pt x="147104" y="90460"/>
                          <a:pt x="146293" y="90079"/>
                        </a:cubicBezTo>
                        <a:cubicBezTo>
                          <a:pt x="146293" y="90079"/>
                          <a:pt x="146198" y="90079"/>
                          <a:pt x="146151" y="90031"/>
                        </a:cubicBezTo>
                        <a:cubicBezTo>
                          <a:pt x="146151" y="90031"/>
                          <a:pt x="146151" y="90031"/>
                          <a:pt x="146151" y="90031"/>
                        </a:cubicBezTo>
                        <a:cubicBezTo>
                          <a:pt x="139051" y="86839"/>
                          <a:pt x="130188" y="87172"/>
                          <a:pt x="120325" y="91794"/>
                        </a:cubicBezTo>
                        <a:cubicBezTo>
                          <a:pt x="94594" y="103849"/>
                          <a:pt x="72866" y="148878"/>
                          <a:pt x="67863" y="177420"/>
                        </a:cubicBezTo>
                        <a:cubicBezTo>
                          <a:pt x="67243" y="180946"/>
                          <a:pt x="66958" y="183852"/>
                          <a:pt x="66767" y="186092"/>
                        </a:cubicBezTo>
                        <a:cubicBezTo>
                          <a:pt x="66052" y="185806"/>
                          <a:pt x="65337" y="185520"/>
                          <a:pt x="64623" y="185187"/>
                        </a:cubicBezTo>
                        <a:cubicBezTo>
                          <a:pt x="64623" y="185187"/>
                          <a:pt x="64623" y="185187"/>
                          <a:pt x="64623" y="185187"/>
                        </a:cubicBezTo>
                        <a:cubicBezTo>
                          <a:pt x="64384" y="185091"/>
                          <a:pt x="64146" y="184996"/>
                          <a:pt x="63908" y="184901"/>
                        </a:cubicBezTo>
                        <a:cubicBezTo>
                          <a:pt x="63908" y="184901"/>
                          <a:pt x="63908" y="184901"/>
                          <a:pt x="63908" y="184901"/>
                        </a:cubicBezTo>
                        <a:cubicBezTo>
                          <a:pt x="59810" y="183281"/>
                          <a:pt x="52615" y="181946"/>
                          <a:pt x="42847" y="186521"/>
                        </a:cubicBezTo>
                        <a:cubicBezTo>
                          <a:pt x="21167" y="196575"/>
                          <a:pt x="1964" y="233932"/>
                          <a:pt x="153" y="258709"/>
                        </a:cubicBezTo>
                        <a:cubicBezTo>
                          <a:pt x="-847" y="272432"/>
                          <a:pt x="2917" y="291540"/>
                          <a:pt x="15496" y="297496"/>
                        </a:cubicBezTo>
                        <a:cubicBezTo>
                          <a:pt x="15496" y="297496"/>
                          <a:pt x="15496" y="297496"/>
                          <a:pt x="15496" y="297496"/>
                        </a:cubicBezTo>
                        <a:cubicBezTo>
                          <a:pt x="22882" y="301355"/>
                          <a:pt x="30220" y="305215"/>
                          <a:pt x="37606" y="309027"/>
                        </a:cubicBezTo>
                        <a:cubicBezTo>
                          <a:pt x="40941" y="303595"/>
                          <a:pt x="44276" y="298115"/>
                          <a:pt x="47612" y="292683"/>
                        </a:cubicBezTo>
                        <a:cubicBezTo>
                          <a:pt x="47231" y="292493"/>
                          <a:pt x="46802" y="292254"/>
                          <a:pt x="46421" y="292064"/>
                        </a:cubicBezTo>
                        <a:cubicBezTo>
                          <a:pt x="147866" y="244462"/>
                          <a:pt x="249359" y="196813"/>
                          <a:pt x="350804" y="149211"/>
                        </a:cubicBezTo>
                        <a:cubicBezTo>
                          <a:pt x="383206" y="134011"/>
                          <a:pt x="395880" y="103182"/>
                          <a:pt x="398215" y="71877"/>
                        </a:cubicBezTo>
                        <a:cubicBezTo>
                          <a:pt x="398358" y="70209"/>
                          <a:pt x="398406" y="68589"/>
                          <a:pt x="398358" y="67016"/>
                        </a:cubicBezTo>
                        <a:lnTo>
                          <a:pt x="407078" y="72163"/>
                        </a:lnTo>
                        <a:close/>
                        <a:moveTo>
                          <a:pt x="263177" y="38760"/>
                        </a:moveTo>
                        <a:cubicBezTo>
                          <a:pt x="263082" y="37998"/>
                          <a:pt x="262986" y="37236"/>
                          <a:pt x="262891" y="36473"/>
                        </a:cubicBezTo>
                        <a:lnTo>
                          <a:pt x="264225" y="37283"/>
                        </a:lnTo>
                        <a:cubicBezTo>
                          <a:pt x="263844" y="37807"/>
                          <a:pt x="263511" y="38284"/>
                          <a:pt x="263129" y="38808"/>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29" name="Freeform: Shape 2528">
                    <a:extLst>
                      <a:ext uri="{FF2B5EF4-FFF2-40B4-BE49-F238E27FC236}">
                        <a16:creationId xmlns:a16="http://schemas.microsoft.com/office/drawing/2014/main" id="{A43288B0-E0DE-3E67-D9FD-E3390547E1A2}"/>
                      </a:ext>
                    </a:extLst>
                  </p:cNvPr>
                  <p:cNvSpPr/>
                  <p:nvPr/>
                </p:nvSpPr>
                <p:spPr>
                  <a:xfrm>
                    <a:off x="3801351" y="3349701"/>
                    <a:ext cx="398374" cy="299318"/>
                  </a:xfrm>
                  <a:custGeom>
                    <a:avLst/>
                    <a:gdLst>
                      <a:gd name="connsiteX0" fmla="*/ 371058 w 398374"/>
                      <a:gd name="connsiteY0" fmla="*/ 35069 h 299318"/>
                      <a:gd name="connsiteX1" fmla="*/ 347710 w 398374"/>
                      <a:gd name="connsiteY1" fmla="*/ 48554 h 299318"/>
                      <a:gd name="connsiteX2" fmla="*/ 335464 w 398374"/>
                      <a:gd name="connsiteY2" fmla="*/ 63230 h 299318"/>
                      <a:gd name="connsiteX3" fmla="*/ 337941 w 398374"/>
                      <a:gd name="connsiteY3" fmla="*/ 51270 h 299318"/>
                      <a:gd name="connsiteX4" fmla="*/ 337989 w 398374"/>
                      <a:gd name="connsiteY4" fmla="*/ 50651 h 299318"/>
                      <a:gd name="connsiteX5" fmla="*/ 294867 w 398374"/>
                      <a:gd name="connsiteY5" fmla="*/ 9863 h 299318"/>
                      <a:gd name="connsiteX6" fmla="*/ 263227 w 398374"/>
                      <a:gd name="connsiteY6" fmla="*/ 38786 h 299318"/>
                      <a:gd name="connsiteX7" fmla="*/ 210909 w 398374"/>
                      <a:gd name="connsiteY7" fmla="*/ 4717 h 299318"/>
                      <a:gd name="connsiteX8" fmla="*/ 149632 w 398374"/>
                      <a:gd name="connsiteY8" fmla="*/ 91915 h 299318"/>
                      <a:gd name="connsiteX9" fmla="*/ 120375 w 398374"/>
                      <a:gd name="connsiteY9" fmla="*/ 91772 h 299318"/>
                      <a:gd name="connsiteX10" fmla="*/ 67913 w 398374"/>
                      <a:gd name="connsiteY10" fmla="*/ 177398 h 299318"/>
                      <a:gd name="connsiteX11" fmla="*/ 66817 w 398374"/>
                      <a:gd name="connsiteY11" fmla="*/ 186261 h 299318"/>
                      <a:gd name="connsiteX12" fmla="*/ 42850 w 398374"/>
                      <a:gd name="connsiteY12" fmla="*/ 186451 h 299318"/>
                      <a:gd name="connsiteX13" fmla="*/ 156 w 398374"/>
                      <a:gd name="connsiteY13" fmla="*/ 258640 h 299318"/>
                      <a:gd name="connsiteX14" fmla="*/ 39085 w 398374"/>
                      <a:gd name="connsiteY14" fmla="*/ 295473 h 299318"/>
                      <a:gd name="connsiteX15" fmla="*/ 350807 w 398374"/>
                      <a:gd name="connsiteY15" fmla="*/ 149189 h 299318"/>
                      <a:gd name="connsiteX16" fmla="*/ 398218 w 398374"/>
                      <a:gd name="connsiteY16" fmla="*/ 71855 h 299318"/>
                      <a:gd name="connsiteX17" fmla="*/ 371105 w 398374"/>
                      <a:gd name="connsiteY17" fmla="*/ 35022 h 29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74" h="299318">
                        <a:moveTo>
                          <a:pt x="371058" y="35069"/>
                        </a:moveTo>
                        <a:cubicBezTo>
                          <a:pt x="360003" y="37404"/>
                          <a:pt x="350092" y="46362"/>
                          <a:pt x="347710" y="48554"/>
                        </a:cubicBezTo>
                        <a:cubicBezTo>
                          <a:pt x="341801" y="54081"/>
                          <a:pt x="337703" y="59752"/>
                          <a:pt x="335464" y="63230"/>
                        </a:cubicBezTo>
                        <a:cubicBezTo>
                          <a:pt x="336464" y="60085"/>
                          <a:pt x="337513" y="55940"/>
                          <a:pt x="337941" y="51270"/>
                        </a:cubicBezTo>
                        <a:cubicBezTo>
                          <a:pt x="337941" y="51270"/>
                          <a:pt x="337941" y="50937"/>
                          <a:pt x="337989" y="50651"/>
                        </a:cubicBezTo>
                        <a:cubicBezTo>
                          <a:pt x="340562" y="15724"/>
                          <a:pt x="321264" y="-2526"/>
                          <a:pt x="294867" y="9863"/>
                        </a:cubicBezTo>
                        <a:cubicBezTo>
                          <a:pt x="283240" y="15295"/>
                          <a:pt x="272185" y="25778"/>
                          <a:pt x="263227" y="38786"/>
                        </a:cubicBezTo>
                        <a:cubicBezTo>
                          <a:pt x="260178" y="6718"/>
                          <a:pt x="238831" y="-8387"/>
                          <a:pt x="210909" y="4717"/>
                        </a:cubicBezTo>
                        <a:cubicBezTo>
                          <a:pt x="183034" y="17773"/>
                          <a:pt x="157827" y="54653"/>
                          <a:pt x="149632" y="91915"/>
                        </a:cubicBezTo>
                        <a:cubicBezTo>
                          <a:pt x="142055" y="86817"/>
                          <a:pt x="131906" y="86388"/>
                          <a:pt x="120375" y="91772"/>
                        </a:cubicBezTo>
                        <a:cubicBezTo>
                          <a:pt x="94644" y="103827"/>
                          <a:pt x="72916" y="148856"/>
                          <a:pt x="67913" y="177398"/>
                        </a:cubicBezTo>
                        <a:cubicBezTo>
                          <a:pt x="67294" y="181019"/>
                          <a:pt x="66960" y="184021"/>
                          <a:pt x="66817" y="186261"/>
                        </a:cubicBezTo>
                        <a:cubicBezTo>
                          <a:pt x="64101" y="184641"/>
                          <a:pt x="55667" y="180495"/>
                          <a:pt x="42850" y="186451"/>
                        </a:cubicBezTo>
                        <a:cubicBezTo>
                          <a:pt x="21169" y="196505"/>
                          <a:pt x="1967" y="233862"/>
                          <a:pt x="156" y="258640"/>
                        </a:cubicBezTo>
                        <a:cubicBezTo>
                          <a:pt x="-1321" y="278700"/>
                          <a:pt x="7399" y="310339"/>
                          <a:pt x="39085" y="295473"/>
                        </a:cubicBezTo>
                        <a:cubicBezTo>
                          <a:pt x="143008" y="246728"/>
                          <a:pt x="246884" y="197935"/>
                          <a:pt x="350807" y="149189"/>
                        </a:cubicBezTo>
                        <a:cubicBezTo>
                          <a:pt x="383208" y="133989"/>
                          <a:pt x="395883" y="103160"/>
                          <a:pt x="398218" y="71855"/>
                        </a:cubicBezTo>
                        <a:cubicBezTo>
                          <a:pt x="400028" y="47125"/>
                          <a:pt x="385829" y="31925"/>
                          <a:pt x="371105" y="35022"/>
                        </a:cubicBez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25" name="Graphic 212">
                  <a:extLst>
                    <a:ext uri="{FF2B5EF4-FFF2-40B4-BE49-F238E27FC236}">
                      <a16:creationId xmlns:a16="http://schemas.microsoft.com/office/drawing/2014/main" id="{7025F790-E7EC-72A9-54DC-2A4FACE8ADA5}"/>
                    </a:ext>
                  </a:extLst>
                </p:cNvPr>
                <p:cNvGrpSpPr/>
                <p:nvPr/>
              </p:nvGrpSpPr>
              <p:grpSpPr>
                <a:xfrm>
                  <a:off x="3923974" y="3351268"/>
                  <a:ext cx="357254" cy="265303"/>
                  <a:chOff x="3923974" y="3351268"/>
                  <a:chExt cx="357254" cy="265303"/>
                </a:xfrm>
              </p:grpSpPr>
              <p:sp>
                <p:nvSpPr>
                  <p:cNvPr id="2526" name="Freeform: Shape 2525">
                    <a:extLst>
                      <a:ext uri="{FF2B5EF4-FFF2-40B4-BE49-F238E27FC236}">
                        <a16:creationId xmlns:a16="http://schemas.microsoft.com/office/drawing/2014/main" id="{5120335C-A361-CE41-E005-FE05012509B6}"/>
                      </a:ext>
                    </a:extLst>
                  </p:cNvPr>
                  <p:cNvSpPr/>
                  <p:nvPr/>
                </p:nvSpPr>
                <p:spPr>
                  <a:xfrm>
                    <a:off x="3923974" y="3351268"/>
                    <a:ext cx="341969" cy="259645"/>
                  </a:xfrm>
                  <a:custGeom>
                    <a:avLst/>
                    <a:gdLst>
                      <a:gd name="connsiteX0" fmla="*/ 341922 w 341969"/>
                      <a:gd name="connsiteY0" fmla="*/ 60615 h 259645"/>
                      <a:gd name="connsiteX1" fmla="*/ 341064 w 341969"/>
                      <a:gd name="connsiteY1" fmla="*/ 40793 h 259645"/>
                      <a:gd name="connsiteX2" fmla="*/ 322815 w 341969"/>
                      <a:gd name="connsiteY2" fmla="*/ 31311 h 259645"/>
                      <a:gd name="connsiteX3" fmla="*/ 321528 w 341969"/>
                      <a:gd name="connsiteY3" fmla="*/ 30643 h 259645"/>
                      <a:gd name="connsiteX4" fmla="*/ 321385 w 341969"/>
                      <a:gd name="connsiteY4" fmla="*/ 30596 h 259645"/>
                      <a:gd name="connsiteX5" fmla="*/ 321385 w 341969"/>
                      <a:gd name="connsiteY5" fmla="*/ 30596 h 259645"/>
                      <a:gd name="connsiteX6" fmla="*/ 311712 w 341969"/>
                      <a:gd name="connsiteY6" fmla="*/ 29452 h 259645"/>
                      <a:gd name="connsiteX7" fmla="*/ 292081 w 341969"/>
                      <a:gd name="connsiteY7" fmla="*/ 40793 h 259645"/>
                      <a:gd name="connsiteX8" fmla="*/ 281789 w 341969"/>
                      <a:gd name="connsiteY8" fmla="*/ 53134 h 259645"/>
                      <a:gd name="connsiteX9" fmla="*/ 283885 w 341969"/>
                      <a:gd name="connsiteY9" fmla="*/ 43080 h 259645"/>
                      <a:gd name="connsiteX10" fmla="*/ 283885 w 341969"/>
                      <a:gd name="connsiteY10" fmla="*/ 42556 h 259645"/>
                      <a:gd name="connsiteX11" fmla="*/ 283933 w 341969"/>
                      <a:gd name="connsiteY11" fmla="*/ 33359 h 259645"/>
                      <a:gd name="connsiteX12" fmla="*/ 290270 w 341969"/>
                      <a:gd name="connsiteY12" fmla="*/ 37124 h 259645"/>
                      <a:gd name="connsiteX13" fmla="*/ 288507 w 341969"/>
                      <a:gd name="connsiteY13" fmla="*/ 16730 h 259645"/>
                      <a:gd name="connsiteX14" fmla="*/ 270353 w 341969"/>
                      <a:gd name="connsiteY14" fmla="*/ 7248 h 259645"/>
                      <a:gd name="connsiteX15" fmla="*/ 270353 w 341969"/>
                      <a:gd name="connsiteY15" fmla="*/ 7248 h 259645"/>
                      <a:gd name="connsiteX16" fmla="*/ 247719 w 341969"/>
                      <a:gd name="connsiteY16" fmla="*/ 8296 h 259645"/>
                      <a:gd name="connsiteX17" fmla="*/ 223466 w 341969"/>
                      <a:gd name="connsiteY17" fmla="*/ 29405 h 259645"/>
                      <a:gd name="connsiteX18" fmla="*/ 222322 w 341969"/>
                      <a:gd name="connsiteY18" fmla="*/ 11917 h 259645"/>
                      <a:gd name="connsiteX19" fmla="*/ 204406 w 341969"/>
                      <a:gd name="connsiteY19" fmla="*/ 2530 h 259645"/>
                      <a:gd name="connsiteX20" fmla="*/ 204406 w 341969"/>
                      <a:gd name="connsiteY20" fmla="*/ 2530 h 259645"/>
                      <a:gd name="connsiteX21" fmla="*/ 177198 w 341969"/>
                      <a:gd name="connsiteY21" fmla="*/ 3960 h 259645"/>
                      <a:gd name="connsiteX22" fmla="*/ 125737 w 341969"/>
                      <a:gd name="connsiteY22" fmla="*/ 77149 h 259645"/>
                      <a:gd name="connsiteX23" fmla="*/ 124927 w 341969"/>
                      <a:gd name="connsiteY23" fmla="*/ 76720 h 259645"/>
                      <a:gd name="connsiteX24" fmla="*/ 122926 w 341969"/>
                      <a:gd name="connsiteY24" fmla="*/ 75672 h 259645"/>
                      <a:gd name="connsiteX25" fmla="*/ 122831 w 341969"/>
                      <a:gd name="connsiteY25" fmla="*/ 75624 h 259645"/>
                      <a:gd name="connsiteX26" fmla="*/ 122831 w 341969"/>
                      <a:gd name="connsiteY26" fmla="*/ 75624 h 259645"/>
                      <a:gd name="connsiteX27" fmla="*/ 101150 w 341969"/>
                      <a:gd name="connsiteY27" fmla="*/ 77101 h 259645"/>
                      <a:gd name="connsiteX28" fmla="*/ 57075 w 341969"/>
                      <a:gd name="connsiteY28" fmla="*/ 149052 h 259645"/>
                      <a:gd name="connsiteX29" fmla="*/ 56169 w 341969"/>
                      <a:gd name="connsiteY29" fmla="*/ 156342 h 259645"/>
                      <a:gd name="connsiteX30" fmla="*/ 54359 w 341969"/>
                      <a:gd name="connsiteY30" fmla="*/ 155580 h 259645"/>
                      <a:gd name="connsiteX31" fmla="*/ 54359 w 341969"/>
                      <a:gd name="connsiteY31" fmla="*/ 155580 h 259645"/>
                      <a:gd name="connsiteX32" fmla="*/ 53739 w 341969"/>
                      <a:gd name="connsiteY32" fmla="*/ 155342 h 259645"/>
                      <a:gd name="connsiteX33" fmla="*/ 53739 w 341969"/>
                      <a:gd name="connsiteY33" fmla="*/ 155342 h 259645"/>
                      <a:gd name="connsiteX34" fmla="*/ 36014 w 341969"/>
                      <a:gd name="connsiteY34" fmla="*/ 156676 h 259645"/>
                      <a:gd name="connsiteX35" fmla="*/ 134 w 341969"/>
                      <a:gd name="connsiteY35" fmla="*/ 217333 h 259645"/>
                      <a:gd name="connsiteX36" fmla="*/ 12999 w 341969"/>
                      <a:gd name="connsiteY36" fmla="*/ 249925 h 259645"/>
                      <a:gd name="connsiteX37" fmla="*/ 12999 w 341969"/>
                      <a:gd name="connsiteY37" fmla="*/ 249925 h 259645"/>
                      <a:gd name="connsiteX38" fmla="*/ 31582 w 341969"/>
                      <a:gd name="connsiteY38" fmla="*/ 259646 h 259645"/>
                      <a:gd name="connsiteX39" fmla="*/ 39969 w 341969"/>
                      <a:gd name="connsiteY39" fmla="*/ 245923 h 259645"/>
                      <a:gd name="connsiteX40" fmla="*/ 38968 w 341969"/>
                      <a:gd name="connsiteY40" fmla="*/ 245399 h 259645"/>
                      <a:gd name="connsiteX41" fmla="*/ 294701 w 341969"/>
                      <a:gd name="connsiteY41" fmla="*/ 125370 h 259645"/>
                      <a:gd name="connsiteX42" fmla="*/ 334536 w 341969"/>
                      <a:gd name="connsiteY42" fmla="*/ 60424 h 259645"/>
                      <a:gd name="connsiteX43" fmla="*/ 334679 w 341969"/>
                      <a:gd name="connsiteY43" fmla="*/ 56326 h 259645"/>
                      <a:gd name="connsiteX44" fmla="*/ 341970 w 341969"/>
                      <a:gd name="connsiteY44" fmla="*/ 60662 h 259645"/>
                      <a:gd name="connsiteX45" fmla="*/ 221179 w 341969"/>
                      <a:gd name="connsiteY45" fmla="*/ 32549 h 259645"/>
                      <a:gd name="connsiteX46" fmla="*/ 220940 w 341969"/>
                      <a:gd name="connsiteY46" fmla="*/ 30596 h 259645"/>
                      <a:gd name="connsiteX47" fmla="*/ 222084 w 341969"/>
                      <a:gd name="connsiteY47" fmla="*/ 31263 h 259645"/>
                      <a:gd name="connsiteX48" fmla="*/ 221179 w 341969"/>
                      <a:gd name="connsiteY48" fmla="*/ 32549 h 25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41969" h="259645">
                        <a:moveTo>
                          <a:pt x="341922" y="60615"/>
                        </a:moveTo>
                        <a:cubicBezTo>
                          <a:pt x="341636" y="53992"/>
                          <a:pt x="341350" y="47416"/>
                          <a:pt x="341064" y="40793"/>
                        </a:cubicBezTo>
                        <a:cubicBezTo>
                          <a:pt x="334965" y="37648"/>
                          <a:pt x="328914" y="34455"/>
                          <a:pt x="322815" y="31311"/>
                        </a:cubicBezTo>
                        <a:cubicBezTo>
                          <a:pt x="322386" y="31072"/>
                          <a:pt x="321957" y="30834"/>
                          <a:pt x="321528" y="30643"/>
                        </a:cubicBezTo>
                        <a:cubicBezTo>
                          <a:pt x="321528" y="30643"/>
                          <a:pt x="321433" y="30643"/>
                          <a:pt x="321385" y="30596"/>
                        </a:cubicBezTo>
                        <a:cubicBezTo>
                          <a:pt x="321385" y="30596"/>
                          <a:pt x="321385" y="30596"/>
                          <a:pt x="321385" y="30596"/>
                        </a:cubicBezTo>
                        <a:cubicBezTo>
                          <a:pt x="318383" y="29214"/>
                          <a:pt x="315048" y="28785"/>
                          <a:pt x="311712" y="29452"/>
                        </a:cubicBezTo>
                        <a:cubicBezTo>
                          <a:pt x="302421" y="31406"/>
                          <a:pt x="294082" y="38934"/>
                          <a:pt x="292081" y="40793"/>
                        </a:cubicBezTo>
                        <a:cubicBezTo>
                          <a:pt x="287125" y="45415"/>
                          <a:pt x="283694" y="50180"/>
                          <a:pt x="281789" y="53134"/>
                        </a:cubicBezTo>
                        <a:cubicBezTo>
                          <a:pt x="282646" y="50465"/>
                          <a:pt x="283504" y="46987"/>
                          <a:pt x="283885" y="43080"/>
                        </a:cubicBezTo>
                        <a:cubicBezTo>
                          <a:pt x="283885" y="43080"/>
                          <a:pt x="283885" y="42794"/>
                          <a:pt x="283885" y="42556"/>
                        </a:cubicBezTo>
                        <a:cubicBezTo>
                          <a:pt x="284123" y="39316"/>
                          <a:pt x="284123" y="36266"/>
                          <a:pt x="283933" y="33359"/>
                        </a:cubicBezTo>
                        <a:lnTo>
                          <a:pt x="290270" y="37124"/>
                        </a:lnTo>
                        <a:cubicBezTo>
                          <a:pt x="289698" y="30310"/>
                          <a:pt x="289079" y="23544"/>
                          <a:pt x="288507" y="16730"/>
                        </a:cubicBezTo>
                        <a:cubicBezTo>
                          <a:pt x="282456" y="13585"/>
                          <a:pt x="276404" y="10393"/>
                          <a:pt x="270353" y="7248"/>
                        </a:cubicBezTo>
                        <a:cubicBezTo>
                          <a:pt x="270353" y="7248"/>
                          <a:pt x="270353" y="7248"/>
                          <a:pt x="270353" y="7248"/>
                        </a:cubicBezTo>
                        <a:cubicBezTo>
                          <a:pt x="264254" y="4103"/>
                          <a:pt x="256439" y="4198"/>
                          <a:pt x="247719" y="8296"/>
                        </a:cubicBezTo>
                        <a:cubicBezTo>
                          <a:pt x="238952" y="12394"/>
                          <a:pt x="230518" y="19970"/>
                          <a:pt x="223466" y="29405"/>
                        </a:cubicBezTo>
                        <a:cubicBezTo>
                          <a:pt x="223085" y="23591"/>
                          <a:pt x="222703" y="17730"/>
                          <a:pt x="222322" y="11917"/>
                        </a:cubicBezTo>
                        <a:cubicBezTo>
                          <a:pt x="216366" y="8772"/>
                          <a:pt x="210362" y="5675"/>
                          <a:pt x="204406" y="2530"/>
                        </a:cubicBezTo>
                        <a:cubicBezTo>
                          <a:pt x="204406" y="2530"/>
                          <a:pt x="204406" y="2530"/>
                          <a:pt x="204406" y="2530"/>
                        </a:cubicBezTo>
                        <a:cubicBezTo>
                          <a:pt x="197020" y="-1139"/>
                          <a:pt x="187634" y="-948"/>
                          <a:pt x="177198" y="3960"/>
                        </a:cubicBezTo>
                        <a:cubicBezTo>
                          <a:pt x="153803" y="14919"/>
                          <a:pt x="132646" y="45891"/>
                          <a:pt x="125737" y="77149"/>
                        </a:cubicBezTo>
                        <a:cubicBezTo>
                          <a:pt x="125451" y="77006"/>
                          <a:pt x="125213" y="76863"/>
                          <a:pt x="124927" y="76720"/>
                        </a:cubicBezTo>
                        <a:cubicBezTo>
                          <a:pt x="124308" y="76339"/>
                          <a:pt x="123641" y="75958"/>
                          <a:pt x="122926" y="75672"/>
                        </a:cubicBezTo>
                        <a:cubicBezTo>
                          <a:pt x="122926" y="75672"/>
                          <a:pt x="122831" y="75672"/>
                          <a:pt x="122831" y="75624"/>
                        </a:cubicBezTo>
                        <a:cubicBezTo>
                          <a:pt x="122831" y="75624"/>
                          <a:pt x="122831" y="75624"/>
                          <a:pt x="122831" y="75624"/>
                        </a:cubicBezTo>
                        <a:cubicBezTo>
                          <a:pt x="116875" y="72956"/>
                          <a:pt x="109394" y="73242"/>
                          <a:pt x="101150" y="77101"/>
                        </a:cubicBezTo>
                        <a:cubicBezTo>
                          <a:pt x="79517" y="87251"/>
                          <a:pt x="61316" y="125037"/>
                          <a:pt x="57075" y="149052"/>
                        </a:cubicBezTo>
                        <a:cubicBezTo>
                          <a:pt x="56551" y="152006"/>
                          <a:pt x="56312" y="154436"/>
                          <a:pt x="56169" y="156342"/>
                        </a:cubicBezTo>
                        <a:cubicBezTo>
                          <a:pt x="55550" y="156104"/>
                          <a:pt x="54978" y="155866"/>
                          <a:pt x="54359" y="155580"/>
                        </a:cubicBezTo>
                        <a:cubicBezTo>
                          <a:pt x="54359" y="155580"/>
                          <a:pt x="54359" y="155580"/>
                          <a:pt x="54359" y="155580"/>
                        </a:cubicBezTo>
                        <a:cubicBezTo>
                          <a:pt x="54168" y="155484"/>
                          <a:pt x="53930" y="155389"/>
                          <a:pt x="53739" y="155342"/>
                        </a:cubicBezTo>
                        <a:cubicBezTo>
                          <a:pt x="53739" y="155342"/>
                          <a:pt x="53739" y="155342"/>
                          <a:pt x="53739" y="155342"/>
                        </a:cubicBezTo>
                        <a:cubicBezTo>
                          <a:pt x="50309" y="154007"/>
                          <a:pt x="44257" y="152864"/>
                          <a:pt x="36014" y="156676"/>
                        </a:cubicBezTo>
                        <a:cubicBezTo>
                          <a:pt x="17812" y="165157"/>
                          <a:pt x="1659" y="196510"/>
                          <a:pt x="134" y="217333"/>
                        </a:cubicBezTo>
                        <a:cubicBezTo>
                          <a:pt x="-724" y="228864"/>
                          <a:pt x="2421" y="244922"/>
                          <a:pt x="12999" y="249925"/>
                        </a:cubicBezTo>
                        <a:cubicBezTo>
                          <a:pt x="12999" y="249925"/>
                          <a:pt x="12999" y="249925"/>
                          <a:pt x="12999" y="249925"/>
                        </a:cubicBezTo>
                        <a:cubicBezTo>
                          <a:pt x="19194" y="253165"/>
                          <a:pt x="25388" y="256406"/>
                          <a:pt x="31582" y="259646"/>
                        </a:cubicBezTo>
                        <a:cubicBezTo>
                          <a:pt x="34394" y="255071"/>
                          <a:pt x="37157" y="250497"/>
                          <a:pt x="39969" y="245923"/>
                        </a:cubicBezTo>
                        <a:cubicBezTo>
                          <a:pt x="39635" y="245732"/>
                          <a:pt x="39302" y="245589"/>
                          <a:pt x="38968" y="245399"/>
                        </a:cubicBezTo>
                        <a:cubicBezTo>
                          <a:pt x="124212" y="205421"/>
                          <a:pt x="209457" y="165348"/>
                          <a:pt x="294701" y="125370"/>
                        </a:cubicBezTo>
                        <a:cubicBezTo>
                          <a:pt x="321957" y="112600"/>
                          <a:pt x="332583" y="86679"/>
                          <a:pt x="334536" y="60424"/>
                        </a:cubicBezTo>
                        <a:cubicBezTo>
                          <a:pt x="334632" y="59042"/>
                          <a:pt x="334679" y="57661"/>
                          <a:pt x="334679" y="56326"/>
                        </a:cubicBezTo>
                        <a:lnTo>
                          <a:pt x="341970" y="60662"/>
                        </a:lnTo>
                        <a:close/>
                        <a:moveTo>
                          <a:pt x="221179" y="32549"/>
                        </a:moveTo>
                        <a:cubicBezTo>
                          <a:pt x="221131" y="31882"/>
                          <a:pt x="221036" y="31263"/>
                          <a:pt x="220940" y="30596"/>
                        </a:cubicBezTo>
                        <a:lnTo>
                          <a:pt x="222084" y="31263"/>
                        </a:lnTo>
                        <a:cubicBezTo>
                          <a:pt x="221798" y="31692"/>
                          <a:pt x="221465" y="32121"/>
                          <a:pt x="221179" y="32549"/>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27" name="Freeform: Shape 2526">
                    <a:extLst>
                      <a:ext uri="{FF2B5EF4-FFF2-40B4-BE49-F238E27FC236}">
                        <a16:creationId xmlns:a16="http://schemas.microsoft.com/office/drawing/2014/main" id="{48C660C6-0BD3-F7D1-8A40-EB2E418BA953}"/>
                      </a:ext>
                    </a:extLst>
                  </p:cNvPr>
                  <p:cNvSpPr/>
                  <p:nvPr/>
                </p:nvSpPr>
                <p:spPr>
                  <a:xfrm>
                    <a:off x="3946563" y="3364939"/>
                    <a:ext cx="334665" cy="251632"/>
                  </a:xfrm>
                  <a:custGeom>
                    <a:avLst/>
                    <a:gdLst>
                      <a:gd name="connsiteX0" fmla="*/ 311804 w 334665"/>
                      <a:gd name="connsiteY0" fmla="*/ 29456 h 251632"/>
                      <a:gd name="connsiteX1" fmla="*/ 292173 w 334665"/>
                      <a:gd name="connsiteY1" fmla="*/ 40797 h 251632"/>
                      <a:gd name="connsiteX2" fmla="*/ 281880 w 334665"/>
                      <a:gd name="connsiteY2" fmla="*/ 53138 h 251632"/>
                      <a:gd name="connsiteX3" fmla="*/ 283977 w 334665"/>
                      <a:gd name="connsiteY3" fmla="*/ 43084 h 251632"/>
                      <a:gd name="connsiteX4" fmla="*/ 283977 w 334665"/>
                      <a:gd name="connsiteY4" fmla="*/ 42560 h 251632"/>
                      <a:gd name="connsiteX5" fmla="*/ 247764 w 334665"/>
                      <a:gd name="connsiteY5" fmla="*/ 8300 h 251632"/>
                      <a:gd name="connsiteX6" fmla="*/ 221223 w 334665"/>
                      <a:gd name="connsiteY6" fmla="*/ 32601 h 251632"/>
                      <a:gd name="connsiteX7" fmla="*/ 177243 w 334665"/>
                      <a:gd name="connsiteY7" fmla="*/ 3964 h 251632"/>
                      <a:gd name="connsiteX8" fmla="*/ 125734 w 334665"/>
                      <a:gd name="connsiteY8" fmla="*/ 77248 h 251632"/>
                      <a:gd name="connsiteX9" fmla="*/ 101147 w 334665"/>
                      <a:gd name="connsiteY9" fmla="*/ 77153 h 251632"/>
                      <a:gd name="connsiteX10" fmla="*/ 57071 w 334665"/>
                      <a:gd name="connsiteY10" fmla="*/ 149103 h 251632"/>
                      <a:gd name="connsiteX11" fmla="*/ 56166 w 334665"/>
                      <a:gd name="connsiteY11" fmla="*/ 156584 h 251632"/>
                      <a:gd name="connsiteX12" fmla="*/ 36010 w 334665"/>
                      <a:gd name="connsiteY12" fmla="*/ 156775 h 251632"/>
                      <a:gd name="connsiteX13" fmla="*/ 130 w 334665"/>
                      <a:gd name="connsiteY13" fmla="*/ 217432 h 251632"/>
                      <a:gd name="connsiteX14" fmla="*/ 32818 w 334665"/>
                      <a:gd name="connsiteY14" fmla="*/ 248404 h 251632"/>
                      <a:gd name="connsiteX15" fmla="*/ 294698 w 334665"/>
                      <a:gd name="connsiteY15" fmla="*/ 125517 h 251632"/>
                      <a:gd name="connsiteX16" fmla="*/ 334533 w 334665"/>
                      <a:gd name="connsiteY16" fmla="*/ 60571 h 251632"/>
                      <a:gd name="connsiteX17" fmla="*/ 311756 w 334665"/>
                      <a:gd name="connsiteY17" fmla="*/ 29647 h 25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4665" h="251632">
                        <a:moveTo>
                          <a:pt x="311804" y="29456"/>
                        </a:moveTo>
                        <a:cubicBezTo>
                          <a:pt x="302513" y="31410"/>
                          <a:pt x="294174" y="38938"/>
                          <a:pt x="292173" y="40797"/>
                        </a:cubicBezTo>
                        <a:cubicBezTo>
                          <a:pt x="287217" y="45419"/>
                          <a:pt x="283786" y="50183"/>
                          <a:pt x="281880" y="53138"/>
                        </a:cubicBezTo>
                        <a:cubicBezTo>
                          <a:pt x="282738" y="50469"/>
                          <a:pt x="283596" y="46991"/>
                          <a:pt x="283977" y="43084"/>
                        </a:cubicBezTo>
                        <a:cubicBezTo>
                          <a:pt x="283977" y="43084"/>
                          <a:pt x="283977" y="42798"/>
                          <a:pt x="283977" y="42560"/>
                        </a:cubicBezTo>
                        <a:cubicBezTo>
                          <a:pt x="286169" y="13255"/>
                          <a:pt x="269920" y="-2088"/>
                          <a:pt x="247764" y="8300"/>
                        </a:cubicBezTo>
                        <a:cubicBezTo>
                          <a:pt x="237995" y="12874"/>
                          <a:pt x="228704" y="21689"/>
                          <a:pt x="221223" y="32601"/>
                        </a:cubicBezTo>
                        <a:cubicBezTo>
                          <a:pt x="218697" y="5631"/>
                          <a:pt x="200734" y="-7043"/>
                          <a:pt x="177243" y="3964"/>
                        </a:cubicBezTo>
                        <a:cubicBezTo>
                          <a:pt x="153847" y="14923"/>
                          <a:pt x="132643" y="45895"/>
                          <a:pt x="125734" y="77248"/>
                        </a:cubicBezTo>
                        <a:cubicBezTo>
                          <a:pt x="119349" y="72960"/>
                          <a:pt x="110820" y="72626"/>
                          <a:pt x="101147" y="77153"/>
                        </a:cubicBezTo>
                        <a:cubicBezTo>
                          <a:pt x="79514" y="87302"/>
                          <a:pt x="61312" y="125088"/>
                          <a:pt x="57071" y="149103"/>
                        </a:cubicBezTo>
                        <a:cubicBezTo>
                          <a:pt x="56547" y="152153"/>
                          <a:pt x="56261" y="154678"/>
                          <a:pt x="56166" y="156584"/>
                        </a:cubicBezTo>
                        <a:cubicBezTo>
                          <a:pt x="53879" y="155250"/>
                          <a:pt x="46827" y="151772"/>
                          <a:pt x="36010" y="156775"/>
                        </a:cubicBezTo>
                        <a:cubicBezTo>
                          <a:pt x="17808" y="165256"/>
                          <a:pt x="1655" y="196610"/>
                          <a:pt x="130" y="217432"/>
                        </a:cubicBezTo>
                        <a:cubicBezTo>
                          <a:pt x="-1108" y="234300"/>
                          <a:pt x="6230" y="260888"/>
                          <a:pt x="32818" y="248404"/>
                        </a:cubicBezTo>
                        <a:cubicBezTo>
                          <a:pt x="120111" y="207474"/>
                          <a:pt x="207405" y="166448"/>
                          <a:pt x="294698" y="125517"/>
                        </a:cubicBezTo>
                        <a:cubicBezTo>
                          <a:pt x="321953" y="112747"/>
                          <a:pt x="332579" y="86826"/>
                          <a:pt x="334533" y="60571"/>
                        </a:cubicBezTo>
                        <a:cubicBezTo>
                          <a:pt x="336058" y="39796"/>
                          <a:pt x="324145" y="27026"/>
                          <a:pt x="311756" y="29647"/>
                        </a:cubicBez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pic>
          <p:nvPicPr>
            <p:cNvPr id="1661" name="Graphic 1660">
              <a:extLst>
                <a:ext uri="{FF2B5EF4-FFF2-40B4-BE49-F238E27FC236}">
                  <a16:creationId xmlns:a16="http://schemas.microsoft.com/office/drawing/2014/main" id="{94399C3C-BE1F-67F4-7E63-990309B2C20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688612" y="2452453"/>
              <a:ext cx="102446" cy="297540"/>
            </a:xfrm>
            <a:prstGeom prst="rect">
              <a:avLst/>
            </a:prstGeom>
          </p:spPr>
        </p:pic>
        <p:grpSp>
          <p:nvGrpSpPr>
            <p:cNvPr id="1662" name="Group 1661">
              <a:extLst>
                <a:ext uri="{FF2B5EF4-FFF2-40B4-BE49-F238E27FC236}">
                  <a16:creationId xmlns:a16="http://schemas.microsoft.com/office/drawing/2014/main" id="{6C13C35E-8DD9-22AD-DB8E-8ADA125100E9}"/>
                </a:ext>
              </a:extLst>
            </p:cNvPr>
            <p:cNvGrpSpPr/>
            <p:nvPr/>
          </p:nvGrpSpPr>
          <p:grpSpPr>
            <a:xfrm flipH="1">
              <a:off x="4389779" y="2598659"/>
              <a:ext cx="313385" cy="240825"/>
              <a:chOff x="5045470" y="3843089"/>
              <a:chExt cx="1001380" cy="676326"/>
            </a:xfrm>
          </p:grpSpPr>
          <p:grpSp>
            <p:nvGrpSpPr>
              <p:cNvPr id="2501" name="Graphic 212">
                <a:extLst>
                  <a:ext uri="{FF2B5EF4-FFF2-40B4-BE49-F238E27FC236}">
                    <a16:creationId xmlns:a16="http://schemas.microsoft.com/office/drawing/2014/main" id="{8744F73B-7AED-6112-CAA7-2C09AA728136}"/>
                  </a:ext>
                </a:extLst>
              </p:cNvPr>
              <p:cNvGrpSpPr/>
              <p:nvPr/>
            </p:nvGrpSpPr>
            <p:grpSpPr>
              <a:xfrm>
                <a:off x="5045470" y="3843089"/>
                <a:ext cx="1001380" cy="676326"/>
                <a:chOff x="4922721" y="4572452"/>
                <a:chExt cx="664364" cy="448704"/>
              </a:xfrm>
            </p:grpSpPr>
            <p:sp>
              <p:nvSpPr>
                <p:cNvPr id="2510" name="Freeform: Shape 2509">
                  <a:extLst>
                    <a:ext uri="{FF2B5EF4-FFF2-40B4-BE49-F238E27FC236}">
                      <a16:creationId xmlns:a16="http://schemas.microsoft.com/office/drawing/2014/main" id="{5F1AE0F6-418C-178E-0F87-7E005B765A53}"/>
                    </a:ext>
                  </a:extLst>
                </p:cNvPr>
                <p:cNvSpPr/>
                <p:nvPr/>
              </p:nvSpPr>
              <p:spPr>
                <a:xfrm>
                  <a:off x="4922741" y="4856656"/>
                  <a:ext cx="27350" cy="36230"/>
                </a:xfrm>
                <a:custGeom>
                  <a:avLst/>
                  <a:gdLst>
                    <a:gd name="connsiteX0" fmla="*/ 619 w 27350"/>
                    <a:gd name="connsiteY0" fmla="*/ 21204 h 36230"/>
                    <a:gd name="connsiteX1" fmla="*/ 0 w 27350"/>
                    <a:gd name="connsiteY1" fmla="*/ 0 h 36230"/>
                    <a:gd name="connsiteX2" fmla="*/ 27351 w 27350"/>
                    <a:gd name="connsiteY2" fmla="*/ 17678 h 36230"/>
                    <a:gd name="connsiteX3" fmla="*/ 18821 w 27350"/>
                    <a:gd name="connsiteY3" fmla="*/ 36214 h 36230"/>
                    <a:gd name="connsiteX4" fmla="*/ 619 w 27350"/>
                    <a:gd name="connsiteY4" fmla="*/ 21156 h 36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50" h="36230">
                      <a:moveTo>
                        <a:pt x="619" y="21204"/>
                      </a:moveTo>
                      <a:lnTo>
                        <a:pt x="0" y="0"/>
                      </a:lnTo>
                      <a:lnTo>
                        <a:pt x="27351" y="17678"/>
                      </a:lnTo>
                      <a:cubicBezTo>
                        <a:pt x="27351" y="17678"/>
                        <a:pt x="19679" y="36880"/>
                        <a:pt x="18821" y="36214"/>
                      </a:cubicBezTo>
                      <a:cubicBezTo>
                        <a:pt x="17964" y="35546"/>
                        <a:pt x="619" y="21156"/>
                        <a:pt x="619" y="21156"/>
                      </a:cubicBezTo>
                      <a:close/>
                    </a:path>
                  </a:pathLst>
                </a:custGeom>
                <a:solidFill>
                  <a:srgbClr val="BBC2C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1" name="Freeform: Shape 2510">
                  <a:extLst>
                    <a:ext uri="{FF2B5EF4-FFF2-40B4-BE49-F238E27FC236}">
                      <a16:creationId xmlns:a16="http://schemas.microsoft.com/office/drawing/2014/main" id="{80F072FC-B632-DD14-9904-372E9468C124}"/>
                    </a:ext>
                  </a:extLst>
                </p:cNvPr>
                <p:cNvSpPr/>
                <p:nvPr/>
              </p:nvSpPr>
              <p:spPr>
                <a:xfrm>
                  <a:off x="4922721" y="4637643"/>
                  <a:ext cx="664317" cy="383513"/>
                </a:xfrm>
                <a:custGeom>
                  <a:avLst/>
                  <a:gdLst>
                    <a:gd name="connsiteX0" fmla="*/ 220016 w 664317"/>
                    <a:gd name="connsiteY0" fmla="*/ 378589 h 383513"/>
                    <a:gd name="connsiteX1" fmla="*/ 8549 w 664317"/>
                    <a:gd name="connsiteY1" fmla="*/ 256512 h 383513"/>
                    <a:gd name="connsiteX2" fmla="*/ 12075 w 664317"/>
                    <a:gd name="connsiteY2" fmla="*/ 227970 h 383513"/>
                    <a:gd name="connsiteX3" fmla="*/ 394889 w 664317"/>
                    <a:gd name="connsiteY3" fmla="*/ 6973 h 383513"/>
                    <a:gd name="connsiteX4" fmla="*/ 444301 w 664317"/>
                    <a:gd name="connsiteY4" fmla="*/ 4924 h 383513"/>
                    <a:gd name="connsiteX5" fmla="*/ 655769 w 664317"/>
                    <a:gd name="connsiteY5" fmla="*/ 127001 h 383513"/>
                    <a:gd name="connsiteX6" fmla="*/ 652242 w 664317"/>
                    <a:gd name="connsiteY6" fmla="*/ 155543 h 383513"/>
                    <a:gd name="connsiteX7" fmla="*/ 269428 w 664317"/>
                    <a:gd name="connsiteY7" fmla="*/ 376541 h 383513"/>
                    <a:gd name="connsiteX8" fmla="*/ 220016 w 664317"/>
                    <a:gd name="connsiteY8" fmla="*/ 378589 h 38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317" h="383513">
                      <a:moveTo>
                        <a:pt x="220016" y="378589"/>
                      </a:moveTo>
                      <a:lnTo>
                        <a:pt x="8549" y="256512"/>
                      </a:lnTo>
                      <a:cubicBezTo>
                        <a:pt x="-4126" y="249222"/>
                        <a:pt x="-2506" y="236404"/>
                        <a:pt x="12075" y="227970"/>
                      </a:cubicBezTo>
                      <a:lnTo>
                        <a:pt x="394889" y="6973"/>
                      </a:lnTo>
                      <a:cubicBezTo>
                        <a:pt x="409517" y="-1461"/>
                        <a:pt x="431626" y="-2366"/>
                        <a:pt x="444301" y="4924"/>
                      </a:cubicBezTo>
                      <a:lnTo>
                        <a:pt x="655769" y="127001"/>
                      </a:lnTo>
                      <a:cubicBezTo>
                        <a:pt x="668443" y="134292"/>
                        <a:pt x="666823" y="147110"/>
                        <a:pt x="652242" y="155543"/>
                      </a:cubicBezTo>
                      <a:lnTo>
                        <a:pt x="269428" y="376541"/>
                      </a:lnTo>
                      <a:cubicBezTo>
                        <a:pt x="254800" y="384975"/>
                        <a:pt x="232691" y="385880"/>
                        <a:pt x="220016" y="378589"/>
                      </a:cubicBez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2" name="Freeform: Shape 2511">
                  <a:extLst>
                    <a:ext uri="{FF2B5EF4-FFF2-40B4-BE49-F238E27FC236}">
                      <a16:creationId xmlns:a16="http://schemas.microsoft.com/office/drawing/2014/main" id="{6EC99C68-E2EC-97DD-041B-232310680C3B}"/>
                    </a:ext>
                  </a:extLst>
                </p:cNvPr>
                <p:cNvSpPr/>
                <p:nvPr/>
              </p:nvSpPr>
              <p:spPr>
                <a:xfrm>
                  <a:off x="5165752" y="4637596"/>
                  <a:ext cx="421333" cy="383497"/>
                </a:xfrm>
                <a:custGeom>
                  <a:avLst/>
                  <a:gdLst>
                    <a:gd name="connsiteX0" fmla="*/ 0 w 421333"/>
                    <a:gd name="connsiteY0" fmla="*/ 261277 h 383497"/>
                    <a:gd name="connsiteX1" fmla="*/ 151906 w 421333"/>
                    <a:gd name="connsiteY1" fmla="*/ 6973 h 383497"/>
                    <a:gd name="connsiteX2" fmla="*/ 201318 w 421333"/>
                    <a:gd name="connsiteY2" fmla="*/ 4924 h 383497"/>
                    <a:gd name="connsiteX3" fmla="*/ 412785 w 421333"/>
                    <a:gd name="connsiteY3" fmla="*/ 127001 h 383497"/>
                    <a:gd name="connsiteX4" fmla="*/ 409259 w 421333"/>
                    <a:gd name="connsiteY4" fmla="*/ 155543 h 383497"/>
                    <a:gd name="connsiteX5" fmla="*/ 26445 w 421333"/>
                    <a:gd name="connsiteY5" fmla="*/ 376540 h 383497"/>
                    <a:gd name="connsiteX6" fmla="*/ 1000 w 421333"/>
                    <a:gd name="connsiteY6" fmla="*/ 383497 h 383497"/>
                    <a:gd name="connsiteX7" fmla="*/ 47 w 421333"/>
                    <a:gd name="connsiteY7" fmla="*/ 261277 h 38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333" h="383497">
                      <a:moveTo>
                        <a:pt x="0" y="261277"/>
                      </a:moveTo>
                      <a:lnTo>
                        <a:pt x="151906" y="6973"/>
                      </a:lnTo>
                      <a:cubicBezTo>
                        <a:pt x="166534" y="-1461"/>
                        <a:pt x="188643" y="-2366"/>
                        <a:pt x="201318" y="4924"/>
                      </a:cubicBezTo>
                      <a:lnTo>
                        <a:pt x="412785" y="127001"/>
                      </a:lnTo>
                      <a:cubicBezTo>
                        <a:pt x="425460" y="134292"/>
                        <a:pt x="423840" y="147109"/>
                        <a:pt x="409259" y="155543"/>
                      </a:cubicBezTo>
                      <a:lnTo>
                        <a:pt x="26445" y="376540"/>
                      </a:lnTo>
                      <a:cubicBezTo>
                        <a:pt x="19155" y="380781"/>
                        <a:pt x="9959" y="383116"/>
                        <a:pt x="1000" y="383497"/>
                      </a:cubicBezTo>
                      <a:lnTo>
                        <a:pt x="47" y="261277"/>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3" name="Freeform: Shape 2512">
                  <a:extLst>
                    <a:ext uri="{FF2B5EF4-FFF2-40B4-BE49-F238E27FC236}">
                      <a16:creationId xmlns:a16="http://schemas.microsoft.com/office/drawing/2014/main" id="{D77435B5-1EF4-A5D1-52DA-2EE45C60C914}"/>
                    </a:ext>
                  </a:extLst>
                </p:cNvPr>
                <p:cNvSpPr/>
                <p:nvPr/>
              </p:nvSpPr>
              <p:spPr>
                <a:xfrm>
                  <a:off x="5332334" y="4752780"/>
                  <a:ext cx="254732" cy="99872"/>
                </a:xfrm>
                <a:custGeom>
                  <a:avLst/>
                  <a:gdLst>
                    <a:gd name="connsiteX0" fmla="*/ 0 w 254732"/>
                    <a:gd name="connsiteY0" fmla="*/ 61754 h 99872"/>
                    <a:gd name="connsiteX1" fmla="*/ 38834 w 254732"/>
                    <a:gd name="connsiteY1" fmla="*/ 9101 h 99872"/>
                    <a:gd name="connsiteX2" fmla="*/ 254733 w 254732"/>
                    <a:gd name="connsiteY2" fmla="*/ 0 h 99872"/>
                    <a:gd name="connsiteX3" fmla="*/ 254685 w 254732"/>
                    <a:gd name="connsiteY3" fmla="*/ 24682 h 99872"/>
                    <a:gd name="connsiteX4" fmla="*/ 18726 w 254732"/>
                    <a:gd name="connsiteY4" fmla="*/ 99873 h 99872"/>
                    <a:gd name="connsiteX5" fmla="*/ 0 w 254732"/>
                    <a:gd name="connsiteY5" fmla="*/ 61754 h 9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732" h="99872">
                      <a:moveTo>
                        <a:pt x="0" y="61754"/>
                      </a:moveTo>
                      <a:lnTo>
                        <a:pt x="38834" y="9101"/>
                      </a:lnTo>
                      <a:lnTo>
                        <a:pt x="254733" y="0"/>
                      </a:lnTo>
                      <a:lnTo>
                        <a:pt x="254685" y="24682"/>
                      </a:lnTo>
                      <a:lnTo>
                        <a:pt x="18726" y="99873"/>
                      </a:lnTo>
                      <a:lnTo>
                        <a:pt x="0" y="61754"/>
                      </a:lnTo>
                      <a:close/>
                    </a:path>
                  </a:pathLst>
                </a:custGeom>
                <a:solidFill>
                  <a:srgbClr val="A1AEB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4" name="Freeform: Shape 2513">
                  <a:extLst>
                    <a:ext uri="{FF2B5EF4-FFF2-40B4-BE49-F238E27FC236}">
                      <a16:creationId xmlns:a16="http://schemas.microsoft.com/office/drawing/2014/main" id="{8513CF6A-2393-6CAC-AD11-630B380F8039}"/>
                    </a:ext>
                  </a:extLst>
                </p:cNvPr>
                <p:cNvSpPr/>
                <p:nvPr/>
              </p:nvSpPr>
              <p:spPr>
                <a:xfrm>
                  <a:off x="4922721" y="4613438"/>
                  <a:ext cx="664317" cy="383513"/>
                </a:xfrm>
                <a:custGeom>
                  <a:avLst/>
                  <a:gdLst>
                    <a:gd name="connsiteX0" fmla="*/ 220016 w 664317"/>
                    <a:gd name="connsiteY0" fmla="*/ 378590 h 383513"/>
                    <a:gd name="connsiteX1" fmla="*/ 8549 w 664317"/>
                    <a:gd name="connsiteY1" fmla="*/ 256512 h 383513"/>
                    <a:gd name="connsiteX2" fmla="*/ 12075 w 664317"/>
                    <a:gd name="connsiteY2" fmla="*/ 227970 h 383513"/>
                    <a:gd name="connsiteX3" fmla="*/ 394889 w 664317"/>
                    <a:gd name="connsiteY3" fmla="*/ 6973 h 383513"/>
                    <a:gd name="connsiteX4" fmla="*/ 444301 w 664317"/>
                    <a:gd name="connsiteY4" fmla="*/ 4924 h 383513"/>
                    <a:gd name="connsiteX5" fmla="*/ 655769 w 664317"/>
                    <a:gd name="connsiteY5" fmla="*/ 127001 h 383513"/>
                    <a:gd name="connsiteX6" fmla="*/ 652242 w 664317"/>
                    <a:gd name="connsiteY6" fmla="*/ 155544 h 383513"/>
                    <a:gd name="connsiteX7" fmla="*/ 269428 w 664317"/>
                    <a:gd name="connsiteY7" fmla="*/ 376540 h 383513"/>
                    <a:gd name="connsiteX8" fmla="*/ 220016 w 664317"/>
                    <a:gd name="connsiteY8" fmla="*/ 378590 h 38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317" h="383513">
                      <a:moveTo>
                        <a:pt x="220016" y="378590"/>
                      </a:moveTo>
                      <a:lnTo>
                        <a:pt x="8549" y="256512"/>
                      </a:lnTo>
                      <a:cubicBezTo>
                        <a:pt x="-4126" y="249222"/>
                        <a:pt x="-2506" y="236404"/>
                        <a:pt x="12075" y="227970"/>
                      </a:cubicBezTo>
                      <a:lnTo>
                        <a:pt x="394889" y="6973"/>
                      </a:lnTo>
                      <a:cubicBezTo>
                        <a:pt x="409517" y="-1461"/>
                        <a:pt x="431626" y="-2366"/>
                        <a:pt x="444301" y="4924"/>
                      </a:cubicBezTo>
                      <a:lnTo>
                        <a:pt x="655769" y="127001"/>
                      </a:lnTo>
                      <a:cubicBezTo>
                        <a:pt x="668443" y="134292"/>
                        <a:pt x="666823" y="147109"/>
                        <a:pt x="652242" y="155544"/>
                      </a:cubicBezTo>
                      <a:lnTo>
                        <a:pt x="269428" y="376540"/>
                      </a:lnTo>
                      <a:cubicBezTo>
                        <a:pt x="254800" y="384974"/>
                        <a:pt x="232691" y="385880"/>
                        <a:pt x="220016" y="378590"/>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5" name="Freeform: Shape 2514">
                  <a:extLst>
                    <a:ext uri="{FF2B5EF4-FFF2-40B4-BE49-F238E27FC236}">
                      <a16:creationId xmlns:a16="http://schemas.microsoft.com/office/drawing/2014/main" id="{0AD43DD6-1F36-E8E8-A96C-EF794A374596}"/>
                    </a:ext>
                  </a:extLst>
                </p:cNvPr>
                <p:cNvSpPr/>
                <p:nvPr/>
              </p:nvSpPr>
              <p:spPr>
                <a:xfrm>
                  <a:off x="5024174" y="4900598"/>
                  <a:ext cx="71736" cy="41388"/>
                </a:xfrm>
                <a:custGeom>
                  <a:avLst/>
                  <a:gdLst>
                    <a:gd name="connsiteX0" fmla="*/ 60002 w 71736"/>
                    <a:gd name="connsiteY0" fmla="*/ 40445 h 41388"/>
                    <a:gd name="connsiteX1" fmla="*/ 1632 w 71736"/>
                    <a:gd name="connsiteY1" fmla="*/ 6757 h 41388"/>
                    <a:gd name="connsiteX2" fmla="*/ 2299 w 71736"/>
                    <a:gd name="connsiteY2" fmla="*/ 1325 h 41388"/>
                    <a:gd name="connsiteX3" fmla="*/ 2299 w 71736"/>
                    <a:gd name="connsiteY3" fmla="*/ 1325 h 41388"/>
                    <a:gd name="connsiteX4" fmla="*/ 11734 w 71736"/>
                    <a:gd name="connsiteY4" fmla="*/ 944 h 41388"/>
                    <a:gd name="connsiteX5" fmla="*/ 70104 w 71736"/>
                    <a:gd name="connsiteY5" fmla="*/ 34632 h 41388"/>
                    <a:gd name="connsiteX6" fmla="*/ 69437 w 71736"/>
                    <a:gd name="connsiteY6" fmla="*/ 40064 h 41388"/>
                    <a:gd name="connsiteX7" fmla="*/ 69437 w 71736"/>
                    <a:gd name="connsiteY7" fmla="*/ 40064 h 41388"/>
                    <a:gd name="connsiteX8" fmla="*/ 60002 w 71736"/>
                    <a:gd name="connsiteY8" fmla="*/ 40445 h 4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36" h="41388">
                      <a:moveTo>
                        <a:pt x="60002" y="40445"/>
                      </a:moveTo>
                      <a:lnTo>
                        <a:pt x="1632" y="6757"/>
                      </a:lnTo>
                      <a:cubicBezTo>
                        <a:pt x="-798" y="5375"/>
                        <a:pt x="-465" y="2897"/>
                        <a:pt x="2299" y="1325"/>
                      </a:cubicBezTo>
                      <a:lnTo>
                        <a:pt x="2299" y="1325"/>
                      </a:lnTo>
                      <a:cubicBezTo>
                        <a:pt x="5063" y="-295"/>
                        <a:pt x="9304" y="-438"/>
                        <a:pt x="11734" y="944"/>
                      </a:cubicBezTo>
                      <a:lnTo>
                        <a:pt x="70104" y="34632"/>
                      </a:lnTo>
                      <a:cubicBezTo>
                        <a:pt x="72534" y="36014"/>
                        <a:pt x="72201" y="38491"/>
                        <a:pt x="69437" y="40064"/>
                      </a:cubicBezTo>
                      <a:lnTo>
                        <a:pt x="69437" y="40064"/>
                      </a:lnTo>
                      <a:cubicBezTo>
                        <a:pt x="66673" y="41684"/>
                        <a:pt x="62433" y="41827"/>
                        <a:pt x="60002" y="40445"/>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6" name="Freeform: Shape 2515">
                  <a:extLst>
                    <a:ext uri="{FF2B5EF4-FFF2-40B4-BE49-F238E27FC236}">
                      <a16:creationId xmlns:a16="http://schemas.microsoft.com/office/drawing/2014/main" id="{587C214C-F47D-82D9-ED65-AAE7091E18EE}"/>
                    </a:ext>
                  </a:extLst>
                </p:cNvPr>
                <p:cNvSpPr/>
                <p:nvPr/>
              </p:nvSpPr>
              <p:spPr>
                <a:xfrm>
                  <a:off x="5235701" y="4955821"/>
                  <a:ext cx="28065" cy="20569"/>
                </a:xfrm>
                <a:custGeom>
                  <a:avLst/>
                  <a:gdLst>
                    <a:gd name="connsiteX0" fmla="*/ 2478 w 28065"/>
                    <a:gd name="connsiteY0" fmla="*/ 20291 h 20569"/>
                    <a:gd name="connsiteX1" fmla="*/ 25588 w 28065"/>
                    <a:gd name="connsiteY1" fmla="*/ 6949 h 20569"/>
                    <a:gd name="connsiteX2" fmla="*/ 28065 w 28065"/>
                    <a:gd name="connsiteY2" fmla="*/ 2184 h 20569"/>
                    <a:gd name="connsiteX3" fmla="*/ 28065 w 28065"/>
                    <a:gd name="connsiteY3" fmla="*/ 2184 h 20569"/>
                    <a:gd name="connsiteX4" fmla="*/ 25588 w 28065"/>
                    <a:gd name="connsiteY4" fmla="*/ 278 h 20569"/>
                    <a:gd name="connsiteX5" fmla="*/ 2478 w 28065"/>
                    <a:gd name="connsiteY5" fmla="*/ 13620 h 20569"/>
                    <a:gd name="connsiteX6" fmla="*/ 0 w 28065"/>
                    <a:gd name="connsiteY6" fmla="*/ 18385 h 20569"/>
                    <a:gd name="connsiteX7" fmla="*/ 0 w 28065"/>
                    <a:gd name="connsiteY7" fmla="*/ 18385 h 20569"/>
                    <a:gd name="connsiteX8" fmla="*/ 2478 w 28065"/>
                    <a:gd name="connsiteY8" fmla="*/ 20291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5" h="20569">
                      <a:moveTo>
                        <a:pt x="2478" y="20291"/>
                      </a:moveTo>
                      <a:lnTo>
                        <a:pt x="25588" y="6949"/>
                      </a:lnTo>
                      <a:cubicBezTo>
                        <a:pt x="26969" y="6139"/>
                        <a:pt x="28065" y="3995"/>
                        <a:pt x="28065" y="2184"/>
                      </a:cubicBezTo>
                      <a:lnTo>
                        <a:pt x="28065" y="2184"/>
                      </a:lnTo>
                      <a:cubicBezTo>
                        <a:pt x="28065" y="374"/>
                        <a:pt x="26922" y="-484"/>
                        <a:pt x="25588" y="278"/>
                      </a:cubicBezTo>
                      <a:lnTo>
                        <a:pt x="2478" y="13620"/>
                      </a:lnTo>
                      <a:cubicBezTo>
                        <a:pt x="1096" y="14430"/>
                        <a:pt x="0" y="16575"/>
                        <a:pt x="0" y="18385"/>
                      </a:cubicBezTo>
                      <a:lnTo>
                        <a:pt x="0" y="18385"/>
                      </a:lnTo>
                      <a:cubicBezTo>
                        <a:pt x="0" y="20196"/>
                        <a:pt x="1144" y="21053"/>
                        <a:pt x="2478" y="20291"/>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7" name="Freeform: Shape 2516">
                  <a:extLst>
                    <a:ext uri="{FF2B5EF4-FFF2-40B4-BE49-F238E27FC236}">
                      <a16:creationId xmlns:a16="http://schemas.microsoft.com/office/drawing/2014/main" id="{D51D89B3-5397-46C9-3521-B804B990427C}"/>
                    </a:ext>
                  </a:extLst>
                </p:cNvPr>
                <p:cNvSpPr/>
                <p:nvPr/>
              </p:nvSpPr>
              <p:spPr>
                <a:xfrm>
                  <a:off x="5202918" y="4976406"/>
                  <a:ext cx="28065" cy="20569"/>
                </a:xfrm>
                <a:custGeom>
                  <a:avLst/>
                  <a:gdLst>
                    <a:gd name="connsiteX0" fmla="*/ 2478 w 28065"/>
                    <a:gd name="connsiteY0" fmla="*/ 20291 h 20569"/>
                    <a:gd name="connsiteX1" fmla="*/ 25588 w 28065"/>
                    <a:gd name="connsiteY1" fmla="*/ 6949 h 20569"/>
                    <a:gd name="connsiteX2" fmla="*/ 28065 w 28065"/>
                    <a:gd name="connsiteY2" fmla="*/ 2184 h 20569"/>
                    <a:gd name="connsiteX3" fmla="*/ 28065 w 28065"/>
                    <a:gd name="connsiteY3" fmla="*/ 2184 h 20569"/>
                    <a:gd name="connsiteX4" fmla="*/ 25588 w 28065"/>
                    <a:gd name="connsiteY4" fmla="*/ 278 h 20569"/>
                    <a:gd name="connsiteX5" fmla="*/ 2478 w 28065"/>
                    <a:gd name="connsiteY5" fmla="*/ 13620 h 20569"/>
                    <a:gd name="connsiteX6" fmla="*/ 0 w 28065"/>
                    <a:gd name="connsiteY6" fmla="*/ 18385 h 20569"/>
                    <a:gd name="connsiteX7" fmla="*/ 0 w 28065"/>
                    <a:gd name="connsiteY7" fmla="*/ 18385 h 20569"/>
                    <a:gd name="connsiteX8" fmla="*/ 2478 w 28065"/>
                    <a:gd name="connsiteY8" fmla="*/ 20291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5" h="20569">
                      <a:moveTo>
                        <a:pt x="2478" y="20291"/>
                      </a:moveTo>
                      <a:lnTo>
                        <a:pt x="25588" y="6949"/>
                      </a:lnTo>
                      <a:cubicBezTo>
                        <a:pt x="26969" y="6139"/>
                        <a:pt x="28065" y="3995"/>
                        <a:pt x="28065" y="2184"/>
                      </a:cubicBezTo>
                      <a:lnTo>
                        <a:pt x="28065" y="2184"/>
                      </a:lnTo>
                      <a:cubicBezTo>
                        <a:pt x="28065" y="374"/>
                        <a:pt x="26922" y="-484"/>
                        <a:pt x="25588" y="278"/>
                      </a:cubicBezTo>
                      <a:lnTo>
                        <a:pt x="2478" y="13620"/>
                      </a:lnTo>
                      <a:cubicBezTo>
                        <a:pt x="1096" y="14430"/>
                        <a:pt x="0" y="16574"/>
                        <a:pt x="0" y="18385"/>
                      </a:cubicBezTo>
                      <a:lnTo>
                        <a:pt x="0" y="18385"/>
                      </a:lnTo>
                      <a:cubicBezTo>
                        <a:pt x="0" y="20196"/>
                        <a:pt x="1144" y="21053"/>
                        <a:pt x="2478" y="20291"/>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8" name="Freeform: Shape 2517">
                  <a:extLst>
                    <a:ext uri="{FF2B5EF4-FFF2-40B4-BE49-F238E27FC236}">
                      <a16:creationId xmlns:a16="http://schemas.microsoft.com/office/drawing/2014/main" id="{9C83B48E-E884-2315-CB94-BF7C99EC5672}"/>
                    </a:ext>
                  </a:extLst>
                </p:cNvPr>
                <p:cNvSpPr/>
                <p:nvPr/>
              </p:nvSpPr>
              <p:spPr>
                <a:xfrm>
                  <a:off x="4989843" y="4637588"/>
                  <a:ext cx="539842" cy="321156"/>
                </a:xfrm>
                <a:custGeom>
                  <a:avLst/>
                  <a:gdLst>
                    <a:gd name="connsiteX0" fmla="*/ 327529 w 539842"/>
                    <a:gd name="connsiteY0" fmla="*/ 1501 h 321156"/>
                    <a:gd name="connsiteX1" fmla="*/ 5611 w 539842"/>
                    <a:gd name="connsiteY1" fmla="*/ 187333 h 321156"/>
                    <a:gd name="connsiteX2" fmla="*/ 5611 w 539842"/>
                    <a:gd name="connsiteY2" fmla="*/ 206822 h 321156"/>
                    <a:gd name="connsiteX3" fmla="*/ 201068 w 539842"/>
                    <a:gd name="connsiteY3" fmla="*/ 319655 h 321156"/>
                    <a:gd name="connsiteX4" fmla="*/ 212313 w 539842"/>
                    <a:gd name="connsiteY4" fmla="*/ 319655 h 321156"/>
                    <a:gd name="connsiteX5" fmla="*/ 534231 w 539842"/>
                    <a:gd name="connsiteY5" fmla="*/ 133823 h 321156"/>
                    <a:gd name="connsiteX6" fmla="*/ 534231 w 539842"/>
                    <a:gd name="connsiteY6" fmla="*/ 114335 h 321156"/>
                    <a:gd name="connsiteX7" fmla="*/ 338774 w 539842"/>
                    <a:gd name="connsiteY7" fmla="*/ 1501 h 321156"/>
                    <a:gd name="connsiteX8" fmla="*/ 327529 w 539842"/>
                    <a:gd name="connsiteY8" fmla="*/ 1501 h 32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42" h="321156">
                      <a:moveTo>
                        <a:pt x="327529" y="1501"/>
                      </a:moveTo>
                      <a:lnTo>
                        <a:pt x="5611" y="187333"/>
                      </a:lnTo>
                      <a:cubicBezTo>
                        <a:pt x="-1870" y="191669"/>
                        <a:pt x="-1870" y="202486"/>
                        <a:pt x="5611" y="206822"/>
                      </a:cubicBezTo>
                      <a:lnTo>
                        <a:pt x="201068" y="319655"/>
                      </a:lnTo>
                      <a:cubicBezTo>
                        <a:pt x="204546" y="321656"/>
                        <a:pt x="208835" y="321656"/>
                        <a:pt x="212313" y="319655"/>
                      </a:cubicBezTo>
                      <a:lnTo>
                        <a:pt x="534231" y="133823"/>
                      </a:lnTo>
                      <a:cubicBezTo>
                        <a:pt x="541712" y="129487"/>
                        <a:pt x="541712" y="118670"/>
                        <a:pt x="534231" y="114335"/>
                      </a:cubicBezTo>
                      <a:lnTo>
                        <a:pt x="338774" y="1501"/>
                      </a:lnTo>
                      <a:cubicBezTo>
                        <a:pt x="335296" y="-500"/>
                        <a:pt x="331008" y="-500"/>
                        <a:pt x="327529" y="1501"/>
                      </a:cubicBezTo>
                      <a:close/>
                    </a:path>
                  </a:pathLst>
                </a:custGeom>
                <a:gradFill>
                  <a:gsLst>
                    <a:gs pos="0">
                      <a:srgbClr val="586A6C"/>
                    </a:gs>
                    <a:gs pos="50000">
                      <a:srgbClr val="73878A"/>
                    </a:gs>
                    <a:gs pos="100000">
                      <a:srgbClr val="8EA4A9"/>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19" name="Freeform: Shape 2518">
                  <a:extLst>
                    <a:ext uri="{FF2B5EF4-FFF2-40B4-BE49-F238E27FC236}">
                      <a16:creationId xmlns:a16="http://schemas.microsoft.com/office/drawing/2014/main" id="{B4F093A7-9269-9416-E431-65582C9D5E88}"/>
                    </a:ext>
                  </a:extLst>
                </p:cNvPr>
                <p:cNvSpPr/>
                <p:nvPr/>
              </p:nvSpPr>
              <p:spPr>
                <a:xfrm>
                  <a:off x="4989223" y="4572452"/>
                  <a:ext cx="539841" cy="321155"/>
                </a:xfrm>
                <a:custGeom>
                  <a:avLst/>
                  <a:gdLst>
                    <a:gd name="connsiteX0" fmla="*/ 327529 w 539841"/>
                    <a:gd name="connsiteY0" fmla="*/ 1501 h 321155"/>
                    <a:gd name="connsiteX1" fmla="*/ 5611 w 539841"/>
                    <a:gd name="connsiteY1" fmla="*/ 187333 h 321155"/>
                    <a:gd name="connsiteX2" fmla="*/ 5611 w 539841"/>
                    <a:gd name="connsiteY2" fmla="*/ 206822 h 321155"/>
                    <a:gd name="connsiteX3" fmla="*/ 201068 w 539841"/>
                    <a:gd name="connsiteY3" fmla="*/ 319655 h 321155"/>
                    <a:gd name="connsiteX4" fmla="*/ 212313 w 539841"/>
                    <a:gd name="connsiteY4" fmla="*/ 319655 h 321155"/>
                    <a:gd name="connsiteX5" fmla="*/ 534231 w 539841"/>
                    <a:gd name="connsiteY5" fmla="*/ 133823 h 321155"/>
                    <a:gd name="connsiteX6" fmla="*/ 534231 w 539841"/>
                    <a:gd name="connsiteY6" fmla="*/ 114335 h 321155"/>
                    <a:gd name="connsiteX7" fmla="*/ 338774 w 539841"/>
                    <a:gd name="connsiteY7" fmla="*/ 1501 h 321155"/>
                    <a:gd name="connsiteX8" fmla="*/ 327529 w 539841"/>
                    <a:gd name="connsiteY8" fmla="*/ 1501 h 3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41" h="321155">
                      <a:moveTo>
                        <a:pt x="327529" y="1501"/>
                      </a:moveTo>
                      <a:lnTo>
                        <a:pt x="5611" y="187333"/>
                      </a:lnTo>
                      <a:cubicBezTo>
                        <a:pt x="-1870" y="191669"/>
                        <a:pt x="-1870" y="202486"/>
                        <a:pt x="5611" y="206822"/>
                      </a:cubicBezTo>
                      <a:lnTo>
                        <a:pt x="201068" y="319655"/>
                      </a:lnTo>
                      <a:cubicBezTo>
                        <a:pt x="204546" y="321656"/>
                        <a:pt x="208835" y="321656"/>
                        <a:pt x="212313" y="319655"/>
                      </a:cubicBezTo>
                      <a:lnTo>
                        <a:pt x="534231" y="133823"/>
                      </a:lnTo>
                      <a:cubicBezTo>
                        <a:pt x="541712" y="129487"/>
                        <a:pt x="541712" y="118670"/>
                        <a:pt x="534231" y="114335"/>
                      </a:cubicBezTo>
                      <a:lnTo>
                        <a:pt x="338774" y="1501"/>
                      </a:lnTo>
                      <a:cubicBezTo>
                        <a:pt x="335296" y="-500"/>
                        <a:pt x="331007" y="-500"/>
                        <a:pt x="327529" y="1501"/>
                      </a:cubicBezTo>
                      <a:close/>
                    </a:path>
                  </a:pathLst>
                </a:custGeom>
                <a:solidFill>
                  <a:srgbClr val="8EA4A9">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502" name="Freeform: Shape 2501">
                <a:extLst>
                  <a:ext uri="{FF2B5EF4-FFF2-40B4-BE49-F238E27FC236}">
                    <a16:creationId xmlns:a16="http://schemas.microsoft.com/office/drawing/2014/main" id="{060C9FFE-94EA-DD47-FD40-C4259BF28AD6}"/>
                  </a:ext>
                </a:extLst>
              </p:cNvPr>
              <p:cNvSpPr/>
              <p:nvPr/>
            </p:nvSpPr>
            <p:spPr>
              <a:xfrm>
                <a:off x="5245171" y="3889818"/>
                <a:ext cx="628721" cy="374080"/>
              </a:xfrm>
              <a:custGeom>
                <a:avLst/>
                <a:gdLst>
                  <a:gd name="connsiteX0" fmla="*/ 253089 w 417121"/>
                  <a:gd name="connsiteY0" fmla="*/ 1179 h 248181"/>
                  <a:gd name="connsiteX1" fmla="*/ 4360 w 417121"/>
                  <a:gd name="connsiteY1" fmla="*/ 144746 h 248181"/>
                  <a:gd name="connsiteX2" fmla="*/ 4360 w 417121"/>
                  <a:gd name="connsiteY2" fmla="*/ 159804 h 248181"/>
                  <a:gd name="connsiteX3" fmla="*/ 155360 w 417121"/>
                  <a:gd name="connsiteY3" fmla="*/ 247002 h 248181"/>
                  <a:gd name="connsiteX4" fmla="*/ 164032 w 417121"/>
                  <a:gd name="connsiteY4" fmla="*/ 247002 h 248181"/>
                  <a:gd name="connsiteX5" fmla="*/ 412762 w 417121"/>
                  <a:gd name="connsiteY5" fmla="*/ 103435 h 248181"/>
                  <a:gd name="connsiteX6" fmla="*/ 412762 w 417121"/>
                  <a:gd name="connsiteY6" fmla="*/ 88378 h 248181"/>
                  <a:gd name="connsiteX7" fmla="*/ 261761 w 417121"/>
                  <a:gd name="connsiteY7" fmla="*/ 1179 h 248181"/>
                  <a:gd name="connsiteX8" fmla="*/ 253089 w 417121"/>
                  <a:gd name="connsiteY8" fmla="*/ 1179 h 24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121" h="248181">
                    <a:moveTo>
                      <a:pt x="253089" y="1179"/>
                    </a:moveTo>
                    <a:lnTo>
                      <a:pt x="4360" y="144746"/>
                    </a:lnTo>
                    <a:cubicBezTo>
                      <a:pt x="-1453" y="148082"/>
                      <a:pt x="-1453" y="156468"/>
                      <a:pt x="4360" y="159804"/>
                    </a:cubicBezTo>
                    <a:lnTo>
                      <a:pt x="155360" y="247002"/>
                    </a:lnTo>
                    <a:cubicBezTo>
                      <a:pt x="158029" y="248574"/>
                      <a:pt x="161364" y="248574"/>
                      <a:pt x="164032" y="247002"/>
                    </a:cubicBezTo>
                    <a:lnTo>
                      <a:pt x="412762" y="103435"/>
                    </a:lnTo>
                    <a:cubicBezTo>
                      <a:pt x="418575" y="100099"/>
                      <a:pt x="418575" y="91713"/>
                      <a:pt x="412762" y="88378"/>
                    </a:cubicBezTo>
                    <a:lnTo>
                      <a:pt x="261761" y="1179"/>
                    </a:lnTo>
                    <a:cubicBezTo>
                      <a:pt x="259093" y="-393"/>
                      <a:pt x="255757" y="-393"/>
                      <a:pt x="253089" y="1179"/>
                    </a:cubicBezTo>
                    <a:close/>
                  </a:path>
                </a:pathLst>
              </a:custGeom>
              <a:solidFill>
                <a:srgbClr val="F2F2F3">
                  <a:alpha val="64000"/>
                </a:srgbClr>
              </a:solidFill>
              <a:ln w="2381" cap="flat">
                <a:solidFill>
                  <a:srgbClr val="8EA4A9">
                    <a:alpha val="64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3" name="Freeform: Shape 2502">
                <a:extLst>
                  <a:ext uri="{FF2B5EF4-FFF2-40B4-BE49-F238E27FC236}">
                    <a16:creationId xmlns:a16="http://schemas.microsoft.com/office/drawing/2014/main" id="{8E989354-74BC-D526-DB0D-8B8BD09854F2}"/>
                  </a:ext>
                </a:extLst>
              </p:cNvPr>
              <p:cNvSpPr/>
              <p:nvPr/>
            </p:nvSpPr>
            <p:spPr>
              <a:xfrm>
                <a:off x="5284206" y="4088459"/>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4" name="Freeform: Shape 2503">
                <a:extLst>
                  <a:ext uri="{FF2B5EF4-FFF2-40B4-BE49-F238E27FC236}">
                    <a16:creationId xmlns:a16="http://schemas.microsoft.com/office/drawing/2014/main" id="{B057D996-4DFE-7AAC-FD5A-9F88B56B5A11}"/>
                  </a:ext>
                </a:extLst>
              </p:cNvPr>
              <p:cNvSpPr/>
              <p:nvPr/>
            </p:nvSpPr>
            <p:spPr>
              <a:xfrm>
                <a:off x="5336276" y="4057001"/>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5" name="Freeform: Shape 2504">
                <a:extLst>
                  <a:ext uri="{FF2B5EF4-FFF2-40B4-BE49-F238E27FC236}">
                    <a16:creationId xmlns:a16="http://schemas.microsoft.com/office/drawing/2014/main" id="{89DFE353-F3E5-92E7-FC9B-EA0F9905D11A}"/>
                  </a:ext>
                </a:extLst>
              </p:cNvPr>
              <p:cNvSpPr/>
              <p:nvPr/>
            </p:nvSpPr>
            <p:spPr>
              <a:xfrm>
                <a:off x="5388275" y="4026404"/>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6" name="Freeform: Shape 2505">
                <a:extLst>
                  <a:ext uri="{FF2B5EF4-FFF2-40B4-BE49-F238E27FC236}">
                    <a16:creationId xmlns:a16="http://schemas.microsoft.com/office/drawing/2014/main" id="{7606C9DF-2F1E-39D9-449F-C7531ADE61AA}"/>
                  </a:ext>
                </a:extLst>
              </p:cNvPr>
              <p:cNvSpPr/>
              <p:nvPr/>
            </p:nvSpPr>
            <p:spPr>
              <a:xfrm>
                <a:off x="5440274" y="3996527"/>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7" name="Freeform: Shape 2506">
                <a:extLst>
                  <a:ext uri="{FF2B5EF4-FFF2-40B4-BE49-F238E27FC236}">
                    <a16:creationId xmlns:a16="http://schemas.microsoft.com/office/drawing/2014/main" id="{4789AA6F-3C6B-308D-2D53-4DF6AD2665D1}"/>
                  </a:ext>
                </a:extLst>
              </p:cNvPr>
              <p:cNvSpPr/>
              <p:nvPr/>
            </p:nvSpPr>
            <p:spPr>
              <a:xfrm>
                <a:off x="5492344" y="3966865"/>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8" name="Freeform: Shape 2507">
                <a:extLst>
                  <a:ext uri="{FF2B5EF4-FFF2-40B4-BE49-F238E27FC236}">
                    <a16:creationId xmlns:a16="http://schemas.microsoft.com/office/drawing/2014/main" id="{0E6CFC72-448C-9F0C-CA6B-9C6F0DB879B6}"/>
                  </a:ext>
                </a:extLst>
              </p:cNvPr>
              <p:cNvSpPr/>
              <p:nvPr/>
            </p:nvSpPr>
            <p:spPr>
              <a:xfrm>
                <a:off x="5544342" y="3937131"/>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9" name="Freeform: Shape 2508">
                <a:extLst>
                  <a:ext uri="{FF2B5EF4-FFF2-40B4-BE49-F238E27FC236}">
                    <a16:creationId xmlns:a16="http://schemas.microsoft.com/office/drawing/2014/main" id="{8710B837-8DC7-2250-2DB8-42C62CE7F57A}"/>
                  </a:ext>
                </a:extLst>
              </p:cNvPr>
              <p:cNvSpPr/>
              <p:nvPr/>
            </p:nvSpPr>
            <p:spPr>
              <a:xfrm>
                <a:off x="5596341" y="3908332"/>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pic>
          <p:nvPicPr>
            <p:cNvPr id="1663" name="Graphic 1662">
              <a:extLst>
                <a:ext uri="{FF2B5EF4-FFF2-40B4-BE49-F238E27FC236}">
                  <a16:creationId xmlns:a16="http://schemas.microsoft.com/office/drawing/2014/main" id="{360A4F98-A59C-A15F-64C2-629AFB74072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365694" y="2421917"/>
              <a:ext cx="283567" cy="134056"/>
            </a:xfrm>
            <a:prstGeom prst="rect">
              <a:avLst/>
            </a:prstGeom>
          </p:spPr>
        </p:pic>
        <p:pic>
          <p:nvPicPr>
            <p:cNvPr id="1664" name="Graphic 1663">
              <a:extLst>
                <a:ext uri="{FF2B5EF4-FFF2-40B4-BE49-F238E27FC236}">
                  <a16:creationId xmlns:a16="http://schemas.microsoft.com/office/drawing/2014/main" id="{954E09F4-A14A-F105-B4E2-2A9B3B9431F1}"/>
                </a:ext>
              </a:extLst>
            </p:cNvPr>
            <p:cNvPicPr>
              <a:picLocks/>
            </p:cNvPicPr>
            <p:nvPr/>
          </p:nvPicPr>
          <p:blipFill>
            <a:blip r:embed="rId21">
              <a:extLst>
                <a:ext uri="{96DAC541-7B7A-43D3-8B79-37D633B846F1}">
                  <asvg:svgBlip xmlns:asvg="http://schemas.microsoft.com/office/drawing/2016/SVG/main" r:embed="rId22"/>
                </a:ext>
              </a:extLst>
            </a:blip>
            <a:stretch>
              <a:fillRect/>
            </a:stretch>
          </p:blipFill>
          <p:spPr>
            <a:xfrm>
              <a:off x="4140463" y="2307885"/>
              <a:ext cx="289895" cy="432551"/>
            </a:xfrm>
            <a:prstGeom prst="rect">
              <a:avLst/>
            </a:prstGeom>
          </p:spPr>
        </p:pic>
        <p:grpSp>
          <p:nvGrpSpPr>
            <p:cNvPr id="1665" name="Group 1664">
              <a:extLst>
                <a:ext uri="{FF2B5EF4-FFF2-40B4-BE49-F238E27FC236}">
                  <a16:creationId xmlns:a16="http://schemas.microsoft.com/office/drawing/2014/main" id="{C3A41A60-FDA6-6CBB-9F55-F7EA5CCEF4CB}"/>
                </a:ext>
              </a:extLst>
            </p:cNvPr>
            <p:cNvGrpSpPr/>
            <p:nvPr/>
          </p:nvGrpSpPr>
          <p:grpSpPr>
            <a:xfrm>
              <a:off x="4351143" y="2079849"/>
              <a:ext cx="332408" cy="412385"/>
              <a:chOff x="4596529" y="2639621"/>
              <a:chExt cx="820041" cy="894130"/>
            </a:xfrm>
          </p:grpSpPr>
          <p:grpSp>
            <p:nvGrpSpPr>
              <p:cNvPr id="2436" name="Group 2435">
                <a:extLst>
                  <a:ext uri="{FF2B5EF4-FFF2-40B4-BE49-F238E27FC236}">
                    <a16:creationId xmlns:a16="http://schemas.microsoft.com/office/drawing/2014/main" id="{FB8EE09B-B74D-08E3-4F7B-0A0D33D7264B}"/>
                  </a:ext>
                </a:extLst>
              </p:cNvPr>
              <p:cNvGrpSpPr/>
              <p:nvPr/>
            </p:nvGrpSpPr>
            <p:grpSpPr>
              <a:xfrm>
                <a:off x="4596529" y="2639621"/>
                <a:ext cx="820041" cy="894130"/>
                <a:chOff x="3778638" y="2566823"/>
                <a:chExt cx="1072788" cy="1169706"/>
              </a:xfrm>
            </p:grpSpPr>
            <p:sp>
              <p:nvSpPr>
                <p:cNvPr id="2441" name="Freeform: Shape 2440">
                  <a:extLst>
                    <a:ext uri="{FF2B5EF4-FFF2-40B4-BE49-F238E27FC236}">
                      <a16:creationId xmlns:a16="http://schemas.microsoft.com/office/drawing/2014/main" id="{3737736F-D7F3-FC50-99EE-A9D7D34C96BF}"/>
                    </a:ext>
                  </a:extLst>
                </p:cNvPr>
                <p:cNvSpPr/>
                <p:nvPr/>
              </p:nvSpPr>
              <p:spPr>
                <a:xfrm>
                  <a:off x="3780440" y="3071227"/>
                  <a:ext cx="1070986" cy="620318"/>
                </a:xfrm>
                <a:custGeom>
                  <a:avLst/>
                  <a:gdLst>
                    <a:gd name="connsiteX0" fmla="*/ 698097 w 710539"/>
                    <a:gd name="connsiteY0" fmla="*/ 188453 h 411546"/>
                    <a:gd name="connsiteX1" fmla="*/ 698288 w 710539"/>
                    <a:gd name="connsiteY1" fmla="*/ 223046 h 411546"/>
                    <a:gd name="connsiteX2" fmla="*/ 386233 w 710539"/>
                    <a:gd name="connsiteY2" fmla="*/ 404399 h 411546"/>
                    <a:gd name="connsiteX3" fmla="*/ 326529 w 710539"/>
                    <a:gd name="connsiteY3" fmla="*/ 404399 h 411546"/>
                    <a:gd name="connsiteX4" fmla="*/ 12425 w 710539"/>
                    <a:gd name="connsiteY4" fmla="*/ 223046 h 411546"/>
                    <a:gd name="connsiteX5" fmla="*/ 12234 w 710539"/>
                    <a:gd name="connsiteY5" fmla="*/ 188453 h 411546"/>
                    <a:gd name="connsiteX6" fmla="*/ 324289 w 710539"/>
                    <a:gd name="connsiteY6" fmla="*/ 7147 h 411546"/>
                    <a:gd name="connsiteX7" fmla="*/ 383994 w 710539"/>
                    <a:gd name="connsiteY7" fmla="*/ 7147 h 411546"/>
                    <a:gd name="connsiteX8" fmla="*/ 698097 w 710539"/>
                    <a:gd name="connsiteY8" fmla="*/ 188500 h 41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539" h="411546">
                      <a:moveTo>
                        <a:pt x="698097" y="188453"/>
                      </a:moveTo>
                      <a:cubicBezTo>
                        <a:pt x="714632" y="197983"/>
                        <a:pt x="714679" y="213516"/>
                        <a:pt x="698288" y="223046"/>
                      </a:cubicBezTo>
                      <a:lnTo>
                        <a:pt x="386233" y="404399"/>
                      </a:lnTo>
                      <a:cubicBezTo>
                        <a:pt x="369889" y="413929"/>
                        <a:pt x="343015" y="413929"/>
                        <a:pt x="326529" y="404399"/>
                      </a:cubicBezTo>
                      <a:lnTo>
                        <a:pt x="12425" y="223046"/>
                      </a:lnTo>
                      <a:cubicBezTo>
                        <a:pt x="-4062" y="213516"/>
                        <a:pt x="-4157" y="197983"/>
                        <a:pt x="12234" y="188453"/>
                      </a:cubicBezTo>
                      <a:lnTo>
                        <a:pt x="324289" y="7147"/>
                      </a:lnTo>
                      <a:cubicBezTo>
                        <a:pt x="340680" y="-2382"/>
                        <a:pt x="367507" y="-2382"/>
                        <a:pt x="383994" y="7147"/>
                      </a:cubicBezTo>
                      <a:lnTo>
                        <a:pt x="698097" y="18850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2" name="Freeform: Shape 2441">
                  <a:extLst>
                    <a:ext uri="{FF2B5EF4-FFF2-40B4-BE49-F238E27FC236}">
                      <a16:creationId xmlns:a16="http://schemas.microsoft.com/office/drawing/2014/main" id="{60765E8E-E858-2DC3-5D3B-021CA7C6376D}"/>
                    </a:ext>
                  </a:extLst>
                </p:cNvPr>
                <p:cNvSpPr/>
                <p:nvPr/>
              </p:nvSpPr>
              <p:spPr>
                <a:xfrm>
                  <a:off x="3799028" y="3418797"/>
                  <a:ext cx="998854" cy="317732"/>
                </a:xfrm>
                <a:custGeom>
                  <a:avLst/>
                  <a:gdLst>
                    <a:gd name="connsiteX0" fmla="*/ 12425 w 710486"/>
                    <a:gd name="connsiteY0" fmla="*/ 39799 h 228263"/>
                    <a:gd name="connsiteX1" fmla="*/ 12234 w 710486"/>
                    <a:gd name="connsiteY1" fmla="*/ 5253 h 228263"/>
                    <a:gd name="connsiteX2" fmla="*/ 324289 w 710486"/>
                    <a:gd name="connsiteY2" fmla="*/ 7112 h 228263"/>
                    <a:gd name="connsiteX3" fmla="*/ 383994 w 710486"/>
                    <a:gd name="connsiteY3" fmla="*/ 7112 h 228263"/>
                    <a:gd name="connsiteX4" fmla="*/ 698097 w 710486"/>
                    <a:gd name="connsiteY4" fmla="*/ 5253 h 228263"/>
                    <a:gd name="connsiteX5" fmla="*/ 698288 w 710486"/>
                    <a:gd name="connsiteY5" fmla="*/ 39799 h 228263"/>
                    <a:gd name="connsiteX6" fmla="*/ 386233 w 710486"/>
                    <a:gd name="connsiteY6" fmla="*/ 221152 h 228263"/>
                    <a:gd name="connsiteX7" fmla="*/ 326529 w 710486"/>
                    <a:gd name="connsiteY7" fmla="*/ 221152 h 228263"/>
                    <a:gd name="connsiteX8" fmla="*/ 12425 w 710486"/>
                    <a:gd name="connsiteY8" fmla="*/ 39799 h 22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486" h="228263">
                      <a:moveTo>
                        <a:pt x="12425" y="39799"/>
                      </a:moveTo>
                      <a:cubicBezTo>
                        <a:pt x="-4062" y="30269"/>
                        <a:pt x="-4157" y="14735"/>
                        <a:pt x="12234" y="5253"/>
                      </a:cubicBezTo>
                      <a:lnTo>
                        <a:pt x="324289" y="7112"/>
                      </a:lnTo>
                      <a:cubicBezTo>
                        <a:pt x="340633" y="-2371"/>
                        <a:pt x="367507" y="-2371"/>
                        <a:pt x="383994" y="7112"/>
                      </a:cubicBezTo>
                      <a:lnTo>
                        <a:pt x="698097" y="5253"/>
                      </a:lnTo>
                      <a:cubicBezTo>
                        <a:pt x="714536" y="14735"/>
                        <a:pt x="714632" y="30317"/>
                        <a:pt x="698288" y="39799"/>
                      </a:cubicBezTo>
                      <a:lnTo>
                        <a:pt x="386233" y="221152"/>
                      </a:lnTo>
                      <a:cubicBezTo>
                        <a:pt x="369842" y="230634"/>
                        <a:pt x="343015" y="230634"/>
                        <a:pt x="326529" y="221152"/>
                      </a:cubicBezTo>
                      <a:lnTo>
                        <a:pt x="12425" y="39799"/>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3" name="Freeform: Shape 2442">
                  <a:extLst>
                    <a:ext uri="{FF2B5EF4-FFF2-40B4-BE49-F238E27FC236}">
                      <a16:creationId xmlns:a16="http://schemas.microsoft.com/office/drawing/2014/main" id="{699439A5-9110-ED39-3533-516D77EFC2EE}"/>
                    </a:ext>
                  </a:extLst>
                </p:cNvPr>
                <p:cNvSpPr/>
                <p:nvPr/>
              </p:nvSpPr>
              <p:spPr>
                <a:xfrm>
                  <a:off x="4360916" y="3369926"/>
                  <a:ext cx="456595" cy="332158"/>
                </a:xfrm>
                <a:custGeom>
                  <a:avLst/>
                  <a:gdLst>
                    <a:gd name="connsiteX0" fmla="*/ 324634 w 324777"/>
                    <a:gd name="connsiteY0" fmla="*/ 953 h 238627"/>
                    <a:gd name="connsiteX1" fmla="*/ 324491 w 324777"/>
                    <a:gd name="connsiteY1" fmla="*/ 2287 h 238627"/>
                    <a:gd name="connsiteX2" fmla="*/ 324205 w 324777"/>
                    <a:gd name="connsiteY2" fmla="*/ 3335 h 238627"/>
                    <a:gd name="connsiteX3" fmla="*/ 323824 w 324777"/>
                    <a:gd name="connsiteY3" fmla="*/ 4670 h 238627"/>
                    <a:gd name="connsiteX4" fmla="*/ 323443 w 324777"/>
                    <a:gd name="connsiteY4" fmla="*/ 5670 h 238627"/>
                    <a:gd name="connsiteX5" fmla="*/ 322824 w 324777"/>
                    <a:gd name="connsiteY5" fmla="*/ 7004 h 238627"/>
                    <a:gd name="connsiteX6" fmla="*/ 321775 w 324777"/>
                    <a:gd name="connsiteY6" fmla="*/ 8767 h 238627"/>
                    <a:gd name="connsiteX7" fmla="*/ 321585 w 324777"/>
                    <a:gd name="connsiteY7" fmla="*/ 9053 h 238627"/>
                    <a:gd name="connsiteX8" fmla="*/ 320203 w 324777"/>
                    <a:gd name="connsiteY8" fmla="*/ 10769 h 238627"/>
                    <a:gd name="connsiteX9" fmla="*/ 319917 w 324777"/>
                    <a:gd name="connsiteY9" fmla="*/ 11150 h 238627"/>
                    <a:gd name="connsiteX10" fmla="*/ 318201 w 324777"/>
                    <a:gd name="connsiteY10" fmla="*/ 12865 h 238627"/>
                    <a:gd name="connsiteX11" fmla="*/ 316915 w 324777"/>
                    <a:gd name="connsiteY11" fmla="*/ 13914 h 238627"/>
                    <a:gd name="connsiteX12" fmla="*/ 315772 w 324777"/>
                    <a:gd name="connsiteY12" fmla="*/ 14819 h 238627"/>
                    <a:gd name="connsiteX13" fmla="*/ 314247 w 324777"/>
                    <a:gd name="connsiteY13" fmla="*/ 15867 h 238627"/>
                    <a:gd name="connsiteX14" fmla="*/ 312674 w 324777"/>
                    <a:gd name="connsiteY14" fmla="*/ 16868 h 238627"/>
                    <a:gd name="connsiteX15" fmla="*/ 619 w 324777"/>
                    <a:gd name="connsiteY15" fmla="*/ 198221 h 238627"/>
                    <a:gd name="connsiteX16" fmla="*/ 0 w 324777"/>
                    <a:gd name="connsiteY16" fmla="*/ 238627 h 238627"/>
                    <a:gd name="connsiteX17" fmla="*/ 312055 w 324777"/>
                    <a:gd name="connsiteY17" fmla="*/ 57274 h 238627"/>
                    <a:gd name="connsiteX18" fmla="*/ 312579 w 324777"/>
                    <a:gd name="connsiteY18" fmla="*/ 56988 h 238627"/>
                    <a:gd name="connsiteX19" fmla="*/ 313627 w 324777"/>
                    <a:gd name="connsiteY19" fmla="*/ 56274 h 238627"/>
                    <a:gd name="connsiteX20" fmla="*/ 315152 w 324777"/>
                    <a:gd name="connsiteY20" fmla="*/ 55273 h 238627"/>
                    <a:gd name="connsiteX21" fmla="*/ 316296 w 324777"/>
                    <a:gd name="connsiteY21" fmla="*/ 54368 h 238627"/>
                    <a:gd name="connsiteX22" fmla="*/ 317582 w 324777"/>
                    <a:gd name="connsiteY22" fmla="*/ 53272 h 238627"/>
                    <a:gd name="connsiteX23" fmla="*/ 317821 w 324777"/>
                    <a:gd name="connsiteY23" fmla="*/ 53081 h 238627"/>
                    <a:gd name="connsiteX24" fmla="*/ 319393 w 324777"/>
                    <a:gd name="connsiteY24" fmla="*/ 51557 h 238627"/>
                    <a:gd name="connsiteX25" fmla="*/ 319679 w 324777"/>
                    <a:gd name="connsiteY25" fmla="*/ 51223 h 238627"/>
                    <a:gd name="connsiteX26" fmla="*/ 320441 w 324777"/>
                    <a:gd name="connsiteY26" fmla="*/ 50318 h 238627"/>
                    <a:gd name="connsiteX27" fmla="*/ 321013 w 324777"/>
                    <a:gd name="connsiteY27" fmla="*/ 49507 h 238627"/>
                    <a:gd name="connsiteX28" fmla="*/ 321203 w 324777"/>
                    <a:gd name="connsiteY28" fmla="*/ 49222 h 238627"/>
                    <a:gd name="connsiteX29" fmla="*/ 322109 w 324777"/>
                    <a:gd name="connsiteY29" fmla="*/ 47840 h 238627"/>
                    <a:gd name="connsiteX30" fmla="*/ 322300 w 324777"/>
                    <a:gd name="connsiteY30" fmla="*/ 47506 h 238627"/>
                    <a:gd name="connsiteX31" fmla="*/ 322871 w 324777"/>
                    <a:gd name="connsiteY31" fmla="*/ 46220 h 238627"/>
                    <a:gd name="connsiteX32" fmla="*/ 323205 w 324777"/>
                    <a:gd name="connsiteY32" fmla="*/ 45457 h 238627"/>
                    <a:gd name="connsiteX33" fmla="*/ 323300 w 324777"/>
                    <a:gd name="connsiteY33" fmla="*/ 45171 h 238627"/>
                    <a:gd name="connsiteX34" fmla="*/ 323634 w 324777"/>
                    <a:gd name="connsiteY34" fmla="*/ 43933 h 238627"/>
                    <a:gd name="connsiteX35" fmla="*/ 323872 w 324777"/>
                    <a:gd name="connsiteY35" fmla="*/ 43123 h 238627"/>
                    <a:gd name="connsiteX36" fmla="*/ 323872 w 324777"/>
                    <a:gd name="connsiteY36" fmla="*/ 42980 h 238627"/>
                    <a:gd name="connsiteX37" fmla="*/ 324063 w 324777"/>
                    <a:gd name="connsiteY37" fmla="*/ 41645 h 238627"/>
                    <a:gd name="connsiteX38" fmla="*/ 324158 w 324777"/>
                    <a:gd name="connsiteY38" fmla="*/ 40740 h 238627"/>
                    <a:gd name="connsiteX39" fmla="*/ 324158 w 324777"/>
                    <a:gd name="connsiteY39" fmla="*/ 40502 h 238627"/>
                    <a:gd name="connsiteX40" fmla="*/ 324777 w 324777"/>
                    <a:gd name="connsiteY40" fmla="*/ 0 h 238627"/>
                    <a:gd name="connsiteX41" fmla="*/ 324682 w 324777"/>
                    <a:gd name="connsiteY41" fmla="*/ 1239 h 23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24777" h="238627">
                      <a:moveTo>
                        <a:pt x="324634" y="953"/>
                      </a:moveTo>
                      <a:cubicBezTo>
                        <a:pt x="324587" y="1382"/>
                        <a:pt x="324587" y="1811"/>
                        <a:pt x="324491" y="2287"/>
                      </a:cubicBezTo>
                      <a:cubicBezTo>
                        <a:pt x="324444" y="2668"/>
                        <a:pt x="324301" y="2954"/>
                        <a:pt x="324205" y="3335"/>
                      </a:cubicBezTo>
                      <a:cubicBezTo>
                        <a:pt x="324110" y="3764"/>
                        <a:pt x="324015" y="4193"/>
                        <a:pt x="323824" y="4670"/>
                      </a:cubicBezTo>
                      <a:cubicBezTo>
                        <a:pt x="323729" y="4955"/>
                        <a:pt x="323586" y="5289"/>
                        <a:pt x="323443" y="5670"/>
                      </a:cubicBezTo>
                      <a:cubicBezTo>
                        <a:pt x="323252" y="6099"/>
                        <a:pt x="323062" y="6480"/>
                        <a:pt x="322824" y="7004"/>
                      </a:cubicBezTo>
                      <a:cubicBezTo>
                        <a:pt x="322490" y="7576"/>
                        <a:pt x="322156" y="8148"/>
                        <a:pt x="321775" y="8767"/>
                      </a:cubicBezTo>
                      <a:cubicBezTo>
                        <a:pt x="321728" y="8863"/>
                        <a:pt x="321632" y="8958"/>
                        <a:pt x="321585" y="9053"/>
                      </a:cubicBezTo>
                      <a:cubicBezTo>
                        <a:pt x="321203" y="9625"/>
                        <a:pt x="320727" y="10197"/>
                        <a:pt x="320203" y="10769"/>
                      </a:cubicBezTo>
                      <a:cubicBezTo>
                        <a:pt x="320108" y="10864"/>
                        <a:pt x="320060" y="11007"/>
                        <a:pt x="319917" y="11150"/>
                      </a:cubicBezTo>
                      <a:cubicBezTo>
                        <a:pt x="319440" y="11722"/>
                        <a:pt x="318821" y="12293"/>
                        <a:pt x="318201" y="12865"/>
                      </a:cubicBezTo>
                      <a:cubicBezTo>
                        <a:pt x="317773" y="13246"/>
                        <a:pt x="317296" y="13580"/>
                        <a:pt x="316915" y="13914"/>
                      </a:cubicBezTo>
                      <a:cubicBezTo>
                        <a:pt x="316534" y="14199"/>
                        <a:pt x="316153" y="14533"/>
                        <a:pt x="315772" y="14819"/>
                      </a:cubicBezTo>
                      <a:cubicBezTo>
                        <a:pt x="315295" y="15152"/>
                        <a:pt x="314771" y="15534"/>
                        <a:pt x="314247" y="15867"/>
                      </a:cubicBezTo>
                      <a:cubicBezTo>
                        <a:pt x="313722" y="16201"/>
                        <a:pt x="313198" y="16534"/>
                        <a:pt x="312674" y="16868"/>
                      </a:cubicBezTo>
                      <a:lnTo>
                        <a:pt x="619" y="198221"/>
                      </a:lnTo>
                      <a:lnTo>
                        <a:pt x="0" y="238627"/>
                      </a:lnTo>
                      <a:lnTo>
                        <a:pt x="312055" y="57274"/>
                      </a:lnTo>
                      <a:cubicBezTo>
                        <a:pt x="312055" y="57274"/>
                        <a:pt x="312388" y="57084"/>
                        <a:pt x="312579" y="56988"/>
                      </a:cubicBezTo>
                      <a:cubicBezTo>
                        <a:pt x="312960" y="56750"/>
                        <a:pt x="313246" y="56512"/>
                        <a:pt x="313627" y="56274"/>
                      </a:cubicBezTo>
                      <a:cubicBezTo>
                        <a:pt x="314104" y="55892"/>
                        <a:pt x="314628" y="55607"/>
                        <a:pt x="315152" y="55273"/>
                      </a:cubicBezTo>
                      <a:cubicBezTo>
                        <a:pt x="315533" y="54987"/>
                        <a:pt x="315914" y="54701"/>
                        <a:pt x="316296" y="54368"/>
                      </a:cubicBezTo>
                      <a:cubicBezTo>
                        <a:pt x="316724" y="53987"/>
                        <a:pt x="317201" y="53605"/>
                        <a:pt x="317582" y="53272"/>
                      </a:cubicBezTo>
                      <a:cubicBezTo>
                        <a:pt x="317677" y="53272"/>
                        <a:pt x="317773" y="53129"/>
                        <a:pt x="317821" y="53081"/>
                      </a:cubicBezTo>
                      <a:cubicBezTo>
                        <a:pt x="318392" y="52605"/>
                        <a:pt x="318869" y="52081"/>
                        <a:pt x="319393" y="51557"/>
                      </a:cubicBezTo>
                      <a:cubicBezTo>
                        <a:pt x="319488" y="51413"/>
                        <a:pt x="319584" y="51318"/>
                        <a:pt x="319679" y="51223"/>
                      </a:cubicBezTo>
                      <a:cubicBezTo>
                        <a:pt x="319964" y="50937"/>
                        <a:pt x="320203" y="50651"/>
                        <a:pt x="320441" y="50318"/>
                      </a:cubicBezTo>
                      <a:cubicBezTo>
                        <a:pt x="320632" y="50032"/>
                        <a:pt x="320822" y="49793"/>
                        <a:pt x="321013" y="49507"/>
                      </a:cubicBezTo>
                      <a:cubicBezTo>
                        <a:pt x="321061" y="49460"/>
                        <a:pt x="321156" y="49365"/>
                        <a:pt x="321203" y="49222"/>
                      </a:cubicBezTo>
                      <a:cubicBezTo>
                        <a:pt x="321537" y="48793"/>
                        <a:pt x="321871" y="48316"/>
                        <a:pt x="322109" y="47840"/>
                      </a:cubicBezTo>
                      <a:cubicBezTo>
                        <a:pt x="322156" y="47745"/>
                        <a:pt x="322252" y="47554"/>
                        <a:pt x="322300" y="47506"/>
                      </a:cubicBezTo>
                      <a:cubicBezTo>
                        <a:pt x="322490" y="47077"/>
                        <a:pt x="322681" y="46649"/>
                        <a:pt x="322871" y="46220"/>
                      </a:cubicBezTo>
                      <a:cubicBezTo>
                        <a:pt x="322966" y="45982"/>
                        <a:pt x="323110" y="45743"/>
                        <a:pt x="323205" y="45457"/>
                      </a:cubicBezTo>
                      <a:cubicBezTo>
                        <a:pt x="323205" y="45362"/>
                        <a:pt x="323252" y="45267"/>
                        <a:pt x="323300" y="45171"/>
                      </a:cubicBezTo>
                      <a:cubicBezTo>
                        <a:pt x="323443" y="44790"/>
                        <a:pt x="323538" y="44361"/>
                        <a:pt x="323634" y="43933"/>
                      </a:cubicBezTo>
                      <a:cubicBezTo>
                        <a:pt x="323729" y="43647"/>
                        <a:pt x="323824" y="43408"/>
                        <a:pt x="323872" y="43123"/>
                      </a:cubicBezTo>
                      <a:cubicBezTo>
                        <a:pt x="323872" y="43075"/>
                        <a:pt x="323872" y="42980"/>
                        <a:pt x="323872" y="42980"/>
                      </a:cubicBezTo>
                      <a:cubicBezTo>
                        <a:pt x="323967" y="42503"/>
                        <a:pt x="323967" y="42027"/>
                        <a:pt x="324063" y="41645"/>
                      </a:cubicBezTo>
                      <a:cubicBezTo>
                        <a:pt x="324063" y="41360"/>
                        <a:pt x="324158" y="41026"/>
                        <a:pt x="324158" y="40740"/>
                      </a:cubicBezTo>
                      <a:lnTo>
                        <a:pt x="324158" y="40502"/>
                      </a:lnTo>
                      <a:lnTo>
                        <a:pt x="324777" y="0"/>
                      </a:lnTo>
                      <a:cubicBezTo>
                        <a:pt x="324777" y="381"/>
                        <a:pt x="324729" y="810"/>
                        <a:pt x="324682" y="1239"/>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4" name="Freeform: Shape 2443">
                  <a:extLst>
                    <a:ext uri="{FF2B5EF4-FFF2-40B4-BE49-F238E27FC236}">
                      <a16:creationId xmlns:a16="http://schemas.microsoft.com/office/drawing/2014/main" id="{3EB8530E-CBF7-EEC6-9A77-76A5E0DDBABD}"/>
                    </a:ext>
                  </a:extLst>
                </p:cNvPr>
                <p:cNvSpPr/>
                <p:nvPr/>
              </p:nvSpPr>
              <p:spPr>
                <a:xfrm>
                  <a:off x="3778638" y="3369095"/>
                  <a:ext cx="459945" cy="332886"/>
                </a:xfrm>
                <a:custGeom>
                  <a:avLst/>
                  <a:gdLst>
                    <a:gd name="connsiteX0" fmla="*/ 13056 w 327159"/>
                    <a:gd name="connsiteY0" fmla="*/ 17439 h 239151"/>
                    <a:gd name="connsiteX1" fmla="*/ 667 w 327159"/>
                    <a:gd name="connsiteY1" fmla="*/ 0 h 239151"/>
                    <a:gd name="connsiteX2" fmla="*/ 0 w 327159"/>
                    <a:gd name="connsiteY2" fmla="*/ 40406 h 239151"/>
                    <a:gd name="connsiteX3" fmla="*/ 12389 w 327159"/>
                    <a:gd name="connsiteY3" fmla="*/ 57798 h 239151"/>
                    <a:gd name="connsiteX4" fmla="*/ 326493 w 327159"/>
                    <a:gd name="connsiteY4" fmla="*/ 239152 h 239151"/>
                    <a:gd name="connsiteX5" fmla="*/ 327160 w 327159"/>
                    <a:gd name="connsiteY5" fmla="*/ 198745 h 239151"/>
                    <a:gd name="connsiteX6" fmla="*/ 13056 w 327159"/>
                    <a:gd name="connsiteY6" fmla="*/ 17392 h 23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159" h="239151">
                      <a:moveTo>
                        <a:pt x="13056" y="17439"/>
                      </a:moveTo>
                      <a:cubicBezTo>
                        <a:pt x="4765" y="12627"/>
                        <a:pt x="619" y="6337"/>
                        <a:pt x="667" y="0"/>
                      </a:cubicBezTo>
                      <a:lnTo>
                        <a:pt x="0" y="40406"/>
                      </a:lnTo>
                      <a:cubicBezTo>
                        <a:pt x="0" y="46696"/>
                        <a:pt x="4145" y="53033"/>
                        <a:pt x="12389" y="57798"/>
                      </a:cubicBezTo>
                      <a:lnTo>
                        <a:pt x="326493" y="239152"/>
                      </a:lnTo>
                      <a:lnTo>
                        <a:pt x="327160" y="198745"/>
                      </a:lnTo>
                      <a:lnTo>
                        <a:pt x="13056" y="17392"/>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5" name="Freeform: Shape 2444">
                  <a:extLst>
                    <a:ext uri="{FF2B5EF4-FFF2-40B4-BE49-F238E27FC236}">
                      <a16:creationId xmlns:a16="http://schemas.microsoft.com/office/drawing/2014/main" id="{997F6034-79CB-BB1B-1D2F-8D4AB46D0F72}"/>
                    </a:ext>
                  </a:extLst>
                </p:cNvPr>
                <p:cNvSpPr/>
                <p:nvPr/>
              </p:nvSpPr>
              <p:spPr>
                <a:xfrm>
                  <a:off x="3799028" y="3048158"/>
                  <a:ext cx="998854" cy="572852"/>
                </a:xfrm>
                <a:custGeom>
                  <a:avLst/>
                  <a:gdLst>
                    <a:gd name="connsiteX0" fmla="*/ 12425 w 710486"/>
                    <a:gd name="connsiteY0" fmla="*/ 223141 h 411546"/>
                    <a:gd name="connsiteX1" fmla="*/ 12234 w 710486"/>
                    <a:gd name="connsiteY1" fmla="*/ 188500 h 411546"/>
                    <a:gd name="connsiteX2" fmla="*/ 324289 w 710486"/>
                    <a:gd name="connsiteY2" fmla="*/ 7147 h 411546"/>
                    <a:gd name="connsiteX3" fmla="*/ 383994 w 710486"/>
                    <a:gd name="connsiteY3" fmla="*/ 7147 h 411546"/>
                    <a:gd name="connsiteX4" fmla="*/ 698097 w 710486"/>
                    <a:gd name="connsiteY4" fmla="*/ 188500 h 411546"/>
                    <a:gd name="connsiteX5" fmla="*/ 698288 w 710486"/>
                    <a:gd name="connsiteY5" fmla="*/ 223094 h 411546"/>
                    <a:gd name="connsiteX6" fmla="*/ 386233 w 710486"/>
                    <a:gd name="connsiteY6" fmla="*/ 404399 h 411546"/>
                    <a:gd name="connsiteX7" fmla="*/ 326529 w 710486"/>
                    <a:gd name="connsiteY7" fmla="*/ 404399 h 411546"/>
                    <a:gd name="connsiteX8" fmla="*/ 12425 w 710486"/>
                    <a:gd name="connsiteY8" fmla="*/ 223094 h 41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486" h="411546">
                      <a:moveTo>
                        <a:pt x="12425" y="223141"/>
                      </a:moveTo>
                      <a:cubicBezTo>
                        <a:pt x="-4062" y="213612"/>
                        <a:pt x="-4157" y="198030"/>
                        <a:pt x="12234" y="188500"/>
                      </a:cubicBezTo>
                      <a:lnTo>
                        <a:pt x="324289" y="7147"/>
                      </a:lnTo>
                      <a:cubicBezTo>
                        <a:pt x="340633" y="-2382"/>
                        <a:pt x="367507" y="-2382"/>
                        <a:pt x="383994" y="7147"/>
                      </a:cubicBezTo>
                      <a:lnTo>
                        <a:pt x="698097" y="188500"/>
                      </a:lnTo>
                      <a:cubicBezTo>
                        <a:pt x="714536" y="198030"/>
                        <a:pt x="714632" y="213564"/>
                        <a:pt x="698288" y="223094"/>
                      </a:cubicBezTo>
                      <a:lnTo>
                        <a:pt x="386233" y="404399"/>
                      </a:lnTo>
                      <a:cubicBezTo>
                        <a:pt x="369842" y="413929"/>
                        <a:pt x="343015" y="413929"/>
                        <a:pt x="326529" y="404399"/>
                      </a:cubicBezTo>
                      <a:lnTo>
                        <a:pt x="12425" y="223094"/>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6" name="Freeform: Shape 2445">
                  <a:extLst>
                    <a:ext uri="{FF2B5EF4-FFF2-40B4-BE49-F238E27FC236}">
                      <a16:creationId xmlns:a16="http://schemas.microsoft.com/office/drawing/2014/main" id="{30F778E8-596C-E1DF-A4E1-D2E2556E936B}"/>
                    </a:ext>
                  </a:extLst>
                </p:cNvPr>
                <p:cNvSpPr/>
                <p:nvPr/>
              </p:nvSpPr>
              <p:spPr>
                <a:xfrm>
                  <a:off x="4251278" y="3653525"/>
                  <a:ext cx="95057" cy="69841"/>
                </a:xfrm>
                <a:custGeom>
                  <a:avLst/>
                  <a:gdLst>
                    <a:gd name="connsiteX0" fmla="*/ 59943 w 67614"/>
                    <a:gd name="connsiteY0" fmla="*/ 45219 h 50174"/>
                    <a:gd name="connsiteX1" fmla="*/ 67614 w 67614"/>
                    <a:gd name="connsiteY1" fmla="*/ 41074 h 50174"/>
                    <a:gd name="connsiteX2" fmla="*/ 67614 w 67614"/>
                    <a:gd name="connsiteY2" fmla="*/ 1048 h 50174"/>
                    <a:gd name="connsiteX3" fmla="*/ 60562 w 67614"/>
                    <a:gd name="connsiteY3" fmla="*/ 4812 h 50174"/>
                    <a:gd name="connsiteX4" fmla="*/ 59371 w 67614"/>
                    <a:gd name="connsiteY4" fmla="*/ 5289 h 50174"/>
                    <a:gd name="connsiteX5" fmla="*/ 56131 w 67614"/>
                    <a:gd name="connsiteY5" fmla="*/ 6528 h 50174"/>
                    <a:gd name="connsiteX6" fmla="*/ 54844 w 67614"/>
                    <a:gd name="connsiteY6" fmla="*/ 6957 h 50174"/>
                    <a:gd name="connsiteX7" fmla="*/ 52748 w 67614"/>
                    <a:gd name="connsiteY7" fmla="*/ 7576 h 50174"/>
                    <a:gd name="connsiteX8" fmla="*/ 51032 w 67614"/>
                    <a:gd name="connsiteY8" fmla="*/ 8005 h 50174"/>
                    <a:gd name="connsiteX9" fmla="*/ 48698 w 67614"/>
                    <a:gd name="connsiteY9" fmla="*/ 8529 h 50174"/>
                    <a:gd name="connsiteX10" fmla="*/ 47125 w 67614"/>
                    <a:gd name="connsiteY10" fmla="*/ 8815 h 50174"/>
                    <a:gd name="connsiteX11" fmla="*/ 42265 w 67614"/>
                    <a:gd name="connsiteY11" fmla="*/ 9482 h 50174"/>
                    <a:gd name="connsiteX12" fmla="*/ 40740 w 67614"/>
                    <a:gd name="connsiteY12" fmla="*/ 9577 h 50174"/>
                    <a:gd name="connsiteX13" fmla="*/ 37929 w 67614"/>
                    <a:gd name="connsiteY13" fmla="*/ 9768 h 50174"/>
                    <a:gd name="connsiteX14" fmla="*/ 36071 w 67614"/>
                    <a:gd name="connsiteY14" fmla="*/ 9816 h 50174"/>
                    <a:gd name="connsiteX15" fmla="*/ 33783 w 67614"/>
                    <a:gd name="connsiteY15" fmla="*/ 9816 h 50174"/>
                    <a:gd name="connsiteX16" fmla="*/ 31782 w 67614"/>
                    <a:gd name="connsiteY16" fmla="*/ 9768 h 50174"/>
                    <a:gd name="connsiteX17" fmla="*/ 29686 w 67614"/>
                    <a:gd name="connsiteY17" fmla="*/ 9625 h 50174"/>
                    <a:gd name="connsiteX18" fmla="*/ 27684 w 67614"/>
                    <a:gd name="connsiteY18" fmla="*/ 9482 h 50174"/>
                    <a:gd name="connsiteX19" fmla="*/ 25588 w 67614"/>
                    <a:gd name="connsiteY19" fmla="*/ 9292 h 50174"/>
                    <a:gd name="connsiteX20" fmla="*/ 23682 w 67614"/>
                    <a:gd name="connsiteY20" fmla="*/ 9006 h 50174"/>
                    <a:gd name="connsiteX21" fmla="*/ 21442 w 67614"/>
                    <a:gd name="connsiteY21" fmla="*/ 8625 h 50174"/>
                    <a:gd name="connsiteX22" fmla="*/ 19727 w 67614"/>
                    <a:gd name="connsiteY22" fmla="*/ 8291 h 50174"/>
                    <a:gd name="connsiteX23" fmla="*/ 17059 w 67614"/>
                    <a:gd name="connsiteY23" fmla="*/ 7671 h 50174"/>
                    <a:gd name="connsiteX24" fmla="*/ 15629 w 67614"/>
                    <a:gd name="connsiteY24" fmla="*/ 7290 h 50174"/>
                    <a:gd name="connsiteX25" fmla="*/ 11150 w 67614"/>
                    <a:gd name="connsiteY25" fmla="*/ 5766 h 50174"/>
                    <a:gd name="connsiteX26" fmla="*/ 9053 w 67614"/>
                    <a:gd name="connsiteY26" fmla="*/ 4860 h 50174"/>
                    <a:gd name="connsiteX27" fmla="*/ 7910 w 67614"/>
                    <a:gd name="connsiteY27" fmla="*/ 4384 h 50174"/>
                    <a:gd name="connsiteX28" fmla="*/ 0 w 67614"/>
                    <a:gd name="connsiteY28" fmla="*/ 0 h 50174"/>
                    <a:gd name="connsiteX29" fmla="*/ 0 w 67614"/>
                    <a:gd name="connsiteY29" fmla="*/ 40788 h 50174"/>
                    <a:gd name="connsiteX30" fmla="*/ 7290 w 67614"/>
                    <a:gd name="connsiteY30" fmla="*/ 44790 h 50174"/>
                    <a:gd name="connsiteX31" fmla="*/ 8339 w 67614"/>
                    <a:gd name="connsiteY31" fmla="*/ 45267 h 50174"/>
                    <a:gd name="connsiteX32" fmla="*/ 10245 w 67614"/>
                    <a:gd name="connsiteY32" fmla="*/ 46077 h 50174"/>
                    <a:gd name="connsiteX33" fmla="*/ 10530 w 67614"/>
                    <a:gd name="connsiteY33" fmla="*/ 46124 h 50174"/>
                    <a:gd name="connsiteX34" fmla="*/ 15009 w 67614"/>
                    <a:gd name="connsiteY34" fmla="*/ 47649 h 50174"/>
                    <a:gd name="connsiteX35" fmla="*/ 15391 w 67614"/>
                    <a:gd name="connsiteY35" fmla="*/ 47745 h 50174"/>
                    <a:gd name="connsiteX36" fmla="*/ 16534 w 67614"/>
                    <a:gd name="connsiteY36" fmla="*/ 48030 h 50174"/>
                    <a:gd name="connsiteX37" fmla="*/ 19060 w 67614"/>
                    <a:gd name="connsiteY37" fmla="*/ 48650 h 50174"/>
                    <a:gd name="connsiteX38" fmla="*/ 19727 w 67614"/>
                    <a:gd name="connsiteY38" fmla="*/ 48793 h 50174"/>
                    <a:gd name="connsiteX39" fmla="*/ 20823 w 67614"/>
                    <a:gd name="connsiteY39" fmla="*/ 49079 h 50174"/>
                    <a:gd name="connsiteX40" fmla="*/ 22967 w 67614"/>
                    <a:gd name="connsiteY40" fmla="*/ 49365 h 50174"/>
                    <a:gd name="connsiteX41" fmla="*/ 23872 w 67614"/>
                    <a:gd name="connsiteY41" fmla="*/ 49507 h 50174"/>
                    <a:gd name="connsiteX42" fmla="*/ 24968 w 67614"/>
                    <a:gd name="connsiteY42" fmla="*/ 49603 h 50174"/>
                    <a:gd name="connsiteX43" fmla="*/ 26922 w 67614"/>
                    <a:gd name="connsiteY43" fmla="*/ 49841 h 50174"/>
                    <a:gd name="connsiteX44" fmla="*/ 27970 w 67614"/>
                    <a:gd name="connsiteY44" fmla="*/ 49936 h 50174"/>
                    <a:gd name="connsiteX45" fmla="*/ 28971 w 67614"/>
                    <a:gd name="connsiteY45" fmla="*/ 50032 h 50174"/>
                    <a:gd name="connsiteX46" fmla="*/ 31020 w 67614"/>
                    <a:gd name="connsiteY46" fmla="*/ 50127 h 50174"/>
                    <a:gd name="connsiteX47" fmla="*/ 32163 w 67614"/>
                    <a:gd name="connsiteY47" fmla="*/ 50175 h 50174"/>
                    <a:gd name="connsiteX48" fmla="*/ 36499 w 67614"/>
                    <a:gd name="connsiteY48" fmla="*/ 50175 h 50174"/>
                    <a:gd name="connsiteX49" fmla="*/ 37166 w 67614"/>
                    <a:gd name="connsiteY49" fmla="*/ 50127 h 50174"/>
                    <a:gd name="connsiteX50" fmla="*/ 39978 w 67614"/>
                    <a:gd name="connsiteY50" fmla="*/ 49936 h 50174"/>
                    <a:gd name="connsiteX51" fmla="*/ 41169 w 67614"/>
                    <a:gd name="connsiteY51" fmla="*/ 49841 h 50174"/>
                    <a:gd name="connsiteX52" fmla="*/ 41502 w 67614"/>
                    <a:gd name="connsiteY52" fmla="*/ 49793 h 50174"/>
                    <a:gd name="connsiteX53" fmla="*/ 46315 w 67614"/>
                    <a:gd name="connsiteY53" fmla="*/ 49126 h 50174"/>
                    <a:gd name="connsiteX54" fmla="*/ 46601 w 67614"/>
                    <a:gd name="connsiteY54" fmla="*/ 49126 h 50174"/>
                    <a:gd name="connsiteX55" fmla="*/ 48031 w 67614"/>
                    <a:gd name="connsiteY55" fmla="*/ 48840 h 50174"/>
                    <a:gd name="connsiteX56" fmla="*/ 50270 w 67614"/>
                    <a:gd name="connsiteY56" fmla="*/ 48364 h 50174"/>
                    <a:gd name="connsiteX57" fmla="*/ 51938 w 67614"/>
                    <a:gd name="connsiteY57" fmla="*/ 47935 h 50174"/>
                    <a:gd name="connsiteX58" fmla="*/ 54034 w 67614"/>
                    <a:gd name="connsiteY58" fmla="*/ 47268 h 50174"/>
                    <a:gd name="connsiteX59" fmla="*/ 54558 w 67614"/>
                    <a:gd name="connsiteY59" fmla="*/ 47125 h 50174"/>
                    <a:gd name="connsiteX60" fmla="*/ 55321 w 67614"/>
                    <a:gd name="connsiteY60" fmla="*/ 46887 h 50174"/>
                    <a:gd name="connsiteX61" fmla="*/ 58561 w 67614"/>
                    <a:gd name="connsiteY61" fmla="*/ 45600 h 50174"/>
                    <a:gd name="connsiteX62" fmla="*/ 59752 w 67614"/>
                    <a:gd name="connsiteY62" fmla="*/ 45124 h 5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7614" h="50174">
                      <a:moveTo>
                        <a:pt x="59943" y="45219"/>
                      </a:moveTo>
                      <a:cubicBezTo>
                        <a:pt x="61325" y="44647"/>
                        <a:pt x="66375" y="41836"/>
                        <a:pt x="67614" y="41074"/>
                      </a:cubicBezTo>
                      <a:lnTo>
                        <a:pt x="67614" y="1048"/>
                      </a:lnTo>
                      <a:cubicBezTo>
                        <a:pt x="66375" y="1763"/>
                        <a:pt x="61944" y="4193"/>
                        <a:pt x="60562" y="4812"/>
                      </a:cubicBezTo>
                      <a:cubicBezTo>
                        <a:pt x="60181" y="5003"/>
                        <a:pt x="59752" y="5146"/>
                        <a:pt x="59371" y="5289"/>
                      </a:cubicBezTo>
                      <a:cubicBezTo>
                        <a:pt x="58323" y="5718"/>
                        <a:pt x="57227" y="6194"/>
                        <a:pt x="56131" y="6528"/>
                      </a:cubicBezTo>
                      <a:cubicBezTo>
                        <a:pt x="55750" y="6671"/>
                        <a:pt x="55321" y="6814"/>
                        <a:pt x="54844" y="6957"/>
                      </a:cubicBezTo>
                      <a:cubicBezTo>
                        <a:pt x="54177" y="7195"/>
                        <a:pt x="53462" y="7386"/>
                        <a:pt x="52748" y="7576"/>
                      </a:cubicBezTo>
                      <a:cubicBezTo>
                        <a:pt x="52176" y="7719"/>
                        <a:pt x="51604" y="7862"/>
                        <a:pt x="51032" y="8005"/>
                      </a:cubicBezTo>
                      <a:cubicBezTo>
                        <a:pt x="50270" y="8148"/>
                        <a:pt x="49508" y="8339"/>
                        <a:pt x="48698" y="8529"/>
                      </a:cubicBezTo>
                      <a:cubicBezTo>
                        <a:pt x="48173" y="8625"/>
                        <a:pt x="47649" y="8720"/>
                        <a:pt x="47125" y="8815"/>
                      </a:cubicBezTo>
                      <a:cubicBezTo>
                        <a:pt x="45553" y="9053"/>
                        <a:pt x="43933" y="9292"/>
                        <a:pt x="42265" y="9482"/>
                      </a:cubicBezTo>
                      <a:cubicBezTo>
                        <a:pt x="41788" y="9530"/>
                        <a:pt x="41264" y="9577"/>
                        <a:pt x="40740" y="9577"/>
                      </a:cubicBezTo>
                      <a:cubicBezTo>
                        <a:pt x="39835" y="9625"/>
                        <a:pt x="38882" y="9720"/>
                        <a:pt x="37929" y="9768"/>
                      </a:cubicBezTo>
                      <a:cubicBezTo>
                        <a:pt x="37309" y="9816"/>
                        <a:pt x="36690" y="9816"/>
                        <a:pt x="36071" y="9816"/>
                      </a:cubicBezTo>
                      <a:cubicBezTo>
                        <a:pt x="35308" y="9816"/>
                        <a:pt x="34546" y="9816"/>
                        <a:pt x="33783" y="9816"/>
                      </a:cubicBezTo>
                      <a:cubicBezTo>
                        <a:pt x="33116" y="9816"/>
                        <a:pt x="32449" y="9816"/>
                        <a:pt x="31782" y="9768"/>
                      </a:cubicBezTo>
                      <a:cubicBezTo>
                        <a:pt x="31067" y="9720"/>
                        <a:pt x="30353" y="9673"/>
                        <a:pt x="29686" y="9625"/>
                      </a:cubicBezTo>
                      <a:cubicBezTo>
                        <a:pt x="29018" y="9625"/>
                        <a:pt x="28351" y="9577"/>
                        <a:pt x="27684" y="9482"/>
                      </a:cubicBezTo>
                      <a:cubicBezTo>
                        <a:pt x="27017" y="9434"/>
                        <a:pt x="26302" y="9339"/>
                        <a:pt x="25588" y="9292"/>
                      </a:cubicBezTo>
                      <a:cubicBezTo>
                        <a:pt x="24968" y="9196"/>
                        <a:pt x="24301" y="9101"/>
                        <a:pt x="23682" y="9006"/>
                      </a:cubicBezTo>
                      <a:cubicBezTo>
                        <a:pt x="22919" y="8958"/>
                        <a:pt x="22205" y="8767"/>
                        <a:pt x="21442" y="8625"/>
                      </a:cubicBezTo>
                      <a:cubicBezTo>
                        <a:pt x="20870" y="8529"/>
                        <a:pt x="20251" y="8386"/>
                        <a:pt x="19727" y="8291"/>
                      </a:cubicBezTo>
                      <a:cubicBezTo>
                        <a:pt x="18822" y="8100"/>
                        <a:pt x="17964" y="7862"/>
                        <a:pt x="17059" y="7671"/>
                      </a:cubicBezTo>
                      <a:cubicBezTo>
                        <a:pt x="16582" y="7529"/>
                        <a:pt x="16105" y="7433"/>
                        <a:pt x="15629" y="7290"/>
                      </a:cubicBezTo>
                      <a:cubicBezTo>
                        <a:pt x="14104" y="6814"/>
                        <a:pt x="12579" y="6337"/>
                        <a:pt x="11150" y="5766"/>
                      </a:cubicBezTo>
                      <a:cubicBezTo>
                        <a:pt x="10435" y="5480"/>
                        <a:pt x="9720" y="5194"/>
                        <a:pt x="9053" y="4860"/>
                      </a:cubicBezTo>
                      <a:cubicBezTo>
                        <a:pt x="8672" y="4717"/>
                        <a:pt x="8291" y="4527"/>
                        <a:pt x="7910" y="4384"/>
                      </a:cubicBezTo>
                      <a:cubicBezTo>
                        <a:pt x="6862" y="3860"/>
                        <a:pt x="1001" y="572"/>
                        <a:pt x="0" y="0"/>
                      </a:cubicBezTo>
                      <a:lnTo>
                        <a:pt x="0" y="40788"/>
                      </a:lnTo>
                      <a:cubicBezTo>
                        <a:pt x="1001" y="41312"/>
                        <a:pt x="6242" y="44266"/>
                        <a:pt x="7290" y="44790"/>
                      </a:cubicBezTo>
                      <a:cubicBezTo>
                        <a:pt x="7624" y="44933"/>
                        <a:pt x="7957" y="45076"/>
                        <a:pt x="8339" y="45267"/>
                      </a:cubicBezTo>
                      <a:cubicBezTo>
                        <a:pt x="8958" y="45553"/>
                        <a:pt x="9578" y="45839"/>
                        <a:pt x="10245" y="46077"/>
                      </a:cubicBezTo>
                      <a:cubicBezTo>
                        <a:pt x="10340" y="46077"/>
                        <a:pt x="10435" y="46077"/>
                        <a:pt x="10530" y="46124"/>
                      </a:cubicBezTo>
                      <a:cubicBezTo>
                        <a:pt x="12008" y="46696"/>
                        <a:pt x="13485" y="47173"/>
                        <a:pt x="15009" y="47649"/>
                      </a:cubicBezTo>
                      <a:cubicBezTo>
                        <a:pt x="15105" y="47745"/>
                        <a:pt x="15248" y="47745"/>
                        <a:pt x="15391" y="47745"/>
                      </a:cubicBezTo>
                      <a:cubicBezTo>
                        <a:pt x="15772" y="47840"/>
                        <a:pt x="16153" y="47935"/>
                        <a:pt x="16534" y="48030"/>
                      </a:cubicBezTo>
                      <a:cubicBezTo>
                        <a:pt x="17392" y="48269"/>
                        <a:pt x="18202" y="48459"/>
                        <a:pt x="19060" y="48650"/>
                      </a:cubicBezTo>
                      <a:cubicBezTo>
                        <a:pt x="19298" y="48650"/>
                        <a:pt x="19489" y="48745"/>
                        <a:pt x="19727" y="48793"/>
                      </a:cubicBezTo>
                      <a:cubicBezTo>
                        <a:pt x="20108" y="48936"/>
                        <a:pt x="20489" y="48936"/>
                        <a:pt x="20823" y="49079"/>
                      </a:cubicBezTo>
                      <a:cubicBezTo>
                        <a:pt x="21538" y="49174"/>
                        <a:pt x="22252" y="49269"/>
                        <a:pt x="22967" y="49365"/>
                      </a:cubicBezTo>
                      <a:cubicBezTo>
                        <a:pt x="23301" y="49365"/>
                        <a:pt x="23586" y="49507"/>
                        <a:pt x="23872" y="49507"/>
                      </a:cubicBezTo>
                      <a:cubicBezTo>
                        <a:pt x="24253" y="49555"/>
                        <a:pt x="24587" y="49603"/>
                        <a:pt x="24968" y="49603"/>
                      </a:cubicBezTo>
                      <a:cubicBezTo>
                        <a:pt x="25588" y="49746"/>
                        <a:pt x="26255" y="49793"/>
                        <a:pt x="26922" y="49841"/>
                      </a:cubicBezTo>
                      <a:cubicBezTo>
                        <a:pt x="27255" y="49841"/>
                        <a:pt x="27637" y="49936"/>
                        <a:pt x="27970" y="49936"/>
                      </a:cubicBezTo>
                      <a:cubicBezTo>
                        <a:pt x="28304" y="49936"/>
                        <a:pt x="28637" y="49936"/>
                        <a:pt x="28971" y="50032"/>
                      </a:cubicBezTo>
                      <a:cubicBezTo>
                        <a:pt x="29638" y="50032"/>
                        <a:pt x="30305" y="50079"/>
                        <a:pt x="31020" y="50127"/>
                      </a:cubicBezTo>
                      <a:cubicBezTo>
                        <a:pt x="31401" y="50127"/>
                        <a:pt x="31734" y="50175"/>
                        <a:pt x="32163" y="50175"/>
                      </a:cubicBezTo>
                      <a:lnTo>
                        <a:pt x="36499" y="50175"/>
                      </a:lnTo>
                      <a:cubicBezTo>
                        <a:pt x="36499" y="50175"/>
                        <a:pt x="36928" y="50127"/>
                        <a:pt x="37166" y="50127"/>
                      </a:cubicBezTo>
                      <a:cubicBezTo>
                        <a:pt x="38119" y="50032"/>
                        <a:pt x="39025" y="50032"/>
                        <a:pt x="39978" y="49936"/>
                      </a:cubicBezTo>
                      <a:cubicBezTo>
                        <a:pt x="40407" y="49889"/>
                        <a:pt x="40788" y="49889"/>
                        <a:pt x="41169" y="49841"/>
                      </a:cubicBezTo>
                      <a:cubicBezTo>
                        <a:pt x="41264" y="49841"/>
                        <a:pt x="41455" y="49793"/>
                        <a:pt x="41502" y="49793"/>
                      </a:cubicBezTo>
                      <a:cubicBezTo>
                        <a:pt x="43123" y="49603"/>
                        <a:pt x="44743" y="49460"/>
                        <a:pt x="46315" y="49126"/>
                      </a:cubicBezTo>
                      <a:lnTo>
                        <a:pt x="46601" y="49126"/>
                      </a:lnTo>
                      <a:cubicBezTo>
                        <a:pt x="47077" y="49031"/>
                        <a:pt x="47554" y="48888"/>
                        <a:pt x="48031" y="48840"/>
                      </a:cubicBezTo>
                      <a:cubicBezTo>
                        <a:pt x="48793" y="48650"/>
                        <a:pt x="49508" y="48555"/>
                        <a:pt x="50270" y="48364"/>
                      </a:cubicBezTo>
                      <a:cubicBezTo>
                        <a:pt x="50842" y="48269"/>
                        <a:pt x="51366" y="48030"/>
                        <a:pt x="51938" y="47935"/>
                      </a:cubicBezTo>
                      <a:cubicBezTo>
                        <a:pt x="52652" y="47745"/>
                        <a:pt x="53367" y="47506"/>
                        <a:pt x="54034" y="47268"/>
                      </a:cubicBezTo>
                      <a:cubicBezTo>
                        <a:pt x="54225" y="47268"/>
                        <a:pt x="54368" y="47268"/>
                        <a:pt x="54558" y="47125"/>
                      </a:cubicBezTo>
                      <a:cubicBezTo>
                        <a:pt x="54797" y="47077"/>
                        <a:pt x="55035" y="46935"/>
                        <a:pt x="55321" y="46887"/>
                      </a:cubicBezTo>
                      <a:cubicBezTo>
                        <a:pt x="56417" y="46553"/>
                        <a:pt x="57513" y="46077"/>
                        <a:pt x="58561" y="45600"/>
                      </a:cubicBezTo>
                      <a:cubicBezTo>
                        <a:pt x="58942" y="45457"/>
                        <a:pt x="59371" y="45267"/>
                        <a:pt x="59752" y="4512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47" name="Graphic 212">
                  <a:extLst>
                    <a:ext uri="{FF2B5EF4-FFF2-40B4-BE49-F238E27FC236}">
                      <a16:creationId xmlns:a16="http://schemas.microsoft.com/office/drawing/2014/main" id="{4ACFCEF4-E736-5B5B-8154-8E8698902CC9}"/>
                    </a:ext>
                  </a:extLst>
                </p:cNvPr>
                <p:cNvGrpSpPr/>
                <p:nvPr/>
              </p:nvGrpSpPr>
              <p:grpSpPr>
                <a:xfrm>
                  <a:off x="3884848" y="2566823"/>
                  <a:ext cx="750429" cy="894099"/>
                  <a:chOff x="4227191" y="3764392"/>
                  <a:chExt cx="533780" cy="642335"/>
                </a:xfrm>
              </p:grpSpPr>
              <p:sp>
                <p:nvSpPr>
                  <p:cNvPr id="2450" name="Freeform: Shape 2449">
                    <a:extLst>
                      <a:ext uri="{FF2B5EF4-FFF2-40B4-BE49-F238E27FC236}">
                        <a16:creationId xmlns:a16="http://schemas.microsoft.com/office/drawing/2014/main" id="{E86B34E7-010C-6E8E-4717-E0143422DDB8}"/>
                      </a:ext>
                    </a:extLst>
                  </p:cNvPr>
                  <p:cNvSpPr/>
                  <p:nvPr/>
                </p:nvSpPr>
                <p:spPr>
                  <a:xfrm>
                    <a:off x="4333558" y="4303424"/>
                    <a:ext cx="321537" cy="103303"/>
                  </a:xfrm>
                  <a:custGeom>
                    <a:avLst/>
                    <a:gdLst>
                      <a:gd name="connsiteX0" fmla="*/ 5623 w 321537"/>
                      <a:gd name="connsiteY0" fmla="*/ 17988 h 103303"/>
                      <a:gd name="connsiteX1" fmla="*/ 5527 w 321537"/>
                      <a:gd name="connsiteY1" fmla="*/ 2359 h 103303"/>
                      <a:gd name="connsiteX2" fmla="*/ 146760 w 321537"/>
                      <a:gd name="connsiteY2" fmla="*/ 3216 h 103303"/>
                      <a:gd name="connsiteX3" fmla="*/ 173777 w 321537"/>
                      <a:gd name="connsiteY3" fmla="*/ 3216 h 103303"/>
                      <a:gd name="connsiteX4" fmla="*/ 315915 w 321537"/>
                      <a:gd name="connsiteY4" fmla="*/ 2359 h 103303"/>
                      <a:gd name="connsiteX5" fmla="*/ 316010 w 321537"/>
                      <a:gd name="connsiteY5" fmla="*/ 17988 h 103303"/>
                      <a:gd name="connsiteX6" fmla="*/ 174777 w 321537"/>
                      <a:gd name="connsiteY6" fmla="*/ 100087 h 103303"/>
                      <a:gd name="connsiteX7" fmla="*/ 147760 w 321537"/>
                      <a:gd name="connsiteY7" fmla="*/ 100087 h 103303"/>
                      <a:gd name="connsiteX8" fmla="*/ 5575 w 321537"/>
                      <a:gd name="connsiteY8" fmla="*/ 17988 h 103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37" h="103303">
                        <a:moveTo>
                          <a:pt x="5623" y="17988"/>
                        </a:moveTo>
                        <a:cubicBezTo>
                          <a:pt x="-1858" y="13699"/>
                          <a:pt x="-1858" y="6647"/>
                          <a:pt x="5527" y="2359"/>
                        </a:cubicBezTo>
                        <a:lnTo>
                          <a:pt x="146760" y="3216"/>
                        </a:lnTo>
                        <a:cubicBezTo>
                          <a:pt x="154145" y="-1072"/>
                          <a:pt x="166296" y="-1072"/>
                          <a:pt x="173777" y="3216"/>
                        </a:cubicBezTo>
                        <a:lnTo>
                          <a:pt x="315915" y="2359"/>
                        </a:lnTo>
                        <a:cubicBezTo>
                          <a:pt x="323395" y="6647"/>
                          <a:pt x="323395" y="13699"/>
                          <a:pt x="316010" y="17988"/>
                        </a:cubicBezTo>
                        <a:lnTo>
                          <a:pt x="174777" y="100087"/>
                        </a:lnTo>
                        <a:cubicBezTo>
                          <a:pt x="167392" y="104376"/>
                          <a:pt x="155241" y="104376"/>
                          <a:pt x="147760" y="100087"/>
                        </a:cubicBezTo>
                        <a:lnTo>
                          <a:pt x="5575" y="17988"/>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1" name="Freeform: Shape 2450">
                    <a:extLst>
                      <a:ext uri="{FF2B5EF4-FFF2-40B4-BE49-F238E27FC236}">
                        <a16:creationId xmlns:a16="http://schemas.microsoft.com/office/drawing/2014/main" id="{6A83ADC9-9473-F540-BF9E-FEF5689BA3B0}"/>
                      </a:ext>
                    </a:extLst>
                  </p:cNvPr>
                  <p:cNvSpPr/>
                  <p:nvPr/>
                </p:nvSpPr>
                <p:spPr>
                  <a:xfrm>
                    <a:off x="4508002" y="4288486"/>
                    <a:ext cx="147045" cy="108116"/>
                  </a:xfrm>
                  <a:custGeom>
                    <a:avLst/>
                    <a:gdLst>
                      <a:gd name="connsiteX0" fmla="*/ 147046 w 147045"/>
                      <a:gd name="connsiteY0" fmla="*/ 477 h 108116"/>
                      <a:gd name="connsiteX1" fmla="*/ 146950 w 147045"/>
                      <a:gd name="connsiteY1" fmla="*/ 1096 h 108116"/>
                      <a:gd name="connsiteX2" fmla="*/ 146807 w 147045"/>
                      <a:gd name="connsiteY2" fmla="*/ 1572 h 108116"/>
                      <a:gd name="connsiteX3" fmla="*/ 146664 w 147045"/>
                      <a:gd name="connsiteY3" fmla="*/ 2192 h 108116"/>
                      <a:gd name="connsiteX4" fmla="*/ 146474 w 147045"/>
                      <a:gd name="connsiteY4" fmla="*/ 2668 h 108116"/>
                      <a:gd name="connsiteX5" fmla="*/ 146188 w 147045"/>
                      <a:gd name="connsiteY5" fmla="*/ 3288 h 108116"/>
                      <a:gd name="connsiteX6" fmla="*/ 145711 w 147045"/>
                      <a:gd name="connsiteY6" fmla="*/ 4098 h 108116"/>
                      <a:gd name="connsiteX7" fmla="*/ 145616 w 147045"/>
                      <a:gd name="connsiteY7" fmla="*/ 4193 h 108116"/>
                      <a:gd name="connsiteX8" fmla="*/ 144997 w 147045"/>
                      <a:gd name="connsiteY8" fmla="*/ 4956 h 108116"/>
                      <a:gd name="connsiteX9" fmla="*/ 144854 w 147045"/>
                      <a:gd name="connsiteY9" fmla="*/ 5146 h 108116"/>
                      <a:gd name="connsiteX10" fmla="*/ 144044 w 147045"/>
                      <a:gd name="connsiteY10" fmla="*/ 5908 h 108116"/>
                      <a:gd name="connsiteX11" fmla="*/ 143472 w 147045"/>
                      <a:gd name="connsiteY11" fmla="*/ 6385 h 108116"/>
                      <a:gd name="connsiteX12" fmla="*/ 142948 w 147045"/>
                      <a:gd name="connsiteY12" fmla="*/ 6814 h 108116"/>
                      <a:gd name="connsiteX13" fmla="*/ 142233 w 147045"/>
                      <a:gd name="connsiteY13" fmla="*/ 7290 h 108116"/>
                      <a:gd name="connsiteX14" fmla="*/ 141518 w 147045"/>
                      <a:gd name="connsiteY14" fmla="*/ 7767 h 108116"/>
                      <a:gd name="connsiteX15" fmla="*/ 286 w 147045"/>
                      <a:gd name="connsiteY15" fmla="*/ 89819 h 108116"/>
                      <a:gd name="connsiteX16" fmla="*/ 0 w 147045"/>
                      <a:gd name="connsiteY16" fmla="*/ 108116 h 108116"/>
                      <a:gd name="connsiteX17" fmla="*/ 141232 w 147045"/>
                      <a:gd name="connsiteY17" fmla="*/ 26016 h 108116"/>
                      <a:gd name="connsiteX18" fmla="*/ 141471 w 147045"/>
                      <a:gd name="connsiteY18" fmla="*/ 25874 h 108116"/>
                      <a:gd name="connsiteX19" fmla="*/ 141947 w 147045"/>
                      <a:gd name="connsiteY19" fmla="*/ 25588 h 108116"/>
                      <a:gd name="connsiteX20" fmla="*/ 142614 w 147045"/>
                      <a:gd name="connsiteY20" fmla="*/ 25111 h 108116"/>
                      <a:gd name="connsiteX21" fmla="*/ 143138 w 147045"/>
                      <a:gd name="connsiteY21" fmla="*/ 24682 h 108116"/>
                      <a:gd name="connsiteX22" fmla="*/ 143710 w 147045"/>
                      <a:gd name="connsiteY22" fmla="*/ 24206 h 108116"/>
                      <a:gd name="connsiteX23" fmla="*/ 143853 w 147045"/>
                      <a:gd name="connsiteY23" fmla="*/ 24111 h 108116"/>
                      <a:gd name="connsiteX24" fmla="*/ 144520 w 147045"/>
                      <a:gd name="connsiteY24" fmla="*/ 23443 h 108116"/>
                      <a:gd name="connsiteX25" fmla="*/ 144663 w 147045"/>
                      <a:gd name="connsiteY25" fmla="*/ 23301 h 108116"/>
                      <a:gd name="connsiteX26" fmla="*/ 144997 w 147045"/>
                      <a:gd name="connsiteY26" fmla="*/ 22872 h 108116"/>
                      <a:gd name="connsiteX27" fmla="*/ 145283 w 147045"/>
                      <a:gd name="connsiteY27" fmla="*/ 22490 h 108116"/>
                      <a:gd name="connsiteX28" fmla="*/ 145330 w 147045"/>
                      <a:gd name="connsiteY28" fmla="*/ 22348 h 108116"/>
                      <a:gd name="connsiteX29" fmla="*/ 145759 w 147045"/>
                      <a:gd name="connsiteY29" fmla="*/ 21728 h 108116"/>
                      <a:gd name="connsiteX30" fmla="*/ 145854 w 147045"/>
                      <a:gd name="connsiteY30" fmla="*/ 21537 h 108116"/>
                      <a:gd name="connsiteX31" fmla="*/ 146140 w 147045"/>
                      <a:gd name="connsiteY31" fmla="*/ 20966 h 108116"/>
                      <a:gd name="connsiteX32" fmla="*/ 146283 w 147045"/>
                      <a:gd name="connsiteY32" fmla="*/ 20632 h 108116"/>
                      <a:gd name="connsiteX33" fmla="*/ 146331 w 147045"/>
                      <a:gd name="connsiteY33" fmla="*/ 20489 h 108116"/>
                      <a:gd name="connsiteX34" fmla="*/ 146521 w 147045"/>
                      <a:gd name="connsiteY34" fmla="*/ 19917 h 108116"/>
                      <a:gd name="connsiteX35" fmla="*/ 146617 w 147045"/>
                      <a:gd name="connsiteY35" fmla="*/ 19536 h 108116"/>
                      <a:gd name="connsiteX36" fmla="*/ 146617 w 147045"/>
                      <a:gd name="connsiteY36" fmla="*/ 19441 h 108116"/>
                      <a:gd name="connsiteX37" fmla="*/ 146712 w 147045"/>
                      <a:gd name="connsiteY37" fmla="*/ 18869 h 108116"/>
                      <a:gd name="connsiteX38" fmla="*/ 146712 w 147045"/>
                      <a:gd name="connsiteY38" fmla="*/ 18440 h 108116"/>
                      <a:gd name="connsiteX39" fmla="*/ 146712 w 147045"/>
                      <a:gd name="connsiteY39" fmla="*/ 18297 h 108116"/>
                      <a:gd name="connsiteX40" fmla="*/ 146998 w 147045"/>
                      <a:gd name="connsiteY40" fmla="*/ 0 h 108116"/>
                      <a:gd name="connsiteX41" fmla="*/ 146998 w 147045"/>
                      <a:gd name="connsiteY41" fmla="*/ 572 h 10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7045" h="108116">
                        <a:moveTo>
                          <a:pt x="147046" y="477"/>
                        </a:moveTo>
                        <a:cubicBezTo>
                          <a:pt x="147046" y="477"/>
                          <a:pt x="147046" y="858"/>
                          <a:pt x="146950" y="1096"/>
                        </a:cubicBezTo>
                        <a:cubicBezTo>
                          <a:pt x="146950" y="1239"/>
                          <a:pt x="146855" y="1429"/>
                          <a:pt x="146807" y="1572"/>
                        </a:cubicBezTo>
                        <a:cubicBezTo>
                          <a:pt x="146807" y="1763"/>
                          <a:pt x="146712" y="1954"/>
                          <a:pt x="146664" y="2192"/>
                        </a:cubicBezTo>
                        <a:cubicBezTo>
                          <a:pt x="146617" y="2335"/>
                          <a:pt x="146521" y="2478"/>
                          <a:pt x="146474" y="2668"/>
                        </a:cubicBezTo>
                        <a:cubicBezTo>
                          <a:pt x="146378" y="2859"/>
                          <a:pt x="146283" y="3050"/>
                          <a:pt x="146188" y="3288"/>
                        </a:cubicBezTo>
                        <a:cubicBezTo>
                          <a:pt x="146045" y="3526"/>
                          <a:pt x="145854" y="3812"/>
                          <a:pt x="145711" y="4098"/>
                        </a:cubicBezTo>
                        <a:cubicBezTo>
                          <a:pt x="145711" y="4098"/>
                          <a:pt x="145664" y="4193"/>
                          <a:pt x="145616" y="4193"/>
                        </a:cubicBezTo>
                        <a:cubicBezTo>
                          <a:pt x="145426" y="4479"/>
                          <a:pt x="145235" y="4717"/>
                          <a:pt x="144997" y="4956"/>
                        </a:cubicBezTo>
                        <a:cubicBezTo>
                          <a:pt x="144949" y="5003"/>
                          <a:pt x="144901" y="5099"/>
                          <a:pt x="144854" y="5146"/>
                        </a:cubicBezTo>
                        <a:cubicBezTo>
                          <a:pt x="144615" y="5432"/>
                          <a:pt x="144377" y="5670"/>
                          <a:pt x="144044" y="5908"/>
                        </a:cubicBezTo>
                        <a:cubicBezTo>
                          <a:pt x="143853" y="6099"/>
                          <a:pt x="143663" y="6242"/>
                          <a:pt x="143472" y="6385"/>
                        </a:cubicBezTo>
                        <a:cubicBezTo>
                          <a:pt x="143281" y="6528"/>
                          <a:pt x="143138" y="6671"/>
                          <a:pt x="142948" y="6814"/>
                        </a:cubicBezTo>
                        <a:cubicBezTo>
                          <a:pt x="142710" y="6957"/>
                          <a:pt x="142471" y="7147"/>
                          <a:pt x="142233" y="7290"/>
                        </a:cubicBezTo>
                        <a:cubicBezTo>
                          <a:pt x="141995" y="7433"/>
                          <a:pt x="141756" y="7576"/>
                          <a:pt x="141518" y="7767"/>
                        </a:cubicBezTo>
                        <a:lnTo>
                          <a:pt x="286" y="89819"/>
                        </a:lnTo>
                        <a:lnTo>
                          <a:pt x="0" y="108116"/>
                        </a:lnTo>
                        <a:lnTo>
                          <a:pt x="141232" y="26016"/>
                        </a:lnTo>
                        <a:cubicBezTo>
                          <a:pt x="141232" y="26016"/>
                          <a:pt x="141423" y="25921"/>
                          <a:pt x="141471" y="25874"/>
                        </a:cubicBezTo>
                        <a:cubicBezTo>
                          <a:pt x="141661" y="25778"/>
                          <a:pt x="141804" y="25683"/>
                          <a:pt x="141947" y="25588"/>
                        </a:cubicBezTo>
                        <a:cubicBezTo>
                          <a:pt x="142185" y="25397"/>
                          <a:pt x="142424" y="25254"/>
                          <a:pt x="142614" y="25111"/>
                        </a:cubicBezTo>
                        <a:cubicBezTo>
                          <a:pt x="142805" y="24968"/>
                          <a:pt x="142948" y="24825"/>
                          <a:pt x="143138" y="24682"/>
                        </a:cubicBezTo>
                        <a:cubicBezTo>
                          <a:pt x="143329" y="24492"/>
                          <a:pt x="143519" y="24349"/>
                          <a:pt x="143710" y="24206"/>
                        </a:cubicBezTo>
                        <a:cubicBezTo>
                          <a:pt x="143758" y="24206"/>
                          <a:pt x="143806" y="24158"/>
                          <a:pt x="143853" y="24111"/>
                        </a:cubicBezTo>
                        <a:cubicBezTo>
                          <a:pt x="144091" y="23872"/>
                          <a:pt x="144330" y="23634"/>
                          <a:pt x="144520" y="23443"/>
                        </a:cubicBezTo>
                        <a:cubicBezTo>
                          <a:pt x="144520" y="23396"/>
                          <a:pt x="144615" y="23348"/>
                          <a:pt x="144663" y="23301"/>
                        </a:cubicBezTo>
                        <a:cubicBezTo>
                          <a:pt x="144758" y="23157"/>
                          <a:pt x="144901" y="23015"/>
                          <a:pt x="144997" y="22872"/>
                        </a:cubicBezTo>
                        <a:cubicBezTo>
                          <a:pt x="145092" y="22776"/>
                          <a:pt x="145187" y="22633"/>
                          <a:pt x="145283" y="22490"/>
                        </a:cubicBezTo>
                        <a:cubicBezTo>
                          <a:pt x="145283" y="22490"/>
                          <a:pt x="145330" y="22395"/>
                          <a:pt x="145330" y="22348"/>
                        </a:cubicBezTo>
                        <a:cubicBezTo>
                          <a:pt x="145473" y="22157"/>
                          <a:pt x="145616" y="21919"/>
                          <a:pt x="145759" y="21728"/>
                        </a:cubicBezTo>
                        <a:cubicBezTo>
                          <a:pt x="145759" y="21680"/>
                          <a:pt x="145759" y="21633"/>
                          <a:pt x="145854" y="21537"/>
                        </a:cubicBezTo>
                        <a:cubicBezTo>
                          <a:pt x="145950" y="21347"/>
                          <a:pt x="146045" y="21156"/>
                          <a:pt x="146140" y="20966"/>
                        </a:cubicBezTo>
                        <a:cubicBezTo>
                          <a:pt x="146188" y="20823"/>
                          <a:pt x="146236" y="20727"/>
                          <a:pt x="146283" y="20632"/>
                        </a:cubicBezTo>
                        <a:cubicBezTo>
                          <a:pt x="146283" y="20632"/>
                          <a:pt x="146283" y="20537"/>
                          <a:pt x="146331" y="20489"/>
                        </a:cubicBezTo>
                        <a:cubicBezTo>
                          <a:pt x="146378" y="20299"/>
                          <a:pt x="146426" y="20108"/>
                          <a:pt x="146521" y="19917"/>
                        </a:cubicBezTo>
                        <a:cubicBezTo>
                          <a:pt x="146521" y="19774"/>
                          <a:pt x="146569" y="19679"/>
                          <a:pt x="146617" y="19536"/>
                        </a:cubicBezTo>
                        <a:cubicBezTo>
                          <a:pt x="146617" y="19489"/>
                          <a:pt x="146617" y="19441"/>
                          <a:pt x="146617" y="19441"/>
                        </a:cubicBezTo>
                        <a:cubicBezTo>
                          <a:pt x="146617" y="19250"/>
                          <a:pt x="146664" y="19060"/>
                          <a:pt x="146712" y="18869"/>
                        </a:cubicBezTo>
                        <a:cubicBezTo>
                          <a:pt x="146712" y="18726"/>
                          <a:pt x="146712" y="18583"/>
                          <a:pt x="146712" y="18440"/>
                        </a:cubicBezTo>
                        <a:lnTo>
                          <a:pt x="146712" y="18297"/>
                        </a:lnTo>
                        <a:lnTo>
                          <a:pt x="146998" y="0"/>
                        </a:lnTo>
                        <a:cubicBezTo>
                          <a:pt x="146998" y="0"/>
                          <a:pt x="146998" y="381"/>
                          <a:pt x="146998" y="572"/>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2" name="Freeform: Shape 2451">
                    <a:extLst>
                      <a:ext uri="{FF2B5EF4-FFF2-40B4-BE49-F238E27FC236}">
                        <a16:creationId xmlns:a16="http://schemas.microsoft.com/office/drawing/2014/main" id="{5ACDF47E-D51F-C4F3-A136-82466DF596FC}"/>
                      </a:ext>
                    </a:extLst>
                  </p:cNvPr>
                  <p:cNvSpPr/>
                  <p:nvPr/>
                </p:nvSpPr>
                <p:spPr>
                  <a:xfrm>
                    <a:off x="4333224" y="4288248"/>
                    <a:ext cx="148093" cy="108259"/>
                  </a:xfrm>
                  <a:custGeom>
                    <a:avLst/>
                    <a:gdLst>
                      <a:gd name="connsiteX0" fmla="*/ 5908 w 148093"/>
                      <a:gd name="connsiteY0" fmla="*/ 7910 h 108259"/>
                      <a:gd name="connsiteX1" fmla="*/ 286 w 148093"/>
                      <a:gd name="connsiteY1" fmla="*/ 0 h 108259"/>
                      <a:gd name="connsiteX2" fmla="*/ 0 w 148093"/>
                      <a:gd name="connsiteY2" fmla="*/ 18297 h 108259"/>
                      <a:gd name="connsiteX3" fmla="*/ 5623 w 148093"/>
                      <a:gd name="connsiteY3" fmla="*/ 26159 h 108259"/>
                      <a:gd name="connsiteX4" fmla="*/ 147808 w 148093"/>
                      <a:gd name="connsiteY4" fmla="*/ 108259 h 108259"/>
                      <a:gd name="connsiteX5" fmla="*/ 148094 w 148093"/>
                      <a:gd name="connsiteY5" fmla="*/ 89962 h 108259"/>
                      <a:gd name="connsiteX6" fmla="*/ 5956 w 148093"/>
                      <a:gd name="connsiteY6" fmla="*/ 7910 h 10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93" h="108259">
                        <a:moveTo>
                          <a:pt x="5908" y="7910"/>
                        </a:moveTo>
                        <a:cubicBezTo>
                          <a:pt x="2144" y="5766"/>
                          <a:pt x="286" y="2907"/>
                          <a:pt x="286" y="0"/>
                        </a:cubicBezTo>
                        <a:lnTo>
                          <a:pt x="0" y="18297"/>
                        </a:lnTo>
                        <a:cubicBezTo>
                          <a:pt x="0" y="21156"/>
                          <a:pt x="1858" y="24015"/>
                          <a:pt x="5623" y="26159"/>
                        </a:cubicBezTo>
                        <a:lnTo>
                          <a:pt x="147808" y="108259"/>
                        </a:lnTo>
                        <a:lnTo>
                          <a:pt x="148094" y="89962"/>
                        </a:lnTo>
                        <a:lnTo>
                          <a:pt x="5956" y="7910"/>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3" name="Freeform: Shape 2452">
                    <a:extLst>
                      <a:ext uri="{FF2B5EF4-FFF2-40B4-BE49-F238E27FC236}">
                        <a16:creationId xmlns:a16="http://schemas.microsoft.com/office/drawing/2014/main" id="{6A947149-C205-749E-5B4A-1E0DF8282383}"/>
                      </a:ext>
                    </a:extLst>
                  </p:cNvPr>
                  <p:cNvSpPr/>
                  <p:nvPr/>
                </p:nvSpPr>
                <p:spPr>
                  <a:xfrm>
                    <a:off x="4333576" y="4195213"/>
                    <a:ext cx="321519" cy="186248"/>
                  </a:xfrm>
                  <a:custGeom>
                    <a:avLst/>
                    <a:gdLst>
                      <a:gd name="connsiteX0" fmla="*/ 315897 w 321519"/>
                      <a:gd name="connsiteY0" fmla="*/ 85316 h 186248"/>
                      <a:gd name="connsiteX1" fmla="*/ 315992 w 321519"/>
                      <a:gd name="connsiteY1" fmla="*/ 100945 h 186248"/>
                      <a:gd name="connsiteX2" fmla="*/ 174760 w 321519"/>
                      <a:gd name="connsiteY2" fmla="*/ 182997 h 186248"/>
                      <a:gd name="connsiteX3" fmla="*/ 147743 w 321519"/>
                      <a:gd name="connsiteY3" fmla="*/ 182997 h 186248"/>
                      <a:gd name="connsiteX4" fmla="*/ 5605 w 321519"/>
                      <a:gd name="connsiteY4" fmla="*/ 100945 h 186248"/>
                      <a:gd name="connsiteX5" fmla="*/ 5510 w 321519"/>
                      <a:gd name="connsiteY5" fmla="*/ 85316 h 186248"/>
                      <a:gd name="connsiteX6" fmla="*/ 146742 w 321519"/>
                      <a:gd name="connsiteY6" fmla="*/ 3216 h 186248"/>
                      <a:gd name="connsiteX7" fmla="*/ 173759 w 321519"/>
                      <a:gd name="connsiteY7" fmla="*/ 3216 h 186248"/>
                      <a:gd name="connsiteX8" fmla="*/ 315897 w 321519"/>
                      <a:gd name="connsiteY8" fmla="*/ 85316 h 18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19" h="186248">
                        <a:moveTo>
                          <a:pt x="315897" y="85316"/>
                        </a:moveTo>
                        <a:cubicBezTo>
                          <a:pt x="323378" y="89604"/>
                          <a:pt x="323378" y="96656"/>
                          <a:pt x="315992" y="100945"/>
                        </a:cubicBezTo>
                        <a:lnTo>
                          <a:pt x="174760" y="182997"/>
                        </a:lnTo>
                        <a:cubicBezTo>
                          <a:pt x="167374" y="187333"/>
                          <a:pt x="155223" y="187333"/>
                          <a:pt x="147743" y="182997"/>
                        </a:cubicBezTo>
                        <a:lnTo>
                          <a:pt x="5605" y="100945"/>
                        </a:lnTo>
                        <a:cubicBezTo>
                          <a:pt x="-1828" y="96609"/>
                          <a:pt x="-1876" y="89604"/>
                          <a:pt x="5510" y="85316"/>
                        </a:cubicBezTo>
                        <a:lnTo>
                          <a:pt x="146742" y="3216"/>
                        </a:lnTo>
                        <a:cubicBezTo>
                          <a:pt x="154175" y="-1072"/>
                          <a:pt x="166326" y="-1072"/>
                          <a:pt x="173759" y="3216"/>
                        </a:cubicBezTo>
                        <a:lnTo>
                          <a:pt x="315897" y="85316"/>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4" name="Freeform: Shape 2453">
                    <a:extLst>
                      <a:ext uri="{FF2B5EF4-FFF2-40B4-BE49-F238E27FC236}">
                        <a16:creationId xmlns:a16="http://schemas.microsoft.com/office/drawing/2014/main" id="{7B97E6E4-7CFB-1630-5DCD-10489875C812}"/>
                      </a:ext>
                    </a:extLst>
                  </p:cNvPr>
                  <p:cNvSpPr/>
                  <p:nvPr/>
                </p:nvSpPr>
                <p:spPr>
                  <a:xfrm>
                    <a:off x="4333558" y="4188935"/>
                    <a:ext cx="321537" cy="186284"/>
                  </a:xfrm>
                  <a:custGeom>
                    <a:avLst/>
                    <a:gdLst>
                      <a:gd name="connsiteX0" fmla="*/ 5623 w 321537"/>
                      <a:gd name="connsiteY0" fmla="*/ 100981 h 186284"/>
                      <a:gd name="connsiteX1" fmla="*/ 5527 w 321537"/>
                      <a:gd name="connsiteY1" fmla="*/ 85352 h 186284"/>
                      <a:gd name="connsiteX2" fmla="*/ 146760 w 321537"/>
                      <a:gd name="connsiteY2" fmla="*/ 3252 h 186284"/>
                      <a:gd name="connsiteX3" fmla="*/ 173777 w 321537"/>
                      <a:gd name="connsiteY3" fmla="*/ 3252 h 186284"/>
                      <a:gd name="connsiteX4" fmla="*/ 315915 w 321537"/>
                      <a:gd name="connsiteY4" fmla="*/ 85352 h 186284"/>
                      <a:gd name="connsiteX5" fmla="*/ 316010 w 321537"/>
                      <a:gd name="connsiteY5" fmla="*/ 100981 h 186284"/>
                      <a:gd name="connsiteX6" fmla="*/ 174777 w 321537"/>
                      <a:gd name="connsiteY6" fmla="*/ 183033 h 186284"/>
                      <a:gd name="connsiteX7" fmla="*/ 147760 w 321537"/>
                      <a:gd name="connsiteY7" fmla="*/ 183033 h 186284"/>
                      <a:gd name="connsiteX8" fmla="*/ 5575 w 321537"/>
                      <a:gd name="connsiteY8" fmla="*/ 100981 h 18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37" h="186284">
                        <a:moveTo>
                          <a:pt x="5623" y="100981"/>
                        </a:moveTo>
                        <a:cubicBezTo>
                          <a:pt x="-1858" y="96692"/>
                          <a:pt x="-1858" y="89640"/>
                          <a:pt x="5527" y="85352"/>
                        </a:cubicBezTo>
                        <a:lnTo>
                          <a:pt x="146760" y="3252"/>
                        </a:lnTo>
                        <a:cubicBezTo>
                          <a:pt x="154145" y="-1084"/>
                          <a:pt x="166296" y="-1084"/>
                          <a:pt x="173777" y="3252"/>
                        </a:cubicBezTo>
                        <a:lnTo>
                          <a:pt x="315915" y="85352"/>
                        </a:lnTo>
                        <a:cubicBezTo>
                          <a:pt x="323395" y="89640"/>
                          <a:pt x="323395" y="96692"/>
                          <a:pt x="316010" y="100981"/>
                        </a:cubicBezTo>
                        <a:lnTo>
                          <a:pt x="174777" y="183033"/>
                        </a:lnTo>
                        <a:cubicBezTo>
                          <a:pt x="167392" y="187369"/>
                          <a:pt x="155241" y="187369"/>
                          <a:pt x="147760" y="183033"/>
                        </a:cubicBezTo>
                        <a:lnTo>
                          <a:pt x="5575" y="100981"/>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5" name="Freeform: Shape 2454">
                    <a:extLst>
                      <a:ext uri="{FF2B5EF4-FFF2-40B4-BE49-F238E27FC236}">
                        <a16:creationId xmlns:a16="http://schemas.microsoft.com/office/drawing/2014/main" id="{ECEADFF7-AAD9-20CD-1205-886ECAD0F53A}"/>
                      </a:ext>
                    </a:extLst>
                  </p:cNvPr>
                  <p:cNvSpPr/>
                  <p:nvPr/>
                </p:nvSpPr>
                <p:spPr>
                  <a:xfrm>
                    <a:off x="4353331" y="4200240"/>
                    <a:ext cx="281989" cy="163627"/>
                  </a:xfrm>
                  <a:custGeom>
                    <a:avLst/>
                    <a:gdLst>
                      <a:gd name="connsiteX0" fmla="*/ 141472 w 281989"/>
                      <a:gd name="connsiteY0" fmla="*/ 163628 h 163627"/>
                      <a:gd name="connsiteX1" fmla="*/ 129464 w 281989"/>
                      <a:gd name="connsiteY1" fmla="*/ 160769 h 163627"/>
                      <a:gd name="connsiteX2" fmla="*/ 5099 w 281989"/>
                      <a:gd name="connsiteY2" fmla="*/ 88961 h 163627"/>
                      <a:gd name="connsiteX3" fmla="*/ 1 w 281989"/>
                      <a:gd name="connsiteY3" fmla="*/ 81814 h 163627"/>
                      <a:gd name="connsiteX4" fmla="*/ 5004 w 281989"/>
                      <a:gd name="connsiteY4" fmla="*/ 74666 h 163627"/>
                      <a:gd name="connsiteX5" fmla="*/ 128559 w 281989"/>
                      <a:gd name="connsiteY5" fmla="*/ 2859 h 163627"/>
                      <a:gd name="connsiteX6" fmla="*/ 140518 w 281989"/>
                      <a:gd name="connsiteY6" fmla="*/ 0 h 163627"/>
                      <a:gd name="connsiteX7" fmla="*/ 152526 w 281989"/>
                      <a:gd name="connsiteY7" fmla="*/ 2859 h 163627"/>
                      <a:gd name="connsiteX8" fmla="*/ 276891 w 281989"/>
                      <a:gd name="connsiteY8" fmla="*/ 74666 h 163627"/>
                      <a:gd name="connsiteX9" fmla="*/ 281989 w 281989"/>
                      <a:gd name="connsiteY9" fmla="*/ 81861 h 163627"/>
                      <a:gd name="connsiteX10" fmla="*/ 276986 w 281989"/>
                      <a:gd name="connsiteY10" fmla="*/ 88961 h 163627"/>
                      <a:gd name="connsiteX11" fmla="*/ 153479 w 281989"/>
                      <a:gd name="connsiteY11" fmla="*/ 160769 h 163627"/>
                      <a:gd name="connsiteX12" fmla="*/ 141472 w 281989"/>
                      <a:gd name="connsiteY12" fmla="*/ 163628 h 163627"/>
                      <a:gd name="connsiteX13" fmla="*/ 140518 w 281989"/>
                      <a:gd name="connsiteY13" fmla="*/ 715 h 163627"/>
                      <a:gd name="connsiteX14" fmla="*/ 128892 w 281989"/>
                      <a:gd name="connsiteY14" fmla="*/ 3526 h 163627"/>
                      <a:gd name="connsiteX15" fmla="*/ 5338 w 281989"/>
                      <a:gd name="connsiteY15" fmla="*/ 75333 h 163627"/>
                      <a:gd name="connsiteX16" fmla="*/ 668 w 281989"/>
                      <a:gd name="connsiteY16" fmla="*/ 81861 h 163627"/>
                      <a:gd name="connsiteX17" fmla="*/ 5385 w 281989"/>
                      <a:gd name="connsiteY17" fmla="*/ 88389 h 163627"/>
                      <a:gd name="connsiteX18" fmla="*/ 129750 w 281989"/>
                      <a:gd name="connsiteY18" fmla="*/ 160197 h 163627"/>
                      <a:gd name="connsiteX19" fmla="*/ 141424 w 281989"/>
                      <a:gd name="connsiteY19" fmla="*/ 162960 h 163627"/>
                      <a:gd name="connsiteX20" fmla="*/ 153050 w 281989"/>
                      <a:gd name="connsiteY20" fmla="*/ 160197 h 163627"/>
                      <a:gd name="connsiteX21" fmla="*/ 276557 w 281989"/>
                      <a:gd name="connsiteY21" fmla="*/ 88389 h 163627"/>
                      <a:gd name="connsiteX22" fmla="*/ 281227 w 281989"/>
                      <a:gd name="connsiteY22" fmla="*/ 81909 h 163627"/>
                      <a:gd name="connsiteX23" fmla="*/ 276509 w 281989"/>
                      <a:gd name="connsiteY23" fmla="*/ 75333 h 163627"/>
                      <a:gd name="connsiteX24" fmla="*/ 152145 w 281989"/>
                      <a:gd name="connsiteY24" fmla="*/ 3526 h 163627"/>
                      <a:gd name="connsiteX25" fmla="*/ 140518 w 281989"/>
                      <a:gd name="connsiteY25" fmla="*/ 715 h 16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1989" h="163627">
                        <a:moveTo>
                          <a:pt x="141472" y="163628"/>
                        </a:moveTo>
                        <a:cubicBezTo>
                          <a:pt x="136945" y="163628"/>
                          <a:pt x="132656" y="162627"/>
                          <a:pt x="129464" y="160769"/>
                        </a:cubicBezTo>
                        <a:lnTo>
                          <a:pt x="5099" y="88961"/>
                        </a:lnTo>
                        <a:cubicBezTo>
                          <a:pt x="1812" y="87103"/>
                          <a:pt x="49" y="84530"/>
                          <a:pt x="1" y="81814"/>
                        </a:cubicBezTo>
                        <a:cubicBezTo>
                          <a:pt x="-47" y="79098"/>
                          <a:pt x="1764" y="76525"/>
                          <a:pt x="5004" y="74666"/>
                        </a:cubicBezTo>
                        <a:lnTo>
                          <a:pt x="128559" y="2859"/>
                        </a:lnTo>
                        <a:cubicBezTo>
                          <a:pt x="131751" y="1001"/>
                          <a:pt x="135992" y="0"/>
                          <a:pt x="140518" y="0"/>
                        </a:cubicBezTo>
                        <a:cubicBezTo>
                          <a:pt x="145045" y="0"/>
                          <a:pt x="149334" y="1001"/>
                          <a:pt x="152526" y="2859"/>
                        </a:cubicBezTo>
                        <a:lnTo>
                          <a:pt x="276891" y="74666"/>
                        </a:lnTo>
                        <a:cubicBezTo>
                          <a:pt x="280178" y="76572"/>
                          <a:pt x="281989" y="79098"/>
                          <a:pt x="281989" y="81861"/>
                        </a:cubicBezTo>
                        <a:cubicBezTo>
                          <a:pt x="281989" y="84625"/>
                          <a:pt x="280226" y="87103"/>
                          <a:pt x="276986" y="88961"/>
                        </a:cubicBezTo>
                        <a:lnTo>
                          <a:pt x="153479" y="160769"/>
                        </a:lnTo>
                        <a:cubicBezTo>
                          <a:pt x="150287" y="162627"/>
                          <a:pt x="145998" y="163628"/>
                          <a:pt x="141472" y="163628"/>
                        </a:cubicBezTo>
                        <a:close/>
                        <a:moveTo>
                          <a:pt x="140518" y="715"/>
                        </a:moveTo>
                        <a:cubicBezTo>
                          <a:pt x="136087" y="715"/>
                          <a:pt x="131989" y="1715"/>
                          <a:pt x="128892" y="3526"/>
                        </a:cubicBezTo>
                        <a:lnTo>
                          <a:pt x="5338" y="75333"/>
                        </a:lnTo>
                        <a:cubicBezTo>
                          <a:pt x="2336" y="77096"/>
                          <a:pt x="668" y="79384"/>
                          <a:pt x="668" y="81861"/>
                        </a:cubicBezTo>
                        <a:cubicBezTo>
                          <a:pt x="668" y="84339"/>
                          <a:pt x="2336" y="86674"/>
                          <a:pt x="5385" y="88389"/>
                        </a:cubicBezTo>
                        <a:lnTo>
                          <a:pt x="129750" y="160197"/>
                        </a:lnTo>
                        <a:cubicBezTo>
                          <a:pt x="132847" y="162007"/>
                          <a:pt x="136992" y="162960"/>
                          <a:pt x="141424" y="162960"/>
                        </a:cubicBezTo>
                        <a:cubicBezTo>
                          <a:pt x="145855" y="162960"/>
                          <a:pt x="149953" y="161960"/>
                          <a:pt x="153050" y="160197"/>
                        </a:cubicBezTo>
                        <a:lnTo>
                          <a:pt x="276557" y="88389"/>
                        </a:lnTo>
                        <a:cubicBezTo>
                          <a:pt x="279559" y="86674"/>
                          <a:pt x="281227" y="84339"/>
                          <a:pt x="281227" y="81909"/>
                        </a:cubicBezTo>
                        <a:cubicBezTo>
                          <a:pt x="281227" y="79431"/>
                          <a:pt x="279559" y="77096"/>
                          <a:pt x="276509" y="75333"/>
                        </a:cubicBezTo>
                        <a:lnTo>
                          <a:pt x="152145" y="3526"/>
                        </a:lnTo>
                        <a:cubicBezTo>
                          <a:pt x="149048" y="1715"/>
                          <a:pt x="144902" y="715"/>
                          <a:pt x="140518" y="715"/>
                        </a:cubicBezTo>
                        <a:close/>
                      </a:path>
                    </a:pathLst>
                  </a:custGeom>
                  <a:gradFill>
                    <a:gsLst>
                      <a:gs pos="0">
                        <a:srgbClr val="7B7F8A"/>
                      </a:gs>
                      <a:gs pos="64000">
                        <a:srgbClr val="C7B59D"/>
                      </a:gs>
                      <a:gs pos="100000">
                        <a:srgbClr val="EED1A7"/>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6" name="Freeform: Shape 2455">
                    <a:extLst>
                      <a:ext uri="{FF2B5EF4-FFF2-40B4-BE49-F238E27FC236}">
                        <a16:creationId xmlns:a16="http://schemas.microsoft.com/office/drawing/2014/main" id="{F3E7FEB9-BBE3-DDC5-B7FD-39AE75DED04F}"/>
                      </a:ext>
                    </a:extLst>
                  </p:cNvPr>
                  <p:cNvSpPr/>
                  <p:nvPr/>
                </p:nvSpPr>
                <p:spPr>
                  <a:xfrm>
                    <a:off x="4479079" y="4376875"/>
                    <a:ext cx="30685" cy="22538"/>
                  </a:xfrm>
                  <a:custGeom>
                    <a:avLst/>
                    <a:gdLst>
                      <a:gd name="connsiteX0" fmla="*/ 27208 w 30685"/>
                      <a:gd name="connsiteY0" fmla="*/ 20537 h 22538"/>
                      <a:gd name="connsiteX1" fmla="*/ 30686 w 30685"/>
                      <a:gd name="connsiteY1" fmla="*/ 18631 h 22538"/>
                      <a:gd name="connsiteX2" fmla="*/ 30686 w 30685"/>
                      <a:gd name="connsiteY2" fmla="*/ 524 h 22538"/>
                      <a:gd name="connsiteX3" fmla="*/ 27494 w 30685"/>
                      <a:gd name="connsiteY3" fmla="*/ 2240 h 22538"/>
                      <a:gd name="connsiteX4" fmla="*/ 26922 w 30685"/>
                      <a:gd name="connsiteY4" fmla="*/ 2478 h 22538"/>
                      <a:gd name="connsiteX5" fmla="*/ 25445 w 30685"/>
                      <a:gd name="connsiteY5" fmla="*/ 3002 h 22538"/>
                      <a:gd name="connsiteX6" fmla="*/ 24873 w 30685"/>
                      <a:gd name="connsiteY6" fmla="*/ 3193 h 22538"/>
                      <a:gd name="connsiteX7" fmla="*/ 23920 w 30685"/>
                      <a:gd name="connsiteY7" fmla="*/ 3478 h 22538"/>
                      <a:gd name="connsiteX8" fmla="*/ 23157 w 30685"/>
                      <a:gd name="connsiteY8" fmla="*/ 3669 h 22538"/>
                      <a:gd name="connsiteX9" fmla="*/ 22109 w 30685"/>
                      <a:gd name="connsiteY9" fmla="*/ 3907 h 22538"/>
                      <a:gd name="connsiteX10" fmla="*/ 21394 w 30685"/>
                      <a:gd name="connsiteY10" fmla="*/ 4050 h 22538"/>
                      <a:gd name="connsiteX11" fmla="*/ 19203 w 30685"/>
                      <a:gd name="connsiteY11" fmla="*/ 4336 h 22538"/>
                      <a:gd name="connsiteX12" fmla="*/ 18488 w 30685"/>
                      <a:gd name="connsiteY12" fmla="*/ 4384 h 22538"/>
                      <a:gd name="connsiteX13" fmla="*/ 17201 w 30685"/>
                      <a:gd name="connsiteY13" fmla="*/ 4479 h 22538"/>
                      <a:gd name="connsiteX14" fmla="*/ 16344 w 30685"/>
                      <a:gd name="connsiteY14" fmla="*/ 4479 h 22538"/>
                      <a:gd name="connsiteX15" fmla="*/ 15295 w 30685"/>
                      <a:gd name="connsiteY15" fmla="*/ 4479 h 22538"/>
                      <a:gd name="connsiteX16" fmla="*/ 14390 w 30685"/>
                      <a:gd name="connsiteY16" fmla="*/ 4479 h 22538"/>
                      <a:gd name="connsiteX17" fmla="*/ 13437 w 30685"/>
                      <a:gd name="connsiteY17" fmla="*/ 4384 h 22538"/>
                      <a:gd name="connsiteX18" fmla="*/ 12532 w 30685"/>
                      <a:gd name="connsiteY18" fmla="*/ 4336 h 22538"/>
                      <a:gd name="connsiteX19" fmla="*/ 11579 w 30685"/>
                      <a:gd name="connsiteY19" fmla="*/ 4241 h 22538"/>
                      <a:gd name="connsiteX20" fmla="*/ 10721 w 30685"/>
                      <a:gd name="connsiteY20" fmla="*/ 4098 h 22538"/>
                      <a:gd name="connsiteX21" fmla="*/ 9720 w 30685"/>
                      <a:gd name="connsiteY21" fmla="*/ 3907 h 22538"/>
                      <a:gd name="connsiteX22" fmla="*/ 8958 w 30685"/>
                      <a:gd name="connsiteY22" fmla="*/ 3764 h 22538"/>
                      <a:gd name="connsiteX23" fmla="*/ 7767 w 30685"/>
                      <a:gd name="connsiteY23" fmla="*/ 3478 h 22538"/>
                      <a:gd name="connsiteX24" fmla="*/ 7100 w 30685"/>
                      <a:gd name="connsiteY24" fmla="*/ 3288 h 22538"/>
                      <a:gd name="connsiteX25" fmla="*/ 5051 w 30685"/>
                      <a:gd name="connsiteY25" fmla="*/ 2573 h 22538"/>
                      <a:gd name="connsiteX26" fmla="*/ 4098 w 30685"/>
                      <a:gd name="connsiteY26" fmla="*/ 2192 h 22538"/>
                      <a:gd name="connsiteX27" fmla="*/ 3574 w 30685"/>
                      <a:gd name="connsiteY27" fmla="*/ 1954 h 22538"/>
                      <a:gd name="connsiteX28" fmla="*/ 0 w 30685"/>
                      <a:gd name="connsiteY28" fmla="*/ 0 h 22538"/>
                      <a:gd name="connsiteX29" fmla="*/ 0 w 30685"/>
                      <a:gd name="connsiteY29" fmla="*/ 18440 h 22538"/>
                      <a:gd name="connsiteX30" fmla="*/ 3288 w 30685"/>
                      <a:gd name="connsiteY30" fmla="*/ 20251 h 22538"/>
                      <a:gd name="connsiteX31" fmla="*/ 3764 w 30685"/>
                      <a:gd name="connsiteY31" fmla="*/ 20442 h 22538"/>
                      <a:gd name="connsiteX32" fmla="*/ 4622 w 30685"/>
                      <a:gd name="connsiteY32" fmla="*/ 20823 h 22538"/>
                      <a:gd name="connsiteX33" fmla="*/ 4717 w 30685"/>
                      <a:gd name="connsiteY33" fmla="*/ 20823 h 22538"/>
                      <a:gd name="connsiteX34" fmla="*/ 6766 w 30685"/>
                      <a:gd name="connsiteY34" fmla="*/ 21538 h 22538"/>
                      <a:gd name="connsiteX35" fmla="*/ 6957 w 30685"/>
                      <a:gd name="connsiteY35" fmla="*/ 21538 h 22538"/>
                      <a:gd name="connsiteX36" fmla="*/ 7481 w 30685"/>
                      <a:gd name="connsiteY36" fmla="*/ 21680 h 22538"/>
                      <a:gd name="connsiteX37" fmla="*/ 8625 w 30685"/>
                      <a:gd name="connsiteY37" fmla="*/ 21966 h 22538"/>
                      <a:gd name="connsiteX38" fmla="*/ 8958 w 30685"/>
                      <a:gd name="connsiteY38" fmla="*/ 22062 h 22538"/>
                      <a:gd name="connsiteX39" fmla="*/ 9434 w 30685"/>
                      <a:gd name="connsiteY39" fmla="*/ 22157 h 22538"/>
                      <a:gd name="connsiteX40" fmla="*/ 10387 w 30685"/>
                      <a:gd name="connsiteY40" fmla="*/ 22348 h 22538"/>
                      <a:gd name="connsiteX41" fmla="*/ 10816 w 30685"/>
                      <a:gd name="connsiteY41" fmla="*/ 22395 h 22538"/>
                      <a:gd name="connsiteX42" fmla="*/ 11293 w 30685"/>
                      <a:gd name="connsiteY42" fmla="*/ 22443 h 22538"/>
                      <a:gd name="connsiteX43" fmla="*/ 12198 w 30685"/>
                      <a:gd name="connsiteY43" fmla="*/ 22538 h 22538"/>
                      <a:gd name="connsiteX44" fmla="*/ 12675 w 30685"/>
                      <a:gd name="connsiteY44" fmla="*/ 22538 h 22538"/>
                      <a:gd name="connsiteX45" fmla="*/ 13151 w 30685"/>
                      <a:gd name="connsiteY45" fmla="*/ 22538 h 22538"/>
                      <a:gd name="connsiteX46" fmla="*/ 14056 w 30685"/>
                      <a:gd name="connsiteY46" fmla="*/ 22538 h 22538"/>
                      <a:gd name="connsiteX47" fmla="*/ 14581 w 30685"/>
                      <a:gd name="connsiteY47" fmla="*/ 22538 h 22538"/>
                      <a:gd name="connsiteX48" fmla="*/ 16534 w 30685"/>
                      <a:gd name="connsiteY48" fmla="*/ 22538 h 22538"/>
                      <a:gd name="connsiteX49" fmla="*/ 16868 w 30685"/>
                      <a:gd name="connsiteY49" fmla="*/ 22538 h 22538"/>
                      <a:gd name="connsiteX50" fmla="*/ 18154 w 30685"/>
                      <a:gd name="connsiteY50" fmla="*/ 22443 h 22538"/>
                      <a:gd name="connsiteX51" fmla="*/ 18678 w 30685"/>
                      <a:gd name="connsiteY51" fmla="*/ 22443 h 22538"/>
                      <a:gd name="connsiteX52" fmla="*/ 18869 w 30685"/>
                      <a:gd name="connsiteY52" fmla="*/ 22443 h 22538"/>
                      <a:gd name="connsiteX53" fmla="*/ 21013 w 30685"/>
                      <a:gd name="connsiteY53" fmla="*/ 22109 h 22538"/>
                      <a:gd name="connsiteX54" fmla="*/ 21109 w 30685"/>
                      <a:gd name="connsiteY54" fmla="*/ 22109 h 22538"/>
                      <a:gd name="connsiteX55" fmla="*/ 21728 w 30685"/>
                      <a:gd name="connsiteY55" fmla="*/ 21966 h 22538"/>
                      <a:gd name="connsiteX56" fmla="*/ 22729 w 30685"/>
                      <a:gd name="connsiteY56" fmla="*/ 21728 h 22538"/>
                      <a:gd name="connsiteX57" fmla="*/ 23491 w 30685"/>
                      <a:gd name="connsiteY57" fmla="*/ 21538 h 22538"/>
                      <a:gd name="connsiteX58" fmla="*/ 24444 w 30685"/>
                      <a:gd name="connsiteY58" fmla="*/ 21252 h 22538"/>
                      <a:gd name="connsiteX59" fmla="*/ 24682 w 30685"/>
                      <a:gd name="connsiteY59" fmla="*/ 21204 h 22538"/>
                      <a:gd name="connsiteX60" fmla="*/ 25016 w 30685"/>
                      <a:gd name="connsiteY60" fmla="*/ 21061 h 22538"/>
                      <a:gd name="connsiteX61" fmla="*/ 26493 w 30685"/>
                      <a:gd name="connsiteY61" fmla="*/ 20489 h 22538"/>
                      <a:gd name="connsiteX62" fmla="*/ 27017 w 30685"/>
                      <a:gd name="connsiteY62" fmla="*/ 20299 h 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0685" h="22538">
                        <a:moveTo>
                          <a:pt x="27208" y="20537"/>
                        </a:moveTo>
                        <a:cubicBezTo>
                          <a:pt x="27827" y="20251"/>
                          <a:pt x="30114" y="18964"/>
                          <a:pt x="30686" y="18631"/>
                        </a:cubicBezTo>
                        <a:lnTo>
                          <a:pt x="30686" y="524"/>
                        </a:lnTo>
                        <a:cubicBezTo>
                          <a:pt x="30114" y="858"/>
                          <a:pt x="28113" y="1954"/>
                          <a:pt x="27494" y="2240"/>
                        </a:cubicBezTo>
                        <a:cubicBezTo>
                          <a:pt x="27303" y="2335"/>
                          <a:pt x="27112" y="2430"/>
                          <a:pt x="26922" y="2478"/>
                        </a:cubicBezTo>
                        <a:cubicBezTo>
                          <a:pt x="26445" y="2668"/>
                          <a:pt x="25969" y="2859"/>
                          <a:pt x="25445" y="3002"/>
                        </a:cubicBezTo>
                        <a:cubicBezTo>
                          <a:pt x="25254" y="3097"/>
                          <a:pt x="25063" y="3145"/>
                          <a:pt x="24873" y="3193"/>
                        </a:cubicBezTo>
                        <a:cubicBezTo>
                          <a:pt x="24539" y="3288"/>
                          <a:pt x="24206" y="3383"/>
                          <a:pt x="23920" y="3478"/>
                        </a:cubicBezTo>
                        <a:cubicBezTo>
                          <a:pt x="23682" y="3574"/>
                          <a:pt x="23396" y="3621"/>
                          <a:pt x="23157" y="3669"/>
                        </a:cubicBezTo>
                        <a:cubicBezTo>
                          <a:pt x="22824" y="3764"/>
                          <a:pt x="22443" y="3812"/>
                          <a:pt x="22109" y="3907"/>
                        </a:cubicBezTo>
                        <a:cubicBezTo>
                          <a:pt x="21871" y="3955"/>
                          <a:pt x="21633" y="4003"/>
                          <a:pt x="21394" y="4050"/>
                        </a:cubicBezTo>
                        <a:cubicBezTo>
                          <a:pt x="20680" y="4146"/>
                          <a:pt x="19965" y="4241"/>
                          <a:pt x="19203" y="4336"/>
                        </a:cubicBezTo>
                        <a:cubicBezTo>
                          <a:pt x="18964" y="4336"/>
                          <a:pt x="18726" y="4384"/>
                          <a:pt x="18488" y="4384"/>
                        </a:cubicBezTo>
                        <a:cubicBezTo>
                          <a:pt x="18059" y="4384"/>
                          <a:pt x="17630" y="4431"/>
                          <a:pt x="17201" y="4479"/>
                        </a:cubicBezTo>
                        <a:cubicBezTo>
                          <a:pt x="16915" y="4479"/>
                          <a:pt x="16630" y="4479"/>
                          <a:pt x="16344" y="4479"/>
                        </a:cubicBezTo>
                        <a:cubicBezTo>
                          <a:pt x="16010" y="4479"/>
                          <a:pt x="15676" y="4479"/>
                          <a:pt x="15295" y="4479"/>
                        </a:cubicBezTo>
                        <a:cubicBezTo>
                          <a:pt x="15009" y="4479"/>
                          <a:pt x="14676" y="4479"/>
                          <a:pt x="14390" y="4479"/>
                        </a:cubicBezTo>
                        <a:cubicBezTo>
                          <a:pt x="14056" y="4479"/>
                          <a:pt x="13723" y="4431"/>
                          <a:pt x="13437" y="4384"/>
                        </a:cubicBezTo>
                        <a:cubicBezTo>
                          <a:pt x="13151" y="4384"/>
                          <a:pt x="12818" y="4384"/>
                          <a:pt x="12532" y="4336"/>
                        </a:cubicBezTo>
                        <a:cubicBezTo>
                          <a:pt x="12198" y="4336"/>
                          <a:pt x="11912" y="4241"/>
                          <a:pt x="11579" y="4241"/>
                        </a:cubicBezTo>
                        <a:cubicBezTo>
                          <a:pt x="11293" y="4241"/>
                          <a:pt x="11007" y="4146"/>
                          <a:pt x="10721" y="4098"/>
                        </a:cubicBezTo>
                        <a:cubicBezTo>
                          <a:pt x="10387" y="4098"/>
                          <a:pt x="10054" y="4003"/>
                          <a:pt x="9720" y="3907"/>
                        </a:cubicBezTo>
                        <a:cubicBezTo>
                          <a:pt x="9482" y="3860"/>
                          <a:pt x="9196" y="3812"/>
                          <a:pt x="8958" y="3764"/>
                        </a:cubicBezTo>
                        <a:cubicBezTo>
                          <a:pt x="8529" y="3669"/>
                          <a:pt x="8148" y="3574"/>
                          <a:pt x="7767" y="3478"/>
                        </a:cubicBezTo>
                        <a:cubicBezTo>
                          <a:pt x="7529" y="3383"/>
                          <a:pt x="7338" y="3336"/>
                          <a:pt x="7100" y="3288"/>
                        </a:cubicBezTo>
                        <a:cubicBezTo>
                          <a:pt x="6385" y="3097"/>
                          <a:pt x="5718" y="2859"/>
                          <a:pt x="5051" y="2573"/>
                        </a:cubicBezTo>
                        <a:cubicBezTo>
                          <a:pt x="4717" y="2478"/>
                          <a:pt x="4431" y="2335"/>
                          <a:pt x="4098" y="2192"/>
                        </a:cubicBezTo>
                        <a:cubicBezTo>
                          <a:pt x="3907" y="2144"/>
                          <a:pt x="3764" y="2049"/>
                          <a:pt x="3574" y="1954"/>
                        </a:cubicBezTo>
                        <a:cubicBezTo>
                          <a:pt x="3097" y="1715"/>
                          <a:pt x="429" y="238"/>
                          <a:pt x="0" y="0"/>
                        </a:cubicBezTo>
                        <a:lnTo>
                          <a:pt x="0" y="18440"/>
                        </a:lnTo>
                        <a:cubicBezTo>
                          <a:pt x="429" y="18679"/>
                          <a:pt x="2811" y="20013"/>
                          <a:pt x="3288" y="20251"/>
                        </a:cubicBezTo>
                        <a:cubicBezTo>
                          <a:pt x="3431" y="20346"/>
                          <a:pt x="3621" y="20394"/>
                          <a:pt x="3764" y="20442"/>
                        </a:cubicBezTo>
                        <a:cubicBezTo>
                          <a:pt x="4050" y="20585"/>
                          <a:pt x="4336" y="20727"/>
                          <a:pt x="4622" y="20823"/>
                        </a:cubicBezTo>
                        <a:cubicBezTo>
                          <a:pt x="4622" y="20823"/>
                          <a:pt x="4717" y="20823"/>
                          <a:pt x="4717" y="20823"/>
                        </a:cubicBezTo>
                        <a:cubicBezTo>
                          <a:pt x="5384" y="21061"/>
                          <a:pt x="6051" y="21299"/>
                          <a:pt x="6766" y="21538"/>
                        </a:cubicBezTo>
                        <a:cubicBezTo>
                          <a:pt x="6814" y="21538"/>
                          <a:pt x="6861" y="21538"/>
                          <a:pt x="6957" y="21538"/>
                        </a:cubicBezTo>
                        <a:cubicBezTo>
                          <a:pt x="7147" y="21538"/>
                          <a:pt x="7290" y="21633"/>
                          <a:pt x="7481" y="21680"/>
                        </a:cubicBezTo>
                        <a:cubicBezTo>
                          <a:pt x="7862" y="21776"/>
                          <a:pt x="8243" y="21871"/>
                          <a:pt x="8625" y="21966"/>
                        </a:cubicBezTo>
                        <a:cubicBezTo>
                          <a:pt x="8767" y="21966"/>
                          <a:pt x="8863" y="22014"/>
                          <a:pt x="8958" y="22062"/>
                        </a:cubicBezTo>
                        <a:cubicBezTo>
                          <a:pt x="9101" y="22109"/>
                          <a:pt x="9292" y="22109"/>
                          <a:pt x="9434" y="22157"/>
                        </a:cubicBezTo>
                        <a:cubicBezTo>
                          <a:pt x="9768" y="22252"/>
                          <a:pt x="10102" y="22252"/>
                          <a:pt x="10387" y="22348"/>
                        </a:cubicBezTo>
                        <a:cubicBezTo>
                          <a:pt x="10530" y="22348"/>
                          <a:pt x="10673" y="22395"/>
                          <a:pt x="10816" y="22395"/>
                        </a:cubicBezTo>
                        <a:cubicBezTo>
                          <a:pt x="10959" y="22395"/>
                          <a:pt x="11150" y="22395"/>
                          <a:pt x="11293" y="22443"/>
                        </a:cubicBezTo>
                        <a:cubicBezTo>
                          <a:pt x="11579" y="22443"/>
                          <a:pt x="11865" y="22490"/>
                          <a:pt x="12198" y="22538"/>
                        </a:cubicBezTo>
                        <a:cubicBezTo>
                          <a:pt x="12389" y="22538"/>
                          <a:pt x="12532" y="22538"/>
                          <a:pt x="12675" y="22538"/>
                        </a:cubicBezTo>
                        <a:cubicBezTo>
                          <a:pt x="12818" y="22538"/>
                          <a:pt x="13008" y="22538"/>
                          <a:pt x="13151" y="22538"/>
                        </a:cubicBezTo>
                        <a:cubicBezTo>
                          <a:pt x="13437" y="22538"/>
                          <a:pt x="13771" y="22538"/>
                          <a:pt x="14056" y="22538"/>
                        </a:cubicBezTo>
                        <a:cubicBezTo>
                          <a:pt x="14247" y="22538"/>
                          <a:pt x="14390" y="22538"/>
                          <a:pt x="14581" y="22538"/>
                        </a:cubicBezTo>
                        <a:lnTo>
                          <a:pt x="16534" y="22538"/>
                        </a:lnTo>
                        <a:cubicBezTo>
                          <a:pt x="16534" y="22538"/>
                          <a:pt x="16725" y="22538"/>
                          <a:pt x="16868" y="22538"/>
                        </a:cubicBezTo>
                        <a:cubicBezTo>
                          <a:pt x="17297" y="22538"/>
                          <a:pt x="17726" y="22538"/>
                          <a:pt x="18154" y="22443"/>
                        </a:cubicBezTo>
                        <a:cubicBezTo>
                          <a:pt x="18345" y="22443"/>
                          <a:pt x="18535" y="22443"/>
                          <a:pt x="18678" y="22443"/>
                        </a:cubicBezTo>
                        <a:cubicBezTo>
                          <a:pt x="18726" y="22443"/>
                          <a:pt x="18774" y="22443"/>
                          <a:pt x="18869" y="22443"/>
                        </a:cubicBezTo>
                        <a:cubicBezTo>
                          <a:pt x="19584" y="22348"/>
                          <a:pt x="20298" y="22252"/>
                          <a:pt x="21013" y="22109"/>
                        </a:cubicBezTo>
                        <a:lnTo>
                          <a:pt x="21109" y="22109"/>
                        </a:lnTo>
                        <a:cubicBezTo>
                          <a:pt x="21109" y="22109"/>
                          <a:pt x="21537" y="22014"/>
                          <a:pt x="21728" y="21966"/>
                        </a:cubicBezTo>
                        <a:cubicBezTo>
                          <a:pt x="22061" y="21871"/>
                          <a:pt x="22395" y="21823"/>
                          <a:pt x="22729" y="21728"/>
                        </a:cubicBezTo>
                        <a:cubicBezTo>
                          <a:pt x="23015" y="21680"/>
                          <a:pt x="23253" y="21585"/>
                          <a:pt x="23491" y="21538"/>
                        </a:cubicBezTo>
                        <a:cubicBezTo>
                          <a:pt x="23825" y="21442"/>
                          <a:pt x="24158" y="21347"/>
                          <a:pt x="24444" y="21252"/>
                        </a:cubicBezTo>
                        <a:cubicBezTo>
                          <a:pt x="24539" y="21252"/>
                          <a:pt x="24587" y="21252"/>
                          <a:pt x="24682" y="21204"/>
                        </a:cubicBezTo>
                        <a:cubicBezTo>
                          <a:pt x="24778" y="21204"/>
                          <a:pt x="24920" y="21109"/>
                          <a:pt x="25016" y="21061"/>
                        </a:cubicBezTo>
                        <a:cubicBezTo>
                          <a:pt x="25540" y="20918"/>
                          <a:pt x="26016" y="20727"/>
                          <a:pt x="26493" y="20489"/>
                        </a:cubicBezTo>
                        <a:cubicBezTo>
                          <a:pt x="26683" y="20442"/>
                          <a:pt x="26874" y="20346"/>
                          <a:pt x="27017" y="20299"/>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7" name="Freeform: Shape 2456">
                    <a:extLst>
                      <a:ext uri="{FF2B5EF4-FFF2-40B4-BE49-F238E27FC236}">
                        <a16:creationId xmlns:a16="http://schemas.microsoft.com/office/drawing/2014/main" id="{EE0172E0-55AA-049F-87F9-8F0FA5010A25}"/>
                      </a:ext>
                    </a:extLst>
                  </p:cNvPr>
                  <p:cNvSpPr/>
                  <p:nvPr/>
                </p:nvSpPr>
                <p:spPr>
                  <a:xfrm>
                    <a:off x="4389784" y="4181654"/>
                    <a:ext cx="201050" cy="165017"/>
                  </a:xfrm>
                  <a:custGeom>
                    <a:avLst/>
                    <a:gdLst>
                      <a:gd name="connsiteX0" fmla="*/ 185784 w 201050"/>
                      <a:gd name="connsiteY0" fmla="*/ 40266 h 165017"/>
                      <a:gd name="connsiteX1" fmla="*/ 164819 w 201050"/>
                      <a:gd name="connsiteY1" fmla="*/ 1480 h 165017"/>
                      <a:gd name="connsiteX2" fmla="*/ 159434 w 201050"/>
                      <a:gd name="connsiteY2" fmla="*/ 813 h 165017"/>
                      <a:gd name="connsiteX3" fmla="*/ 156671 w 201050"/>
                      <a:gd name="connsiteY3" fmla="*/ 3195 h 165017"/>
                      <a:gd name="connsiteX4" fmla="*/ 154193 w 201050"/>
                      <a:gd name="connsiteY4" fmla="*/ 13964 h 165017"/>
                      <a:gd name="connsiteX5" fmla="*/ 175302 w 201050"/>
                      <a:gd name="connsiteY5" fmla="*/ 53275 h 165017"/>
                      <a:gd name="connsiteX6" fmla="*/ 188310 w 201050"/>
                      <a:gd name="connsiteY6" fmla="*/ 91060 h 165017"/>
                      <a:gd name="connsiteX7" fmla="*/ 180972 w 201050"/>
                      <a:gd name="connsiteY7" fmla="*/ 107118 h 165017"/>
                      <a:gd name="connsiteX8" fmla="*/ 105638 w 201050"/>
                      <a:gd name="connsiteY8" fmla="*/ 150622 h 165017"/>
                      <a:gd name="connsiteX9" fmla="*/ 103542 w 201050"/>
                      <a:gd name="connsiteY9" fmla="*/ 152242 h 165017"/>
                      <a:gd name="connsiteX10" fmla="*/ 104114 w 201050"/>
                      <a:gd name="connsiteY10" fmla="*/ 151718 h 165017"/>
                      <a:gd name="connsiteX11" fmla="*/ 4384 w 201050"/>
                      <a:gd name="connsiteY11" fmla="*/ 93919 h 165017"/>
                      <a:gd name="connsiteX12" fmla="*/ 2859 w 201050"/>
                      <a:gd name="connsiteY12" fmla="*/ 95540 h 165017"/>
                      <a:gd name="connsiteX13" fmla="*/ 1811 w 201050"/>
                      <a:gd name="connsiteY13" fmla="*/ 97112 h 165017"/>
                      <a:gd name="connsiteX14" fmla="*/ 1525 w 201050"/>
                      <a:gd name="connsiteY14" fmla="*/ 97636 h 165017"/>
                      <a:gd name="connsiteX15" fmla="*/ 1001 w 201050"/>
                      <a:gd name="connsiteY15" fmla="*/ 98637 h 165017"/>
                      <a:gd name="connsiteX16" fmla="*/ 810 w 201050"/>
                      <a:gd name="connsiteY16" fmla="*/ 99161 h 165017"/>
                      <a:gd name="connsiteX17" fmla="*/ 238 w 201050"/>
                      <a:gd name="connsiteY17" fmla="*/ 101019 h 165017"/>
                      <a:gd name="connsiteX18" fmla="*/ 95 w 201050"/>
                      <a:gd name="connsiteY18" fmla="*/ 101829 h 165017"/>
                      <a:gd name="connsiteX19" fmla="*/ 0 w 201050"/>
                      <a:gd name="connsiteY19" fmla="*/ 103020 h 165017"/>
                      <a:gd name="connsiteX20" fmla="*/ 1763 w 201050"/>
                      <a:gd name="connsiteY20" fmla="*/ 106880 h 165017"/>
                      <a:gd name="connsiteX21" fmla="*/ 101398 w 201050"/>
                      <a:gd name="connsiteY21" fmla="*/ 164822 h 165017"/>
                      <a:gd name="connsiteX22" fmla="*/ 105686 w 201050"/>
                      <a:gd name="connsiteY22" fmla="*/ 164393 h 165017"/>
                      <a:gd name="connsiteX23" fmla="*/ 187929 w 201050"/>
                      <a:gd name="connsiteY23" fmla="*/ 116934 h 165017"/>
                      <a:gd name="connsiteX24" fmla="*/ 198650 w 201050"/>
                      <a:gd name="connsiteY24" fmla="*/ 104021 h 165017"/>
                      <a:gd name="connsiteX25" fmla="*/ 185832 w 201050"/>
                      <a:gd name="connsiteY25" fmla="*/ 40219 h 16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050" h="165017">
                        <a:moveTo>
                          <a:pt x="185784" y="40266"/>
                        </a:moveTo>
                        <a:cubicBezTo>
                          <a:pt x="176016" y="19491"/>
                          <a:pt x="164914" y="1575"/>
                          <a:pt x="164819" y="1480"/>
                        </a:cubicBezTo>
                        <a:cubicBezTo>
                          <a:pt x="163723" y="-283"/>
                          <a:pt x="161626" y="-426"/>
                          <a:pt x="159434" y="813"/>
                        </a:cubicBezTo>
                        <a:cubicBezTo>
                          <a:pt x="158481" y="1337"/>
                          <a:pt x="157576" y="2147"/>
                          <a:pt x="156671" y="3195"/>
                        </a:cubicBezTo>
                        <a:cubicBezTo>
                          <a:pt x="153717" y="6674"/>
                          <a:pt x="152621" y="11486"/>
                          <a:pt x="154193" y="13964"/>
                        </a:cubicBezTo>
                        <a:cubicBezTo>
                          <a:pt x="154288" y="14154"/>
                          <a:pt x="165677" y="32452"/>
                          <a:pt x="175302" y="53275"/>
                        </a:cubicBezTo>
                        <a:cubicBezTo>
                          <a:pt x="185117" y="74431"/>
                          <a:pt x="187643" y="83722"/>
                          <a:pt x="188310" y="91060"/>
                        </a:cubicBezTo>
                        <a:cubicBezTo>
                          <a:pt x="188834" y="96540"/>
                          <a:pt x="187833" y="103211"/>
                          <a:pt x="180972" y="107118"/>
                        </a:cubicBezTo>
                        <a:cubicBezTo>
                          <a:pt x="174110" y="111026"/>
                          <a:pt x="109069" y="148621"/>
                          <a:pt x="105638" y="150622"/>
                        </a:cubicBezTo>
                        <a:cubicBezTo>
                          <a:pt x="104924" y="151051"/>
                          <a:pt x="104209" y="151623"/>
                          <a:pt x="103542" y="152242"/>
                        </a:cubicBezTo>
                        <a:cubicBezTo>
                          <a:pt x="103780" y="152051"/>
                          <a:pt x="104018" y="151813"/>
                          <a:pt x="104114" y="151718"/>
                        </a:cubicBezTo>
                        <a:lnTo>
                          <a:pt x="4384" y="93919"/>
                        </a:lnTo>
                        <a:cubicBezTo>
                          <a:pt x="4384" y="93919"/>
                          <a:pt x="3002" y="95349"/>
                          <a:pt x="2859" y="95540"/>
                        </a:cubicBezTo>
                        <a:cubicBezTo>
                          <a:pt x="2716" y="95730"/>
                          <a:pt x="1906" y="96969"/>
                          <a:pt x="1811" y="97112"/>
                        </a:cubicBezTo>
                        <a:cubicBezTo>
                          <a:pt x="1715" y="97255"/>
                          <a:pt x="1620" y="97445"/>
                          <a:pt x="1525" y="97636"/>
                        </a:cubicBezTo>
                        <a:cubicBezTo>
                          <a:pt x="1430" y="97779"/>
                          <a:pt x="1096" y="98494"/>
                          <a:pt x="1001" y="98637"/>
                        </a:cubicBezTo>
                        <a:cubicBezTo>
                          <a:pt x="953" y="98827"/>
                          <a:pt x="858" y="99018"/>
                          <a:pt x="810" y="99161"/>
                        </a:cubicBezTo>
                        <a:cubicBezTo>
                          <a:pt x="762" y="99351"/>
                          <a:pt x="286" y="100781"/>
                          <a:pt x="238" y="101019"/>
                        </a:cubicBezTo>
                        <a:cubicBezTo>
                          <a:pt x="191" y="101305"/>
                          <a:pt x="143" y="101543"/>
                          <a:pt x="95" y="101829"/>
                        </a:cubicBezTo>
                        <a:cubicBezTo>
                          <a:pt x="48" y="102210"/>
                          <a:pt x="0" y="102639"/>
                          <a:pt x="0" y="103020"/>
                        </a:cubicBezTo>
                        <a:cubicBezTo>
                          <a:pt x="0" y="104926"/>
                          <a:pt x="667" y="106261"/>
                          <a:pt x="1763" y="106880"/>
                        </a:cubicBezTo>
                        <a:lnTo>
                          <a:pt x="101398" y="164822"/>
                        </a:lnTo>
                        <a:cubicBezTo>
                          <a:pt x="101159" y="164679"/>
                          <a:pt x="103637" y="165584"/>
                          <a:pt x="105686" y="164393"/>
                        </a:cubicBezTo>
                        <a:lnTo>
                          <a:pt x="187929" y="116934"/>
                        </a:lnTo>
                        <a:cubicBezTo>
                          <a:pt x="192598" y="114218"/>
                          <a:pt x="196363" y="109691"/>
                          <a:pt x="198650" y="104021"/>
                        </a:cubicBezTo>
                        <a:cubicBezTo>
                          <a:pt x="202319" y="94872"/>
                          <a:pt x="204177" y="79386"/>
                          <a:pt x="185832" y="40219"/>
                        </a:cubicBez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8" name="Freeform: Shape 2457">
                    <a:extLst>
                      <a:ext uri="{FF2B5EF4-FFF2-40B4-BE49-F238E27FC236}">
                        <a16:creationId xmlns:a16="http://schemas.microsoft.com/office/drawing/2014/main" id="{F0562128-5F51-F169-979B-382D899B324C}"/>
                      </a:ext>
                    </a:extLst>
                  </p:cNvPr>
                  <p:cNvSpPr/>
                  <p:nvPr/>
                </p:nvSpPr>
                <p:spPr>
                  <a:xfrm>
                    <a:off x="4389832" y="4272142"/>
                    <a:ext cx="104113" cy="70997"/>
                  </a:xfrm>
                  <a:custGeom>
                    <a:avLst/>
                    <a:gdLst>
                      <a:gd name="connsiteX0" fmla="*/ 4336 w 104113"/>
                      <a:gd name="connsiteY0" fmla="*/ 48 h 70997"/>
                      <a:gd name="connsiteX1" fmla="*/ 3288 w 104113"/>
                      <a:gd name="connsiteY1" fmla="*/ 1096 h 70997"/>
                      <a:gd name="connsiteX2" fmla="*/ 2811 w 104113"/>
                      <a:gd name="connsiteY2" fmla="*/ 1715 h 70997"/>
                      <a:gd name="connsiteX3" fmla="*/ 2430 w 104113"/>
                      <a:gd name="connsiteY3" fmla="*/ 2240 h 70997"/>
                      <a:gd name="connsiteX4" fmla="*/ 2097 w 104113"/>
                      <a:gd name="connsiteY4" fmla="*/ 2764 h 70997"/>
                      <a:gd name="connsiteX5" fmla="*/ 1763 w 104113"/>
                      <a:gd name="connsiteY5" fmla="*/ 3288 h 70997"/>
                      <a:gd name="connsiteX6" fmla="*/ 1477 w 104113"/>
                      <a:gd name="connsiteY6" fmla="*/ 3812 h 70997"/>
                      <a:gd name="connsiteX7" fmla="*/ 1239 w 104113"/>
                      <a:gd name="connsiteY7" fmla="*/ 4288 h 70997"/>
                      <a:gd name="connsiteX8" fmla="*/ 1001 w 104113"/>
                      <a:gd name="connsiteY8" fmla="*/ 4812 h 70997"/>
                      <a:gd name="connsiteX9" fmla="*/ 810 w 104113"/>
                      <a:gd name="connsiteY9" fmla="*/ 5337 h 70997"/>
                      <a:gd name="connsiteX10" fmla="*/ 619 w 104113"/>
                      <a:gd name="connsiteY10" fmla="*/ 5908 h 70997"/>
                      <a:gd name="connsiteX11" fmla="*/ 429 w 104113"/>
                      <a:gd name="connsiteY11" fmla="*/ 6528 h 70997"/>
                      <a:gd name="connsiteX12" fmla="*/ 238 w 104113"/>
                      <a:gd name="connsiteY12" fmla="*/ 7243 h 70997"/>
                      <a:gd name="connsiteX13" fmla="*/ 95 w 104113"/>
                      <a:gd name="connsiteY13" fmla="*/ 8053 h 70997"/>
                      <a:gd name="connsiteX14" fmla="*/ 0 w 104113"/>
                      <a:gd name="connsiteY14" fmla="*/ 9244 h 70997"/>
                      <a:gd name="connsiteX15" fmla="*/ 1763 w 104113"/>
                      <a:gd name="connsiteY15" fmla="*/ 13104 h 70997"/>
                      <a:gd name="connsiteX16" fmla="*/ 101398 w 104113"/>
                      <a:gd name="connsiteY16" fmla="*/ 70997 h 70997"/>
                      <a:gd name="connsiteX17" fmla="*/ 99682 w 104113"/>
                      <a:gd name="connsiteY17" fmla="*/ 67138 h 70997"/>
                      <a:gd name="connsiteX18" fmla="*/ 99730 w 104113"/>
                      <a:gd name="connsiteY18" fmla="*/ 65947 h 70997"/>
                      <a:gd name="connsiteX19" fmla="*/ 99873 w 104113"/>
                      <a:gd name="connsiteY19" fmla="*/ 65136 h 70997"/>
                      <a:gd name="connsiteX20" fmla="*/ 100063 w 104113"/>
                      <a:gd name="connsiteY20" fmla="*/ 64469 h 70997"/>
                      <a:gd name="connsiteX21" fmla="*/ 100254 w 104113"/>
                      <a:gd name="connsiteY21" fmla="*/ 63850 h 70997"/>
                      <a:gd name="connsiteX22" fmla="*/ 100445 w 104113"/>
                      <a:gd name="connsiteY22" fmla="*/ 63278 h 70997"/>
                      <a:gd name="connsiteX23" fmla="*/ 100683 w 104113"/>
                      <a:gd name="connsiteY23" fmla="*/ 62706 h 70997"/>
                      <a:gd name="connsiteX24" fmla="*/ 100921 w 104113"/>
                      <a:gd name="connsiteY24" fmla="*/ 62230 h 70997"/>
                      <a:gd name="connsiteX25" fmla="*/ 101159 w 104113"/>
                      <a:gd name="connsiteY25" fmla="*/ 61706 h 70997"/>
                      <a:gd name="connsiteX26" fmla="*/ 101445 w 104113"/>
                      <a:gd name="connsiteY26" fmla="*/ 61182 h 70997"/>
                      <a:gd name="connsiteX27" fmla="*/ 101731 w 104113"/>
                      <a:gd name="connsiteY27" fmla="*/ 60657 h 70997"/>
                      <a:gd name="connsiteX28" fmla="*/ 102112 w 104113"/>
                      <a:gd name="connsiteY28" fmla="*/ 60133 h 70997"/>
                      <a:gd name="connsiteX29" fmla="*/ 102494 w 104113"/>
                      <a:gd name="connsiteY29" fmla="*/ 59562 h 70997"/>
                      <a:gd name="connsiteX30" fmla="*/ 102970 w 104113"/>
                      <a:gd name="connsiteY30" fmla="*/ 58942 h 70997"/>
                      <a:gd name="connsiteX31" fmla="*/ 104114 w 104113"/>
                      <a:gd name="connsiteY31" fmla="*/ 57799 h 70997"/>
                      <a:gd name="connsiteX32" fmla="*/ 4384 w 104113"/>
                      <a:gd name="connsiteY32" fmla="*/ 0 h 7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4113" h="70997">
                        <a:moveTo>
                          <a:pt x="4336" y="48"/>
                        </a:moveTo>
                        <a:cubicBezTo>
                          <a:pt x="4336" y="48"/>
                          <a:pt x="3526" y="858"/>
                          <a:pt x="3288" y="1096"/>
                        </a:cubicBezTo>
                        <a:cubicBezTo>
                          <a:pt x="3097" y="1286"/>
                          <a:pt x="2954" y="1477"/>
                          <a:pt x="2811" y="1715"/>
                        </a:cubicBezTo>
                        <a:cubicBezTo>
                          <a:pt x="2668" y="1906"/>
                          <a:pt x="2573" y="2049"/>
                          <a:pt x="2430" y="2240"/>
                        </a:cubicBezTo>
                        <a:cubicBezTo>
                          <a:pt x="2335" y="2430"/>
                          <a:pt x="2192" y="2573"/>
                          <a:pt x="2097" y="2764"/>
                        </a:cubicBezTo>
                        <a:cubicBezTo>
                          <a:pt x="2001" y="2954"/>
                          <a:pt x="1906" y="3097"/>
                          <a:pt x="1763" y="3288"/>
                        </a:cubicBezTo>
                        <a:cubicBezTo>
                          <a:pt x="1668" y="3478"/>
                          <a:pt x="1572" y="3621"/>
                          <a:pt x="1477" y="3812"/>
                        </a:cubicBezTo>
                        <a:cubicBezTo>
                          <a:pt x="1382" y="3955"/>
                          <a:pt x="1286" y="4145"/>
                          <a:pt x="1239" y="4288"/>
                        </a:cubicBezTo>
                        <a:cubicBezTo>
                          <a:pt x="1144" y="4479"/>
                          <a:pt x="1048" y="4670"/>
                          <a:pt x="1001" y="4812"/>
                        </a:cubicBezTo>
                        <a:cubicBezTo>
                          <a:pt x="953" y="5003"/>
                          <a:pt x="858" y="5194"/>
                          <a:pt x="810" y="5337"/>
                        </a:cubicBezTo>
                        <a:cubicBezTo>
                          <a:pt x="762" y="5527"/>
                          <a:pt x="667" y="5718"/>
                          <a:pt x="619" y="5908"/>
                        </a:cubicBezTo>
                        <a:cubicBezTo>
                          <a:pt x="572" y="6099"/>
                          <a:pt x="477" y="6290"/>
                          <a:pt x="429" y="6528"/>
                        </a:cubicBezTo>
                        <a:cubicBezTo>
                          <a:pt x="334" y="6766"/>
                          <a:pt x="286" y="7004"/>
                          <a:pt x="238" y="7243"/>
                        </a:cubicBezTo>
                        <a:cubicBezTo>
                          <a:pt x="191" y="7481"/>
                          <a:pt x="143" y="7767"/>
                          <a:pt x="95" y="8053"/>
                        </a:cubicBezTo>
                        <a:cubicBezTo>
                          <a:pt x="48" y="8434"/>
                          <a:pt x="0" y="8863"/>
                          <a:pt x="0" y="9244"/>
                        </a:cubicBezTo>
                        <a:cubicBezTo>
                          <a:pt x="0" y="11150"/>
                          <a:pt x="667" y="12484"/>
                          <a:pt x="1763" y="13104"/>
                        </a:cubicBezTo>
                        <a:lnTo>
                          <a:pt x="101398" y="70997"/>
                        </a:lnTo>
                        <a:cubicBezTo>
                          <a:pt x="100302" y="70378"/>
                          <a:pt x="99682" y="69044"/>
                          <a:pt x="99682" y="67138"/>
                        </a:cubicBezTo>
                        <a:cubicBezTo>
                          <a:pt x="99682" y="66757"/>
                          <a:pt x="99682" y="66375"/>
                          <a:pt x="99730" y="65947"/>
                        </a:cubicBezTo>
                        <a:cubicBezTo>
                          <a:pt x="99730" y="65661"/>
                          <a:pt x="99825" y="65422"/>
                          <a:pt x="99873" y="65136"/>
                        </a:cubicBezTo>
                        <a:cubicBezTo>
                          <a:pt x="99920" y="64898"/>
                          <a:pt x="99968" y="64660"/>
                          <a:pt x="100063" y="64469"/>
                        </a:cubicBezTo>
                        <a:cubicBezTo>
                          <a:pt x="100111" y="64279"/>
                          <a:pt x="100159" y="64088"/>
                          <a:pt x="100254" y="63850"/>
                        </a:cubicBezTo>
                        <a:cubicBezTo>
                          <a:pt x="100349" y="63659"/>
                          <a:pt x="100397" y="63469"/>
                          <a:pt x="100445" y="63278"/>
                        </a:cubicBezTo>
                        <a:cubicBezTo>
                          <a:pt x="100540" y="63088"/>
                          <a:pt x="100587" y="62897"/>
                          <a:pt x="100683" y="62706"/>
                        </a:cubicBezTo>
                        <a:cubicBezTo>
                          <a:pt x="100730" y="62563"/>
                          <a:pt x="100826" y="62373"/>
                          <a:pt x="100921" y="62230"/>
                        </a:cubicBezTo>
                        <a:cubicBezTo>
                          <a:pt x="101016" y="62039"/>
                          <a:pt x="101112" y="61896"/>
                          <a:pt x="101159" y="61706"/>
                        </a:cubicBezTo>
                        <a:cubicBezTo>
                          <a:pt x="101255" y="61515"/>
                          <a:pt x="101350" y="61372"/>
                          <a:pt x="101445" y="61182"/>
                        </a:cubicBezTo>
                        <a:cubicBezTo>
                          <a:pt x="101541" y="60991"/>
                          <a:pt x="101636" y="60848"/>
                          <a:pt x="101731" y="60657"/>
                        </a:cubicBezTo>
                        <a:cubicBezTo>
                          <a:pt x="101826" y="60467"/>
                          <a:pt x="101969" y="60324"/>
                          <a:pt x="102112" y="60133"/>
                        </a:cubicBezTo>
                        <a:cubicBezTo>
                          <a:pt x="102208" y="59943"/>
                          <a:pt x="102351" y="59752"/>
                          <a:pt x="102494" y="59562"/>
                        </a:cubicBezTo>
                        <a:cubicBezTo>
                          <a:pt x="102637" y="59371"/>
                          <a:pt x="102827" y="59180"/>
                          <a:pt x="102970" y="58942"/>
                        </a:cubicBezTo>
                        <a:cubicBezTo>
                          <a:pt x="103208" y="58704"/>
                          <a:pt x="103923" y="58037"/>
                          <a:pt x="104114" y="57799"/>
                        </a:cubicBezTo>
                        <a:lnTo>
                          <a:pt x="4384" y="0"/>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59" name="Freeform: Shape 2458">
                    <a:extLst>
                      <a:ext uri="{FF2B5EF4-FFF2-40B4-BE49-F238E27FC236}">
                        <a16:creationId xmlns:a16="http://schemas.microsoft.com/office/drawing/2014/main" id="{AEE6C89D-7D57-6B3A-16A5-A108D8602ED2}"/>
                      </a:ext>
                    </a:extLst>
                  </p:cNvPr>
                  <p:cNvSpPr/>
                  <p:nvPr/>
                </p:nvSpPr>
                <p:spPr>
                  <a:xfrm>
                    <a:off x="4473361" y="4215630"/>
                    <a:ext cx="104780" cy="68090"/>
                  </a:xfrm>
                  <a:custGeom>
                    <a:avLst/>
                    <a:gdLst>
                      <a:gd name="connsiteX0" fmla="*/ 5146 w 104780"/>
                      <a:gd name="connsiteY0" fmla="*/ 48 h 68090"/>
                      <a:gd name="connsiteX1" fmla="*/ 4813 w 104780"/>
                      <a:gd name="connsiteY1" fmla="*/ 2192 h 68090"/>
                      <a:gd name="connsiteX2" fmla="*/ 4574 w 104780"/>
                      <a:gd name="connsiteY2" fmla="*/ 3145 h 68090"/>
                      <a:gd name="connsiteX3" fmla="*/ 4336 w 104780"/>
                      <a:gd name="connsiteY3" fmla="*/ 3907 h 68090"/>
                      <a:gd name="connsiteX4" fmla="*/ 4098 w 104780"/>
                      <a:gd name="connsiteY4" fmla="*/ 4574 h 68090"/>
                      <a:gd name="connsiteX5" fmla="*/ 3860 w 104780"/>
                      <a:gd name="connsiteY5" fmla="*/ 5146 h 68090"/>
                      <a:gd name="connsiteX6" fmla="*/ 3621 w 104780"/>
                      <a:gd name="connsiteY6" fmla="*/ 5670 h 68090"/>
                      <a:gd name="connsiteX7" fmla="*/ 3383 w 104780"/>
                      <a:gd name="connsiteY7" fmla="*/ 6147 h 68090"/>
                      <a:gd name="connsiteX8" fmla="*/ 3145 w 104780"/>
                      <a:gd name="connsiteY8" fmla="*/ 6623 h 68090"/>
                      <a:gd name="connsiteX9" fmla="*/ 2859 w 104780"/>
                      <a:gd name="connsiteY9" fmla="*/ 7100 h 68090"/>
                      <a:gd name="connsiteX10" fmla="*/ 2525 w 104780"/>
                      <a:gd name="connsiteY10" fmla="*/ 7576 h 68090"/>
                      <a:gd name="connsiteX11" fmla="*/ 2144 w 104780"/>
                      <a:gd name="connsiteY11" fmla="*/ 8100 h 68090"/>
                      <a:gd name="connsiteX12" fmla="*/ 1668 w 104780"/>
                      <a:gd name="connsiteY12" fmla="*/ 8720 h 68090"/>
                      <a:gd name="connsiteX13" fmla="*/ 0 w 104780"/>
                      <a:gd name="connsiteY13" fmla="*/ 10292 h 68090"/>
                      <a:gd name="connsiteX14" fmla="*/ 99778 w 104780"/>
                      <a:gd name="connsiteY14" fmla="*/ 68091 h 68090"/>
                      <a:gd name="connsiteX15" fmla="*/ 101302 w 104780"/>
                      <a:gd name="connsiteY15" fmla="*/ 66566 h 68090"/>
                      <a:gd name="connsiteX16" fmla="*/ 101779 w 104780"/>
                      <a:gd name="connsiteY16" fmla="*/ 65994 h 68090"/>
                      <a:gd name="connsiteX17" fmla="*/ 102160 w 104780"/>
                      <a:gd name="connsiteY17" fmla="*/ 65422 h 68090"/>
                      <a:gd name="connsiteX18" fmla="*/ 102494 w 104780"/>
                      <a:gd name="connsiteY18" fmla="*/ 64946 h 68090"/>
                      <a:gd name="connsiteX19" fmla="*/ 102779 w 104780"/>
                      <a:gd name="connsiteY19" fmla="*/ 64469 h 68090"/>
                      <a:gd name="connsiteX20" fmla="*/ 103018 w 104780"/>
                      <a:gd name="connsiteY20" fmla="*/ 63993 h 68090"/>
                      <a:gd name="connsiteX21" fmla="*/ 103256 w 104780"/>
                      <a:gd name="connsiteY21" fmla="*/ 63469 h 68090"/>
                      <a:gd name="connsiteX22" fmla="*/ 103494 w 104780"/>
                      <a:gd name="connsiteY22" fmla="*/ 62945 h 68090"/>
                      <a:gd name="connsiteX23" fmla="*/ 103732 w 104780"/>
                      <a:gd name="connsiteY23" fmla="*/ 62373 h 68090"/>
                      <a:gd name="connsiteX24" fmla="*/ 103971 w 104780"/>
                      <a:gd name="connsiteY24" fmla="*/ 61754 h 68090"/>
                      <a:gd name="connsiteX25" fmla="*/ 104209 w 104780"/>
                      <a:gd name="connsiteY25" fmla="*/ 60991 h 68090"/>
                      <a:gd name="connsiteX26" fmla="*/ 104447 w 104780"/>
                      <a:gd name="connsiteY26" fmla="*/ 60038 h 68090"/>
                      <a:gd name="connsiteX27" fmla="*/ 104781 w 104780"/>
                      <a:gd name="connsiteY27" fmla="*/ 57942 h 68090"/>
                      <a:gd name="connsiteX28" fmla="*/ 5146 w 104780"/>
                      <a:gd name="connsiteY28" fmla="*/ 0 h 6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780" h="68090">
                        <a:moveTo>
                          <a:pt x="5146" y="48"/>
                        </a:moveTo>
                        <a:cubicBezTo>
                          <a:pt x="5099" y="524"/>
                          <a:pt x="4908" y="1715"/>
                          <a:pt x="4813" y="2192"/>
                        </a:cubicBezTo>
                        <a:cubicBezTo>
                          <a:pt x="4765" y="2525"/>
                          <a:pt x="4670" y="2811"/>
                          <a:pt x="4574" y="3145"/>
                        </a:cubicBezTo>
                        <a:cubicBezTo>
                          <a:pt x="4479" y="3383"/>
                          <a:pt x="4431" y="3621"/>
                          <a:pt x="4336" y="3907"/>
                        </a:cubicBezTo>
                        <a:cubicBezTo>
                          <a:pt x="4288" y="4098"/>
                          <a:pt x="4193" y="4336"/>
                          <a:pt x="4098" y="4574"/>
                        </a:cubicBezTo>
                        <a:cubicBezTo>
                          <a:pt x="4003" y="4765"/>
                          <a:pt x="3955" y="4956"/>
                          <a:pt x="3860" y="5146"/>
                        </a:cubicBezTo>
                        <a:cubicBezTo>
                          <a:pt x="3812" y="5337"/>
                          <a:pt x="3717" y="5480"/>
                          <a:pt x="3621" y="5670"/>
                        </a:cubicBezTo>
                        <a:cubicBezTo>
                          <a:pt x="3526" y="5861"/>
                          <a:pt x="3478" y="6004"/>
                          <a:pt x="3383" y="6147"/>
                        </a:cubicBezTo>
                        <a:cubicBezTo>
                          <a:pt x="3288" y="6337"/>
                          <a:pt x="3193" y="6480"/>
                          <a:pt x="3145" y="6623"/>
                        </a:cubicBezTo>
                        <a:cubicBezTo>
                          <a:pt x="3049" y="6814"/>
                          <a:pt x="2954" y="6957"/>
                          <a:pt x="2859" y="7100"/>
                        </a:cubicBezTo>
                        <a:cubicBezTo>
                          <a:pt x="2764" y="7243"/>
                          <a:pt x="2621" y="7433"/>
                          <a:pt x="2525" y="7576"/>
                        </a:cubicBezTo>
                        <a:cubicBezTo>
                          <a:pt x="2430" y="7767"/>
                          <a:pt x="2287" y="7957"/>
                          <a:pt x="2144" y="8100"/>
                        </a:cubicBezTo>
                        <a:cubicBezTo>
                          <a:pt x="2001" y="8291"/>
                          <a:pt x="1811" y="8529"/>
                          <a:pt x="1668" y="8720"/>
                        </a:cubicBezTo>
                        <a:cubicBezTo>
                          <a:pt x="1429" y="8958"/>
                          <a:pt x="238" y="10054"/>
                          <a:pt x="0" y="10292"/>
                        </a:cubicBezTo>
                        <a:lnTo>
                          <a:pt x="99778" y="68091"/>
                        </a:lnTo>
                        <a:cubicBezTo>
                          <a:pt x="100016" y="67853"/>
                          <a:pt x="101064" y="66852"/>
                          <a:pt x="101302" y="66566"/>
                        </a:cubicBezTo>
                        <a:cubicBezTo>
                          <a:pt x="101493" y="66376"/>
                          <a:pt x="101636" y="66185"/>
                          <a:pt x="101779" y="65994"/>
                        </a:cubicBezTo>
                        <a:cubicBezTo>
                          <a:pt x="101922" y="65804"/>
                          <a:pt x="102017" y="65613"/>
                          <a:pt x="102160" y="65422"/>
                        </a:cubicBezTo>
                        <a:cubicBezTo>
                          <a:pt x="102255" y="65280"/>
                          <a:pt x="102351" y="65089"/>
                          <a:pt x="102494" y="64946"/>
                        </a:cubicBezTo>
                        <a:cubicBezTo>
                          <a:pt x="102589" y="64755"/>
                          <a:pt x="102684" y="64612"/>
                          <a:pt x="102779" y="64469"/>
                        </a:cubicBezTo>
                        <a:cubicBezTo>
                          <a:pt x="102875" y="64326"/>
                          <a:pt x="102970" y="64136"/>
                          <a:pt x="103018" y="63993"/>
                        </a:cubicBezTo>
                        <a:cubicBezTo>
                          <a:pt x="103113" y="63850"/>
                          <a:pt x="103208" y="63659"/>
                          <a:pt x="103256" y="63469"/>
                        </a:cubicBezTo>
                        <a:cubicBezTo>
                          <a:pt x="103351" y="63326"/>
                          <a:pt x="103399" y="63135"/>
                          <a:pt x="103494" y="62945"/>
                        </a:cubicBezTo>
                        <a:cubicBezTo>
                          <a:pt x="103589" y="62754"/>
                          <a:pt x="103637" y="62563"/>
                          <a:pt x="103732" y="62373"/>
                        </a:cubicBezTo>
                        <a:cubicBezTo>
                          <a:pt x="103828" y="62182"/>
                          <a:pt x="103875" y="61944"/>
                          <a:pt x="103971" y="61754"/>
                        </a:cubicBezTo>
                        <a:cubicBezTo>
                          <a:pt x="104066" y="61515"/>
                          <a:pt x="104114" y="61229"/>
                          <a:pt x="104209" y="60991"/>
                        </a:cubicBezTo>
                        <a:cubicBezTo>
                          <a:pt x="104304" y="60658"/>
                          <a:pt x="104400" y="60372"/>
                          <a:pt x="104447" y="60038"/>
                        </a:cubicBezTo>
                        <a:cubicBezTo>
                          <a:pt x="104542" y="59562"/>
                          <a:pt x="104685" y="58418"/>
                          <a:pt x="104781" y="57942"/>
                        </a:cubicBezTo>
                        <a:lnTo>
                          <a:pt x="5146" y="0"/>
                        </a:lnTo>
                        <a:close/>
                      </a:path>
                    </a:pathLst>
                  </a:custGeom>
                  <a:gradFill>
                    <a:gsLst>
                      <a:gs pos="0">
                        <a:srgbClr val="F4F3FD"/>
                      </a:gs>
                      <a:gs pos="64000">
                        <a:srgbClr val="F9F8FD"/>
                      </a:gs>
                      <a:gs pos="100000">
                        <a:srgbClr val="FFFFFF"/>
                      </a:gs>
                    </a:gsLst>
                    <a:lin ang="15000386"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0" name="Freeform: Shape 2459">
                    <a:extLst>
                      <a:ext uri="{FF2B5EF4-FFF2-40B4-BE49-F238E27FC236}">
                        <a16:creationId xmlns:a16="http://schemas.microsoft.com/office/drawing/2014/main" id="{3D0041FE-EFEC-059D-1D25-BD78868A1121}"/>
                      </a:ext>
                    </a:extLst>
                  </p:cNvPr>
                  <p:cNvSpPr/>
                  <p:nvPr/>
                </p:nvSpPr>
                <p:spPr>
                  <a:xfrm>
                    <a:off x="4444295" y="4134388"/>
                    <a:ext cx="133870" cy="139945"/>
                  </a:xfrm>
                  <a:custGeom>
                    <a:avLst/>
                    <a:gdLst>
                      <a:gd name="connsiteX0" fmla="*/ 133751 w 133870"/>
                      <a:gd name="connsiteY0" fmla="*/ 139946 h 139945"/>
                      <a:gd name="connsiteX1" fmla="*/ 34117 w 133870"/>
                      <a:gd name="connsiteY1" fmla="*/ 82052 h 139945"/>
                      <a:gd name="connsiteX2" fmla="*/ 34165 w 133870"/>
                      <a:gd name="connsiteY2" fmla="*/ 77001 h 139945"/>
                      <a:gd name="connsiteX3" fmla="*/ 21109 w 133870"/>
                      <a:gd name="connsiteY3" fmla="*/ 39263 h 139945"/>
                      <a:gd name="connsiteX4" fmla="*/ 0 w 133870"/>
                      <a:gd name="connsiteY4" fmla="*/ 0 h 139945"/>
                      <a:gd name="connsiteX5" fmla="*/ 99635 w 133870"/>
                      <a:gd name="connsiteY5" fmla="*/ 57894 h 139945"/>
                      <a:gd name="connsiteX6" fmla="*/ 120743 w 133870"/>
                      <a:gd name="connsiteY6" fmla="*/ 97157 h 139945"/>
                      <a:gd name="connsiteX7" fmla="*/ 133751 w 133870"/>
                      <a:gd name="connsiteY7" fmla="*/ 134943 h 139945"/>
                      <a:gd name="connsiteX8" fmla="*/ 133704 w 133870"/>
                      <a:gd name="connsiteY8" fmla="*/ 139946 h 139945"/>
                      <a:gd name="connsiteX9" fmla="*/ 133704 w 133870"/>
                      <a:gd name="connsiteY9" fmla="*/ 139946 h 13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870" h="139945">
                        <a:moveTo>
                          <a:pt x="133751" y="139946"/>
                        </a:moveTo>
                        <a:lnTo>
                          <a:pt x="34117" y="82052"/>
                        </a:lnTo>
                        <a:cubicBezTo>
                          <a:pt x="34308" y="80337"/>
                          <a:pt x="34308" y="78621"/>
                          <a:pt x="34165" y="77001"/>
                        </a:cubicBezTo>
                        <a:cubicBezTo>
                          <a:pt x="33497" y="69711"/>
                          <a:pt x="30924" y="60419"/>
                          <a:pt x="21109" y="39263"/>
                        </a:cubicBezTo>
                        <a:cubicBezTo>
                          <a:pt x="11436" y="18440"/>
                          <a:pt x="95" y="191"/>
                          <a:pt x="0" y="0"/>
                        </a:cubicBezTo>
                        <a:lnTo>
                          <a:pt x="99635" y="57894"/>
                        </a:lnTo>
                        <a:cubicBezTo>
                          <a:pt x="99635" y="57894"/>
                          <a:pt x="111118" y="76334"/>
                          <a:pt x="120743" y="97157"/>
                        </a:cubicBezTo>
                        <a:cubicBezTo>
                          <a:pt x="130559" y="118313"/>
                          <a:pt x="133084" y="127652"/>
                          <a:pt x="133751" y="134943"/>
                        </a:cubicBezTo>
                        <a:cubicBezTo>
                          <a:pt x="133894" y="136563"/>
                          <a:pt x="133942" y="138231"/>
                          <a:pt x="133704" y="139946"/>
                        </a:cubicBezTo>
                        <a:lnTo>
                          <a:pt x="133704" y="139946"/>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61" name="Graphic 212">
                    <a:extLst>
                      <a:ext uri="{FF2B5EF4-FFF2-40B4-BE49-F238E27FC236}">
                        <a16:creationId xmlns:a16="http://schemas.microsoft.com/office/drawing/2014/main" id="{8A19D701-0F68-C490-6BCE-03133C2089C8}"/>
                      </a:ext>
                    </a:extLst>
                  </p:cNvPr>
                  <p:cNvGrpSpPr/>
                  <p:nvPr/>
                </p:nvGrpSpPr>
                <p:grpSpPr>
                  <a:xfrm>
                    <a:off x="4449584" y="4120332"/>
                    <a:ext cx="103923" cy="58703"/>
                    <a:chOff x="4449584" y="4120332"/>
                    <a:chExt cx="103923" cy="58703"/>
                  </a:xfrm>
                </p:grpSpPr>
                <p:sp>
                  <p:nvSpPr>
                    <p:cNvPr id="2491" name="Freeform: Shape 2490">
                      <a:extLst>
                        <a:ext uri="{FF2B5EF4-FFF2-40B4-BE49-F238E27FC236}">
                          <a16:creationId xmlns:a16="http://schemas.microsoft.com/office/drawing/2014/main" id="{D4DB260D-91A9-ACE4-57EE-FE55E348AAC5}"/>
                        </a:ext>
                      </a:extLst>
                    </p:cNvPr>
                    <p:cNvSpPr/>
                    <p:nvPr/>
                  </p:nvSpPr>
                  <p:spPr>
                    <a:xfrm>
                      <a:off x="4449584" y="4120713"/>
                      <a:ext cx="100492" cy="58322"/>
                    </a:xfrm>
                    <a:custGeom>
                      <a:avLst/>
                      <a:gdLst>
                        <a:gd name="connsiteX0" fmla="*/ 99635 w 100492"/>
                        <a:gd name="connsiteY0" fmla="*/ 58323 h 58322"/>
                        <a:gd name="connsiteX1" fmla="*/ 0 w 100492"/>
                        <a:gd name="connsiteY1" fmla="*/ 429 h 58322"/>
                        <a:gd name="connsiteX2" fmla="*/ 858 w 100492"/>
                        <a:gd name="connsiteY2" fmla="*/ 0 h 58322"/>
                        <a:gd name="connsiteX3" fmla="*/ 100492 w 100492"/>
                        <a:gd name="connsiteY3" fmla="*/ 57894 h 58322"/>
                        <a:gd name="connsiteX4" fmla="*/ 99635 w 100492"/>
                        <a:gd name="connsiteY4" fmla="*/ 58275 h 58322"/>
                        <a:gd name="connsiteX5" fmla="*/ 99635 w 100492"/>
                        <a:gd name="connsiteY5" fmla="*/ 58275 h 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492" h="58322">
                          <a:moveTo>
                            <a:pt x="99635" y="58323"/>
                          </a:moveTo>
                          <a:lnTo>
                            <a:pt x="0" y="429"/>
                          </a:lnTo>
                          <a:cubicBezTo>
                            <a:pt x="286" y="286"/>
                            <a:pt x="572" y="143"/>
                            <a:pt x="858" y="0"/>
                          </a:cubicBezTo>
                          <a:lnTo>
                            <a:pt x="100492" y="57894"/>
                          </a:lnTo>
                          <a:cubicBezTo>
                            <a:pt x="100206" y="57989"/>
                            <a:pt x="99920" y="58132"/>
                            <a:pt x="99635" y="58275"/>
                          </a:cubicBezTo>
                          <a:lnTo>
                            <a:pt x="99635" y="58275"/>
                          </a:lnTo>
                          <a:close/>
                        </a:path>
                      </a:pathLst>
                    </a:custGeom>
                    <a:solidFill>
                      <a:srgbClr val="C9CCC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2" name="Freeform: Shape 2491">
                      <a:extLst>
                        <a:ext uri="{FF2B5EF4-FFF2-40B4-BE49-F238E27FC236}">
                          <a16:creationId xmlns:a16="http://schemas.microsoft.com/office/drawing/2014/main" id="{CD0031E6-45C3-79E8-2650-3DC23FC21920}"/>
                        </a:ext>
                      </a:extLst>
                    </p:cNvPr>
                    <p:cNvSpPr/>
                    <p:nvPr/>
                  </p:nvSpPr>
                  <p:spPr>
                    <a:xfrm>
                      <a:off x="4450442" y="4120522"/>
                      <a:ext cx="100349" cy="58132"/>
                    </a:xfrm>
                    <a:custGeom>
                      <a:avLst/>
                      <a:gdLst>
                        <a:gd name="connsiteX0" fmla="*/ 99635 w 100349"/>
                        <a:gd name="connsiteY0" fmla="*/ 58132 h 58132"/>
                        <a:gd name="connsiteX1" fmla="*/ 0 w 100349"/>
                        <a:gd name="connsiteY1" fmla="*/ 238 h 58132"/>
                        <a:gd name="connsiteX2" fmla="*/ 715 w 100349"/>
                        <a:gd name="connsiteY2" fmla="*/ 0 h 58132"/>
                        <a:gd name="connsiteX3" fmla="*/ 100349 w 100349"/>
                        <a:gd name="connsiteY3" fmla="*/ 57894 h 58132"/>
                        <a:gd name="connsiteX4" fmla="*/ 99635 w 100349"/>
                        <a:gd name="connsiteY4" fmla="*/ 58132 h 58132"/>
                        <a:gd name="connsiteX5" fmla="*/ 99635 w 100349"/>
                        <a:gd name="connsiteY5" fmla="*/ 58132 h 5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49" h="58132">
                          <a:moveTo>
                            <a:pt x="99635" y="58132"/>
                          </a:moveTo>
                          <a:lnTo>
                            <a:pt x="0" y="238"/>
                          </a:lnTo>
                          <a:cubicBezTo>
                            <a:pt x="238" y="143"/>
                            <a:pt x="477" y="48"/>
                            <a:pt x="715" y="0"/>
                          </a:cubicBezTo>
                          <a:lnTo>
                            <a:pt x="100349" y="57894"/>
                          </a:lnTo>
                          <a:cubicBezTo>
                            <a:pt x="100349" y="57894"/>
                            <a:pt x="99873" y="58037"/>
                            <a:pt x="99635" y="58132"/>
                          </a:cubicBezTo>
                          <a:lnTo>
                            <a:pt x="99635" y="58132"/>
                          </a:lnTo>
                          <a:close/>
                        </a:path>
                      </a:pathLst>
                    </a:custGeom>
                    <a:solidFill>
                      <a:srgbClr val="C4C7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3" name="Freeform: Shape 2492">
                      <a:extLst>
                        <a:ext uri="{FF2B5EF4-FFF2-40B4-BE49-F238E27FC236}">
                          <a16:creationId xmlns:a16="http://schemas.microsoft.com/office/drawing/2014/main" id="{7D6FD8F7-BA9B-B22C-0805-433771EDC284}"/>
                        </a:ext>
                      </a:extLst>
                    </p:cNvPr>
                    <p:cNvSpPr/>
                    <p:nvPr/>
                  </p:nvSpPr>
                  <p:spPr>
                    <a:xfrm>
                      <a:off x="4451156" y="4120427"/>
                      <a:ext cx="100158" cy="58036"/>
                    </a:xfrm>
                    <a:custGeom>
                      <a:avLst/>
                      <a:gdLst>
                        <a:gd name="connsiteX0" fmla="*/ 99635 w 100158"/>
                        <a:gd name="connsiteY0" fmla="*/ 57989 h 58036"/>
                        <a:gd name="connsiteX1" fmla="*/ 0 w 100158"/>
                        <a:gd name="connsiteY1" fmla="*/ 95 h 58036"/>
                        <a:gd name="connsiteX2" fmla="*/ 524 w 100158"/>
                        <a:gd name="connsiteY2" fmla="*/ 0 h 58036"/>
                        <a:gd name="connsiteX3" fmla="*/ 100159 w 100158"/>
                        <a:gd name="connsiteY3" fmla="*/ 57894 h 58036"/>
                        <a:gd name="connsiteX4" fmla="*/ 99635 w 100158"/>
                        <a:gd name="connsiteY4" fmla="*/ 58037 h 58036"/>
                        <a:gd name="connsiteX5" fmla="*/ 99635 w 100158"/>
                        <a:gd name="connsiteY5" fmla="*/ 58037 h 5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58" h="58036">
                          <a:moveTo>
                            <a:pt x="99635" y="57989"/>
                          </a:moveTo>
                          <a:lnTo>
                            <a:pt x="0" y="95"/>
                          </a:lnTo>
                          <a:cubicBezTo>
                            <a:pt x="0" y="95"/>
                            <a:pt x="381" y="48"/>
                            <a:pt x="524" y="0"/>
                          </a:cubicBezTo>
                          <a:lnTo>
                            <a:pt x="100159" y="57894"/>
                          </a:lnTo>
                          <a:cubicBezTo>
                            <a:pt x="100159" y="57894"/>
                            <a:pt x="99825" y="57989"/>
                            <a:pt x="99635" y="58037"/>
                          </a:cubicBezTo>
                          <a:lnTo>
                            <a:pt x="99635" y="58037"/>
                          </a:lnTo>
                          <a:close/>
                        </a:path>
                      </a:pathLst>
                    </a:custGeom>
                    <a:solidFill>
                      <a:srgbClr val="BEC2C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4" name="Freeform: Shape 2493">
                      <a:extLst>
                        <a:ext uri="{FF2B5EF4-FFF2-40B4-BE49-F238E27FC236}">
                          <a16:creationId xmlns:a16="http://schemas.microsoft.com/office/drawing/2014/main" id="{5CCA26E8-C1F2-DC95-D23E-60C5D30E4970}"/>
                        </a:ext>
                      </a:extLst>
                    </p:cNvPr>
                    <p:cNvSpPr/>
                    <p:nvPr/>
                  </p:nvSpPr>
                  <p:spPr>
                    <a:xfrm>
                      <a:off x="4451680" y="4120332"/>
                      <a:ext cx="100110" cy="57941"/>
                    </a:xfrm>
                    <a:custGeom>
                      <a:avLst/>
                      <a:gdLst>
                        <a:gd name="connsiteX0" fmla="*/ 99634 w 100110"/>
                        <a:gd name="connsiteY0" fmla="*/ 57942 h 57941"/>
                        <a:gd name="connsiteX1" fmla="*/ 0 w 100110"/>
                        <a:gd name="connsiteY1" fmla="*/ 48 h 57941"/>
                        <a:gd name="connsiteX2" fmla="*/ 476 w 100110"/>
                        <a:gd name="connsiteY2" fmla="*/ 0 h 57941"/>
                        <a:gd name="connsiteX3" fmla="*/ 100111 w 100110"/>
                        <a:gd name="connsiteY3" fmla="*/ 57894 h 57941"/>
                        <a:gd name="connsiteX4" fmla="*/ 99682 w 100110"/>
                        <a:gd name="connsiteY4" fmla="*/ 57894 h 57941"/>
                        <a:gd name="connsiteX5" fmla="*/ 99682 w 100110"/>
                        <a:gd name="connsiteY5" fmla="*/ 57894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10" h="57941">
                          <a:moveTo>
                            <a:pt x="99634" y="57942"/>
                          </a:moveTo>
                          <a:lnTo>
                            <a:pt x="0" y="48"/>
                          </a:lnTo>
                          <a:cubicBezTo>
                            <a:pt x="0" y="48"/>
                            <a:pt x="333" y="0"/>
                            <a:pt x="476" y="0"/>
                          </a:cubicBezTo>
                          <a:lnTo>
                            <a:pt x="100111" y="57894"/>
                          </a:lnTo>
                          <a:cubicBezTo>
                            <a:pt x="100111" y="57894"/>
                            <a:pt x="99825" y="57894"/>
                            <a:pt x="99682" y="57894"/>
                          </a:cubicBezTo>
                          <a:lnTo>
                            <a:pt x="99682" y="57894"/>
                          </a:lnTo>
                          <a:close/>
                        </a:path>
                      </a:pathLst>
                    </a:custGeom>
                    <a:solidFill>
                      <a:srgbClr val="B9BD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5" name="Freeform: Shape 2494">
                      <a:extLst>
                        <a:ext uri="{FF2B5EF4-FFF2-40B4-BE49-F238E27FC236}">
                          <a16:creationId xmlns:a16="http://schemas.microsoft.com/office/drawing/2014/main" id="{91C4DBEE-0436-653E-8DB4-C7EAE7278BB4}"/>
                        </a:ext>
                      </a:extLst>
                    </p:cNvPr>
                    <p:cNvSpPr/>
                    <p:nvPr/>
                  </p:nvSpPr>
                  <p:spPr>
                    <a:xfrm>
                      <a:off x="4452109" y="4120379"/>
                      <a:ext cx="100015" cy="57893"/>
                    </a:xfrm>
                    <a:custGeom>
                      <a:avLst/>
                      <a:gdLst>
                        <a:gd name="connsiteX0" fmla="*/ 99635 w 100015"/>
                        <a:gd name="connsiteY0" fmla="*/ 57894 h 57893"/>
                        <a:gd name="connsiteX1" fmla="*/ 0 w 100015"/>
                        <a:gd name="connsiteY1" fmla="*/ 0 h 57893"/>
                        <a:gd name="connsiteX2" fmla="*/ 381 w 100015"/>
                        <a:gd name="connsiteY2" fmla="*/ 0 h 57893"/>
                        <a:gd name="connsiteX3" fmla="*/ 100016 w 100015"/>
                        <a:gd name="connsiteY3" fmla="*/ 57894 h 57893"/>
                        <a:gd name="connsiteX4" fmla="*/ 99635 w 100015"/>
                        <a:gd name="connsiteY4" fmla="*/ 57894 h 57893"/>
                        <a:gd name="connsiteX5" fmla="*/ 99635 w 100015"/>
                        <a:gd name="connsiteY5" fmla="*/ 57894 h 5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5" h="57893">
                          <a:moveTo>
                            <a:pt x="99635" y="57894"/>
                          </a:moveTo>
                          <a:lnTo>
                            <a:pt x="0" y="0"/>
                          </a:lnTo>
                          <a:lnTo>
                            <a:pt x="381" y="0"/>
                          </a:lnTo>
                          <a:lnTo>
                            <a:pt x="100016" y="57894"/>
                          </a:lnTo>
                          <a:cubicBezTo>
                            <a:pt x="100016" y="57894"/>
                            <a:pt x="99778" y="57894"/>
                            <a:pt x="99635" y="57894"/>
                          </a:cubicBezTo>
                          <a:lnTo>
                            <a:pt x="99635" y="57894"/>
                          </a:lnTo>
                          <a:close/>
                        </a:path>
                      </a:pathLst>
                    </a:custGeom>
                    <a:solidFill>
                      <a:srgbClr val="B4B9B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6" name="Freeform: Shape 2495">
                      <a:extLst>
                        <a:ext uri="{FF2B5EF4-FFF2-40B4-BE49-F238E27FC236}">
                          <a16:creationId xmlns:a16="http://schemas.microsoft.com/office/drawing/2014/main" id="{8AE5109C-BCC2-715F-1BE4-C3F175183810}"/>
                        </a:ext>
                      </a:extLst>
                    </p:cNvPr>
                    <p:cNvSpPr/>
                    <p:nvPr/>
                  </p:nvSpPr>
                  <p:spPr>
                    <a:xfrm>
                      <a:off x="4452538" y="4120379"/>
                      <a:ext cx="100015" cy="57941"/>
                    </a:xfrm>
                    <a:custGeom>
                      <a:avLst/>
                      <a:gdLst>
                        <a:gd name="connsiteX0" fmla="*/ 99635 w 100015"/>
                        <a:gd name="connsiteY0" fmla="*/ 57894 h 57941"/>
                        <a:gd name="connsiteX1" fmla="*/ 0 w 100015"/>
                        <a:gd name="connsiteY1" fmla="*/ 0 h 57941"/>
                        <a:gd name="connsiteX2" fmla="*/ 381 w 100015"/>
                        <a:gd name="connsiteY2" fmla="*/ 48 h 57941"/>
                        <a:gd name="connsiteX3" fmla="*/ 100016 w 100015"/>
                        <a:gd name="connsiteY3" fmla="*/ 57942 h 57941"/>
                        <a:gd name="connsiteX4" fmla="*/ 99635 w 100015"/>
                        <a:gd name="connsiteY4" fmla="*/ 57942 h 57941"/>
                        <a:gd name="connsiteX5" fmla="*/ 99635 w 100015"/>
                        <a:gd name="connsiteY5" fmla="*/ 57942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5" h="57941">
                          <a:moveTo>
                            <a:pt x="99635" y="57894"/>
                          </a:moveTo>
                          <a:lnTo>
                            <a:pt x="0" y="0"/>
                          </a:lnTo>
                          <a:cubicBezTo>
                            <a:pt x="0" y="0"/>
                            <a:pt x="238" y="0"/>
                            <a:pt x="381" y="48"/>
                          </a:cubicBezTo>
                          <a:lnTo>
                            <a:pt x="100016" y="57942"/>
                          </a:lnTo>
                          <a:cubicBezTo>
                            <a:pt x="100016" y="57942"/>
                            <a:pt x="99778" y="57942"/>
                            <a:pt x="99635" y="57942"/>
                          </a:cubicBezTo>
                          <a:lnTo>
                            <a:pt x="99635" y="57942"/>
                          </a:lnTo>
                          <a:close/>
                        </a:path>
                      </a:pathLst>
                    </a:custGeom>
                    <a:solidFill>
                      <a:srgbClr val="AEB4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7" name="Freeform: Shape 2496">
                      <a:extLst>
                        <a:ext uri="{FF2B5EF4-FFF2-40B4-BE49-F238E27FC236}">
                          <a16:creationId xmlns:a16="http://schemas.microsoft.com/office/drawing/2014/main" id="{BE7C7CB9-4AF3-C887-CE46-2EF774C58931}"/>
                        </a:ext>
                      </a:extLst>
                    </p:cNvPr>
                    <p:cNvSpPr/>
                    <p:nvPr/>
                  </p:nvSpPr>
                  <p:spPr>
                    <a:xfrm>
                      <a:off x="4452919" y="4120379"/>
                      <a:ext cx="99968" cy="57989"/>
                    </a:xfrm>
                    <a:custGeom>
                      <a:avLst/>
                      <a:gdLst>
                        <a:gd name="connsiteX0" fmla="*/ 99635 w 99968"/>
                        <a:gd name="connsiteY0" fmla="*/ 57894 h 57989"/>
                        <a:gd name="connsiteX1" fmla="*/ 0 w 99968"/>
                        <a:gd name="connsiteY1" fmla="*/ 0 h 57989"/>
                        <a:gd name="connsiteX2" fmla="*/ 334 w 99968"/>
                        <a:gd name="connsiteY2" fmla="*/ 48 h 57989"/>
                        <a:gd name="connsiteX3" fmla="*/ 99968 w 99968"/>
                        <a:gd name="connsiteY3" fmla="*/ 57989 h 57989"/>
                        <a:gd name="connsiteX4" fmla="*/ 99635 w 99968"/>
                        <a:gd name="connsiteY4" fmla="*/ 57894 h 57989"/>
                        <a:gd name="connsiteX5" fmla="*/ 99635 w 99968"/>
                        <a:gd name="connsiteY5" fmla="*/ 57894 h 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7989">
                          <a:moveTo>
                            <a:pt x="99635" y="57894"/>
                          </a:moveTo>
                          <a:lnTo>
                            <a:pt x="0" y="0"/>
                          </a:lnTo>
                          <a:cubicBezTo>
                            <a:pt x="0" y="0"/>
                            <a:pt x="238" y="0"/>
                            <a:pt x="334" y="48"/>
                          </a:cubicBezTo>
                          <a:lnTo>
                            <a:pt x="99968" y="57989"/>
                          </a:lnTo>
                          <a:cubicBezTo>
                            <a:pt x="99968" y="57989"/>
                            <a:pt x="99730" y="57894"/>
                            <a:pt x="99635" y="57894"/>
                          </a:cubicBezTo>
                          <a:lnTo>
                            <a:pt x="99635" y="57894"/>
                          </a:lnTo>
                          <a:close/>
                        </a:path>
                      </a:pathLst>
                    </a:custGeom>
                    <a:solidFill>
                      <a:srgbClr val="A8AEA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8" name="Freeform: Shape 2497">
                      <a:extLst>
                        <a:ext uri="{FF2B5EF4-FFF2-40B4-BE49-F238E27FC236}">
                          <a16:creationId xmlns:a16="http://schemas.microsoft.com/office/drawing/2014/main" id="{E5BE6935-D4B6-6D3C-4872-DF258A742BEF}"/>
                        </a:ext>
                      </a:extLst>
                    </p:cNvPr>
                    <p:cNvSpPr/>
                    <p:nvPr/>
                  </p:nvSpPr>
                  <p:spPr>
                    <a:xfrm>
                      <a:off x="4453253" y="4120427"/>
                      <a:ext cx="99968" cy="57989"/>
                    </a:xfrm>
                    <a:custGeom>
                      <a:avLst/>
                      <a:gdLst>
                        <a:gd name="connsiteX0" fmla="*/ 99635 w 99968"/>
                        <a:gd name="connsiteY0" fmla="*/ 57942 h 57989"/>
                        <a:gd name="connsiteX1" fmla="*/ 0 w 99968"/>
                        <a:gd name="connsiteY1" fmla="*/ 0 h 57989"/>
                        <a:gd name="connsiteX2" fmla="*/ 334 w 99968"/>
                        <a:gd name="connsiteY2" fmla="*/ 95 h 57989"/>
                        <a:gd name="connsiteX3" fmla="*/ 99968 w 99968"/>
                        <a:gd name="connsiteY3" fmla="*/ 57989 h 57989"/>
                        <a:gd name="connsiteX4" fmla="*/ 99635 w 99968"/>
                        <a:gd name="connsiteY4" fmla="*/ 57894 h 57989"/>
                        <a:gd name="connsiteX5" fmla="*/ 99635 w 99968"/>
                        <a:gd name="connsiteY5" fmla="*/ 57894 h 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7989">
                          <a:moveTo>
                            <a:pt x="99635" y="57942"/>
                          </a:moveTo>
                          <a:lnTo>
                            <a:pt x="0" y="0"/>
                          </a:lnTo>
                          <a:cubicBezTo>
                            <a:pt x="0" y="0"/>
                            <a:pt x="238" y="95"/>
                            <a:pt x="334" y="95"/>
                          </a:cubicBezTo>
                          <a:lnTo>
                            <a:pt x="99968" y="57989"/>
                          </a:lnTo>
                          <a:cubicBezTo>
                            <a:pt x="99968" y="57989"/>
                            <a:pt x="99778" y="57894"/>
                            <a:pt x="99635" y="57894"/>
                          </a:cubicBezTo>
                          <a:lnTo>
                            <a:pt x="99635" y="57894"/>
                          </a:lnTo>
                          <a:close/>
                        </a:path>
                      </a:pathLst>
                    </a:custGeom>
                    <a:solidFill>
                      <a:srgbClr val="A3A9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9" name="Freeform: Shape 2498">
                      <a:extLst>
                        <a:ext uri="{FF2B5EF4-FFF2-40B4-BE49-F238E27FC236}">
                          <a16:creationId xmlns:a16="http://schemas.microsoft.com/office/drawing/2014/main" id="{715EE1EC-B50A-A9E8-E706-069D2AECFCE6}"/>
                        </a:ext>
                      </a:extLst>
                    </p:cNvPr>
                    <p:cNvSpPr/>
                    <p:nvPr/>
                  </p:nvSpPr>
                  <p:spPr>
                    <a:xfrm>
                      <a:off x="4453539" y="4120570"/>
                      <a:ext cx="99968" cy="58084"/>
                    </a:xfrm>
                    <a:custGeom>
                      <a:avLst/>
                      <a:gdLst>
                        <a:gd name="connsiteX0" fmla="*/ 99635 w 99968"/>
                        <a:gd name="connsiteY0" fmla="*/ 57894 h 58084"/>
                        <a:gd name="connsiteX1" fmla="*/ 0 w 99968"/>
                        <a:gd name="connsiteY1" fmla="*/ 0 h 58084"/>
                        <a:gd name="connsiteX2" fmla="*/ 334 w 99968"/>
                        <a:gd name="connsiteY2" fmla="*/ 143 h 58084"/>
                        <a:gd name="connsiteX3" fmla="*/ 99968 w 99968"/>
                        <a:gd name="connsiteY3" fmla="*/ 58084 h 58084"/>
                        <a:gd name="connsiteX4" fmla="*/ 99635 w 99968"/>
                        <a:gd name="connsiteY4" fmla="*/ 57942 h 58084"/>
                        <a:gd name="connsiteX5" fmla="*/ 99635 w 99968"/>
                        <a:gd name="connsiteY5" fmla="*/ 57942 h 5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084">
                          <a:moveTo>
                            <a:pt x="99635" y="57894"/>
                          </a:moveTo>
                          <a:lnTo>
                            <a:pt x="0" y="0"/>
                          </a:lnTo>
                          <a:cubicBezTo>
                            <a:pt x="0" y="0"/>
                            <a:pt x="238" y="95"/>
                            <a:pt x="334" y="143"/>
                          </a:cubicBezTo>
                          <a:lnTo>
                            <a:pt x="99968" y="58084"/>
                          </a:lnTo>
                          <a:cubicBezTo>
                            <a:pt x="99968" y="58084"/>
                            <a:pt x="99778" y="57942"/>
                            <a:pt x="99635" y="57942"/>
                          </a:cubicBezTo>
                          <a:lnTo>
                            <a:pt x="99635" y="57942"/>
                          </a:lnTo>
                          <a:close/>
                        </a:path>
                      </a:pathLst>
                    </a:custGeom>
                    <a:solidFill>
                      <a:srgbClr val="9EA4A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00" name="Freeform: Shape 2499">
                      <a:extLst>
                        <a:ext uri="{FF2B5EF4-FFF2-40B4-BE49-F238E27FC236}">
                          <a16:creationId xmlns:a16="http://schemas.microsoft.com/office/drawing/2014/main" id="{99BA6F1D-DA60-4345-4E9F-5158FF98A4B0}"/>
                        </a:ext>
                      </a:extLst>
                    </p:cNvPr>
                    <p:cNvSpPr/>
                    <p:nvPr/>
                  </p:nvSpPr>
                  <p:spPr>
                    <a:xfrm>
                      <a:off x="4453872" y="4120713"/>
                      <a:ext cx="99634" cy="57941"/>
                    </a:xfrm>
                    <a:custGeom>
                      <a:avLst/>
                      <a:gdLst>
                        <a:gd name="connsiteX0" fmla="*/ 99635 w 99634"/>
                        <a:gd name="connsiteY0" fmla="*/ 57942 h 57941"/>
                        <a:gd name="connsiteX1" fmla="*/ 0 w 99634"/>
                        <a:gd name="connsiteY1" fmla="*/ 0 h 57941"/>
                        <a:gd name="connsiteX2" fmla="*/ 0 w 99634"/>
                        <a:gd name="connsiteY2" fmla="*/ 0 h 57941"/>
                        <a:gd name="connsiteX3" fmla="*/ 99635 w 99634"/>
                        <a:gd name="connsiteY3" fmla="*/ 57942 h 57941"/>
                        <a:gd name="connsiteX4" fmla="*/ 99635 w 99634"/>
                        <a:gd name="connsiteY4" fmla="*/ 57942 h 57941"/>
                        <a:gd name="connsiteX5" fmla="*/ 99635 w 99634"/>
                        <a:gd name="connsiteY5" fmla="*/ 57942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634" h="57941">
                          <a:moveTo>
                            <a:pt x="99635" y="57942"/>
                          </a:moveTo>
                          <a:lnTo>
                            <a:pt x="0" y="0"/>
                          </a:lnTo>
                          <a:lnTo>
                            <a:pt x="0" y="0"/>
                          </a:lnTo>
                          <a:lnTo>
                            <a:pt x="99635" y="57942"/>
                          </a:lnTo>
                          <a:lnTo>
                            <a:pt x="99635" y="57942"/>
                          </a:lnTo>
                          <a:lnTo>
                            <a:pt x="99635" y="57942"/>
                          </a:lnTo>
                          <a:close/>
                        </a:path>
                      </a:pathLst>
                    </a:custGeom>
                    <a:solidFill>
                      <a:srgbClr val="999F9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462" name="Freeform: Shape 2461">
                    <a:extLst>
                      <a:ext uri="{FF2B5EF4-FFF2-40B4-BE49-F238E27FC236}">
                        <a16:creationId xmlns:a16="http://schemas.microsoft.com/office/drawing/2014/main" id="{6E160B43-0BAE-EEAD-B7DF-677BBBFAEB0B}"/>
                      </a:ext>
                    </a:extLst>
                  </p:cNvPr>
                  <p:cNvSpPr/>
                  <p:nvPr/>
                </p:nvSpPr>
                <p:spPr>
                  <a:xfrm>
                    <a:off x="4489371" y="4178223"/>
                    <a:ext cx="101415" cy="165308"/>
                  </a:xfrm>
                  <a:custGeom>
                    <a:avLst/>
                    <a:gdLst>
                      <a:gd name="connsiteX0" fmla="*/ 59848 w 101415"/>
                      <a:gd name="connsiteY0" fmla="*/ 813 h 165308"/>
                      <a:gd name="connsiteX1" fmla="*/ 65232 w 101415"/>
                      <a:gd name="connsiteY1" fmla="*/ 1480 h 165308"/>
                      <a:gd name="connsiteX2" fmla="*/ 86198 w 101415"/>
                      <a:gd name="connsiteY2" fmla="*/ 40314 h 165308"/>
                      <a:gd name="connsiteX3" fmla="*/ 99015 w 101415"/>
                      <a:gd name="connsiteY3" fmla="*/ 104116 h 165308"/>
                      <a:gd name="connsiteX4" fmla="*/ 88294 w 101415"/>
                      <a:gd name="connsiteY4" fmla="*/ 116982 h 165308"/>
                      <a:gd name="connsiteX5" fmla="*/ 6052 w 101415"/>
                      <a:gd name="connsiteY5" fmla="*/ 164488 h 165308"/>
                      <a:gd name="connsiteX6" fmla="*/ 0 w 101415"/>
                      <a:gd name="connsiteY6" fmla="*/ 161057 h 165308"/>
                      <a:gd name="connsiteX7" fmla="*/ 6004 w 101415"/>
                      <a:gd name="connsiteY7" fmla="*/ 150717 h 165308"/>
                      <a:gd name="connsiteX8" fmla="*/ 81337 w 101415"/>
                      <a:gd name="connsiteY8" fmla="*/ 107213 h 165308"/>
                      <a:gd name="connsiteX9" fmla="*/ 88675 w 101415"/>
                      <a:gd name="connsiteY9" fmla="*/ 91156 h 165308"/>
                      <a:gd name="connsiteX10" fmla="*/ 75667 w 101415"/>
                      <a:gd name="connsiteY10" fmla="*/ 53370 h 165308"/>
                      <a:gd name="connsiteX11" fmla="*/ 54558 w 101415"/>
                      <a:gd name="connsiteY11" fmla="*/ 14107 h 165308"/>
                      <a:gd name="connsiteX12" fmla="*/ 57036 w 101415"/>
                      <a:gd name="connsiteY12" fmla="*/ 3338 h 165308"/>
                      <a:gd name="connsiteX13" fmla="*/ 59800 w 101415"/>
                      <a:gd name="connsiteY13" fmla="*/ 956 h 16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415" h="165308">
                        <a:moveTo>
                          <a:pt x="59848" y="813"/>
                        </a:moveTo>
                        <a:cubicBezTo>
                          <a:pt x="61992" y="-426"/>
                          <a:pt x="64136" y="-283"/>
                          <a:pt x="65232" y="1480"/>
                        </a:cubicBezTo>
                        <a:cubicBezTo>
                          <a:pt x="65327" y="1623"/>
                          <a:pt x="76477" y="19539"/>
                          <a:pt x="86198" y="40314"/>
                        </a:cubicBezTo>
                        <a:cubicBezTo>
                          <a:pt x="104542" y="79434"/>
                          <a:pt x="102684" y="94968"/>
                          <a:pt x="99015" y="104116"/>
                        </a:cubicBezTo>
                        <a:cubicBezTo>
                          <a:pt x="96776" y="109739"/>
                          <a:pt x="92964" y="114313"/>
                          <a:pt x="88294" y="116982"/>
                        </a:cubicBezTo>
                        <a:lnTo>
                          <a:pt x="6052" y="164488"/>
                        </a:lnTo>
                        <a:cubicBezTo>
                          <a:pt x="2716" y="166394"/>
                          <a:pt x="0" y="164869"/>
                          <a:pt x="0" y="161057"/>
                        </a:cubicBezTo>
                        <a:cubicBezTo>
                          <a:pt x="0" y="157245"/>
                          <a:pt x="2668" y="152623"/>
                          <a:pt x="6004" y="150717"/>
                        </a:cubicBezTo>
                        <a:cubicBezTo>
                          <a:pt x="9435" y="148716"/>
                          <a:pt x="74476" y="111168"/>
                          <a:pt x="81337" y="107213"/>
                        </a:cubicBezTo>
                        <a:cubicBezTo>
                          <a:pt x="88199" y="103259"/>
                          <a:pt x="89247" y="96635"/>
                          <a:pt x="88675" y="91156"/>
                        </a:cubicBezTo>
                        <a:cubicBezTo>
                          <a:pt x="88008" y="83865"/>
                          <a:pt x="85483" y="74526"/>
                          <a:pt x="75667" y="53370"/>
                        </a:cubicBezTo>
                        <a:cubicBezTo>
                          <a:pt x="65994" y="32547"/>
                          <a:pt x="54654" y="14297"/>
                          <a:pt x="54558" y="14107"/>
                        </a:cubicBezTo>
                        <a:cubicBezTo>
                          <a:pt x="52986" y="11629"/>
                          <a:pt x="54130" y="6817"/>
                          <a:pt x="57036" y="3338"/>
                        </a:cubicBezTo>
                        <a:cubicBezTo>
                          <a:pt x="57941" y="2290"/>
                          <a:pt x="58895" y="1480"/>
                          <a:pt x="59800" y="956"/>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63" name="Graphic 212">
                    <a:extLst>
                      <a:ext uri="{FF2B5EF4-FFF2-40B4-BE49-F238E27FC236}">
                        <a16:creationId xmlns:a16="http://schemas.microsoft.com/office/drawing/2014/main" id="{1375532A-B152-5769-122C-748564CAECD4}"/>
                      </a:ext>
                    </a:extLst>
                  </p:cNvPr>
                  <p:cNvGrpSpPr/>
                  <p:nvPr/>
                </p:nvGrpSpPr>
                <p:grpSpPr>
                  <a:xfrm>
                    <a:off x="4443652" y="4121142"/>
                    <a:ext cx="105566" cy="71092"/>
                    <a:chOff x="4443652" y="4121142"/>
                    <a:chExt cx="105566" cy="71092"/>
                  </a:xfrm>
                </p:grpSpPr>
                <p:sp>
                  <p:nvSpPr>
                    <p:cNvPr id="2476" name="Freeform: Shape 2475">
                      <a:extLst>
                        <a:ext uri="{FF2B5EF4-FFF2-40B4-BE49-F238E27FC236}">
                          <a16:creationId xmlns:a16="http://schemas.microsoft.com/office/drawing/2014/main" id="{F2D97129-E38E-C5F6-5F0D-0724ABDBE80A}"/>
                        </a:ext>
                      </a:extLst>
                    </p:cNvPr>
                    <p:cNvSpPr/>
                    <p:nvPr/>
                  </p:nvSpPr>
                  <p:spPr>
                    <a:xfrm>
                      <a:off x="4443652" y="4130386"/>
                      <a:ext cx="100324" cy="61848"/>
                    </a:xfrm>
                    <a:custGeom>
                      <a:avLst/>
                      <a:gdLst>
                        <a:gd name="connsiteX0" fmla="*/ 100325 w 100324"/>
                        <a:gd name="connsiteY0" fmla="*/ 61849 h 61848"/>
                        <a:gd name="connsiteX1" fmla="*/ 690 w 100324"/>
                        <a:gd name="connsiteY1" fmla="*/ 3955 h 61848"/>
                        <a:gd name="connsiteX2" fmla="*/ 71 w 100324"/>
                        <a:gd name="connsiteY2" fmla="*/ 0 h 61848"/>
                        <a:gd name="connsiteX3" fmla="*/ 99705 w 100324"/>
                        <a:gd name="connsiteY3" fmla="*/ 57894 h 61848"/>
                        <a:gd name="connsiteX4" fmla="*/ 100325 w 100324"/>
                        <a:gd name="connsiteY4" fmla="*/ 61849 h 61848"/>
                        <a:gd name="connsiteX5" fmla="*/ 100325 w 100324"/>
                        <a:gd name="connsiteY5" fmla="*/ 61849 h 6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24" h="61848">
                          <a:moveTo>
                            <a:pt x="100325" y="61849"/>
                          </a:moveTo>
                          <a:lnTo>
                            <a:pt x="690" y="3955"/>
                          </a:lnTo>
                          <a:cubicBezTo>
                            <a:pt x="71" y="2907"/>
                            <a:pt x="-120" y="1525"/>
                            <a:pt x="71" y="0"/>
                          </a:cubicBezTo>
                          <a:lnTo>
                            <a:pt x="99705" y="57894"/>
                          </a:lnTo>
                          <a:cubicBezTo>
                            <a:pt x="99515" y="59419"/>
                            <a:pt x="99705" y="60848"/>
                            <a:pt x="100325" y="61849"/>
                          </a:cubicBezTo>
                          <a:lnTo>
                            <a:pt x="100325" y="61849"/>
                          </a:lnTo>
                          <a:close/>
                        </a:path>
                      </a:pathLst>
                    </a:custGeom>
                    <a:solidFill>
                      <a:srgbClr val="81868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7" name="Freeform: Shape 2476">
                      <a:extLst>
                        <a:ext uri="{FF2B5EF4-FFF2-40B4-BE49-F238E27FC236}">
                          <a16:creationId xmlns:a16="http://schemas.microsoft.com/office/drawing/2014/main" id="{944C6FD7-F45F-329C-647B-E47BCD8BA416}"/>
                        </a:ext>
                      </a:extLst>
                    </p:cNvPr>
                    <p:cNvSpPr/>
                    <p:nvPr/>
                  </p:nvSpPr>
                  <p:spPr>
                    <a:xfrm>
                      <a:off x="4443675" y="4129528"/>
                      <a:ext cx="99777" cy="58751"/>
                    </a:xfrm>
                    <a:custGeom>
                      <a:avLst/>
                      <a:gdLst>
                        <a:gd name="connsiteX0" fmla="*/ 99635 w 99777"/>
                        <a:gd name="connsiteY0" fmla="*/ 58751 h 58751"/>
                        <a:gd name="connsiteX1" fmla="*/ 0 w 99777"/>
                        <a:gd name="connsiteY1" fmla="*/ 858 h 58751"/>
                        <a:gd name="connsiteX2" fmla="*/ 143 w 99777"/>
                        <a:gd name="connsiteY2" fmla="*/ 0 h 58751"/>
                        <a:gd name="connsiteX3" fmla="*/ 99778 w 99777"/>
                        <a:gd name="connsiteY3" fmla="*/ 57894 h 58751"/>
                        <a:gd name="connsiteX4" fmla="*/ 99635 w 99777"/>
                        <a:gd name="connsiteY4" fmla="*/ 58751 h 58751"/>
                        <a:gd name="connsiteX5" fmla="*/ 99635 w 99777"/>
                        <a:gd name="connsiteY5" fmla="*/ 58751 h 5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777" h="58751">
                          <a:moveTo>
                            <a:pt x="99635" y="58751"/>
                          </a:moveTo>
                          <a:lnTo>
                            <a:pt x="0" y="858"/>
                          </a:lnTo>
                          <a:cubicBezTo>
                            <a:pt x="0" y="572"/>
                            <a:pt x="95" y="286"/>
                            <a:pt x="143" y="0"/>
                          </a:cubicBezTo>
                          <a:lnTo>
                            <a:pt x="99778" y="57894"/>
                          </a:lnTo>
                          <a:cubicBezTo>
                            <a:pt x="99730" y="58180"/>
                            <a:pt x="99682" y="58466"/>
                            <a:pt x="99635" y="58751"/>
                          </a:cubicBezTo>
                          <a:lnTo>
                            <a:pt x="99635" y="58751"/>
                          </a:lnTo>
                          <a:close/>
                        </a:path>
                      </a:pathLst>
                    </a:custGeom>
                    <a:solidFill>
                      <a:srgbClr val="868B8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8" name="Freeform: Shape 2477">
                      <a:extLst>
                        <a:ext uri="{FF2B5EF4-FFF2-40B4-BE49-F238E27FC236}">
                          <a16:creationId xmlns:a16="http://schemas.microsoft.com/office/drawing/2014/main" id="{2AB72944-DAD6-D7C0-BF60-2A4466643B4B}"/>
                        </a:ext>
                      </a:extLst>
                    </p:cNvPr>
                    <p:cNvSpPr/>
                    <p:nvPr/>
                  </p:nvSpPr>
                  <p:spPr>
                    <a:xfrm>
                      <a:off x="4443818" y="4128813"/>
                      <a:ext cx="99825" cy="58608"/>
                    </a:xfrm>
                    <a:custGeom>
                      <a:avLst/>
                      <a:gdLst>
                        <a:gd name="connsiteX0" fmla="*/ 99635 w 99825"/>
                        <a:gd name="connsiteY0" fmla="*/ 58609 h 58608"/>
                        <a:gd name="connsiteX1" fmla="*/ 0 w 99825"/>
                        <a:gd name="connsiteY1" fmla="*/ 715 h 58608"/>
                        <a:gd name="connsiteX2" fmla="*/ 191 w 99825"/>
                        <a:gd name="connsiteY2" fmla="*/ 0 h 58608"/>
                        <a:gd name="connsiteX3" fmla="*/ 99825 w 99825"/>
                        <a:gd name="connsiteY3" fmla="*/ 57894 h 58608"/>
                        <a:gd name="connsiteX4" fmla="*/ 99635 w 99825"/>
                        <a:gd name="connsiteY4" fmla="*/ 58609 h 58608"/>
                        <a:gd name="connsiteX5" fmla="*/ 99635 w 99825"/>
                        <a:gd name="connsiteY5" fmla="*/ 58609 h 5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608">
                          <a:moveTo>
                            <a:pt x="99635" y="58609"/>
                          </a:moveTo>
                          <a:lnTo>
                            <a:pt x="0" y="715"/>
                          </a:lnTo>
                          <a:cubicBezTo>
                            <a:pt x="0" y="715"/>
                            <a:pt x="95" y="238"/>
                            <a:pt x="191" y="0"/>
                          </a:cubicBezTo>
                          <a:lnTo>
                            <a:pt x="99825" y="57894"/>
                          </a:lnTo>
                          <a:cubicBezTo>
                            <a:pt x="99825" y="57894"/>
                            <a:pt x="99682" y="58370"/>
                            <a:pt x="99635" y="58609"/>
                          </a:cubicBezTo>
                          <a:lnTo>
                            <a:pt x="99635" y="58609"/>
                          </a:lnTo>
                          <a:close/>
                        </a:path>
                      </a:pathLst>
                    </a:custGeom>
                    <a:solidFill>
                      <a:srgbClr val="8A908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9" name="Freeform: Shape 2478">
                      <a:extLst>
                        <a:ext uri="{FF2B5EF4-FFF2-40B4-BE49-F238E27FC236}">
                          <a16:creationId xmlns:a16="http://schemas.microsoft.com/office/drawing/2014/main" id="{D65B8E03-3783-1B6C-A24B-115421CC4D00}"/>
                        </a:ext>
                      </a:extLst>
                    </p:cNvPr>
                    <p:cNvSpPr/>
                    <p:nvPr/>
                  </p:nvSpPr>
                  <p:spPr>
                    <a:xfrm>
                      <a:off x="4444009" y="4128242"/>
                      <a:ext cx="99825" cy="58513"/>
                    </a:xfrm>
                    <a:custGeom>
                      <a:avLst/>
                      <a:gdLst>
                        <a:gd name="connsiteX0" fmla="*/ 99635 w 99825"/>
                        <a:gd name="connsiteY0" fmla="*/ 58513 h 58513"/>
                        <a:gd name="connsiteX1" fmla="*/ 0 w 99825"/>
                        <a:gd name="connsiteY1" fmla="*/ 619 h 58513"/>
                        <a:gd name="connsiteX2" fmla="*/ 191 w 99825"/>
                        <a:gd name="connsiteY2" fmla="*/ 0 h 58513"/>
                        <a:gd name="connsiteX3" fmla="*/ 99825 w 99825"/>
                        <a:gd name="connsiteY3" fmla="*/ 57894 h 58513"/>
                        <a:gd name="connsiteX4" fmla="*/ 99635 w 99825"/>
                        <a:gd name="connsiteY4" fmla="*/ 58513 h 58513"/>
                        <a:gd name="connsiteX5" fmla="*/ 99635 w 99825"/>
                        <a:gd name="connsiteY5" fmla="*/ 58513 h 5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513">
                          <a:moveTo>
                            <a:pt x="99635" y="58513"/>
                          </a:moveTo>
                          <a:lnTo>
                            <a:pt x="0" y="619"/>
                          </a:lnTo>
                          <a:cubicBezTo>
                            <a:pt x="0" y="619"/>
                            <a:pt x="95" y="238"/>
                            <a:pt x="191" y="0"/>
                          </a:cubicBezTo>
                          <a:lnTo>
                            <a:pt x="99825" y="57894"/>
                          </a:lnTo>
                          <a:cubicBezTo>
                            <a:pt x="99825" y="57894"/>
                            <a:pt x="99730" y="58323"/>
                            <a:pt x="99635" y="58513"/>
                          </a:cubicBezTo>
                          <a:lnTo>
                            <a:pt x="99635" y="58513"/>
                          </a:lnTo>
                          <a:close/>
                        </a:path>
                      </a:pathLst>
                    </a:custGeom>
                    <a:solidFill>
                      <a:srgbClr val="8F959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0" name="Freeform: Shape 2479">
                      <a:extLst>
                        <a:ext uri="{FF2B5EF4-FFF2-40B4-BE49-F238E27FC236}">
                          <a16:creationId xmlns:a16="http://schemas.microsoft.com/office/drawing/2014/main" id="{069D3760-F62D-DF15-22FD-FFBB8F974515}"/>
                        </a:ext>
                      </a:extLst>
                    </p:cNvPr>
                    <p:cNvSpPr/>
                    <p:nvPr/>
                  </p:nvSpPr>
                  <p:spPr>
                    <a:xfrm>
                      <a:off x="4444200" y="4127622"/>
                      <a:ext cx="99825" cy="58465"/>
                    </a:xfrm>
                    <a:custGeom>
                      <a:avLst/>
                      <a:gdLst>
                        <a:gd name="connsiteX0" fmla="*/ 99635 w 99825"/>
                        <a:gd name="connsiteY0" fmla="*/ 58466 h 58465"/>
                        <a:gd name="connsiteX1" fmla="*/ 0 w 99825"/>
                        <a:gd name="connsiteY1" fmla="*/ 572 h 58465"/>
                        <a:gd name="connsiteX2" fmla="*/ 191 w 99825"/>
                        <a:gd name="connsiteY2" fmla="*/ 0 h 58465"/>
                        <a:gd name="connsiteX3" fmla="*/ 99825 w 99825"/>
                        <a:gd name="connsiteY3" fmla="*/ 57894 h 58465"/>
                        <a:gd name="connsiteX4" fmla="*/ 99635 w 99825"/>
                        <a:gd name="connsiteY4" fmla="*/ 58466 h 58465"/>
                        <a:gd name="connsiteX5" fmla="*/ 99635 w 99825"/>
                        <a:gd name="connsiteY5" fmla="*/ 58466 h 5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465">
                          <a:moveTo>
                            <a:pt x="99635" y="58466"/>
                          </a:moveTo>
                          <a:lnTo>
                            <a:pt x="0" y="572"/>
                          </a:lnTo>
                          <a:cubicBezTo>
                            <a:pt x="0" y="572"/>
                            <a:pt x="143" y="191"/>
                            <a:pt x="191" y="0"/>
                          </a:cubicBezTo>
                          <a:lnTo>
                            <a:pt x="99825" y="57894"/>
                          </a:lnTo>
                          <a:cubicBezTo>
                            <a:pt x="99825" y="57894"/>
                            <a:pt x="99682" y="58275"/>
                            <a:pt x="99635" y="58466"/>
                          </a:cubicBezTo>
                          <a:lnTo>
                            <a:pt x="99635" y="58466"/>
                          </a:lnTo>
                          <a:close/>
                        </a:path>
                      </a:pathLst>
                    </a:custGeom>
                    <a:solidFill>
                      <a:srgbClr val="949A98"/>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1" name="Freeform: Shape 2480">
                      <a:extLst>
                        <a:ext uri="{FF2B5EF4-FFF2-40B4-BE49-F238E27FC236}">
                          <a16:creationId xmlns:a16="http://schemas.microsoft.com/office/drawing/2014/main" id="{783402CE-34D7-3B88-627D-9A91A66DD588}"/>
                        </a:ext>
                      </a:extLst>
                    </p:cNvPr>
                    <p:cNvSpPr/>
                    <p:nvPr/>
                  </p:nvSpPr>
                  <p:spPr>
                    <a:xfrm>
                      <a:off x="4444390" y="4127098"/>
                      <a:ext cx="99825" cy="58418"/>
                    </a:xfrm>
                    <a:custGeom>
                      <a:avLst/>
                      <a:gdLst>
                        <a:gd name="connsiteX0" fmla="*/ 99634 w 99825"/>
                        <a:gd name="connsiteY0" fmla="*/ 58418 h 58418"/>
                        <a:gd name="connsiteX1" fmla="*/ 0 w 99825"/>
                        <a:gd name="connsiteY1" fmla="*/ 524 h 58418"/>
                        <a:gd name="connsiteX2" fmla="*/ 190 w 99825"/>
                        <a:gd name="connsiteY2" fmla="*/ 0 h 58418"/>
                        <a:gd name="connsiteX3" fmla="*/ 99825 w 99825"/>
                        <a:gd name="connsiteY3" fmla="*/ 57894 h 58418"/>
                        <a:gd name="connsiteX4" fmla="*/ 99634 w 99825"/>
                        <a:gd name="connsiteY4" fmla="*/ 58418 h 58418"/>
                        <a:gd name="connsiteX5" fmla="*/ 99634 w 99825"/>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418">
                          <a:moveTo>
                            <a:pt x="99634" y="58418"/>
                          </a:moveTo>
                          <a:lnTo>
                            <a:pt x="0" y="524"/>
                          </a:lnTo>
                          <a:cubicBezTo>
                            <a:pt x="0" y="524"/>
                            <a:pt x="143" y="191"/>
                            <a:pt x="190" y="0"/>
                          </a:cubicBezTo>
                          <a:lnTo>
                            <a:pt x="99825" y="57894"/>
                          </a:lnTo>
                          <a:cubicBezTo>
                            <a:pt x="99825" y="57894"/>
                            <a:pt x="99682" y="58275"/>
                            <a:pt x="99634" y="58418"/>
                          </a:cubicBezTo>
                          <a:lnTo>
                            <a:pt x="99634" y="58418"/>
                          </a:lnTo>
                          <a:close/>
                        </a:path>
                      </a:pathLst>
                    </a:custGeom>
                    <a:solidFill>
                      <a:srgbClr val="999F9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2" name="Freeform: Shape 2481">
                      <a:extLst>
                        <a:ext uri="{FF2B5EF4-FFF2-40B4-BE49-F238E27FC236}">
                          <a16:creationId xmlns:a16="http://schemas.microsoft.com/office/drawing/2014/main" id="{7ABC9DFF-350C-D2B7-5C48-93D3CF3C3BE8}"/>
                        </a:ext>
                      </a:extLst>
                    </p:cNvPr>
                    <p:cNvSpPr/>
                    <p:nvPr/>
                  </p:nvSpPr>
                  <p:spPr>
                    <a:xfrm>
                      <a:off x="4444628" y="4126574"/>
                      <a:ext cx="99872" cy="58418"/>
                    </a:xfrm>
                    <a:custGeom>
                      <a:avLst/>
                      <a:gdLst>
                        <a:gd name="connsiteX0" fmla="*/ 99635 w 99872"/>
                        <a:gd name="connsiteY0" fmla="*/ 58418 h 58418"/>
                        <a:gd name="connsiteX1" fmla="*/ 0 w 99872"/>
                        <a:gd name="connsiteY1" fmla="*/ 524 h 58418"/>
                        <a:gd name="connsiteX2" fmla="*/ 238 w 99872"/>
                        <a:gd name="connsiteY2" fmla="*/ 0 h 58418"/>
                        <a:gd name="connsiteX3" fmla="*/ 99873 w 99872"/>
                        <a:gd name="connsiteY3" fmla="*/ 57894 h 58418"/>
                        <a:gd name="connsiteX4" fmla="*/ 99635 w 99872"/>
                        <a:gd name="connsiteY4" fmla="*/ 58418 h 58418"/>
                        <a:gd name="connsiteX5" fmla="*/ 99635 w 99872"/>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72" h="58418">
                          <a:moveTo>
                            <a:pt x="99635" y="58418"/>
                          </a:moveTo>
                          <a:lnTo>
                            <a:pt x="0" y="524"/>
                          </a:lnTo>
                          <a:cubicBezTo>
                            <a:pt x="0" y="524"/>
                            <a:pt x="143" y="191"/>
                            <a:pt x="238" y="0"/>
                          </a:cubicBezTo>
                          <a:lnTo>
                            <a:pt x="99873" y="57894"/>
                          </a:lnTo>
                          <a:cubicBezTo>
                            <a:pt x="99873" y="57894"/>
                            <a:pt x="99730" y="58275"/>
                            <a:pt x="99635" y="58418"/>
                          </a:cubicBezTo>
                          <a:lnTo>
                            <a:pt x="99635" y="58418"/>
                          </a:lnTo>
                          <a:close/>
                        </a:path>
                      </a:pathLst>
                    </a:custGeom>
                    <a:solidFill>
                      <a:srgbClr val="9EA4A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3" name="Freeform: Shape 2482">
                      <a:extLst>
                        <a:ext uri="{FF2B5EF4-FFF2-40B4-BE49-F238E27FC236}">
                          <a16:creationId xmlns:a16="http://schemas.microsoft.com/office/drawing/2014/main" id="{3157851F-7C0F-0268-E048-06345782138C}"/>
                        </a:ext>
                      </a:extLst>
                    </p:cNvPr>
                    <p:cNvSpPr/>
                    <p:nvPr/>
                  </p:nvSpPr>
                  <p:spPr>
                    <a:xfrm>
                      <a:off x="4444867" y="4126097"/>
                      <a:ext cx="99920" cy="58370"/>
                    </a:xfrm>
                    <a:custGeom>
                      <a:avLst/>
                      <a:gdLst>
                        <a:gd name="connsiteX0" fmla="*/ 99635 w 99920"/>
                        <a:gd name="connsiteY0" fmla="*/ 58370 h 58370"/>
                        <a:gd name="connsiteX1" fmla="*/ 0 w 99920"/>
                        <a:gd name="connsiteY1" fmla="*/ 476 h 58370"/>
                        <a:gd name="connsiteX2" fmla="*/ 286 w 99920"/>
                        <a:gd name="connsiteY2" fmla="*/ 0 h 58370"/>
                        <a:gd name="connsiteX3" fmla="*/ 99920 w 99920"/>
                        <a:gd name="connsiteY3" fmla="*/ 57894 h 58370"/>
                        <a:gd name="connsiteX4" fmla="*/ 99682 w 99920"/>
                        <a:gd name="connsiteY4" fmla="*/ 58370 h 58370"/>
                        <a:gd name="connsiteX5" fmla="*/ 99682 w 99920"/>
                        <a:gd name="connsiteY5" fmla="*/ 58370 h 58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0" h="58370">
                          <a:moveTo>
                            <a:pt x="99635" y="58370"/>
                          </a:moveTo>
                          <a:lnTo>
                            <a:pt x="0" y="476"/>
                          </a:lnTo>
                          <a:cubicBezTo>
                            <a:pt x="0" y="476"/>
                            <a:pt x="191" y="143"/>
                            <a:pt x="286" y="0"/>
                          </a:cubicBezTo>
                          <a:lnTo>
                            <a:pt x="99920" y="57894"/>
                          </a:lnTo>
                          <a:cubicBezTo>
                            <a:pt x="99920" y="57894"/>
                            <a:pt x="99730" y="58227"/>
                            <a:pt x="99682" y="58370"/>
                          </a:cubicBezTo>
                          <a:lnTo>
                            <a:pt x="99682" y="58370"/>
                          </a:lnTo>
                          <a:close/>
                        </a:path>
                      </a:pathLst>
                    </a:custGeom>
                    <a:solidFill>
                      <a:srgbClr val="A3A9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4" name="Freeform: Shape 2483">
                      <a:extLst>
                        <a:ext uri="{FF2B5EF4-FFF2-40B4-BE49-F238E27FC236}">
                          <a16:creationId xmlns:a16="http://schemas.microsoft.com/office/drawing/2014/main" id="{D2F7509E-8259-C742-0F76-823BA7FD9AF7}"/>
                        </a:ext>
                      </a:extLst>
                    </p:cNvPr>
                    <p:cNvSpPr/>
                    <p:nvPr/>
                  </p:nvSpPr>
                  <p:spPr>
                    <a:xfrm>
                      <a:off x="4445105" y="4125573"/>
                      <a:ext cx="99920" cy="58418"/>
                    </a:xfrm>
                    <a:custGeom>
                      <a:avLst/>
                      <a:gdLst>
                        <a:gd name="connsiteX0" fmla="*/ 99635 w 99920"/>
                        <a:gd name="connsiteY0" fmla="*/ 58418 h 58418"/>
                        <a:gd name="connsiteX1" fmla="*/ 0 w 99920"/>
                        <a:gd name="connsiteY1" fmla="*/ 524 h 58418"/>
                        <a:gd name="connsiteX2" fmla="*/ 286 w 99920"/>
                        <a:gd name="connsiteY2" fmla="*/ 0 h 58418"/>
                        <a:gd name="connsiteX3" fmla="*/ 99920 w 99920"/>
                        <a:gd name="connsiteY3" fmla="*/ 57894 h 58418"/>
                        <a:gd name="connsiteX4" fmla="*/ 99635 w 99920"/>
                        <a:gd name="connsiteY4" fmla="*/ 58418 h 58418"/>
                        <a:gd name="connsiteX5" fmla="*/ 99635 w 99920"/>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0" h="58418">
                          <a:moveTo>
                            <a:pt x="99635" y="58418"/>
                          </a:moveTo>
                          <a:lnTo>
                            <a:pt x="0" y="524"/>
                          </a:lnTo>
                          <a:cubicBezTo>
                            <a:pt x="0" y="524"/>
                            <a:pt x="190" y="191"/>
                            <a:pt x="286" y="0"/>
                          </a:cubicBezTo>
                          <a:lnTo>
                            <a:pt x="99920" y="57894"/>
                          </a:lnTo>
                          <a:cubicBezTo>
                            <a:pt x="99920" y="57894"/>
                            <a:pt x="99730" y="58227"/>
                            <a:pt x="99635" y="58418"/>
                          </a:cubicBezTo>
                          <a:lnTo>
                            <a:pt x="99635" y="58418"/>
                          </a:lnTo>
                          <a:close/>
                        </a:path>
                      </a:pathLst>
                    </a:custGeom>
                    <a:solidFill>
                      <a:srgbClr val="A8AEA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5" name="Freeform: Shape 2484">
                      <a:extLst>
                        <a:ext uri="{FF2B5EF4-FFF2-40B4-BE49-F238E27FC236}">
                          <a16:creationId xmlns:a16="http://schemas.microsoft.com/office/drawing/2014/main" id="{F45E86A4-B4C7-0F3E-287D-E458588483B4}"/>
                        </a:ext>
                      </a:extLst>
                    </p:cNvPr>
                    <p:cNvSpPr/>
                    <p:nvPr/>
                  </p:nvSpPr>
                  <p:spPr>
                    <a:xfrm>
                      <a:off x="4445391" y="4125097"/>
                      <a:ext cx="99968" cy="58418"/>
                    </a:xfrm>
                    <a:custGeom>
                      <a:avLst/>
                      <a:gdLst>
                        <a:gd name="connsiteX0" fmla="*/ 99635 w 99968"/>
                        <a:gd name="connsiteY0" fmla="*/ 58370 h 58418"/>
                        <a:gd name="connsiteX1" fmla="*/ 0 w 99968"/>
                        <a:gd name="connsiteY1" fmla="*/ 477 h 58418"/>
                        <a:gd name="connsiteX2" fmla="*/ 334 w 99968"/>
                        <a:gd name="connsiteY2" fmla="*/ 0 h 58418"/>
                        <a:gd name="connsiteX3" fmla="*/ 99968 w 99968"/>
                        <a:gd name="connsiteY3" fmla="*/ 57894 h 58418"/>
                        <a:gd name="connsiteX4" fmla="*/ 99635 w 99968"/>
                        <a:gd name="connsiteY4" fmla="*/ 58418 h 58418"/>
                        <a:gd name="connsiteX5" fmla="*/ 99635 w 99968"/>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418">
                          <a:moveTo>
                            <a:pt x="99635" y="58370"/>
                          </a:moveTo>
                          <a:lnTo>
                            <a:pt x="0" y="477"/>
                          </a:lnTo>
                          <a:cubicBezTo>
                            <a:pt x="0" y="477"/>
                            <a:pt x="191" y="143"/>
                            <a:pt x="334" y="0"/>
                          </a:cubicBezTo>
                          <a:lnTo>
                            <a:pt x="99968" y="57894"/>
                          </a:lnTo>
                          <a:cubicBezTo>
                            <a:pt x="99968" y="57894"/>
                            <a:pt x="99778" y="58227"/>
                            <a:pt x="99635" y="58418"/>
                          </a:cubicBezTo>
                          <a:lnTo>
                            <a:pt x="99635" y="58418"/>
                          </a:lnTo>
                          <a:close/>
                        </a:path>
                      </a:pathLst>
                    </a:custGeom>
                    <a:solidFill>
                      <a:srgbClr val="AEB4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6" name="Freeform: Shape 2485">
                      <a:extLst>
                        <a:ext uri="{FF2B5EF4-FFF2-40B4-BE49-F238E27FC236}">
                          <a16:creationId xmlns:a16="http://schemas.microsoft.com/office/drawing/2014/main" id="{35956EFD-2477-8D51-1D85-A7ED67F4A2F1}"/>
                        </a:ext>
                      </a:extLst>
                    </p:cNvPr>
                    <p:cNvSpPr/>
                    <p:nvPr/>
                  </p:nvSpPr>
                  <p:spPr>
                    <a:xfrm>
                      <a:off x="4445677" y="4124525"/>
                      <a:ext cx="99968" cy="58418"/>
                    </a:xfrm>
                    <a:custGeom>
                      <a:avLst/>
                      <a:gdLst>
                        <a:gd name="connsiteX0" fmla="*/ 99635 w 99968"/>
                        <a:gd name="connsiteY0" fmla="*/ 58418 h 58418"/>
                        <a:gd name="connsiteX1" fmla="*/ 0 w 99968"/>
                        <a:gd name="connsiteY1" fmla="*/ 524 h 58418"/>
                        <a:gd name="connsiteX2" fmla="*/ 334 w 99968"/>
                        <a:gd name="connsiteY2" fmla="*/ 0 h 58418"/>
                        <a:gd name="connsiteX3" fmla="*/ 99968 w 99968"/>
                        <a:gd name="connsiteY3" fmla="*/ 57894 h 58418"/>
                        <a:gd name="connsiteX4" fmla="*/ 99635 w 99968"/>
                        <a:gd name="connsiteY4" fmla="*/ 58418 h 58418"/>
                        <a:gd name="connsiteX5" fmla="*/ 99635 w 99968"/>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418">
                          <a:moveTo>
                            <a:pt x="99635" y="58418"/>
                          </a:moveTo>
                          <a:lnTo>
                            <a:pt x="0" y="524"/>
                          </a:lnTo>
                          <a:cubicBezTo>
                            <a:pt x="0" y="524"/>
                            <a:pt x="238" y="143"/>
                            <a:pt x="334" y="0"/>
                          </a:cubicBezTo>
                          <a:lnTo>
                            <a:pt x="99968" y="57894"/>
                          </a:lnTo>
                          <a:cubicBezTo>
                            <a:pt x="99968" y="57894"/>
                            <a:pt x="99730" y="58227"/>
                            <a:pt x="99635" y="58418"/>
                          </a:cubicBezTo>
                          <a:lnTo>
                            <a:pt x="99635" y="58418"/>
                          </a:lnTo>
                          <a:close/>
                        </a:path>
                      </a:pathLst>
                    </a:custGeom>
                    <a:solidFill>
                      <a:srgbClr val="B4B9B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7" name="Freeform: Shape 2486">
                      <a:extLst>
                        <a:ext uri="{FF2B5EF4-FFF2-40B4-BE49-F238E27FC236}">
                          <a16:creationId xmlns:a16="http://schemas.microsoft.com/office/drawing/2014/main" id="{31031602-072A-E316-BB86-32A4529FABCE}"/>
                        </a:ext>
                      </a:extLst>
                    </p:cNvPr>
                    <p:cNvSpPr/>
                    <p:nvPr/>
                  </p:nvSpPr>
                  <p:spPr>
                    <a:xfrm>
                      <a:off x="4446058" y="4124001"/>
                      <a:ext cx="100063" cy="58417"/>
                    </a:xfrm>
                    <a:custGeom>
                      <a:avLst/>
                      <a:gdLst>
                        <a:gd name="connsiteX0" fmla="*/ 99635 w 100063"/>
                        <a:gd name="connsiteY0" fmla="*/ 58418 h 58417"/>
                        <a:gd name="connsiteX1" fmla="*/ 0 w 100063"/>
                        <a:gd name="connsiteY1" fmla="*/ 524 h 58417"/>
                        <a:gd name="connsiteX2" fmla="*/ 429 w 100063"/>
                        <a:gd name="connsiteY2" fmla="*/ 0 h 58417"/>
                        <a:gd name="connsiteX3" fmla="*/ 100063 w 100063"/>
                        <a:gd name="connsiteY3" fmla="*/ 57894 h 58417"/>
                        <a:gd name="connsiteX4" fmla="*/ 99635 w 100063"/>
                        <a:gd name="connsiteY4" fmla="*/ 58418 h 58417"/>
                        <a:gd name="connsiteX5" fmla="*/ 99635 w 100063"/>
                        <a:gd name="connsiteY5" fmla="*/ 58418 h 5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63" h="58417">
                          <a:moveTo>
                            <a:pt x="99635" y="58418"/>
                          </a:moveTo>
                          <a:lnTo>
                            <a:pt x="0" y="524"/>
                          </a:lnTo>
                          <a:cubicBezTo>
                            <a:pt x="0" y="524"/>
                            <a:pt x="286" y="143"/>
                            <a:pt x="429" y="0"/>
                          </a:cubicBezTo>
                          <a:lnTo>
                            <a:pt x="100063" y="57894"/>
                          </a:lnTo>
                          <a:cubicBezTo>
                            <a:pt x="100063" y="57894"/>
                            <a:pt x="99778" y="58275"/>
                            <a:pt x="99635" y="58418"/>
                          </a:cubicBezTo>
                          <a:lnTo>
                            <a:pt x="99635" y="58418"/>
                          </a:lnTo>
                          <a:close/>
                        </a:path>
                      </a:pathLst>
                    </a:custGeom>
                    <a:solidFill>
                      <a:srgbClr val="B9BD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8" name="Freeform: Shape 2487">
                      <a:extLst>
                        <a:ext uri="{FF2B5EF4-FFF2-40B4-BE49-F238E27FC236}">
                          <a16:creationId xmlns:a16="http://schemas.microsoft.com/office/drawing/2014/main" id="{0B1B9DF0-0994-D1A0-DCF8-2381B306061D}"/>
                        </a:ext>
                      </a:extLst>
                    </p:cNvPr>
                    <p:cNvSpPr/>
                    <p:nvPr/>
                  </p:nvSpPr>
                  <p:spPr>
                    <a:xfrm>
                      <a:off x="4446439" y="4123429"/>
                      <a:ext cx="100158" cy="58465"/>
                    </a:xfrm>
                    <a:custGeom>
                      <a:avLst/>
                      <a:gdLst>
                        <a:gd name="connsiteX0" fmla="*/ 99635 w 100158"/>
                        <a:gd name="connsiteY0" fmla="*/ 58466 h 58465"/>
                        <a:gd name="connsiteX1" fmla="*/ 0 w 100158"/>
                        <a:gd name="connsiteY1" fmla="*/ 572 h 58465"/>
                        <a:gd name="connsiteX2" fmla="*/ 381 w 100158"/>
                        <a:gd name="connsiteY2" fmla="*/ 95 h 58465"/>
                        <a:gd name="connsiteX3" fmla="*/ 477 w 100158"/>
                        <a:gd name="connsiteY3" fmla="*/ 0 h 58465"/>
                        <a:gd name="connsiteX4" fmla="*/ 100159 w 100158"/>
                        <a:gd name="connsiteY4" fmla="*/ 57894 h 58465"/>
                        <a:gd name="connsiteX5" fmla="*/ 100063 w 100158"/>
                        <a:gd name="connsiteY5" fmla="*/ 57989 h 58465"/>
                        <a:gd name="connsiteX6" fmla="*/ 99730 w 100158"/>
                        <a:gd name="connsiteY6" fmla="*/ 58466 h 58465"/>
                        <a:gd name="connsiteX7" fmla="*/ 99730 w 100158"/>
                        <a:gd name="connsiteY7" fmla="*/ 58466 h 5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158" h="58465">
                          <a:moveTo>
                            <a:pt x="99635" y="58466"/>
                          </a:moveTo>
                          <a:lnTo>
                            <a:pt x="0" y="572"/>
                          </a:lnTo>
                          <a:cubicBezTo>
                            <a:pt x="0" y="572"/>
                            <a:pt x="238" y="238"/>
                            <a:pt x="381" y="95"/>
                          </a:cubicBezTo>
                          <a:cubicBezTo>
                            <a:pt x="381" y="95"/>
                            <a:pt x="477" y="0"/>
                            <a:pt x="477" y="0"/>
                          </a:cubicBezTo>
                          <a:lnTo>
                            <a:pt x="100159" y="57894"/>
                          </a:lnTo>
                          <a:cubicBezTo>
                            <a:pt x="100159" y="57894"/>
                            <a:pt x="100111" y="57989"/>
                            <a:pt x="100063" y="57989"/>
                          </a:cubicBezTo>
                          <a:cubicBezTo>
                            <a:pt x="99920" y="58132"/>
                            <a:pt x="99825" y="58323"/>
                            <a:pt x="99730" y="58466"/>
                          </a:cubicBezTo>
                          <a:lnTo>
                            <a:pt x="99730" y="58466"/>
                          </a:lnTo>
                          <a:close/>
                        </a:path>
                      </a:pathLst>
                    </a:custGeom>
                    <a:solidFill>
                      <a:srgbClr val="BEC2C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89" name="Freeform: Shape 2488">
                      <a:extLst>
                        <a:ext uri="{FF2B5EF4-FFF2-40B4-BE49-F238E27FC236}">
                          <a16:creationId xmlns:a16="http://schemas.microsoft.com/office/drawing/2014/main" id="{BF5DBD1A-56A2-ABD6-AE8C-BA682D67B5E8}"/>
                        </a:ext>
                      </a:extLst>
                    </p:cNvPr>
                    <p:cNvSpPr/>
                    <p:nvPr/>
                  </p:nvSpPr>
                  <p:spPr>
                    <a:xfrm>
                      <a:off x="4446868" y="4122714"/>
                      <a:ext cx="100301" cy="58608"/>
                    </a:xfrm>
                    <a:custGeom>
                      <a:avLst/>
                      <a:gdLst>
                        <a:gd name="connsiteX0" fmla="*/ 99682 w 100301"/>
                        <a:gd name="connsiteY0" fmla="*/ 58609 h 58608"/>
                        <a:gd name="connsiteX1" fmla="*/ 0 w 100301"/>
                        <a:gd name="connsiteY1" fmla="*/ 715 h 58608"/>
                        <a:gd name="connsiteX2" fmla="*/ 667 w 100301"/>
                        <a:gd name="connsiteY2" fmla="*/ 0 h 58608"/>
                        <a:gd name="connsiteX3" fmla="*/ 100302 w 100301"/>
                        <a:gd name="connsiteY3" fmla="*/ 57894 h 58608"/>
                        <a:gd name="connsiteX4" fmla="*/ 99635 w 100301"/>
                        <a:gd name="connsiteY4" fmla="*/ 58609 h 58608"/>
                        <a:gd name="connsiteX5" fmla="*/ 99635 w 100301"/>
                        <a:gd name="connsiteY5" fmla="*/ 58609 h 5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01" h="58608">
                          <a:moveTo>
                            <a:pt x="99682" y="58609"/>
                          </a:moveTo>
                          <a:lnTo>
                            <a:pt x="0" y="715"/>
                          </a:lnTo>
                          <a:cubicBezTo>
                            <a:pt x="238" y="477"/>
                            <a:pt x="477" y="238"/>
                            <a:pt x="667" y="0"/>
                          </a:cubicBezTo>
                          <a:lnTo>
                            <a:pt x="100302" y="57894"/>
                          </a:lnTo>
                          <a:cubicBezTo>
                            <a:pt x="100302" y="57894"/>
                            <a:pt x="99825" y="58370"/>
                            <a:pt x="99635" y="58609"/>
                          </a:cubicBezTo>
                          <a:lnTo>
                            <a:pt x="99635" y="58609"/>
                          </a:lnTo>
                          <a:close/>
                        </a:path>
                      </a:pathLst>
                    </a:custGeom>
                    <a:solidFill>
                      <a:srgbClr val="C4C7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90" name="Freeform: Shape 2489">
                      <a:extLst>
                        <a:ext uri="{FF2B5EF4-FFF2-40B4-BE49-F238E27FC236}">
                          <a16:creationId xmlns:a16="http://schemas.microsoft.com/office/drawing/2014/main" id="{D525F7AB-7108-6178-7D61-6FB37CAE7A7F}"/>
                        </a:ext>
                      </a:extLst>
                    </p:cNvPr>
                    <p:cNvSpPr/>
                    <p:nvPr/>
                  </p:nvSpPr>
                  <p:spPr>
                    <a:xfrm>
                      <a:off x="4447583" y="4121142"/>
                      <a:ext cx="101635" cy="59466"/>
                    </a:xfrm>
                    <a:custGeom>
                      <a:avLst/>
                      <a:gdLst>
                        <a:gd name="connsiteX0" fmla="*/ 99635 w 101635"/>
                        <a:gd name="connsiteY0" fmla="*/ 59466 h 59466"/>
                        <a:gd name="connsiteX1" fmla="*/ 0 w 101635"/>
                        <a:gd name="connsiteY1" fmla="*/ 1572 h 59466"/>
                        <a:gd name="connsiteX2" fmla="*/ 2001 w 101635"/>
                        <a:gd name="connsiteY2" fmla="*/ 0 h 59466"/>
                        <a:gd name="connsiteX3" fmla="*/ 101636 w 101635"/>
                        <a:gd name="connsiteY3" fmla="*/ 57894 h 59466"/>
                        <a:gd name="connsiteX4" fmla="*/ 99635 w 101635"/>
                        <a:gd name="connsiteY4" fmla="*/ 59466 h 59466"/>
                        <a:gd name="connsiteX5" fmla="*/ 99635 w 101635"/>
                        <a:gd name="connsiteY5" fmla="*/ 59466 h 59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635" h="59466">
                          <a:moveTo>
                            <a:pt x="99635" y="59466"/>
                          </a:moveTo>
                          <a:lnTo>
                            <a:pt x="0" y="1572"/>
                          </a:lnTo>
                          <a:cubicBezTo>
                            <a:pt x="667" y="905"/>
                            <a:pt x="1334" y="381"/>
                            <a:pt x="2001" y="0"/>
                          </a:cubicBezTo>
                          <a:lnTo>
                            <a:pt x="101636" y="57894"/>
                          </a:lnTo>
                          <a:cubicBezTo>
                            <a:pt x="100969" y="58275"/>
                            <a:pt x="100302" y="58799"/>
                            <a:pt x="99635" y="59466"/>
                          </a:cubicBezTo>
                          <a:lnTo>
                            <a:pt x="99635" y="59466"/>
                          </a:lnTo>
                          <a:close/>
                        </a:path>
                      </a:pathLst>
                    </a:custGeom>
                    <a:solidFill>
                      <a:srgbClr val="C9CCC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464" name="Freeform: Shape 2463">
                    <a:extLst>
                      <a:ext uri="{FF2B5EF4-FFF2-40B4-BE49-F238E27FC236}">
                        <a16:creationId xmlns:a16="http://schemas.microsoft.com/office/drawing/2014/main" id="{B1F7C0CF-7BDE-D175-E7E9-69174F931196}"/>
                      </a:ext>
                    </a:extLst>
                  </p:cNvPr>
                  <p:cNvSpPr/>
                  <p:nvPr/>
                </p:nvSpPr>
                <p:spPr>
                  <a:xfrm>
                    <a:off x="4318787" y="3764392"/>
                    <a:ext cx="423601" cy="234624"/>
                  </a:xfrm>
                  <a:custGeom>
                    <a:avLst/>
                    <a:gdLst>
                      <a:gd name="connsiteX0" fmla="*/ 28494 w 423601"/>
                      <a:gd name="connsiteY0" fmla="*/ 2907 h 234624"/>
                      <a:gd name="connsiteX1" fmla="*/ 27446 w 423601"/>
                      <a:gd name="connsiteY1" fmla="*/ 2335 h 234624"/>
                      <a:gd name="connsiteX2" fmla="*/ 26684 w 423601"/>
                      <a:gd name="connsiteY2" fmla="*/ 1954 h 234624"/>
                      <a:gd name="connsiteX3" fmla="*/ 26493 w 423601"/>
                      <a:gd name="connsiteY3" fmla="*/ 1858 h 234624"/>
                      <a:gd name="connsiteX4" fmla="*/ 26398 w 423601"/>
                      <a:gd name="connsiteY4" fmla="*/ 1811 h 234624"/>
                      <a:gd name="connsiteX5" fmla="*/ 25349 w 423601"/>
                      <a:gd name="connsiteY5" fmla="*/ 1334 h 234624"/>
                      <a:gd name="connsiteX6" fmla="*/ 24825 w 423601"/>
                      <a:gd name="connsiteY6" fmla="*/ 1144 h 234624"/>
                      <a:gd name="connsiteX7" fmla="*/ 24492 w 423601"/>
                      <a:gd name="connsiteY7" fmla="*/ 1048 h 234624"/>
                      <a:gd name="connsiteX8" fmla="*/ 24253 w 423601"/>
                      <a:gd name="connsiteY8" fmla="*/ 953 h 234624"/>
                      <a:gd name="connsiteX9" fmla="*/ 23158 w 423601"/>
                      <a:gd name="connsiteY9" fmla="*/ 619 h 234624"/>
                      <a:gd name="connsiteX10" fmla="*/ 22872 w 423601"/>
                      <a:gd name="connsiteY10" fmla="*/ 524 h 234624"/>
                      <a:gd name="connsiteX11" fmla="*/ 22490 w 423601"/>
                      <a:gd name="connsiteY11" fmla="*/ 429 h 234624"/>
                      <a:gd name="connsiteX12" fmla="*/ 22014 w 423601"/>
                      <a:gd name="connsiteY12" fmla="*/ 333 h 234624"/>
                      <a:gd name="connsiteX13" fmla="*/ 20823 w 423601"/>
                      <a:gd name="connsiteY13" fmla="*/ 143 h 234624"/>
                      <a:gd name="connsiteX14" fmla="*/ 20823 w 423601"/>
                      <a:gd name="connsiteY14" fmla="*/ 143 h 234624"/>
                      <a:gd name="connsiteX15" fmla="*/ 20680 w 423601"/>
                      <a:gd name="connsiteY15" fmla="*/ 143 h 234624"/>
                      <a:gd name="connsiteX16" fmla="*/ 19584 w 423601"/>
                      <a:gd name="connsiteY16" fmla="*/ 0 h 234624"/>
                      <a:gd name="connsiteX17" fmla="*/ 19203 w 423601"/>
                      <a:gd name="connsiteY17" fmla="*/ 0 h 234624"/>
                      <a:gd name="connsiteX18" fmla="*/ 18631 w 423601"/>
                      <a:gd name="connsiteY18" fmla="*/ 0 h 234624"/>
                      <a:gd name="connsiteX19" fmla="*/ 18250 w 423601"/>
                      <a:gd name="connsiteY19" fmla="*/ 0 h 234624"/>
                      <a:gd name="connsiteX20" fmla="*/ 17392 w 423601"/>
                      <a:gd name="connsiteY20" fmla="*/ 0 h 234624"/>
                      <a:gd name="connsiteX21" fmla="*/ 16915 w 423601"/>
                      <a:gd name="connsiteY21" fmla="*/ 0 h 234624"/>
                      <a:gd name="connsiteX22" fmla="*/ 16772 w 423601"/>
                      <a:gd name="connsiteY22" fmla="*/ 0 h 234624"/>
                      <a:gd name="connsiteX23" fmla="*/ 15820 w 423601"/>
                      <a:gd name="connsiteY23" fmla="*/ 143 h 234624"/>
                      <a:gd name="connsiteX24" fmla="*/ 15152 w 423601"/>
                      <a:gd name="connsiteY24" fmla="*/ 238 h 234624"/>
                      <a:gd name="connsiteX25" fmla="*/ 15105 w 423601"/>
                      <a:gd name="connsiteY25" fmla="*/ 238 h 234624"/>
                      <a:gd name="connsiteX26" fmla="*/ 13437 w 423601"/>
                      <a:gd name="connsiteY26" fmla="*/ 619 h 234624"/>
                      <a:gd name="connsiteX27" fmla="*/ 0 w 423601"/>
                      <a:gd name="connsiteY27" fmla="*/ 4241 h 234624"/>
                      <a:gd name="connsiteX28" fmla="*/ 1715 w 423601"/>
                      <a:gd name="connsiteY28" fmla="*/ 3860 h 234624"/>
                      <a:gd name="connsiteX29" fmla="*/ 2287 w 423601"/>
                      <a:gd name="connsiteY29" fmla="*/ 3812 h 234624"/>
                      <a:gd name="connsiteX30" fmla="*/ 3478 w 423601"/>
                      <a:gd name="connsiteY30" fmla="*/ 3717 h 234624"/>
                      <a:gd name="connsiteX31" fmla="*/ 3955 w 423601"/>
                      <a:gd name="connsiteY31" fmla="*/ 3717 h 234624"/>
                      <a:gd name="connsiteX32" fmla="*/ 5194 w 423601"/>
                      <a:gd name="connsiteY32" fmla="*/ 3717 h 234624"/>
                      <a:gd name="connsiteX33" fmla="*/ 5718 w 423601"/>
                      <a:gd name="connsiteY33" fmla="*/ 3717 h 234624"/>
                      <a:gd name="connsiteX34" fmla="*/ 7290 w 423601"/>
                      <a:gd name="connsiteY34" fmla="*/ 3860 h 234624"/>
                      <a:gd name="connsiteX35" fmla="*/ 7338 w 423601"/>
                      <a:gd name="connsiteY35" fmla="*/ 3860 h 234624"/>
                      <a:gd name="connsiteX36" fmla="*/ 9053 w 423601"/>
                      <a:gd name="connsiteY36" fmla="*/ 4241 h 234624"/>
                      <a:gd name="connsiteX37" fmla="*/ 9387 w 423601"/>
                      <a:gd name="connsiteY37" fmla="*/ 4336 h 234624"/>
                      <a:gd name="connsiteX38" fmla="*/ 11007 w 423601"/>
                      <a:gd name="connsiteY38" fmla="*/ 4860 h 234624"/>
                      <a:gd name="connsiteX39" fmla="*/ 11388 w 423601"/>
                      <a:gd name="connsiteY39" fmla="*/ 5003 h 234624"/>
                      <a:gd name="connsiteX40" fmla="*/ 13056 w 423601"/>
                      <a:gd name="connsiteY40" fmla="*/ 5670 h 234624"/>
                      <a:gd name="connsiteX41" fmla="*/ 13294 w 423601"/>
                      <a:gd name="connsiteY41" fmla="*/ 5813 h 234624"/>
                      <a:gd name="connsiteX42" fmla="*/ 15057 w 423601"/>
                      <a:gd name="connsiteY42" fmla="*/ 6719 h 234624"/>
                      <a:gd name="connsiteX43" fmla="*/ 410165 w 423601"/>
                      <a:gd name="connsiteY43" fmla="*/ 234625 h 234624"/>
                      <a:gd name="connsiteX44" fmla="*/ 423602 w 423601"/>
                      <a:gd name="connsiteY44" fmla="*/ 230956 h 234624"/>
                      <a:gd name="connsiteX45" fmla="*/ 28494 w 423601"/>
                      <a:gd name="connsiteY45" fmla="*/ 3049 h 23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3601" h="234624">
                        <a:moveTo>
                          <a:pt x="28494" y="2907"/>
                        </a:moveTo>
                        <a:cubicBezTo>
                          <a:pt x="28161" y="2716"/>
                          <a:pt x="27779" y="2525"/>
                          <a:pt x="27446" y="2335"/>
                        </a:cubicBezTo>
                        <a:cubicBezTo>
                          <a:pt x="27208" y="2192"/>
                          <a:pt x="26922" y="2097"/>
                          <a:pt x="26684" y="1954"/>
                        </a:cubicBezTo>
                        <a:cubicBezTo>
                          <a:pt x="26636" y="1954"/>
                          <a:pt x="26541" y="1858"/>
                          <a:pt x="26493" y="1858"/>
                        </a:cubicBezTo>
                        <a:cubicBezTo>
                          <a:pt x="26493" y="1858"/>
                          <a:pt x="26445" y="1858"/>
                          <a:pt x="26398" y="1811"/>
                        </a:cubicBezTo>
                        <a:cubicBezTo>
                          <a:pt x="26064" y="1668"/>
                          <a:pt x="25683" y="1477"/>
                          <a:pt x="25349" y="1334"/>
                        </a:cubicBezTo>
                        <a:cubicBezTo>
                          <a:pt x="25159" y="1286"/>
                          <a:pt x="24968" y="1191"/>
                          <a:pt x="24825" y="1144"/>
                        </a:cubicBezTo>
                        <a:cubicBezTo>
                          <a:pt x="24730" y="1144"/>
                          <a:pt x="24635" y="1096"/>
                          <a:pt x="24492" y="1048"/>
                        </a:cubicBezTo>
                        <a:cubicBezTo>
                          <a:pt x="24396" y="1048"/>
                          <a:pt x="24349" y="1001"/>
                          <a:pt x="24253" y="953"/>
                        </a:cubicBezTo>
                        <a:cubicBezTo>
                          <a:pt x="23872" y="810"/>
                          <a:pt x="23539" y="715"/>
                          <a:pt x="23158" y="619"/>
                        </a:cubicBezTo>
                        <a:cubicBezTo>
                          <a:pt x="23062" y="619"/>
                          <a:pt x="22967" y="572"/>
                          <a:pt x="22872" y="524"/>
                        </a:cubicBezTo>
                        <a:cubicBezTo>
                          <a:pt x="22776" y="524"/>
                          <a:pt x="22633" y="476"/>
                          <a:pt x="22490" y="429"/>
                        </a:cubicBezTo>
                        <a:cubicBezTo>
                          <a:pt x="22348" y="429"/>
                          <a:pt x="22157" y="333"/>
                          <a:pt x="22014" y="333"/>
                        </a:cubicBezTo>
                        <a:cubicBezTo>
                          <a:pt x="21633" y="286"/>
                          <a:pt x="21252" y="190"/>
                          <a:pt x="20823" y="143"/>
                        </a:cubicBezTo>
                        <a:lnTo>
                          <a:pt x="20823" y="143"/>
                        </a:lnTo>
                        <a:cubicBezTo>
                          <a:pt x="20823" y="143"/>
                          <a:pt x="20727" y="143"/>
                          <a:pt x="20680" y="143"/>
                        </a:cubicBezTo>
                        <a:cubicBezTo>
                          <a:pt x="20299" y="95"/>
                          <a:pt x="19965" y="48"/>
                          <a:pt x="19584" y="0"/>
                        </a:cubicBezTo>
                        <a:cubicBezTo>
                          <a:pt x="19441" y="0"/>
                          <a:pt x="19298" y="0"/>
                          <a:pt x="19203" y="0"/>
                        </a:cubicBezTo>
                        <a:cubicBezTo>
                          <a:pt x="19012" y="0"/>
                          <a:pt x="18822" y="0"/>
                          <a:pt x="18631" y="0"/>
                        </a:cubicBezTo>
                        <a:cubicBezTo>
                          <a:pt x="18488" y="0"/>
                          <a:pt x="18393" y="0"/>
                          <a:pt x="18250" y="0"/>
                        </a:cubicBezTo>
                        <a:cubicBezTo>
                          <a:pt x="17964" y="0"/>
                          <a:pt x="17678" y="0"/>
                          <a:pt x="17392" y="0"/>
                        </a:cubicBezTo>
                        <a:cubicBezTo>
                          <a:pt x="17249" y="0"/>
                          <a:pt x="17106" y="0"/>
                          <a:pt x="16915" y="0"/>
                        </a:cubicBezTo>
                        <a:lnTo>
                          <a:pt x="16772" y="0"/>
                        </a:lnTo>
                        <a:cubicBezTo>
                          <a:pt x="16439" y="0"/>
                          <a:pt x="16105" y="95"/>
                          <a:pt x="15820" y="143"/>
                        </a:cubicBezTo>
                        <a:cubicBezTo>
                          <a:pt x="15581" y="143"/>
                          <a:pt x="15343" y="143"/>
                          <a:pt x="15152" y="238"/>
                        </a:cubicBezTo>
                        <a:lnTo>
                          <a:pt x="15105" y="238"/>
                        </a:lnTo>
                        <a:cubicBezTo>
                          <a:pt x="14533" y="333"/>
                          <a:pt x="14009" y="476"/>
                          <a:pt x="13437" y="619"/>
                        </a:cubicBezTo>
                        <a:cubicBezTo>
                          <a:pt x="8958" y="1811"/>
                          <a:pt x="4479" y="3049"/>
                          <a:pt x="0" y="4241"/>
                        </a:cubicBezTo>
                        <a:cubicBezTo>
                          <a:pt x="572" y="4098"/>
                          <a:pt x="1144" y="3955"/>
                          <a:pt x="1715" y="3860"/>
                        </a:cubicBezTo>
                        <a:cubicBezTo>
                          <a:pt x="1906" y="3860"/>
                          <a:pt x="2097" y="3860"/>
                          <a:pt x="2287" y="3812"/>
                        </a:cubicBezTo>
                        <a:cubicBezTo>
                          <a:pt x="2668" y="3764"/>
                          <a:pt x="3097" y="3717"/>
                          <a:pt x="3478" y="3717"/>
                        </a:cubicBezTo>
                        <a:cubicBezTo>
                          <a:pt x="3621" y="3717"/>
                          <a:pt x="3764" y="3717"/>
                          <a:pt x="3955" y="3717"/>
                        </a:cubicBezTo>
                        <a:cubicBezTo>
                          <a:pt x="4384" y="3717"/>
                          <a:pt x="4813" y="3717"/>
                          <a:pt x="5194" y="3717"/>
                        </a:cubicBezTo>
                        <a:cubicBezTo>
                          <a:pt x="5384" y="3717"/>
                          <a:pt x="5527" y="3717"/>
                          <a:pt x="5718" y="3717"/>
                        </a:cubicBezTo>
                        <a:cubicBezTo>
                          <a:pt x="6242" y="3717"/>
                          <a:pt x="6766" y="3764"/>
                          <a:pt x="7290" y="3860"/>
                        </a:cubicBezTo>
                        <a:lnTo>
                          <a:pt x="7338" y="3860"/>
                        </a:lnTo>
                        <a:cubicBezTo>
                          <a:pt x="7910" y="3955"/>
                          <a:pt x="8482" y="4050"/>
                          <a:pt x="9053" y="4241"/>
                        </a:cubicBezTo>
                        <a:cubicBezTo>
                          <a:pt x="9149" y="4241"/>
                          <a:pt x="9292" y="4288"/>
                          <a:pt x="9387" y="4336"/>
                        </a:cubicBezTo>
                        <a:cubicBezTo>
                          <a:pt x="9911" y="4479"/>
                          <a:pt x="10483" y="4670"/>
                          <a:pt x="11007" y="4860"/>
                        </a:cubicBezTo>
                        <a:cubicBezTo>
                          <a:pt x="11150" y="4860"/>
                          <a:pt x="11245" y="4955"/>
                          <a:pt x="11388" y="5003"/>
                        </a:cubicBezTo>
                        <a:cubicBezTo>
                          <a:pt x="11960" y="5194"/>
                          <a:pt x="12484" y="5432"/>
                          <a:pt x="13056" y="5670"/>
                        </a:cubicBezTo>
                        <a:cubicBezTo>
                          <a:pt x="13151" y="5670"/>
                          <a:pt x="13246" y="5766"/>
                          <a:pt x="13294" y="5813"/>
                        </a:cubicBezTo>
                        <a:cubicBezTo>
                          <a:pt x="13866" y="6099"/>
                          <a:pt x="14485" y="6385"/>
                          <a:pt x="15057" y="6719"/>
                        </a:cubicBezTo>
                        <a:lnTo>
                          <a:pt x="410165" y="234625"/>
                        </a:lnTo>
                        <a:lnTo>
                          <a:pt x="423602" y="230956"/>
                        </a:lnTo>
                        <a:lnTo>
                          <a:pt x="28494" y="3049"/>
                        </a:lnTo>
                        <a:close/>
                      </a:path>
                    </a:pathLst>
                  </a:custGeom>
                  <a:gradFill>
                    <a:gsLst>
                      <a:gs pos="0">
                        <a:srgbClr val="F4F3FD"/>
                      </a:gs>
                      <a:gs pos="64000">
                        <a:srgbClr val="F9F8FD"/>
                      </a:gs>
                      <a:gs pos="100000">
                        <a:srgbClr val="FFFFFF"/>
                      </a:gs>
                    </a:gsLst>
                    <a:lin ang="108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5" name="Freeform: Shape 2464">
                    <a:extLst>
                      <a:ext uri="{FF2B5EF4-FFF2-40B4-BE49-F238E27FC236}">
                        <a16:creationId xmlns:a16="http://schemas.microsoft.com/office/drawing/2014/main" id="{72C18593-649A-02C7-503E-7FF5F18506FA}"/>
                      </a:ext>
                    </a:extLst>
                  </p:cNvPr>
                  <p:cNvSpPr/>
                  <p:nvPr/>
                </p:nvSpPr>
                <p:spPr>
                  <a:xfrm>
                    <a:off x="4730953" y="4039471"/>
                    <a:ext cx="29208" cy="289564"/>
                  </a:xfrm>
                  <a:custGeom>
                    <a:avLst/>
                    <a:gdLst>
                      <a:gd name="connsiteX0" fmla="*/ 15819 w 29208"/>
                      <a:gd name="connsiteY0" fmla="*/ 3621 h 289564"/>
                      <a:gd name="connsiteX1" fmla="*/ 15248 w 29208"/>
                      <a:gd name="connsiteY1" fmla="*/ 270695 h 289564"/>
                      <a:gd name="connsiteX2" fmla="*/ 14342 w 29208"/>
                      <a:gd name="connsiteY2" fmla="*/ 274222 h 289564"/>
                      <a:gd name="connsiteX3" fmla="*/ 14295 w 29208"/>
                      <a:gd name="connsiteY3" fmla="*/ 274460 h 289564"/>
                      <a:gd name="connsiteX4" fmla="*/ 13056 w 29208"/>
                      <a:gd name="connsiteY4" fmla="*/ 277605 h 289564"/>
                      <a:gd name="connsiteX5" fmla="*/ 12961 w 29208"/>
                      <a:gd name="connsiteY5" fmla="*/ 277795 h 289564"/>
                      <a:gd name="connsiteX6" fmla="*/ 11483 w 29208"/>
                      <a:gd name="connsiteY6" fmla="*/ 280511 h 289564"/>
                      <a:gd name="connsiteX7" fmla="*/ 11293 w 29208"/>
                      <a:gd name="connsiteY7" fmla="*/ 280797 h 289564"/>
                      <a:gd name="connsiteX8" fmla="*/ 9911 w 29208"/>
                      <a:gd name="connsiteY8" fmla="*/ 282751 h 289564"/>
                      <a:gd name="connsiteX9" fmla="*/ 9339 w 29208"/>
                      <a:gd name="connsiteY9" fmla="*/ 283418 h 289564"/>
                      <a:gd name="connsiteX10" fmla="*/ 8148 w 29208"/>
                      <a:gd name="connsiteY10" fmla="*/ 284657 h 289564"/>
                      <a:gd name="connsiteX11" fmla="*/ 7243 w 29208"/>
                      <a:gd name="connsiteY11" fmla="*/ 285562 h 289564"/>
                      <a:gd name="connsiteX12" fmla="*/ 5956 w 29208"/>
                      <a:gd name="connsiteY12" fmla="*/ 286563 h 289564"/>
                      <a:gd name="connsiteX13" fmla="*/ 5003 w 29208"/>
                      <a:gd name="connsiteY13" fmla="*/ 287277 h 289564"/>
                      <a:gd name="connsiteX14" fmla="*/ 3478 w 29208"/>
                      <a:gd name="connsiteY14" fmla="*/ 288135 h 289564"/>
                      <a:gd name="connsiteX15" fmla="*/ 2573 w 29208"/>
                      <a:gd name="connsiteY15" fmla="*/ 288612 h 289564"/>
                      <a:gd name="connsiteX16" fmla="*/ 0 w 29208"/>
                      <a:gd name="connsiteY16" fmla="*/ 289565 h 289564"/>
                      <a:gd name="connsiteX17" fmla="*/ 13485 w 29208"/>
                      <a:gd name="connsiteY17" fmla="*/ 285943 h 289564"/>
                      <a:gd name="connsiteX18" fmla="*/ 16058 w 29208"/>
                      <a:gd name="connsiteY18" fmla="*/ 284990 h 289564"/>
                      <a:gd name="connsiteX19" fmla="*/ 16820 w 29208"/>
                      <a:gd name="connsiteY19" fmla="*/ 284561 h 289564"/>
                      <a:gd name="connsiteX20" fmla="*/ 18440 w 29208"/>
                      <a:gd name="connsiteY20" fmla="*/ 283656 h 289564"/>
                      <a:gd name="connsiteX21" fmla="*/ 19346 w 29208"/>
                      <a:gd name="connsiteY21" fmla="*/ 283037 h 289564"/>
                      <a:gd name="connsiteX22" fmla="*/ 20727 w 29208"/>
                      <a:gd name="connsiteY22" fmla="*/ 281988 h 289564"/>
                      <a:gd name="connsiteX23" fmla="*/ 21585 w 29208"/>
                      <a:gd name="connsiteY23" fmla="*/ 281131 h 289564"/>
                      <a:gd name="connsiteX24" fmla="*/ 22538 w 29208"/>
                      <a:gd name="connsiteY24" fmla="*/ 280225 h 289564"/>
                      <a:gd name="connsiteX25" fmla="*/ 22824 w 29208"/>
                      <a:gd name="connsiteY25" fmla="*/ 279844 h 289564"/>
                      <a:gd name="connsiteX26" fmla="*/ 23348 w 29208"/>
                      <a:gd name="connsiteY26" fmla="*/ 279177 h 289564"/>
                      <a:gd name="connsiteX27" fmla="*/ 24015 w 29208"/>
                      <a:gd name="connsiteY27" fmla="*/ 278319 h 289564"/>
                      <a:gd name="connsiteX28" fmla="*/ 24730 w 29208"/>
                      <a:gd name="connsiteY28" fmla="*/ 277271 h 289564"/>
                      <a:gd name="connsiteX29" fmla="*/ 24968 w 29208"/>
                      <a:gd name="connsiteY29" fmla="*/ 276937 h 289564"/>
                      <a:gd name="connsiteX30" fmla="*/ 25063 w 29208"/>
                      <a:gd name="connsiteY30" fmla="*/ 276747 h 289564"/>
                      <a:gd name="connsiteX31" fmla="*/ 25874 w 29208"/>
                      <a:gd name="connsiteY31" fmla="*/ 275270 h 289564"/>
                      <a:gd name="connsiteX32" fmla="*/ 26398 w 29208"/>
                      <a:gd name="connsiteY32" fmla="*/ 274222 h 289564"/>
                      <a:gd name="connsiteX33" fmla="*/ 26493 w 29208"/>
                      <a:gd name="connsiteY33" fmla="*/ 273983 h 289564"/>
                      <a:gd name="connsiteX34" fmla="*/ 26588 w 29208"/>
                      <a:gd name="connsiteY34" fmla="*/ 273840 h 289564"/>
                      <a:gd name="connsiteX35" fmla="*/ 27112 w 29208"/>
                      <a:gd name="connsiteY35" fmla="*/ 272506 h 289564"/>
                      <a:gd name="connsiteX36" fmla="*/ 27589 w 29208"/>
                      <a:gd name="connsiteY36" fmla="*/ 271172 h 289564"/>
                      <a:gd name="connsiteX37" fmla="*/ 27684 w 29208"/>
                      <a:gd name="connsiteY37" fmla="*/ 270838 h 289564"/>
                      <a:gd name="connsiteX38" fmla="*/ 27779 w 29208"/>
                      <a:gd name="connsiteY38" fmla="*/ 270600 h 289564"/>
                      <a:gd name="connsiteX39" fmla="*/ 28018 w 29208"/>
                      <a:gd name="connsiteY39" fmla="*/ 269838 h 289564"/>
                      <a:gd name="connsiteX40" fmla="*/ 28351 w 29208"/>
                      <a:gd name="connsiteY40" fmla="*/ 268504 h 289564"/>
                      <a:gd name="connsiteX41" fmla="*/ 28685 w 29208"/>
                      <a:gd name="connsiteY41" fmla="*/ 267169 h 289564"/>
                      <a:gd name="connsiteX42" fmla="*/ 28685 w 29208"/>
                      <a:gd name="connsiteY42" fmla="*/ 267122 h 289564"/>
                      <a:gd name="connsiteX43" fmla="*/ 29209 w 29208"/>
                      <a:gd name="connsiteY43" fmla="*/ 0 h 289564"/>
                      <a:gd name="connsiteX44" fmla="*/ 15772 w 29208"/>
                      <a:gd name="connsiteY44" fmla="*/ 3669 h 28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9208" h="289564">
                        <a:moveTo>
                          <a:pt x="15819" y="3621"/>
                        </a:moveTo>
                        <a:lnTo>
                          <a:pt x="15248" y="270695"/>
                        </a:lnTo>
                        <a:cubicBezTo>
                          <a:pt x="15009" y="271934"/>
                          <a:pt x="14676" y="273078"/>
                          <a:pt x="14342" y="274222"/>
                        </a:cubicBezTo>
                        <a:cubicBezTo>
                          <a:pt x="14342" y="274317"/>
                          <a:pt x="14295" y="274364"/>
                          <a:pt x="14295" y="274460"/>
                        </a:cubicBezTo>
                        <a:cubicBezTo>
                          <a:pt x="13914" y="275556"/>
                          <a:pt x="13532" y="276604"/>
                          <a:pt x="13056" y="277605"/>
                        </a:cubicBezTo>
                        <a:cubicBezTo>
                          <a:pt x="13056" y="277700"/>
                          <a:pt x="13008" y="277748"/>
                          <a:pt x="12961" y="277795"/>
                        </a:cubicBezTo>
                        <a:cubicBezTo>
                          <a:pt x="12484" y="278748"/>
                          <a:pt x="12008" y="279653"/>
                          <a:pt x="11483" y="280511"/>
                        </a:cubicBezTo>
                        <a:cubicBezTo>
                          <a:pt x="11436" y="280607"/>
                          <a:pt x="11340" y="280702"/>
                          <a:pt x="11293" y="280797"/>
                        </a:cubicBezTo>
                        <a:cubicBezTo>
                          <a:pt x="10864" y="281512"/>
                          <a:pt x="10388" y="282131"/>
                          <a:pt x="9911" y="282751"/>
                        </a:cubicBezTo>
                        <a:cubicBezTo>
                          <a:pt x="9720" y="282989"/>
                          <a:pt x="9530" y="283227"/>
                          <a:pt x="9339" y="283418"/>
                        </a:cubicBezTo>
                        <a:cubicBezTo>
                          <a:pt x="8958" y="283894"/>
                          <a:pt x="8577" y="284275"/>
                          <a:pt x="8148" y="284657"/>
                        </a:cubicBezTo>
                        <a:cubicBezTo>
                          <a:pt x="7814" y="284943"/>
                          <a:pt x="7529" y="285276"/>
                          <a:pt x="7243" y="285562"/>
                        </a:cubicBezTo>
                        <a:cubicBezTo>
                          <a:pt x="6814" y="285943"/>
                          <a:pt x="6385" y="286229"/>
                          <a:pt x="5956" y="286563"/>
                        </a:cubicBezTo>
                        <a:cubicBezTo>
                          <a:pt x="5623" y="286801"/>
                          <a:pt x="5337" y="287039"/>
                          <a:pt x="5003" y="287277"/>
                        </a:cubicBezTo>
                        <a:cubicBezTo>
                          <a:pt x="4479" y="287611"/>
                          <a:pt x="3955" y="287897"/>
                          <a:pt x="3478" y="288135"/>
                        </a:cubicBezTo>
                        <a:cubicBezTo>
                          <a:pt x="3193" y="288278"/>
                          <a:pt x="2907" y="288469"/>
                          <a:pt x="2573" y="288612"/>
                        </a:cubicBezTo>
                        <a:cubicBezTo>
                          <a:pt x="1763" y="288993"/>
                          <a:pt x="858" y="289326"/>
                          <a:pt x="0" y="289565"/>
                        </a:cubicBezTo>
                        <a:cubicBezTo>
                          <a:pt x="4479" y="288326"/>
                          <a:pt x="9006" y="287134"/>
                          <a:pt x="13485" y="285943"/>
                        </a:cubicBezTo>
                        <a:cubicBezTo>
                          <a:pt x="14390" y="285705"/>
                          <a:pt x="15248" y="285371"/>
                          <a:pt x="16058" y="284990"/>
                        </a:cubicBezTo>
                        <a:cubicBezTo>
                          <a:pt x="16296" y="284895"/>
                          <a:pt x="16582" y="284704"/>
                          <a:pt x="16820" y="284561"/>
                        </a:cubicBezTo>
                        <a:cubicBezTo>
                          <a:pt x="17392" y="284275"/>
                          <a:pt x="17916" y="283990"/>
                          <a:pt x="18440" y="283656"/>
                        </a:cubicBezTo>
                        <a:cubicBezTo>
                          <a:pt x="18726" y="283466"/>
                          <a:pt x="19060" y="283227"/>
                          <a:pt x="19346" y="283037"/>
                        </a:cubicBezTo>
                        <a:cubicBezTo>
                          <a:pt x="19822" y="282703"/>
                          <a:pt x="20298" y="282370"/>
                          <a:pt x="20727" y="281988"/>
                        </a:cubicBezTo>
                        <a:cubicBezTo>
                          <a:pt x="21061" y="281702"/>
                          <a:pt x="21299" y="281416"/>
                          <a:pt x="21585" y="281131"/>
                        </a:cubicBezTo>
                        <a:cubicBezTo>
                          <a:pt x="21919" y="280845"/>
                          <a:pt x="22252" y="280559"/>
                          <a:pt x="22538" y="280225"/>
                        </a:cubicBezTo>
                        <a:cubicBezTo>
                          <a:pt x="22634" y="280130"/>
                          <a:pt x="22729" y="279987"/>
                          <a:pt x="22824" y="279844"/>
                        </a:cubicBezTo>
                        <a:cubicBezTo>
                          <a:pt x="23015" y="279653"/>
                          <a:pt x="23158" y="279415"/>
                          <a:pt x="23348" y="279177"/>
                        </a:cubicBezTo>
                        <a:cubicBezTo>
                          <a:pt x="23586" y="278891"/>
                          <a:pt x="23825" y="278653"/>
                          <a:pt x="24015" y="278319"/>
                        </a:cubicBezTo>
                        <a:cubicBezTo>
                          <a:pt x="24253" y="277986"/>
                          <a:pt x="24492" y="277605"/>
                          <a:pt x="24730" y="277271"/>
                        </a:cubicBezTo>
                        <a:cubicBezTo>
                          <a:pt x="24825" y="277176"/>
                          <a:pt x="24873" y="277033"/>
                          <a:pt x="24968" y="276937"/>
                        </a:cubicBezTo>
                        <a:cubicBezTo>
                          <a:pt x="24968" y="276890"/>
                          <a:pt x="25063" y="276842"/>
                          <a:pt x="25063" y="276747"/>
                        </a:cubicBezTo>
                        <a:cubicBezTo>
                          <a:pt x="25349" y="276270"/>
                          <a:pt x="25635" y="275794"/>
                          <a:pt x="25874" y="275270"/>
                        </a:cubicBezTo>
                        <a:cubicBezTo>
                          <a:pt x="26064" y="274936"/>
                          <a:pt x="26207" y="274555"/>
                          <a:pt x="26398" y="274222"/>
                        </a:cubicBezTo>
                        <a:cubicBezTo>
                          <a:pt x="26398" y="274126"/>
                          <a:pt x="26445" y="274079"/>
                          <a:pt x="26493" y="273983"/>
                        </a:cubicBezTo>
                        <a:cubicBezTo>
                          <a:pt x="26493" y="273936"/>
                          <a:pt x="26541" y="273888"/>
                          <a:pt x="26588" y="273840"/>
                        </a:cubicBezTo>
                        <a:cubicBezTo>
                          <a:pt x="26779" y="273411"/>
                          <a:pt x="26969" y="272935"/>
                          <a:pt x="27112" y="272506"/>
                        </a:cubicBezTo>
                        <a:cubicBezTo>
                          <a:pt x="27255" y="272077"/>
                          <a:pt x="27446" y="271648"/>
                          <a:pt x="27589" y="271172"/>
                        </a:cubicBezTo>
                        <a:cubicBezTo>
                          <a:pt x="27589" y="271077"/>
                          <a:pt x="27684" y="270981"/>
                          <a:pt x="27684" y="270838"/>
                        </a:cubicBezTo>
                        <a:cubicBezTo>
                          <a:pt x="27684" y="270743"/>
                          <a:pt x="27732" y="270648"/>
                          <a:pt x="27779" y="270600"/>
                        </a:cubicBezTo>
                        <a:cubicBezTo>
                          <a:pt x="27827" y="270362"/>
                          <a:pt x="27923" y="270076"/>
                          <a:pt x="28018" y="269838"/>
                        </a:cubicBezTo>
                        <a:cubicBezTo>
                          <a:pt x="28113" y="269409"/>
                          <a:pt x="28256" y="268980"/>
                          <a:pt x="28351" y="268504"/>
                        </a:cubicBezTo>
                        <a:cubicBezTo>
                          <a:pt x="28447" y="268075"/>
                          <a:pt x="28542" y="267646"/>
                          <a:pt x="28685" y="267169"/>
                        </a:cubicBezTo>
                        <a:cubicBezTo>
                          <a:pt x="28685" y="267169"/>
                          <a:pt x="28685" y="267122"/>
                          <a:pt x="28685" y="267122"/>
                        </a:cubicBezTo>
                        <a:lnTo>
                          <a:pt x="29209" y="0"/>
                        </a:lnTo>
                        <a:lnTo>
                          <a:pt x="15772" y="3669"/>
                        </a:ln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6" name="Freeform: Shape 2465">
                    <a:extLst>
                      <a:ext uri="{FF2B5EF4-FFF2-40B4-BE49-F238E27FC236}">
                        <a16:creationId xmlns:a16="http://schemas.microsoft.com/office/drawing/2014/main" id="{A2D4A0DE-1AF5-CEAF-08B1-05B01063C0C7}"/>
                      </a:ext>
                    </a:extLst>
                  </p:cNvPr>
                  <p:cNvSpPr/>
                  <p:nvPr/>
                </p:nvSpPr>
                <p:spPr>
                  <a:xfrm>
                    <a:off x="4444342" y="4134388"/>
                    <a:ext cx="126889" cy="111403"/>
                  </a:xfrm>
                  <a:custGeom>
                    <a:avLst/>
                    <a:gdLst>
                      <a:gd name="connsiteX0" fmla="*/ 120743 w 126889"/>
                      <a:gd name="connsiteY0" fmla="*/ 97157 h 111403"/>
                      <a:gd name="connsiteX1" fmla="*/ 99635 w 126889"/>
                      <a:gd name="connsiteY1" fmla="*/ 57894 h 111403"/>
                      <a:gd name="connsiteX2" fmla="*/ 0 w 126889"/>
                      <a:gd name="connsiteY2" fmla="*/ 0 h 111403"/>
                      <a:gd name="connsiteX3" fmla="*/ 21109 w 126889"/>
                      <a:gd name="connsiteY3" fmla="*/ 39263 h 111403"/>
                      <a:gd name="connsiteX4" fmla="*/ 27112 w 126889"/>
                      <a:gd name="connsiteY4" fmla="*/ 53034 h 111403"/>
                      <a:gd name="connsiteX5" fmla="*/ 126890 w 126889"/>
                      <a:gd name="connsiteY5" fmla="*/ 111404 h 111403"/>
                      <a:gd name="connsiteX6" fmla="*/ 120791 w 126889"/>
                      <a:gd name="connsiteY6" fmla="*/ 97157 h 11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889" h="111403">
                        <a:moveTo>
                          <a:pt x="120743" y="97157"/>
                        </a:moveTo>
                        <a:cubicBezTo>
                          <a:pt x="111070" y="76334"/>
                          <a:pt x="99730" y="58084"/>
                          <a:pt x="99635" y="57894"/>
                        </a:cubicBezTo>
                        <a:lnTo>
                          <a:pt x="0" y="0"/>
                        </a:lnTo>
                        <a:cubicBezTo>
                          <a:pt x="0" y="0"/>
                          <a:pt x="11483" y="18440"/>
                          <a:pt x="21109" y="39263"/>
                        </a:cubicBezTo>
                        <a:cubicBezTo>
                          <a:pt x="23062" y="43504"/>
                          <a:pt x="25683" y="49650"/>
                          <a:pt x="27112" y="53034"/>
                        </a:cubicBezTo>
                        <a:lnTo>
                          <a:pt x="126890" y="111404"/>
                        </a:lnTo>
                        <a:cubicBezTo>
                          <a:pt x="125508" y="108164"/>
                          <a:pt x="122601" y="101207"/>
                          <a:pt x="120791" y="97157"/>
                        </a:cubicBez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7" name="Freeform: Shape 2466">
                    <a:extLst>
                      <a:ext uri="{FF2B5EF4-FFF2-40B4-BE49-F238E27FC236}">
                        <a16:creationId xmlns:a16="http://schemas.microsoft.com/office/drawing/2014/main" id="{DA8139D5-FC6A-9A1E-1F4F-48B15E1D5FF7}"/>
                      </a:ext>
                    </a:extLst>
                  </p:cNvPr>
                  <p:cNvSpPr/>
                  <p:nvPr/>
                </p:nvSpPr>
                <p:spPr>
                  <a:xfrm>
                    <a:off x="4298104" y="3767914"/>
                    <a:ext cx="449434" cy="561696"/>
                  </a:xfrm>
                  <a:custGeom>
                    <a:avLst/>
                    <a:gdLst>
                      <a:gd name="connsiteX0" fmla="*/ 430848 w 449434"/>
                      <a:gd name="connsiteY0" fmla="*/ 230960 h 561696"/>
                      <a:gd name="connsiteX1" fmla="*/ 448621 w 449434"/>
                      <a:gd name="connsiteY1" fmla="*/ 275178 h 561696"/>
                      <a:gd name="connsiteX2" fmla="*/ 448049 w 449434"/>
                      <a:gd name="connsiteY2" fmla="*/ 542252 h 561696"/>
                      <a:gd name="connsiteX3" fmla="*/ 417697 w 449434"/>
                      <a:gd name="connsiteY3" fmla="*/ 558691 h 561696"/>
                      <a:gd name="connsiteX4" fmla="*/ 18587 w 449434"/>
                      <a:gd name="connsiteY4" fmla="*/ 328259 h 561696"/>
                      <a:gd name="connsiteX5" fmla="*/ 813 w 449434"/>
                      <a:gd name="connsiteY5" fmla="*/ 284041 h 561696"/>
                      <a:gd name="connsiteX6" fmla="*/ 5388 w 449434"/>
                      <a:gd name="connsiteY6" fmla="*/ 19444 h 561696"/>
                      <a:gd name="connsiteX7" fmla="*/ 35740 w 449434"/>
                      <a:gd name="connsiteY7" fmla="*/ 3006 h 561696"/>
                      <a:gd name="connsiteX8" fmla="*/ 430848 w 449434"/>
                      <a:gd name="connsiteY8" fmla="*/ 230912 h 561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434" h="561696">
                        <a:moveTo>
                          <a:pt x="430848" y="230960"/>
                        </a:moveTo>
                        <a:cubicBezTo>
                          <a:pt x="444094" y="238631"/>
                          <a:pt x="452099" y="258501"/>
                          <a:pt x="448621" y="275178"/>
                        </a:cubicBezTo>
                        <a:lnTo>
                          <a:pt x="448049" y="542252"/>
                        </a:lnTo>
                        <a:cubicBezTo>
                          <a:pt x="444571" y="558929"/>
                          <a:pt x="430991" y="566315"/>
                          <a:pt x="417697" y="558691"/>
                        </a:cubicBezTo>
                        <a:lnTo>
                          <a:pt x="18587" y="328259"/>
                        </a:lnTo>
                        <a:cubicBezTo>
                          <a:pt x="5340" y="320588"/>
                          <a:pt x="-2665" y="300718"/>
                          <a:pt x="813" y="284041"/>
                        </a:cubicBezTo>
                        <a:lnTo>
                          <a:pt x="5388" y="19444"/>
                        </a:lnTo>
                        <a:cubicBezTo>
                          <a:pt x="8866" y="2767"/>
                          <a:pt x="22494" y="-4618"/>
                          <a:pt x="35740" y="3006"/>
                        </a:cubicBezTo>
                        <a:lnTo>
                          <a:pt x="430848" y="230912"/>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8" name="Freeform: Shape 2467">
                    <a:extLst>
                      <a:ext uri="{FF2B5EF4-FFF2-40B4-BE49-F238E27FC236}">
                        <a16:creationId xmlns:a16="http://schemas.microsoft.com/office/drawing/2014/main" id="{4A271353-825A-2592-A7FE-FB234826F6D9}"/>
                      </a:ext>
                    </a:extLst>
                  </p:cNvPr>
                  <p:cNvSpPr/>
                  <p:nvPr/>
                </p:nvSpPr>
                <p:spPr>
                  <a:xfrm>
                    <a:off x="4311102" y="3780479"/>
                    <a:ext cx="429276" cy="500962"/>
                  </a:xfrm>
                  <a:custGeom>
                    <a:avLst/>
                    <a:gdLst>
                      <a:gd name="connsiteX0" fmla="*/ 4874 w 429276"/>
                      <a:gd name="connsiteY0" fmla="*/ 267997 h 500962"/>
                      <a:gd name="connsiteX1" fmla="*/ 252 w 429276"/>
                      <a:gd name="connsiteY1" fmla="*/ 252845 h 500962"/>
                      <a:gd name="connsiteX2" fmla="*/ 1491 w 429276"/>
                      <a:gd name="connsiteY2" fmla="*/ 9691 h 500962"/>
                      <a:gd name="connsiteX3" fmla="*/ 22409 w 429276"/>
                      <a:gd name="connsiteY3" fmla="*/ 1114 h 500962"/>
                      <a:gd name="connsiteX4" fmla="*/ 411274 w 429276"/>
                      <a:gd name="connsiteY4" fmla="*/ 225685 h 500962"/>
                      <a:gd name="connsiteX5" fmla="*/ 428523 w 429276"/>
                      <a:gd name="connsiteY5" fmla="*/ 266711 h 500962"/>
                      <a:gd name="connsiteX6" fmla="*/ 428094 w 429276"/>
                      <a:gd name="connsiteY6" fmla="*/ 485897 h 500962"/>
                      <a:gd name="connsiteX7" fmla="*/ 406414 w 429276"/>
                      <a:gd name="connsiteY7" fmla="*/ 499763 h 500962"/>
                      <a:gd name="connsiteX8" fmla="*/ 4921 w 429276"/>
                      <a:gd name="connsiteY8" fmla="*/ 267950 h 5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76" h="500962">
                        <a:moveTo>
                          <a:pt x="4874" y="267997"/>
                        </a:moveTo>
                        <a:cubicBezTo>
                          <a:pt x="2634" y="266473"/>
                          <a:pt x="-987" y="258849"/>
                          <a:pt x="252" y="252845"/>
                        </a:cubicBezTo>
                        <a:cubicBezTo>
                          <a:pt x="252" y="252845"/>
                          <a:pt x="252" y="15409"/>
                          <a:pt x="1491" y="9691"/>
                        </a:cubicBezTo>
                        <a:cubicBezTo>
                          <a:pt x="4588" y="-4556"/>
                          <a:pt x="22409" y="1114"/>
                          <a:pt x="22409" y="1114"/>
                        </a:cubicBezTo>
                        <a:lnTo>
                          <a:pt x="411274" y="225685"/>
                        </a:lnTo>
                        <a:cubicBezTo>
                          <a:pt x="422758" y="233356"/>
                          <a:pt x="428523" y="246460"/>
                          <a:pt x="428523" y="266711"/>
                        </a:cubicBezTo>
                        <a:cubicBezTo>
                          <a:pt x="428523" y="266711"/>
                          <a:pt x="430477" y="475272"/>
                          <a:pt x="428094" y="485897"/>
                        </a:cubicBezTo>
                        <a:cubicBezTo>
                          <a:pt x="423329" y="507006"/>
                          <a:pt x="406414" y="499763"/>
                          <a:pt x="406414" y="499763"/>
                        </a:cubicBezTo>
                        <a:lnTo>
                          <a:pt x="4921" y="267950"/>
                        </a:lnTo>
                        <a:close/>
                      </a:path>
                    </a:pathLst>
                  </a:custGeom>
                  <a:gradFill>
                    <a:gsLst>
                      <a:gs pos="7000">
                        <a:srgbClr val="BCBCBC"/>
                      </a:gs>
                      <a:gs pos="92000">
                        <a:srgbClr val="A9AAA9"/>
                      </a:gs>
                    </a:gsLst>
                    <a:lin ang="19800117"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69" name="Freeform: Shape 2468">
                    <a:extLst>
                      <a:ext uri="{FF2B5EF4-FFF2-40B4-BE49-F238E27FC236}">
                        <a16:creationId xmlns:a16="http://schemas.microsoft.com/office/drawing/2014/main" id="{8C37DBF8-7FC1-396F-942A-729133A50C0A}"/>
                      </a:ext>
                    </a:extLst>
                  </p:cNvPr>
                  <p:cNvSpPr/>
                  <p:nvPr/>
                </p:nvSpPr>
                <p:spPr>
                  <a:xfrm>
                    <a:off x="4728999" y="3995252"/>
                    <a:ext cx="31972" cy="47792"/>
                  </a:xfrm>
                  <a:custGeom>
                    <a:avLst/>
                    <a:gdLst>
                      <a:gd name="connsiteX0" fmla="*/ 31973 w 31972"/>
                      <a:gd name="connsiteY0" fmla="*/ 37357 h 47792"/>
                      <a:gd name="connsiteX1" fmla="*/ 31973 w 31972"/>
                      <a:gd name="connsiteY1" fmla="*/ 35880 h 47792"/>
                      <a:gd name="connsiteX2" fmla="*/ 31973 w 31972"/>
                      <a:gd name="connsiteY2" fmla="*/ 34641 h 47792"/>
                      <a:gd name="connsiteX3" fmla="*/ 31973 w 31972"/>
                      <a:gd name="connsiteY3" fmla="*/ 34546 h 47792"/>
                      <a:gd name="connsiteX4" fmla="*/ 31973 w 31972"/>
                      <a:gd name="connsiteY4" fmla="*/ 34403 h 47792"/>
                      <a:gd name="connsiteX5" fmla="*/ 31877 w 31972"/>
                      <a:gd name="connsiteY5" fmla="*/ 32687 h 47792"/>
                      <a:gd name="connsiteX6" fmla="*/ 31782 w 31972"/>
                      <a:gd name="connsiteY6" fmla="*/ 31496 h 47792"/>
                      <a:gd name="connsiteX7" fmla="*/ 31782 w 31972"/>
                      <a:gd name="connsiteY7" fmla="*/ 31258 h 47792"/>
                      <a:gd name="connsiteX8" fmla="*/ 31782 w 31972"/>
                      <a:gd name="connsiteY8" fmla="*/ 30972 h 47792"/>
                      <a:gd name="connsiteX9" fmla="*/ 31496 w 31972"/>
                      <a:gd name="connsiteY9" fmla="*/ 29066 h 47792"/>
                      <a:gd name="connsiteX10" fmla="*/ 31401 w 31972"/>
                      <a:gd name="connsiteY10" fmla="*/ 28399 h 47792"/>
                      <a:gd name="connsiteX11" fmla="*/ 31306 w 31972"/>
                      <a:gd name="connsiteY11" fmla="*/ 27780 h 47792"/>
                      <a:gd name="connsiteX12" fmla="*/ 31162 w 31972"/>
                      <a:gd name="connsiteY12" fmla="*/ 26969 h 47792"/>
                      <a:gd name="connsiteX13" fmla="*/ 30782 w 31972"/>
                      <a:gd name="connsiteY13" fmla="*/ 25445 h 47792"/>
                      <a:gd name="connsiteX14" fmla="*/ 30638 w 31972"/>
                      <a:gd name="connsiteY14" fmla="*/ 24778 h 47792"/>
                      <a:gd name="connsiteX15" fmla="*/ 30591 w 31972"/>
                      <a:gd name="connsiteY15" fmla="*/ 24444 h 47792"/>
                      <a:gd name="connsiteX16" fmla="*/ 30305 w 31972"/>
                      <a:gd name="connsiteY16" fmla="*/ 23491 h 47792"/>
                      <a:gd name="connsiteX17" fmla="*/ 29638 w 31972"/>
                      <a:gd name="connsiteY17" fmla="*/ 21299 h 47792"/>
                      <a:gd name="connsiteX18" fmla="*/ 29495 w 31972"/>
                      <a:gd name="connsiteY18" fmla="*/ 20870 h 47792"/>
                      <a:gd name="connsiteX19" fmla="*/ 29161 w 31972"/>
                      <a:gd name="connsiteY19" fmla="*/ 20060 h 47792"/>
                      <a:gd name="connsiteX20" fmla="*/ 28304 w 31972"/>
                      <a:gd name="connsiteY20" fmla="*/ 17868 h 47792"/>
                      <a:gd name="connsiteX21" fmla="*/ 27732 w 31972"/>
                      <a:gd name="connsiteY21" fmla="*/ 16582 h 47792"/>
                      <a:gd name="connsiteX22" fmla="*/ 26683 w 31972"/>
                      <a:gd name="connsiteY22" fmla="*/ 14485 h 47792"/>
                      <a:gd name="connsiteX23" fmla="*/ 26302 w 31972"/>
                      <a:gd name="connsiteY23" fmla="*/ 13723 h 47792"/>
                      <a:gd name="connsiteX24" fmla="*/ 26112 w 31972"/>
                      <a:gd name="connsiteY24" fmla="*/ 13389 h 47792"/>
                      <a:gd name="connsiteX25" fmla="*/ 24396 w 31972"/>
                      <a:gd name="connsiteY25" fmla="*/ 10578 h 47792"/>
                      <a:gd name="connsiteX26" fmla="*/ 24206 w 31972"/>
                      <a:gd name="connsiteY26" fmla="*/ 10292 h 47792"/>
                      <a:gd name="connsiteX27" fmla="*/ 22633 w 31972"/>
                      <a:gd name="connsiteY27" fmla="*/ 8148 h 47792"/>
                      <a:gd name="connsiteX28" fmla="*/ 22443 w 31972"/>
                      <a:gd name="connsiteY28" fmla="*/ 7910 h 47792"/>
                      <a:gd name="connsiteX29" fmla="*/ 22109 w 31972"/>
                      <a:gd name="connsiteY29" fmla="*/ 7529 h 47792"/>
                      <a:gd name="connsiteX30" fmla="*/ 21299 w 31972"/>
                      <a:gd name="connsiteY30" fmla="*/ 6576 h 47792"/>
                      <a:gd name="connsiteX31" fmla="*/ 20489 w 31972"/>
                      <a:gd name="connsiteY31" fmla="*/ 5718 h 47792"/>
                      <a:gd name="connsiteX32" fmla="*/ 20251 w 31972"/>
                      <a:gd name="connsiteY32" fmla="*/ 5480 h 47792"/>
                      <a:gd name="connsiteX33" fmla="*/ 20060 w 31972"/>
                      <a:gd name="connsiteY33" fmla="*/ 5241 h 47792"/>
                      <a:gd name="connsiteX34" fmla="*/ 18869 w 31972"/>
                      <a:gd name="connsiteY34" fmla="*/ 4050 h 47792"/>
                      <a:gd name="connsiteX35" fmla="*/ 18297 w 31972"/>
                      <a:gd name="connsiteY35" fmla="*/ 3526 h 47792"/>
                      <a:gd name="connsiteX36" fmla="*/ 18059 w 31972"/>
                      <a:gd name="connsiteY36" fmla="*/ 3336 h 47792"/>
                      <a:gd name="connsiteX37" fmla="*/ 17726 w 31972"/>
                      <a:gd name="connsiteY37" fmla="*/ 3050 h 47792"/>
                      <a:gd name="connsiteX38" fmla="*/ 16630 w 31972"/>
                      <a:gd name="connsiteY38" fmla="*/ 2144 h 47792"/>
                      <a:gd name="connsiteX39" fmla="*/ 15962 w 31972"/>
                      <a:gd name="connsiteY39" fmla="*/ 1620 h 47792"/>
                      <a:gd name="connsiteX40" fmla="*/ 15772 w 31972"/>
                      <a:gd name="connsiteY40" fmla="*/ 1525 h 47792"/>
                      <a:gd name="connsiteX41" fmla="*/ 15534 w 31972"/>
                      <a:gd name="connsiteY41" fmla="*/ 1382 h 47792"/>
                      <a:gd name="connsiteX42" fmla="*/ 14485 w 31972"/>
                      <a:gd name="connsiteY42" fmla="*/ 667 h 47792"/>
                      <a:gd name="connsiteX43" fmla="*/ 13437 w 31972"/>
                      <a:gd name="connsiteY43" fmla="*/ 0 h 47792"/>
                      <a:gd name="connsiteX44" fmla="*/ 13437 w 31972"/>
                      <a:gd name="connsiteY44" fmla="*/ 0 h 47792"/>
                      <a:gd name="connsiteX45" fmla="*/ 0 w 31972"/>
                      <a:gd name="connsiteY45" fmla="*/ 3669 h 47792"/>
                      <a:gd name="connsiteX46" fmla="*/ 0 w 31972"/>
                      <a:gd name="connsiteY46" fmla="*/ 3669 h 47792"/>
                      <a:gd name="connsiteX47" fmla="*/ 48 w 31972"/>
                      <a:gd name="connsiteY47" fmla="*/ 3669 h 47792"/>
                      <a:gd name="connsiteX48" fmla="*/ 2287 w 31972"/>
                      <a:gd name="connsiteY48" fmla="*/ 5146 h 47792"/>
                      <a:gd name="connsiteX49" fmla="*/ 2525 w 31972"/>
                      <a:gd name="connsiteY49" fmla="*/ 5337 h 47792"/>
                      <a:gd name="connsiteX50" fmla="*/ 4527 w 31972"/>
                      <a:gd name="connsiteY50" fmla="*/ 6957 h 47792"/>
                      <a:gd name="connsiteX51" fmla="*/ 4765 w 31972"/>
                      <a:gd name="connsiteY51" fmla="*/ 7195 h 47792"/>
                      <a:gd name="connsiteX52" fmla="*/ 6623 w 31972"/>
                      <a:gd name="connsiteY52" fmla="*/ 9006 h 47792"/>
                      <a:gd name="connsiteX53" fmla="*/ 6957 w 31972"/>
                      <a:gd name="connsiteY53" fmla="*/ 9387 h 47792"/>
                      <a:gd name="connsiteX54" fmla="*/ 8482 w 31972"/>
                      <a:gd name="connsiteY54" fmla="*/ 11150 h 47792"/>
                      <a:gd name="connsiteX55" fmla="*/ 8863 w 31972"/>
                      <a:gd name="connsiteY55" fmla="*/ 11579 h 47792"/>
                      <a:gd name="connsiteX56" fmla="*/ 10340 w 31972"/>
                      <a:gd name="connsiteY56" fmla="*/ 13580 h 47792"/>
                      <a:gd name="connsiteX57" fmla="*/ 10626 w 31972"/>
                      <a:gd name="connsiteY57" fmla="*/ 13961 h 47792"/>
                      <a:gd name="connsiteX58" fmla="*/ 10626 w 31972"/>
                      <a:gd name="connsiteY58" fmla="*/ 13961 h 47792"/>
                      <a:gd name="connsiteX59" fmla="*/ 12484 w 31972"/>
                      <a:gd name="connsiteY59" fmla="*/ 17011 h 47792"/>
                      <a:gd name="connsiteX60" fmla="*/ 13056 w 31972"/>
                      <a:gd name="connsiteY60" fmla="*/ 18059 h 47792"/>
                      <a:gd name="connsiteX61" fmla="*/ 14152 w 31972"/>
                      <a:gd name="connsiteY61" fmla="*/ 20203 h 47792"/>
                      <a:gd name="connsiteX62" fmla="*/ 14676 w 31972"/>
                      <a:gd name="connsiteY62" fmla="*/ 21395 h 47792"/>
                      <a:gd name="connsiteX63" fmla="*/ 15581 w 31972"/>
                      <a:gd name="connsiteY63" fmla="*/ 23586 h 47792"/>
                      <a:gd name="connsiteX64" fmla="*/ 16010 w 31972"/>
                      <a:gd name="connsiteY64" fmla="*/ 24825 h 47792"/>
                      <a:gd name="connsiteX65" fmla="*/ 16725 w 31972"/>
                      <a:gd name="connsiteY65" fmla="*/ 27112 h 47792"/>
                      <a:gd name="connsiteX66" fmla="*/ 17059 w 31972"/>
                      <a:gd name="connsiteY66" fmla="*/ 28256 h 47792"/>
                      <a:gd name="connsiteX67" fmla="*/ 17297 w 31972"/>
                      <a:gd name="connsiteY67" fmla="*/ 29114 h 47792"/>
                      <a:gd name="connsiteX68" fmla="*/ 17773 w 31972"/>
                      <a:gd name="connsiteY68" fmla="*/ 31258 h 47792"/>
                      <a:gd name="connsiteX69" fmla="*/ 17916 w 31972"/>
                      <a:gd name="connsiteY69" fmla="*/ 31973 h 47792"/>
                      <a:gd name="connsiteX70" fmla="*/ 18297 w 31972"/>
                      <a:gd name="connsiteY70" fmla="*/ 34736 h 47792"/>
                      <a:gd name="connsiteX71" fmla="*/ 18297 w 31972"/>
                      <a:gd name="connsiteY71" fmla="*/ 35070 h 47792"/>
                      <a:gd name="connsiteX72" fmla="*/ 18536 w 31972"/>
                      <a:gd name="connsiteY72" fmla="*/ 38024 h 47792"/>
                      <a:gd name="connsiteX73" fmla="*/ 18536 w 31972"/>
                      <a:gd name="connsiteY73" fmla="*/ 38215 h 47792"/>
                      <a:gd name="connsiteX74" fmla="*/ 18536 w 31972"/>
                      <a:gd name="connsiteY74" fmla="*/ 41264 h 47792"/>
                      <a:gd name="connsiteX75" fmla="*/ 18536 w 31972"/>
                      <a:gd name="connsiteY75" fmla="*/ 41503 h 47792"/>
                      <a:gd name="connsiteX76" fmla="*/ 18297 w 31972"/>
                      <a:gd name="connsiteY76" fmla="*/ 44457 h 47792"/>
                      <a:gd name="connsiteX77" fmla="*/ 18297 w 31972"/>
                      <a:gd name="connsiteY77" fmla="*/ 44743 h 47792"/>
                      <a:gd name="connsiteX78" fmla="*/ 17821 w 31972"/>
                      <a:gd name="connsiteY78" fmla="*/ 47792 h 47792"/>
                      <a:gd name="connsiteX79" fmla="*/ 31258 w 31972"/>
                      <a:gd name="connsiteY79" fmla="*/ 44123 h 47792"/>
                      <a:gd name="connsiteX80" fmla="*/ 31496 w 31972"/>
                      <a:gd name="connsiteY80" fmla="*/ 42884 h 47792"/>
                      <a:gd name="connsiteX81" fmla="*/ 31687 w 31972"/>
                      <a:gd name="connsiteY81" fmla="*/ 41550 h 47792"/>
                      <a:gd name="connsiteX82" fmla="*/ 31782 w 31972"/>
                      <a:gd name="connsiteY82" fmla="*/ 41121 h 47792"/>
                      <a:gd name="connsiteX83" fmla="*/ 31782 w 31972"/>
                      <a:gd name="connsiteY83" fmla="*/ 40883 h 47792"/>
                      <a:gd name="connsiteX84" fmla="*/ 31877 w 31972"/>
                      <a:gd name="connsiteY84" fmla="*/ 40216 h 47792"/>
                      <a:gd name="connsiteX85" fmla="*/ 31973 w 31972"/>
                      <a:gd name="connsiteY85" fmla="*/ 38834 h 47792"/>
                      <a:gd name="connsiteX86" fmla="*/ 31973 w 31972"/>
                      <a:gd name="connsiteY86" fmla="*/ 37976 h 47792"/>
                      <a:gd name="connsiteX87" fmla="*/ 31973 w 31972"/>
                      <a:gd name="connsiteY87" fmla="*/ 37738 h 47792"/>
                      <a:gd name="connsiteX88" fmla="*/ 31973 w 31972"/>
                      <a:gd name="connsiteY88" fmla="*/ 37357 h 4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972" h="47792">
                        <a:moveTo>
                          <a:pt x="31973" y="37357"/>
                        </a:moveTo>
                        <a:cubicBezTo>
                          <a:pt x="31973" y="36881"/>
                          <a:pt x="31973" y="36356"/>
                          <a:pt x="31973" y="35880"/>
                        </a:cubicBezTo>
                        <a:cubicBezTo>
                          <a:pt x="31973" y="35451"/>
                          <a:pt x="31973" y="35070"/>
                          <a:pt x="31973" y="34641"/>
                        </a:cubicBezTo>
                        <a:lnTo>
                          <a:pt x="31973" y="34546"/>
                        </a:lnTo>
                        <a:cubicBezTo>
                          <a:pt x="31973" y="34546"/>
                          <a:pt x="31973" y="34403"/>
                          <a:pt x="31973" y="34403"/>
                        </a:cubicBezTo>
                        <a:cubicBezTo>
                          <a:pt x="31973" y="33783"/>
                          <a:pt x="31925" y="33212"/>
                          <a:pt x="31877" y="32687"/>
                        </a:cubicBezTo>
                        <a:cubicBezTo>
                          <a:pt x="31877" y="32306"/>
                          <a:pt x="31782" y="31877"/>
                          <a:pt x="31782" y="31496"/>
                        </a:cubicBezTo>
                        <a:cubicBezTo>
                          <a:pt x="31782" y="31401"/>
                          <a:pt x="31782" y="31306"/>
                          <a:pt x="31782" y="31258"/>
                        </a:cubicBezTo>
                        <a:cubicBezTo>
                          <a:pt x="31782" y="31163"/>
                          <a:pt x="31782" y="31067"/>
                          <a:pt x="31782" y="30972"/>
                        </a:cubicBezTo>
                        <a:cubicBezTo>
                          <a:pt x="31687" y="30353"/>
                          <a:pt x="31591" y="29686"/>
                          <a:pt x="31496" y="29066"/>
                        </a:cubicBezTo>
                        <a:cubicBezTo>
                          <a:pt x="31496" y="28828"/>
                          <a:pt x="31448" y="28637"/>
                          <a:pt x="31401" y="28399"/>
                        </a:cubicBezTo>
                        <a:cubicBezTo>
                          <a:pt x="31401" y="28161"/>
                          <a:pt x="31353" y="27970"/>
                          <a:pt x="31306" y="27780"/>
                        </a:cubicBezTo>
                        <a:cubicBezTo>
                          <a:pt x="31258" y="27494"/>
                          <a:pt x="31210" y="27208"/>
                          <a:pt x="31162" y="26969"/>
                        </a:cubicBezTo>
                        <a:cubicBezTo>
                          <a:pt x="31067" y="26445"/>
                          <a:pt x="30924" y="25921"/>
                          <a:pt x="30782" y="25445"/>
                        </a:cubicBezTo>
                        <a:cubicBezTo>
                          <a:pt x="30734" y="25206"/>
                          <a:pt x="30686" y="24968"/>
                          <a:pt x="30638" y="24778"/>
                        </a:cubicBezTo>
                        <a:cubicBezTo>
                          <a:pt x="30638" y="24682"/>
                          <a:pt x="30591" y="24539"/>
                          <a:pt x="30591" y="24444"/>
                        </a:cubicBezTo>
                        <a:cubicBezTo>
                          <a:pt x="30496" y="24158"/>
                          <a:pt x="30400" y="23825"/>
                          <a:pt x="30305" y="23491"/>
                        </a:cubicBezTo>
                        <a:cubicBezTo>
                          <a:pt x="30067" y="22776"/>
                          <a:pt x="29876" y="22014"/>
                          <a:pt x="29638" y="21299"/>
                        </a:cubicBezTo>
                        <a:cubicBezTo>
                          <a:pt x="29590" y="21156"/>
                          <a:pt x="29543" y="21013"/>
                          <a:pt x="29495" y="20870"/>
                        </a:cubicBezTo>
                        <a:cubicBezTo>
                          <a:pt x="29400" y="20585"/>
                          <a:pt x="29257" y="20346"/>
                          <a:pt x="29161" y="20060"/>
                        </a:cubicBezTo>
                        <a:cubicBezTo>
                          <a:pt x="28875" y="19346"/>
                          <a:pt x="28637" y="18583"/>
                          <a:pt x="28304" y="17868"/>
                        </a:cubicBezTo>
                        <a:cubicBezTo>
                          <a:pt x="28113" y="17440"/>
                          <a:pt x="27922" y="17011"/>
                          <a:pt x="27732" y="16582"/>
                        </a:cubicBezTo>
                        <a:cubicBezTo>
                          <a:pt x="27398" y="15867"/>
                          <a:pt x="27065" y="15200"/>
                          <a:pt x="26683" y="14485"/>
                        </a:cubicBezTo>
                        <a:cubicBezTo>
                          <a:pt x="26541" y="14247"/>
                          <a:pt x="26445" y="13961"/>
                          <a:pt x="26302" y="13723"/>
                        </a:cubicBezTo>
                        <a:cubicBezTo>
                          <a:pt x="26255" y="13628"/>
                          <a:pt x="26159" y="13485"/>
                          <a:pt x="26112" y="13389"/>
                        </a:cubicBezTo>
                        <a:cubicBezTo>
                          <a:pt x="25588" y="12437"/>
                          <a:pt x="25016" y="11531"/>
                          <a:pt x="24396" y="10578"/>
                        </a:cubicBezTo>
                        <a:cubicBezTo>
                          <a:pt x="24349" y="10483"/>
                          <a:pt x="24301" y="10388"/>
                          <a:pt x="24206" y="10292"/>
                        </a:cubicBezTo>
                        <a:cubicBezTo>
                          <a:pt x="23729" y="9530"/>
                          <a:pt x="23205" y="8863"/>
                          <a:pt x="22633" y="8148"/>
                        </a:cubicBezTo>
                        <a:cubicBezTo>
                          <a:pt x="22586" y="8053"/>
                          <a:pt x="22491" y="7957"/>
                          <a:pt x="22443" y="7910"/>
                        </a:cubicBezTo>
                        <a:cubicBezTo>
                          <a:pt x="22348" y="7767"/>
                          <a:pt x="22252" y="7672"/>
                          <a:pt x="22109" y="7529"/>
                        </a:cubicBezTo>
                        <a:cubicBezTo>
                          <a:pt x="21871" y="7195"/>
                          <a:pt x="21585" y="6862"/>
                          <a:pt x="21299" y="6576"/>
                        </a:cubicBezTo>
                        <a:cubicBezTo>
                          <a:pt x="21061" y="6290"/>
                          <a:pt x="20775" y="6004"/>
                          <a:pt x="20489" y="5718"/>
                        </a:cubicBezTo>
                        <a:cubicBezTo>
                          <a:pt x="20394" y="5623"/>
                          <a:pt x="20299" y="5527"/>
                          <a:pt x="20251" y="5480"/>
                        </a:cubicBezTo>
                        <a:cubicBezTo>
                          <a:pt x="20203" y="5384"/>
                          <a:pt x="20156" y="5337"/>
                          <a:pt x="20060" y="5241"/>
                        </a:cubicBezTo>
                        <a:cubicBezTo>
                          <a:pt x="19679" y="4860"/>
                          <a:pt x="19298" y="4431"/>
                          <a:pt x="18869" y="4050"/>
                        </a:cubicBezTo>
                        <a:cubicBezTo>
                          <a:pt x="18678" y="3860"/>
                          <a:pt x="18488" y="3717"/>
                          <a:pt x="18297" y="3526"/>
                        </a:cubicBezTo>
                        <a:cubicBezTo>
                          <a:pt x="18202" y="3478"/>
                          <a:pt x="18154" y="3383"/>
                          <a:pt x="18059" y="3336"/>
                        </a:cubicBezTo>
                        <a:cubicBezTo>
                          <a:pt x="17964" y="3240"/>
                          <a:pt x="17868" y="3145"/>
                          <a:pt x="17726" y="3050"/>
                        </a:cubicBezTo>
                        <a:cubicBezTo>
                          <a:pt x="17344" y="2764"/>
                          <a:pt x="17011" y="2430"/>
                          <a:pt x="16630" y="2144"/>
                        </a:cubicBezTo>
                        <a:cubicBezTo>
                          <a:pt x="16391" y="1954"/>
                          <a:pt x="16153" y="1811"/>
                          <a:pt x="15962" y="1620"/>
                        </a:cubicBezTo>
                        <a:cubicBezTo>
                          <a:pt x="15915" y="1620"/>
                          <a:pt x="15820" y="1525"/>
                          <a:pt x="15772" y="1525"/>
                        </a:cubicBezTo>
                        <a:cubicBezTo>
                          <a:pt x="15724" y="1477"/>
                          <a:pt x="15629" y="1430"/>
                          <a:pt x="15534" y="1382"/>
                        </a:cubicBezTo>
                        <a:cubicBezTo>
                          <a:pt x="15200" y="1144"/>
                          <a:pt x="14867" y="905"/>
                          <a:pt x="14485" y="667"/>
                        </a:cubicBezTo>
                        <a:cubicBezTo>
                          <a:pt x="14152" y="429"/>
                          <a:pt x="13771" y="238"/>
                          <a:pt x="13437" y="0"/>
                        </a:cubicBezTo>
                        <a:lnTo>
                          <a:pt x="13437" y="0"/>
                        </a:lnTo>
                        <a:lnTo>
                          <a:pt x="0" y="3669"/>
                        </a:lnTo>
                        <a:lnTo>
                          <a:pt x="0" y="3669"/>
                        </a:lnTo>
                        <a:cubicBezTo>
                          <a:pt x="0" y="3669"/>
                          <a:pt x="0" y="3669"/>
                          <a:pt x="48" y="3669"/>
                        </a:cubicBezTo>
                        <a:cubicBezTo>
                          <a:pt x="810" y="4145"/>
                          <a:pt x="1573" y="4622"/>
                          <a:pt x="2287" y="5146"/>
                        </a:cubicBezTo>
                        <a:cubicBezTo>
                          <a:pt x="2382" y="5194"/>
                          <a:pt x="2430" y="5241"/>
                          <a:pt x="2525" y="5337"/>
                        </a:cubicBezTo>
                        <a:cubicBezTo>
                          <a:pt x="3193" y="5813"/>
                          <a:pt x="3907" y="6385"/>
                          <a:pt x="4527" y="6957"/>
                        </a:cubicBezTo>
                        <a:cubicBezTo>
                          <a:pt x="4574" y="7052"/>
                          <a:pt x="4717" y="7100"/>
                          <a:pt x="4765" y="7195"/>
                        </a:cubicBezTo>
                        <a:cubicBezTo>
                          <a:pt x="5432" y="7767"/>
                          <a:pt x="6052" y="8386"/>
                          <a:pt x="6623" y="9006"/>
                        </a:cubicBezTo>
                        <a:cubicBezTo>
                          <a:pt x="6719" y="9101"/>
                          <a:pt x="6862" y="9244"/>
                          <a:pt x="6957" y="9387"/>
                        </a:cubicBezTo>
                        <a:cubicBezTo>
                          <a:pt x="7481" y="9959"/>
                          <a:pt x="8005" y="10531"/>
                          <a:pt x="8482" y="11150"/>
                        </a:cubicBezTo>
                        <a:cubicBezTo>
                          <a:pt x="8625" y="11341"/>
                          <a:pt x="8720" y="11436"/>
                          <a:pt x="8863" y="11579"/>
                        </a:cubicBezTo>
                        <a:cubicBezTo>
                          <a:pt x="9387" y="12246"/>
                          <a:pt x="9863" y="12913"/>
                          <a:pt x="10340" y="13580"/>
                        </a:cubicBezTo>
                        <a:cubicBezTo>
                          <a:pt x="10435" y="13723"/>
                          <a:pt x="10531" y="13818"/>
                          <a:pt x="10626" y="13961"/>
                        </a:cubicBezTo>
                        <a:lnTo>
                          <a:pt x="10626" y="13961"/>
                        </a:lnTo>
                        <a:cubicBezTo>
                          <a:pt x="11293" y="14914"/>
                          <a:pt x="11912" y="15963"/>
                          <a:pt x="12484" y="17011"/>
                        </a:cubicBezTo>
                        <a:cubicBezTo>
                          <a:pt x="12675" y="17344"/>
                          <a:pt x="12865" y="17726"/>
                          <a:pt x="13056" y="18059"/>
                        </a:cubicBezTo>
                        <a:cubicBezTo>
                          <a:pt x="13437" y="18774"/>
                          <a:pt x="13771" y="19489"/>
                          <a:pt x="14152" y="20203"/>
                        </a:cubicBezTo>
                        <a:cubicBezTo>
                          <a:pt x="14342" y="20585"/>
                          <a:pt x="14533" y="21013"/>
                          <a:pt x="14676" y="21395"/>
                        </a:cubicBezTo>
                        <a:cubicBezTo>
                          <a:pt x="15010" y="22109"/>
                          <a:pt x="15248" y="22824"/>
                          <a:pt x="15581" y="23586"/>
                        </a:cubicBezTo>
                        <a:cubicBezTo>
                          <a:pt x="15724" y="24015"/>
                          <a:pt x="15867" y="24396"/>
                          <a:pt x="16010" y="24825"/>
                        </a:cubicBezTo>
                        <a:cubicBezTo>
                          <a:pt x="16249" y="25588"/>
                          <a:pt x="16487" y="26350"/>
                          <a:pt x="16725" y="27112"/>
                        </a:cubicBezTo>
                        <a:cubicBezTo>
                          <a:pt x="16820" y="27494"/>
                          <a:pt x="16963" y="27875"/>
                          <a:pt x="17059" y="28256"/>
                        </a:cubicBezTo>
                        <a:cubicBezTo>
                          <a:pt x="17154" y="28542"/>
                          <a:pt x="17201" y="28828"/>
                          <a:pt x="17297" y="29114"/>
                        </a:cubicBezTo>
                        <a:cubicBezTo>
                          <a:pt x="17487" y="29828"/>
                          <a:pt x="17630" y="30543"/>
                          <a:pt x="17773" y="31258"/>
                        </a:cubicBezTo>
                        <a:cubicBezTo>
                          <a:pt x="17773" y="31496"/>
                          <a:pt x="17868" y="31734"/>
                          <a:pt x="17916" y="31973"/>
                        </a:cubicBezTo>
                        <a:cubicBezTo>
                          <a:pt x="18107" y="32926"/>
                          <a:pt x="18250" y="33831"/>
                          <a:pt x="18297" y="34736"/>
                        </a:cubicBezTo>
                        <a:cubicBezTo>
                          <a:pt x="18297" y="34879"/>
                          <a:pt x="18297" y="34975"/>
                          <a:pt x="18297" y="35070"/>
                        </a:cubicBezTo>
                        <a:cubicBezTo>
                          <a:pt x="18393" y="36071"/>
                          <a:pt x="18488" y="37071"/>
                          <a:pt x="18536" y="38024"/>
                        </a:cubicBezTo>
                        <a:lnTo>
                          <a:pt x="18536" y="38215"/>
                        </a:lnTo>
                        <a:cubicBezTo>
                          <a:pt x="18536" y="39311"/>
                          <a:pt x="18536" y="40264"/>
                          <a:pt x="18536" y="41264"/>
                        </a:cubicBezTo>
                        <a:lnTo>
                          <a:pt x="18536" y="41503"/>
                        </a:lnTo>
                        <a:cubicBezTo>
                          <a:pt x="18488" y="42503"/>
                          <a:pt x="18440" y="43456"/>
                          <a:pt x="18297" y="44457"/>
                        </a:cubicBezTo>
                        <a:cubicBezTo>
                          <a:pt x="18297" y="44552"/>
                          <a:pt x="18297" y="44647"/>
                          <a:pt x="18297" y="44743"/>
                        </a:cubicBezTo>
                        <a:cubicBezTo>
                          <a:pt x="18202" y="45791"/>
                          <a:pt x="18012" y="46792"/>
                          <a:pt x="17821" y="47792"/>
                        </a:cubicBezTo>
                        <a:lnTo>
                          <a:pt x="31258" y="44123"/>
                        </a:lnTo>
                        <a:cubicBezTo>
                          <a:pt x="31353" y="43694"/>
                          <a:pt x="31448" y="43313"/>
                          <a:pt x="31496" y="42884"/>
                        </a:cubicBezTo>
                        <a:cubicBezTo>
                          <a:pt x="31544" y="42456"/>
                          <a:pt x="31639" y="41979"/>
                          <a:pt x="31687" y="41550"/>
                        </a:cubicBezTo>
                        <a:cubicBezTo>
                          <a:pt x="31687" y="41407"/>
                          <a:pt x="31735" y="41264"/>
                          <a:pt x="31782" y="41121"/>
                        </a:cubicBezTo>
                        <a:cubicBezTo>
                          <a:pt x="31782" y="41026"/>
                          <a:pt x="31782" y="40931"/>
                          <a:pt x="31782" y="40883"/>
                        </a:cubicBezTo>
                        <a:cubicBezTo>
                          <a:pt x="31782" y="40645"/>
                          <a:pt x="31830" y="40407"/>
                          <a:pt x="31877" y="40216"/>
                        </a:cubicBezTo>
                        <a:cubicBezTo>
                          <a:pt x="31925" y="39739"/>
                          <a:pt x="31973" y="39263"/>
                          <a:pt x="31973" y="38834"/>
                        </a:cubicBezTo>
                        <a:cubicBezTo>
                          <a:pt x="31973" y="38548"/>
                          <a:pt x="31973" y="38262"/>
                          <a:pt x="31973" y="37976"/>
                        </a:cubicBezTo>
                        <a:lnTo>
                          <a:pt x="31973" y="37738"/>
                        </a:lnTo>
                        <a:cubicBezTo>
                          <a:pt x="31973" y="37738"/>
                          <a:pt x="31973" y="37500"/>
                          <a:pt x="31973" y="37357"/>
                        </a:cubicBezTo>
                        <a:close/>
                      </a:path>
                    </a:pathLst>
                  </a:custGeom>
                  <a:gradFill>
                    <a:gsLst>
                      <a:gs pos="0">
                        <a:srgbClr val="FFFFFF"/>
                      </a:gs>
                      <a:gs pos="78000">
                        <a:srgbClr val="EEECF8"/>
                      </a:gs>
                      <a:gs pos="100000">
                        <a:srgbClr val="E9E6F6"/>
                      </a:gs>
                    </a:gsLst>
                    <a:lin ang="3600173"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0" name="Freeform: Shape 2469">
                    <a:extLst>
                      <a:ext uri="{FF2B5EF4-FFF2-40B4-BE49-F238E27FC236}">
                        <a16:creationId xmlns:a16="http://schemas.microsoft.com/office/drawing/2014/main" id="{201D93D4-F95C-E7BA-D189-5FD09984F1D6}"/>
                      </a:ext>
                    </a:extLst>
                  </p:cNvPr>
                  <p:cNvSpPr/>
                  <p:nvPr/>
                </p:nvSpPr>
                <p:spPr>
                  <a:xfrm>
                    <a:off x="4393787" y="4225065"/>
                    <a:ext cx="180114" cy="105352"/>
                  </a:xfrm>
                  <a:custGeom>
                    <a:avLst/>
                    <a:gdLst>
                      <a:gd name="connsiteX0" fmla="*/ 99635 w 180114"/>
                      <a:gd name="connsiteY0" fmla="*/ 105352 h 105352"/>
                      <a:gd name="connsiteX1" fmla="*/ 0 w 180114"/>
                      <a:gd name="connsiteY1" fmla="*/ 47459 h 105352"/>
                      <a:gd name="connsiteX2" fmla="*/ 2001 w 180114"/>
                      <a:gd name="connsiteY2" fmla="*/ 45886 h 105352"/>
                      <a:gd name="connsiteX3" fmla="*/ 77335 w 180114"/>
                      <a:gd name="connsiteY3" fmla="*/ 2382 h 105352"/>
                      <a:gd name="connsiteX4" fmla="*/ 80480 w 180114"/>
                      <a:gd name="connsiteY4" fmla="*/ 0 h 105352"/>
                      <a:gd name="connsiteX5" fmla="*/ 180114 w 180114"/>
                      <a:gd name="connsiteY5" fmla="*/ 57894 h 105352"/>
                      <a:gd name="connsiteX6" fmla="*/ 176969 w 180114"/>
                      <a:gd name="connsiteY6" fmla="*/ 60276 h 105352"/>
                      <a:gd name="connsiteX7" fmla="*/ 101636 w 180114"/>
                      <a:gd name="connsiteY7" fmla="*/ 103780 h 105352"/>
                      <a:gd name="connsiteX8" fmla="*/ 99635 w 180114"/>
                      <a:gd name="connsiteY8" fmla="*/ 105305 h 105352"/>
                      <a:gd name="connsiteX9" fmla="*/ 99635 w 180114"/>
                      <a:gd name="connsiteY9" fmla="*/ 105305 h 10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114" h="105352">
                        <a:moveTo>
                          <a:pt x="99635" y="105352"/>
                        </a:moveTo>
                        <a:lnTo>
                          <a:pt x="0" y="47459"/>
                        </a:lnTo>
                        <a:cubicBezTo>
                          <a:pt x="619" y="46839"/>
                          <a:pt x="1334" y="46315"/>
                          <a:pt x="2001" y="45886"/>
                        </a:cubicBezTo>
                        <a:cubicBezTo>
                          <a:pt x="5432" y="43933"/>
                          <a:pt x="70473" y="6337"/>
                          <a:pt x="77335" y="2382"/>
                        </a:cubicBezTo>
                        <a:cubicBezTo>
                          <a:pt x="78574" y="1668"/>
                          <a:pt x="79622" y="858"/>
                          <a:pt x="80480" y="0"/>
                        </a:cubicBezTo>
                        <a:lnTo>
                          <a:pt x="180114" y="57894"/>
                        </a:lnTo>
                        <a:cubicBezTo>
                          <a:pt x="179209" y="58751"/>
                          <a:pt x="178208" y="59562"/>
                          <a:pt x="176969" y="60276"/>
                        </a:cubicBezTo>
                        <a:cubicBezTo>
                          <a:pt x="170108" y="64184"/>
                          <a:pt x="105067" y="101779"/>
                          <a:pt x="101636" y="103780"/>
                        </a:cubicBezTo>
                        <a:cubicBezTo>
                          <a:pt x="100921" y="104161"/>
                          <a:pt x="100254" y="104685"/>
                          <a:pt x="99635" y="105305"/>
                        </a:cubicBezTo>
                        <a:lnTo>
                          <a:pt x="99635" y="105305"/>
                        </a:lnTo>
                        <a:close/>
                      </a:path>
                    </a:pathLst>
                  </a:custGeom>
                  <a:gradFill>
                    <a:gsLst>
                      <a:gs pos="0">
                        <a:srgbClr val="F4F3FD"/>
                      </a:gs>
                      <a:gs pos="64000">
                        <a:srgbClr val="F9F8FD"/>
                      </a:gs>
                      <a:gs pos="100000">
                        <a:srgbClr val="FFFFFF"/>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1" name="Freeform: Shape 2470">
                    <a:extLst>
                      <a:ext uri="{FF2B5EF4-FFF2-40B4-BE49-F238E27FC236}">
                        <a16:creationId xmlns:a16="http://schemas.microsoft.com/office/drawing/2014/main" id="{73C8CBC7-6218-BFE6-6235-67833410B0BE}"/>
                      </a:ext>
                    </a:extLst>
                  </p:cNvPr>
                  <p:cNvSpPr/>
                  <p:nvPr/>
                </p:nvSpPr>
                <p:spPr>
                  <a:xfrm>
                    <a:off x="4227191" y="3831226"/>
                    <a:ext cx="429276" cy="500962"/>
                  </a:xfrm>
                  <a:custGeom>
                    <a:avLst/>
                    <a:gdLst>
                      <a:gd name="connsiteX0" fmla="*/ 4874 w 429276"/>
                      <a:gd name="connsiteY0" fmla="*/ 267997 h 500962"/>
                      <a:gd name="connsiteX1" fmla="*/ 252 w 429276"/>
                      <a:gd name="connsiteY1" fmla="*/ 252845 h 500962"/>
                      <a:gd name="connsiteX2" fmla="*/ 1491 w 429276"/>
                      <a:gd name="connsiteY2" fmla="*/ 9691 h 500962"/>
                      <a:gd name="connsiteX3" fmla="*/ 22409 w 429276"/>
                      <a:gd name="connsiteY3" fmla="*/ 1114 h 500962"/>
                      <a:gd name="connsiteX4" fmla="*/ 411274 w 429276"/>
                      <a:gd name="connsiteY4" fmla="*/ 225685 h 500962"/>
                      <a:gd name="connsiteX5" fmla="*/ 428523 w 429276"/>
                      <a:gd name="connsiteY5" fmla="*/ 266711 h 500962"/>
                      <a:gd name="connsiteX6" fmla="*/ 428094 w 429276"/>
                      <a:gd name="connsiteY6" fmla="*/ 485897 h 500962"/>
                      <a:gd name="connsiteX7" fmla="*/ 406414 w 429276"/>
                      <a:gd name="connsiteY7" fmla="*/ 499763 h 500962"/>
                      <a:gd name="connsiteX8" fmla="*/ 4921 w 429276"/>
                      <a:gd name="connsiteY8" fmla="*/ 267950 h 5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76" h="500962">
                        <a:moveTo>
                          <a:pt x="4874" y="267997"/>
                        </a:moveTo>
                        <a:cubicBezTo>
                          <a:pt x="2634" y="266473"/>
                          <a:pt x="-987" y="258849"/>
                          <a:pt x="252" y="252845"/>
                        </a:cubicBezTo>
                        <a:cubicBezTo>
                          <a:pt x="252" y="252845"/>
                          <a:pt x="252" y="15409"/>
                          <a:pt x="1491" y="9691"/>
                        </a:cubicBezTo>
                        <a:cubicBezTo>
                          <a:pt x="4588" y="-4556"/>
                          <a:pt x="22409" y="1114"/>
                          <a:pt x="22409" y="1114"/>
                        </a:cubicBezTo>
                        <a:lnTo>
                          <a:pt x="411274" y="225685"/>
                        </a:lnTo>
                        <a:cubicBezTo>
                          <a:pt x="422758" y="233356"/>
                          <a:pt x="428523" y="246460"/>
                          <a:pt x="428523" y="266711"/>
                        </a:cubicBezTo>
                        <a:cubicBezTo>
                          <a:pt x="428523" y="266711"/>
                          <a:pt x="430477" y="475272"/>
                          <a:pt x="428094" y="485897"/>
                        </a:cubicBezTo>
                        <a:cubicBezTo>
                          <a:pt x="423329" y="507006"/>
                          <a:pt x="406414" y="499763"/>
                          <a:pt x="406414" y="499763"/>
                        </a:cubicBezTo>
                        <a:lnTo>
                          <a:pt x="4921" y="267950"/>
                        </a:lnTo>
                        <a:close/>
                      </a:path>
                    </a:pathLst>
                  </a:custGeom>
                  <a:solidFill>
                    <a:srgbClr val="8EA4A9">
                      <a:alpha val="68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2" name="Freeform: Shape 2471">
                    <a:extLst>
                      <a:ext uri="{FF2B5EF4-FFF2-40B4-BE49-F238E27FC236}">
                        <a16:creationId xmlns:a16="http://schemas.microsoft.com/office/drawing/2014/main" id="{3446C44D-1903-9EBB-3F57-6679650C02D1}"/>
                      </a:ext>
                    </a:extLst>
                  </p:cNvPr>
                  <p:cNvSpPr/>
                  <p:nvPr/>
                </p:nvSpPr>
                <p:spPr>
                  <a:xfrm>
                    <a:off x="4265392" y="3926710"/>
                    <a:ext cx="225048" cy="262664"/>
                  </a:xfrm>
                  <a:custGeom>
                    <a:avLst/>
                    <a:gdLst>
                      <a:gd name="connsiteX0" fmla="*/ 2553 w 225048"/>
                      <a:gd name="connsiteY0" fmla="*/ 140493 h 262664"/>
                      <a:gd name="connsiteX1" fmla="*/ 123 w 225048"/>
                      <a:gd name="connsiteY1" fmla="*/ 132536 h 262664"/>
                      <a:gd name="connsiteX2" fmla="*/ 790 w 225048"/>
                      <a:gd name="connsiteY2" fmla="*/ 5074 h 262664"/>
                      <a:gd name="connsiteX3" fmla="*/ 11750 w 225048"/>
                      <a:gd name="connsiteY3" fmla="*/ 595 h 262664"/>
                      <a:gd name="connsiteX4" fmla="*/ 215593 w 225048"/>
                      <a:gd name="connsiteY4" fmla="*/ 118336 h 262664"/>
                      <a:gd name="connsiteX5" fmla="*/ 224646 w 225048"/>
                      <a:gd name="connsiteY5" fmla="*/ 139826 h 262664"/>
                      <a:gd name="connsiteX6" fmla="*/ 224408 w 225048"/>
                      <a:gd name="connsiteY6" fmla="*/ 254756 h 262664"/>
                      <a:gd name="connsiteX7" fmla="*/ 213020 w 225048"/>
                      <a:gd name="connsiteY7" fmla="*/ 262047 h 262664"/>
                      <a:gd name="connsiteX8" fmla="*/ 2553 w 225048"/>
                      <a:gd name="connsiteY8" fmla="*/ 140541 h 262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48" h="262664">
                        <a:moveTo>
                          <a:pt x="2553" y="140493"/>
                        </a:moveTo>
                        <a:cubicBezTo>
                          <a:pt x="1362" y="139683"/>
                          <a:pt x="-496" y="135681"/>
                          <a:pt x="123" y="132536"/>
                        </a:cubicBezTo>
                        <a:cubicBezTo>
                          <a:pt x="123" y="132536"/>
                          <a:pt x="123" y="8076"/>
                          <a:pt x="790" y="5074"/>
                        </a:cubicBezTo>
                        <a:cubicBezTo>
                          <a:pt x="2410" y="-2407"/>
                          <a:pt x="11750" y="595"/>
                          <a:pt x="11750" y="595"/>
                        </a:cubicBezTo>
                        <a:lnTo>
                          <a:pt x="215593" y="118336"/>
                        </a:lnTo>
                        <a:cubicBezTo>
                          <a:pt x="221597" y="122387"/>
                          <a:pt x="224646" y="129200"/>
                          <a:pt x="224646" y="139826"/>
                        </a:cubicBezTo>
                        <a:cubicBezTo>
                          <a:pt x="224646" y="139826"/>
                          <a:pt x="225695" y="249181"/>
                          <a:pt x="224408" y="254756"/>
                        </a:cubicBezTo>
                        <a:cubicBezTo>
                          <a:pt x="221930" y="265811"/>
                          <a:pt x="213020" y="262047"/>
                          <a:pt x="213020" y="262047"/>
                        </a:cubicBezTo>
                        <a:lnTo>
                          <a:pt x="2553" y="140541"/>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3" name="Freeform: Shape 2472">
                    <a:extLst>
                      <a:ext uri="{FF2B5EF4-FFF2-40B4-BE49-F238E27FC236}">
                        <a16:creationId xmlns:a16="http://schemas.microsoft.com/office/drawing/2014/main" id="{FD2E3C53-BAE6-04CD-C021-1614908CBF6E}"/>
                      </a:ext>
                    </a:extLst>
                  </p:cNvPr>
                  <p:cNvSpPr/>
                  <p:nvPr/>
                </p:nvSpPr>
                <p:spPr>
                  <a:xfrm>
                    <a:off x="4312306" y="3780479"/>
                    <a:ext cx="426889" cy="261659"/>
                  </a:xfrm>
                  <a:custGeom>
                    <a:avLst/>
                    <a:gdLst>
                      <a:gd name="connsiteX0" fmla="*/ 0 w 426889"/>
                      <a:gd name="connsiteY0" fmla="*/ 9691 h 261659"/>
                      <a:gd name="connsiteX1" fmla="*/ 20918 w 426889"/>
                      <a:gd name="connsiteY1" fmla="*/ 1114 h 261659"/>
                      <a:gd name="connsiteX2" fmla="*/ 409783 w 426889"/>
                      <a:gd name="connsiteY2" fmla="*/ 225685 h 261659"/>
                      <a:gd name="connsiteX3" fmla="*/ 426890 w 426889"/>
                      <a:gd name="connsiteY3" fmla="*/ 261660 h 261659"/>
                      <a:gd name="connsiteX4" fmla="*/ 48 w 426889"/>
                      <a:gd name="connsiteY4" fmla="*/ 9691 h 261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889" h="261659">
                        <a:moveTo>
                          <a:pt x="0" y="9691"/>
                        </a:moveTo>
                        <a:cubicBezTo>
                          <a:pt x="3097" y="-4556"/>
                          <a:pt x="20918" y="1114"/>
                          <a:pt x="20918" y="1114"/>
                        </a:cubicBezTo>
                        <a:lnTo>
                          <a:pt x="409783" y="225685"/>
                        </a:lnTo>
                        <a:cubicBezTo>
                          <a:pt x="421267" y="233356"/>
                          <a:pt x="426890" y="241361"/>
                          <a:pt x="426890" y="261660"/>
                        </a:cubicBezTo>
                        <a:cubicBezTo>
                          <a:pt x="426890" y="261660"/>
                          <a:pt x="-1191" y="15409"/>
                          <a:pt x="48" y="9691"/>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4" name="Freeform: Shape 2473">
                    <a:extLst>
                      <a:ext uri="{FF2B5EF4-FFF2-40B4-BE49-F238E27FC236}">
                        <a16:creationId xmlns:a16="http://schemas.microsoft.com/office/drawing/2014/main" id="{B870B92B-FC21-10F3-CFD2-176B0CD94A58}"/>
                      </a:ext>
                    </a:extLst>
                  </p:cNvPr>
                  <p:cNvSpPr/>
                  <p:nvPr/>
                </p:nvSpPr>
                <p:spPr>
                  <a:xfrm>
                    <a:off x="4497926" y="4053667"/>
                    <a:ext cx="111822" cy="130485"/>
                  </a:xfrm>
                  <a:custGeom>
                    <a:avLst/>
                    <a:gdLst>
                      <a:gd name="connsiteX0" fmla="*/ 1260 w 111822"/>
                      <a:gd name="connsiteY0" fmla="*/ 69810 h 130485"/>
                      <a:gd name="connsiteX1" fmla="*/ 69 w 111822"/>
                      <a:gd name="connsiteY1" fmla="*/ 65855 h 130485"/>
                      <a:gd name="connsiteX2" fmla="*/ 402 w 111822"/>
                      <a:gd name="connsiteY2" fmla="*/ 2529 h 130485"/>
                      <a:gd name="connsiteX3" fmla="*/ 5835 w 111822"/>
                      <a:gd name="connsiteY3" fmla="*/ 290 h 130485"/>
                      <a:gd name="connsiteX4" fmla="*/ 107137 w 111822"/>
                      <a:gd name="connsiteY4" fmla="*/ 58803 h 130485"/>
                      <a:gd name="connsiteX5" fmla="*/ 111616 w 111822"/>
                      <a:gd name="connsiteY5" fmla="*/ 69476 h 130485"/>
                      <a:gd name="connsiteX6" fmla="*/ 111521 w 111822"/>
                      <a:gd name="connsiteY6" fmla="*/ 126560 h 130485"/>
                      <a:gd name="connsiteX7" fmla="*/ 105850 w 111822"/>
                      <a:gd name="connsiteY7" fmla="*/ 130182 h 130485"/>
                      <a:gd name="connsiteX8" fmla="*/ 1260 w 111822"/>
                      <a:gd name="connsiteY8" fmla="*/ 69810 h 13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22" h="130485">
                        <a:moveTo>
                          <a:pt x="1260" y="69810"/>
                        </a:moveTo>
                        <a:cubicBezTo>
                          <a:pt x="688" y="69429"/>
                          <a:pt x="-265" y="67427"/>
                          <a:pt x="69" y="65855"/>
                        </a:cubicBezTo>
                        <a:cubicBezTo>
                          <a:pt x="69" y="65855"/>
                          <a:pt x="69" y="4006"/>
                          <a:pt x="402" y="2529"/>
                        </a:cubicBezTo>
                        <a:cubicBezTo>
                          <a:pt x="1213" y="-1187"/>
                          <a:pt x="5835" y="290"/>
                          <a:pt x="5835" y="290"/>
                        </a:cubicBezTo>
                        <a:lnTo>
                          <a:pt x="107137" y="58803"/>
                        </a:lnTo>
                        <a:cubicBezTo>
                          <a:pt x="110139" y="60804"/>
                          <a:pt x="111616" y="64187"/>
                          <a:pt x="111616" y="69476"/>
                        </a:cubicBezTo>
                        <a:cubicBezTo>
                          <a:pt x="111616" y="69476"/>
                          <a:pt x="112140" y="123797"/>
                          <a:pt x="111521" y="126560"/>
                        </a:cubicBezTo>
                        <a:cubicBezTo>
                          <a:pt x="110282" y="132040"/>
                          <a:pt x="105850" y="130182"/>
                          <a:pt x="105850" y="130182"/>
                        </a:cubicBezTo>
                        <a:lnTo>
                          <a:pt x="1260" y="69810"/>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75" name="Freeform: Shape 2474">
                    <a:extLst>
                      <a:ext uri="{FF2B5EF4-FFF2-40B4-BE49-F238E27FC236}">
                        <a16:creationId xmlns:a16="http://schemas.microsoft.com/office/drawing/2014/main" id="{F9670CEA-EA83-BBB3-DA05-C476E61C8605}"/>
                      </a:ext>
                    </a:extLst>
                  </p:cNvPr>
                  <p:cNvSpPr/>
                  <p:nvPr/>
                </p:nvSpPr>
                <p:spPr>
                  <a:xfrm>
                    <a:off x="4495925" y="4130096"/>
                    <a:ext cx="111822" cy="130485"/>
                  </a:xfrm>
                  <a:custGeom>
                    <a:avLst/>
                    <a:gdLst>
                      <a:gd name="connsiteX0" fmla="*/ 1260 w 111822"/>
                      <a:gd name="connsiteY0" fmla="*/ 69810 h 130485"/>
                      <a:gd name="connsiteX1" fmla="*/ 69 w 111822"/>
                      <a:gd name="connsiteY1" fmla="*/ 65855 h 130485"/>
                      <a:gd name="connsiteX2" fmla="*/ 403 w 111822"/>
                      <a:gd name="connsiteY2" fmla="*/ 2529 h 130485"/>
                      <a:gd name="connsiteX3" fmla="*/ 5835 w 111822"/>
                      <a:gd name="connsiteY3" fmla="*/ 290 h 130485"/>
                      <a:gd name="connsiteX4" fmla="*/ 107137 w 111822"/>
                      <a:gd name="connsiteY4" fmla="*/ 58803 h 130485"/>
                      <a:gd name="connsiteX5" fmla="*/ 111616 w 111822"/>
                      <a:gd name="connsiteY5" fmla="*/ 69476 h 130485"/>
                      <a:gd name="connsiteX6" fmla="*/ 111521 w 111822"/>
                      <a:gd name="connsiteY6" fmla="*/ 126560 h 130485"/>
                      <a:gd name="connsiteX7" fmla="*/ 105850 w 111822"/>
                      <a:gd name="connsiteY7" fmla="*/ 130181 h 130485"/>
                      <a:gd name="connsiteX8" fmla="*/ 1260 w 111822"/>
                      <a:gd name="connsiteY8" fmla="*/ 69810 h 13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22" h="130485">
                        <a:moveTo>
                          <a:pt x="1260" y="69810"/>
                        </a:moveTo>
                        <a:cubicBezTo>
                          <a:pt x="689" y="69429"/>
                          <a:pt x="-265" y="67427"/>
                          <a:pt x="69" y="65855"/>
                        </a:cubicBezTo>
                        <a:cubicBezTo>
                          <a:pt x="69" y="65855"/>
                          <a:pt x="69" y="4006"/>
                          <a:pt x="403" y="2529"/>
                        </a:cubicBezTo>
                        <a:cubicBezTo>
                          <a:pt x="1213" y="-1187"/>
                          <a:pt x="5835" y="290"/>
                          <a:pt x="5835" y="290"/>
                        </a:cubicBezTo>
                        <a:lnTo>
                          <a:pt x="107137" y="58803"/>
                        </a:lnTo>
                        <a:cubicBezTo>
                          <a:pt x="110139" y="60804"/>
                          <a:pt x="111616" y="64187"/>
                          <a:pt x="111616" y="69476"/>
                        </a:cubicBezTo>
                        <a:cubicBezTo>
                          <a:pt x="111616" y="69476"/>
                          <a:pt x="112140" y="123796"/>
                          <a:pt x="111521" y="126560"/>
                        </a:cubicBezTo>
                        <a:cubicBezTo>
                          <a:pt x="110282" y="132040"/>
                          <a:pt x="105850" y="130181"/>
                          <a:pt x="105850" y="130181"/>
                        </a:cubicBezTo>
                        <a:lnTo>
                          <a:pt x="1260" y="69810"/>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448" name="Freeform: Shape 2447">
                  <a:extLst>
                    <a:ext uri="{FF2B5EF4-FFF2-40B4-BE49-F238E27FC236}">
                      <a16:creationId xmlns:a16="http://schemas.microsoft.com/office/drawing/2014/main" id="{1EC6F640-F159-4BFC-63BA-5E8088A53044}"/>
                    </a:ext>
                  </a:extLst>
                </p:cNvPr>
                <p:cNvSpPr/>
                <p:nvPr/>
              </p:nvSpPr>
              <p:spPr>
                <a:xfrm>
                  <a:off x="4072225" y="3047124"/>
                  <a:ext cx="304161" cy="203471"/>
                </a:xfrm>
                <a:custGeom>
                  <a:avLst/>
                  <a:gdLst>
                    <a:gd name="connsiteX0" fmla="*/ 0 w 201794"/>
                    <a:gd name="connsiteY0" fmla="*/ 7291 h 134991"/>
                    <a:gd name="connsiteX1" fmla="*/ 31591 w 201794"/>
                    <a:gd name="connsiteY1" fmla="*/ 3670 h 134991"/>
                    <a:gd name="connsiteX2" fmla="*/ 57846 w 201794"/>
                    <a:gd name="connsiteY2" fmla="*/ 16249 h 134991"/>
                    <a:gd name="connsiteX3" fmla="*/ 113500 w 201794"/>
                    <a:gd name="connsiteY3" fmla="*/ 12199 h 134991"/>
                    <a:gd name="connsiteX4" fmla="*/ 201794 w 201794"/>
                    <a:gd name="connsiteY4" fmla="*/ 13295 h 134991"/>
                    <a:gd name="connsiteX5" fmla="*/ 201794 w 201794"/>
                    <a:gd name="connsiteY5" fmla="*/ 134991 h 134991"/>
                    <a:gd name="connsiteX6" fmla="*/ 0 w 201794"/>
                    <a:gd name="connsiteY6" fmla="*/ 23921 h 134991"/>
                    <a:gd name="connsiteX7" fmla="*/ 0 w 201794"/>
                    <a:gd name="connsiteY7" fmla="*/ 7244 h 134991"/>
                    <a:gd name="connsiteX8" fmla="*/ 0 w 201794"/>
                    <a:gd name="connsiteY8" fmla="*/ 7244 h 134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94" h="134991">
                      <a:moveTo>
                        <a:pt x="0" y="7291"/>
                      </a:moveTo>
                      <a:cubicBezTo>
                        <a:pt x="0" y="7291"/>
                        <a:pt x="11150" y="-6336"/>
                        <a:pt x="31591" y="3670"/>
                      </a:cubicBezTo>
                      <a:cubicBezTo>
                        <a:pt x="47268" y="11341"/>
                        <a:pt x="39025" y="10913"/>
                        <a:pt x="57846" y="16249"/>
                      </a:cubicBezTo>
                      <a:cubicBezTo>
                        <a:pt x="68948" y="19394"/>
                        <a:pt x="86150" y="668"/>
                        <a:pt x="113500" y="12199"/>
                      </a:cubicBezTo>
                      <a:cubicBezTo>
                        <a:pt x="163008" y="33117"/>
                        <a:pt x="180257" y="-10244"/>
                        <a:pt x="201794" y="13295"/>
                      </a:cubicBezTo>
                      <a:lnTo>
                        <a:pt x="201794" y="134991"/>
                      </a:lnTo>
                      <a:lnTo>
                        <a:pt x="0" y="23921"/>
                      </a:lnTo>
                      <a:lnTo>
                        <a:pt x="0" y="7244"/>
                      </a:lnTo>
                      <a:lnTo>
                        <a:pt x="0" y="7244"/>
                      </a:ln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9" name="Freeform: Shape 2448">
                  <a:extLst>
                    <a:ext uri="{FF2B5EF4-FFF2-40B4-BE49-F238E27FC236}">
                      <a16:creationId xmlns:a16="http://schemas.microsoft.com/office/drawing/2014/main" id="{56A09FD4-83D9-6C74-72E6-26AA587637CE}"/>
                    </a:ext>
                  </a:extLst>
                </p:cNvPr>
                <p:cNvSpPr/>
                <p:nvPr/>
              </p:nvSpPr>
              <p:spPr>
                <a:xfrm>
                  <a:off x="4222538" y="3140727"/>
                  <a:ext cx="159226" cy="108287"/>
                </a:xfrm>
                <a:custGeom>
                  <a:avLst/>
                  <a:gdLst>
                    <a:gd name="connsiteX0" fmla="*/ 0 w 105638"/>
                    <a:gd name="connsiteY0" fmla="*/ 3847 h 71842"/>
                    <a:gd name="connsiteX1" fmla="*/ 16725 w 105638"/>
                    <a:gd name="connsiteY1" fmla="*/ 1941 h 71842"/>
                    <a:gd name="connsiteX2" fmla="*/ 30591 w 105638"/>
                    <a:gd name="connsiteY2" fmla="*/ 8612 h 71842"/>
                    <a:gd name="connsiteX3" fmla="*/ 60038 w 105638"/>
                    <a:gd name="connsiteY3" fmla="*/ 6468 h 71842"/>
                    <a:gd name="connsiteX4" fmla="*/ 105638 w 105638"/>
                    <a:gd name="connsiteY4" fmla="*/ 39632 h 71842"/>
                    <a:gd name="connsiteX5" fmla="*/ 104828 w 105638"/>
                    <a:gd name="connsiteY5" fmla="*/ 71843 h 71842"/>
                    <a:gd name="connsiteX6" fmla="*/ 0 w 105638"/>
                    <a:gd name="connsiteY6" fmla="*/ 12662 h 71842"/>
                    <a:gd name="connsiteX7" fmla="*/ 0 w 105638"/>
                    <a:gd name="connsiteY7" fmla="*/ 3847 h 71842"/>
                    <a:gd name="connsiteX8" fmla="*/ 0 w 105638"/>
                    <a:gd name="connsiteY8" fmla="*/ 3847 h 7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638" h="71842">
                      <a:moveTo>
                        <a:pt x="0" y="3847"/>
                      </a:moveTo>
                      <a:cubicBezTo>
                        <a:pt x="0" y="3847"/>
                        <a:pt x="5908" y="-3348"/>
                        <a:pt x="16725" y="1941"/>
                      </a:cubicBezTo>
                      <a:cubicBezTo>
                        <a:pt x="25016" y="5991"/>
                        <a:pt x="20680" y="5753"/>
                        <a:pt x="30591" y="8612"/>
                      </a:cubicBezTo>
                      <a:cubicBezTo>
                        <a:pt x="36452" y="10280"/>
                        <a:pt x="45553" y="369"/>
                        <a:pt x="60038" y="6468"/>
                      </a:cubicBezTo>
                      <a:cubicBezTo>
                        <a:pt x="86245" y="17523"/>
                        <a:pt x="94250" y="27195"/>
                        <a:pt x="105638" y="39632"/>
                      </a:cubicBezTo>
                      <a:lnTo>
                        <a:pt x="104828" y="71843"/>
                      </a:lnTo>
                      <a:lnTo>
                        <a:pt x="0" y="12662"/>
                      </a:lnTo>
                      <a:lnTo>
                        <a:pt x="0" y="3847"/>
                      </a:lnTo>
                      <a:lnTo>
                        <a:pt x="0" y="3847"/>
                      </a:lnTo>
                      <a:close/>
                    </a:path>
                  </a:pathLst>
                </a:custGeom>
                <a:solidFill>
                  <a:srgbClr val="BCBC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437" name="Graphic 212">
                <a:extLst>
                  <a:ext uri="{FF2B5EF4-FFF2-40B4-BE49-F238E27FC236}">
                    <a16:creationId xmlns:a16="http://schemas.microsoft.com/office/drawing/2014/main" id="{93001149-54A5-8305-2305-A2C3B61F065E}"/>
                  </a:ext>
                </a:extLst>
              </p:cNvPr>
              <p:cNvGrpSpPr/>
              <p:nvPr/>
            </p:nvGrpSpPr>
            <p:grpSpPr>
              <a:xfrm>
                <a:off x="4752346" y="2876814"/>
                <a:ext cx="85567" cy="98895"/>
                <a:chOff x="4522659" y="4086573"/>
                <a:chExt cx="56769" cy="65611"/>
              </a:xfrm>
            </p:grpSpPr>
            <p:sp>
              <p:nvSpPr>
                <p:cNvPr id="2438" name="Freeform: Shape 2437">
                  <a:extLst>
                    <a:ext uri="{FF2B5EF4-FFF2-40B4-BE49-F238E27FC236}">
                      <a16:creationId xmlns:a16="http://schemas.microsoft.com/office/drawing/2014/main" id="{88D53B8B-696C-C6A2-9A85-CD2E05180E13}"/>
                    </a:ext>
                  </a:extLst>
                </p:cNvPr>
                <p:cNvSpPr/>
                <p:nvPr/>
              </p:nvSpPr>
              <p:spPr>
                <a:xfrm>
                  <a:off x="4522659" y="4086573"/>
                  <a:ext cx="51402" cy="65611"/>
                </a:xfrm>
                <a:custGeom>
                  <a:avLst/>
                  <a:gdLst>
                    <a:gd name="connsiteX0" fmla="*/ 43760 w 51402"/>
                    <a:gd name="connsiteY0" fmla="*/ 22323 h 65611"/>
                    <a:gd name="connsiteX1" fmla="*/ 43999 w 51402"/>
                    <a:gd name="connsiteY1" fmla="*/ 63873 h 65611"/>
                    <a:gd name="connsiteX2" fmla="*/ 7642 w 51402"/>
                    <a:gd name="connsiteY2" fmla="*/ 43289 h 65611"/>
                    <a:gd name="connsiteX3" fmla="*/ 7404 w 51402"/>
                    <a:gd name="connsiteY3" fmla="*/ 1739 h 65611"/>
                    <a:gd name="connsiteX4" fmla="*/ 43760 w 51402"/>
                    <a:gd name="connsiteY4" fmla="*/ 22323 h 65611"/>
                    <a:gd name="connsiteX5" fmla="*/ 43760 w 51402"/>
                    <a:gd name="connsiteY5" fmla="*/ 22323 h 6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02" h="65611">
                      <a:moveTo>
                        <a:pt x="43760" y="22323"/>
                      </a:moveTo>
                      <a:cubicBezTo>
                        <a:pt x="53862" y="39477"/>
                        <a:pt x="53957" y="58060"/>
                        <a:pt x="43999" y="63873"/>
                      </a:cubicBezTo>
                      <a:cubicBezTo>
                        <a:pt x="33992" y="69686"/>
                        <a:pt x="17744" y="60442"/>
                        <a:pt x="7642" y="43289"/>
                      </a:cubicBezTo>
                      <a:cubicBezTo>
                        <a:pt x="-2459" y="26135"/>
                        <a:pt x="-2555" y="7552"/>
                        <a:pt x="7404" y="1739"/>
                      </a:cubicBezTo>
                      <a:cubicBezTo>
                        <a:pt x="17410" y="-4075"/>
                        <a:pt x="33659" y="5169"/>
                        <a:pt x="43760" y="22323"/>
                      </a:cubicBezTo>
                      <a:lnTo>
                        <a:pt x="43760" y="22323"/>
                      </a:ln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9" name="Freeform: Shape 2438">
                  <a:extLst>
                    <a:ext uri="{FF2B5EF4-FFF2-40B4-BE49-F238E27FC236}">
                      <a16:creationId xmlns:a16="http://schemas.microsoft.com/office/drawing/2014/main" id="{751B7F91-FACB-F9DD-39A5-46EC00BE0EC3}"/>
                    </a:ext>
                  </a:extLst>
                </p:cNvPr>
                <p:cNvSpPr/>
                <p:nvPr/>
              </p:nvSpPr>
              <p:spPr>
                <a:xfrm>
                  <a:off x="4548123" y="4113994"/>
                  <a:ext cx="27684" cy="32306"/>
                </a:xfrm>
                <a:custGeom>
                  <a:avLst/>
                  <a:gdLst>
                    <a:gd name="connsiteX0" fmla="*/ 21871 w 27684"/>
                    <a:gd name="connsiteY0" fmla="*/ 32306 h 32306"/>
                    <a:gd name="connsiteX1" fmla="*/ 27684 w 27684"/>
                    <a:gd name="connsiteY1" fmla="*/ 17773 h 32306"/>
                    <a:gd name="connsiteX2" fmla="*/ 25302 w 27684"/>
                    <a:gd name="connsiteY2" fmla="*/ 4670 h 32306"/>
                    <a:gd name="connsiteX3" fmla="*/ 13532 w 27684"/>
                    <a:gd name="connsiteY3" fmla="*/ 0 h 32306"/>
                    <a:gd name="connsiteX4" fmla="*/ 0 w 27684"/>
                    <a:gd name="connsiteY4" fmla="*/ 5718 h 32306"/>
                    <a:gd name="connsiteX5" fmla="*/ 0 w 27684"/>
                    <a:gd name="connsiteY5" fmla="*/ 6433 h 32306"/>
                    <a:gd name="connsiteX6" fmla="*/ 21871 w 27684"/>
                    <a:gd name="connsiteY6" fmla="*/ 32306 h 32306"/>
                    <a:gd name="connsiteX7" fmla="*/ 21871 w 27684"/>
                    <a:gd name="connsiteY7" fmla="*/ 32306 h 32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84" h="32306">
                      <a:moveTo>
                        <a:pt x="21871" y="32306"/>
                      </a:moveTo>
                      <a:cubicBezTo>
                        <a:pt x="25492" y="29495"/>
                        <a:pt x="27684" y="24539"/>
                        <a:pt x="27684" y="17773"/>
                      </a:cubicBezTo>
                      <a:cubicBezTo>
                        <a:pt x="27684" y="13580"/>
                        <a:pt x="26827" y="9101"/>
                        <a:pt x="25302" y="4670"/>
                      </a:cubicBezTo>
                      <a:lnTo>
                        <a:pt x="13532" y="0"/>
                      </a:lnTo>
                      <a:lnTo>
                        <a:pt x="0" y="5718"/>
                      </a:lnTo>
                      <a:lnTo>
                        <a:pt x="0" y="6433"/>
                      </a:lnTo>
                      <a:lnTo>
                        <a:pt x="21871" y="32306"/>
                      </a:lnTo>
                      <a:lnTo>
                        <a:pt x="21871" y="32306"/>
                      </a:lnTo>
                      <a:close/>
                    </a:path>
                  </a:pathLst>
                </a:custGeom>
                <a:solidFill>
                  <a:srgbClr val="D0D0D0"/>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40" name="Freeform: Shape 2439">
                  <a:extLst>
                    <a:ext uri="{FF2B5EF4-FFF2-40B4-BE49-F238E27FC236}">
                      <a16:creationId xmlns:a16="http://schemas.microsoft.com/office/drawing/2014/main" id="{C9126430-8FAA-10D3-2A0C-FF9B2AA49D9E}"/>
                    </a:ext>
                  </a:extLst>
                </p:cNvPr>
                <p:cNvSpPr/>
                <p:nvPr/>
              </p:nvSpPr>
              <p:spPr>
                <a:xfrm>
                  <a:off x="4548123" y="4088169"/>
                  <a:ext cx="31305" cy="37976"/>
                </a:xfrm>
                <a:custGeom>
                  <a:avLst/>
                  <a:gdLst>
                    <a:gd name="connsiteX0" fmla="*/ 0 w 31305"/>
                    <a:gd name="connsiteY0" fmla="*/ 31639 h 37976"/>
                    <a:gd name="connsiteX1" fmla="*/ 31306 w 31305"/>
                    <a:gd name="connsiteY1" fmla="*/ 37976 h 37976"/>
                    <a:gd name="connsiteX2" fmla="*/ 13104 w 31305"/>
                    <a:gd name="connsiteY2" fmla="*/ 0 h 37976"/>
                    <a:gd name="connsiteX3" fmla="*/ 0 w 31305"/>
                    <a:gd name="connsiteY3" fmla="*/ 31639 h 37976"/>
                    <a:gd name="connsiteX4" fmla="*/ 0 w 31305"/>
                    <a:gd name="connsiteY4" fmla="*/ 31639 h 3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5" h="37976">
                      <a:moveTo>
                        <a:pt x="0" y="31639"/>
                      </a:moveTo>
                      <a:lnTo>
                        <a:pt x="31306" y="37976"/>
                      </a:lnTo>
                      <a:cubicBezTo>
                        <a:pt x="29209" y="24444"/>
                        <a:pt x="22252" y="10102"/>
                        <a:pt x="13104" y="0"/>
                      </a:cubicBezTo>
                      <a:lnTo>
                        <a:pt x="0" y="31639"/>
                      </a:lnTo>
                      <a:lnTo>
                        <a:pt x="0" y="31639"/>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1666" name="Group 1665">
              <a:extLst>
                <a:ext uri="{FF2B5EF4-FFF2-40B4-BE49-F238E27FC236}">
                  <a16:creationId xmlns:a16="http://schemas.microsoft.com/office/drawing/2014/main" id="{2A942664-578C-7C04-D7C7-4CF761C6D5E0}"/>
                </a:ext>
              </a:extLst>
            </p:cNvPr>
            <p:cNvGrpSpPr/>
            <p:nvPr/>
          </p:nvGrpSpPr>
          <p:grpSpPr>
            <a:xfrm>
              <a:off x="4754091" y="1720081"/>
              <a:ext cx="589809" cy="704052"/>
              <a:chOff x="4801766" y="693271"/>
              <a:chExt cx="3207303" cy="3219422"/>
            </a:xfrm>
          </p:grpSpPr>
          <p:grpSp>
            <p:nvGrpSpPr>
              <p:cNvPr id="1819" name="Graphic 3388">
                <a:extLst>
                  <a:ext uri="{FF2B5EF4-FFF2-40B4-BE49-F238E27FC236}">
                    <a16:creationId xmlns:a16="http://schemas.microsoft.com/office/drawing/2014/main" id="{E96DB740-38D2-DDA6-9B18-A090A2689A5E}"/>
                  </a:ext>
                </a:extLst>
              </p:cNvPr>
              <p:cNvGrpSpPr/>
              <p:nvPr/>
            </p:nvGrpSpPr>
            <p:grpSpPr>
              <a:xfrm>
                <a:off x="4801766" y="693271"/>
                <a:ext cx="1662779" cy="2219610"/>
                <a:chOff x="3671887" y="918305"/>
                <a:chExt cx="1662779" cy="2219610"/>
              </a:xfrm>
            </p:grpSpPr>
            <p:grpSp>
              <p:nvGrpSpPr>
                <p:cNvPr id="2329" name="Graphic 3388">
                  <a:extLst>
                    <a:ext uri="{FF2B5EF4-FFF2-40B4-BE49-F238E27FC236}">
                      <a16:creationId xmlns:a16="http://schemas.microsoft.com/office/drawing/2014/main" id="{83147DB9-7C72-A7AE-5F87-E3CB71B76349}"/>
                    </a:ext>
                  </a:extLst>
                </p:cNvPr>
                <p:cNvGrpSpPr/>
                <p:nvPr/>
              </p:nvGrpSpPr>
              <p:grpSpPr>
                <a:xfrm>
                  <a:off x="3671887" y="918305"/>
                  <a:ext cx="1257585" cy="2219610"/>
                  <a:chOff x="3671887" y="918305"/>
                  <a:chExt cx="1257585" cy="2219610"/>
                </a:xfrm>
              </p:grpSpPr>
              <p:grpSp>
                <p:nvGrpSpPr>
                  <p:cNvPr id="2331" name="Graphic 3388">
                    <a:extLst>
                      <a:ext uri="{FF2B5EF4-FFF2-40B4-BE49-F238E27FC236}">
                        <a16:creationId xmlns:a16="http://schemas.microsoft.com/office/drawing/2014/main" id="{C006C37F-BE18-375D-605E-DA05BD78D946}"/>
                      </a:ext>
                    </a:extLst>
                  </p:cNvPr>
                  <p:cNvGrpSpPr/>
                  <p:nvPr/>
                </p:nvGrpSpPr>
                <p:grpSpPr>
                  <a:xfrm>
                    <a:off x="4246435" y="1250156"/>
                    <a:ext cx="683037" cy="1887759"/>
                    <a:chOff x="4246435" y="1250156"/>
                    <a:chExt cx="683037" cy="1887759"/>
                  </a:xfrm>
                </p:grpSpPr>
                <p:sp>
                  <p:nvSpPr>
                    <p:cNvPr id="2401" name="Freeform: Shape 2400">
                      <a:extLst>
                        <a:ext uri="{FF2B5EF4-FFF2-40B4-BE49-F238E27FC236}">
                          <a16:creationId xmlns:a16="http://schemas.microsoft.com/office/drawing/2014/main" id="{950A76E2-D4D7-9A3F-573A-FAACABCFA8C3}"/>
                        </a:ext>
                      </a:extLst>
                    </p:cNvPr>
                    <p:cNvSpPr/>
                    <p:nvPr/>
                  </p:nvSpPr>
                  <p:spPr>
                    <a:xfrm>
                      <a:off x="4246435" y="1250156"/>
                      <a:ext cx="683037" cy="1887759"/>
                    </a:xfrm>
                    <a:custGeom>
                      <a:avLst/>
                      <a:gdLst>
                        <a:gd name="connsiteX0" fmla="*/ 683038 w 683037"/>
                        <a:gd name="connsiteY0" fmla="*/ 0 h 1887759"/>
                        <a:gd name="connsiteX1" fmla="*/ 0 w 683037"/>
                        <a:gd name="connsiteY1" fmla="*/ 394335 h 1887759"/>
                        <a:gd name="connsiteX2" fmla="*/ 0 w 683037"/>
                        <a:gd name="connsiteY2" fmla="*/ 1887760 h 1887759"/>
                        <a:gd name="connsiteX3" fmla="*/ 683038 w 683037"/>
                        <a:gd name="connsiteY3" fmla="*/ 1493425 h 1887759"/>
                        <a:gd name="connsiteX4" fmla="*/ 683038 w 683037"/>
                        <a:gd name="connsiteY4" fmla="*/ 0 h 188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37" h="1887759">
                          <a:moveTo>
                            <a:pt x="683038" y="0"/>
                          </a:moveTo>
                          <a:lnTo>
                            <a:pt x="0" y="394335"/>
                          </a:lnTo>
                          <a:lnTo>
                            <a:pt x="0" y="1887760"/>
                          </a:lnTo>
                          <a:lnTo>
                            <a:pt x="683038" y="1493425"/>
                          </a:lnTo>
                          <a:lnTo>
                            <a:pt x="683038" y="0"/>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02" name="Freeform: Shape 2401">
                      <a:extLst>
                        <a:ext uri="{FF2B5EF4-FFF2-40B4-BE49-F238E27FC236}">
                          <a16:creationId xmlns:a16="http://schemas.microsoft.com/office/drawing/2014/main" id="{62D98190-77EA-7109-C510-1AA9ADF503D8}"/>
                        </a:ext>
                      </a:extLst>
                    </p:cNvPr>
                    <p:cNvSpPr/>
                    <p:nvPr/>
                  </p:nvSpPr>
                  <p:spPr>
                    <a:xfrm>
                      <a:off x="4439697" y="1620785"/>
                      <a:ext cx="296608" cy="383072"/>
                    </a:xfrm>
                    <a:custGeom>
                      <a:avLst/>
                      <a:gdLst>
                        <a:gd name="connsiteX0" fmla="*/ 296609 w 296608"/>
                        <a:gd name="connsiteY0" fmla="*/ 105907 h 383072"/>
                        <a:gd name="connsiteX1" fmla="*/ 148304 w 296608"/>
                        <a:gd name="connsiteY1" fmla="*/ 362796 h 383072"/>
                        <a:gd name="connsiteX2" fmla="*/ 0 w 296608"/>
                        <a:gd name="connsiteY2" fmla="*/ 277166 h 383072"/>
                        <a:gd name="connsiteX3" fmla="*/ 148304 w 296608"/>
                        <a:gd name="connsiteY3" fmla="*/ 20277 h 383072"/>
                        <a:gd name="connsiteX4" fmla="*/ 296609 w 296608"/>
                        <a:gd name="connsiteY4" fmla="*/ 105907 h 383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608" h="383072">
                          <a:moveTo>
                            <a:pt x="296609" y="105907"/>
                          </a:moveTo>
                          <a:cubicBezTo>
                            <a:pt x="296609" y="200490"/>
                            <a:pt x="230219" y="315552"/>
                            <a:pt x="148304" y="362796"/>
                          </a:cubicBezTo>
                          <a:cubicBezTo>
                            <a:pt x="66389" y="410135"/>
                            <a:pt x="0" y="371750"/>
                            <a:pt x="0" y="277166"/>
                          </a:cubicBezTo>
                          <a:cubicBezTo>
                            <a:pt x="0" y="182583"/>
                            <a:pt x="66389" y="67521"/>
                            <a:pt x="148304" y="20277"/>
                          </a:cubicBezTo>
                          <a:cubicBezTo>
                            <a:pt x="230219" y="-27062"/>
                            <a:pt x="296609" y="11323"/>
                            <a:pt x="296609" y="105907"/>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03" name="Graphic 3388">
                      <a:extLst>
                        <a:ext uri="{FF2B5EF4-FFF2-40B4-BE49-F238E27FC236}">
                          <a16:creationId xmlns:a16="http://schemas.microsoft.com/office/drawing/2014/main" id="{28805FEB-CF67-B804-A62F-1BBA45670831}"/>
                        </a:ext>
                      </a:extLst>
                    </p:cNvPr>
                    <p:cNvGrpSpPr/>
                    <p:nvPr/>
                  </p:nvGrpSpPr>
                  <p:grpSpPr>
                    <a:xfrm>
                      <a:off x="4452747" y="1590484"/>
                      <a:ext cx="267938" cy="444151"/>
                      <a:chOff x="4452747" y="1590484"/>
                      <a:chExt cx="267938" cy="444151"/>
                    </a:xfrm>
                  </p:grpSpPr>
                  <p:sp>
                    <p:nvSpPr>
                      <p:cNvPr id="2421" name="Freeform: Shape 2420">
                        <a:extLst>
                          <a:ext uri="{FF2B5EF4-FFF2-40B4-BE49-F238E27FC236}">
                            <a16:creationId xmlns:a16="http://schemas.microsoft.com/office/drawing/2014/main" id="{67BDB102-CB5A-2B87-493C-DC3B28E04746}"/>
                          </a:ext>
                        </a:extLst>
                      </p:cNvPr>
                      <p:cNvSpPr/>
                      <p:nvPr/>
                    </p:nvSpPr>
                    <p:spPr>
                      <a:xfrm>
                        <a:off x="4458271" y="1644981"/>
                        <a:ext cx="259270" cy="334776"/>
                      </a:xfrm>
                      <a:custGeom>
                        <a:avLst/>
                        <a:gdLst>
                          <a:gd name="connsiteX0" fmla="*/ 259271 w 259270"/>
                          <a:gd name="connsiteY0" fmla="*/ 92569 h 334776"/>
                          <a:gd name="connsiteX1" fmla="*/ 129635 w 259270"/>
                          <a:gd name="connsiteY1" fmla="*/ 317074 h 334776"/>
                          <a:gd name="connsiteX2" fmla="*/ 0 w 259270"/>
                          <a:gd name="connsiteY2" fmla="*/ 242207 h 334776"/>
                          <a:gd name="connsiteX3" fmla="*/ 129635 w 259270"/>
                          <a:gd name="connsiteY3" fmla="*/ 17703 h 334776"/>
                          <a:gd name="connsiteX4" fmla="*/ 259271 w 259270"/>
                          <a:gd name="connsiteY4" fmla="*/ 92569 h 334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70" h="334776">
                            <a:moveTo>
                              <a:pt x="259271" y="92569"/>
                            </a:moveTo>
                            <a:cubicBezTo>
                              <a:pt x="259271" y="175247"/>
                              <a:pt x="201263" y="275735"/>
                              <a:pt x="129635" y="317074"/>
                            </a:cubicBezTo>
                            <a:cubicBezTo>
                              <a:pt x="58103" y="358412"/>
                              <a:pt x="0" y="324884"/>
                              <a:pt x="0" y="242207"/>
                            </a:cubicBezTo>
                            <a:cubicBezTo>
                              <a:pt x="0" y="159530"/>
                              <a:pt x="58007" y="59041"/>
                              <a:pt x="129635" y="17703"/>
                            </a:cubicBezTo>
                            <a:cubicBezTo>
                              <a:pt x="201168" y="-23636"/>
                              <a:pt x="259271" y="9892"/>
                              <a:pt x="259271" y="92569"/>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22" name="Graphic 3388">
                        <a:extLst>
                          <a:ext uri="{FF2B5EF4-FFF2-40B4-BE49-F238E27FC236}">
                            <a16:creationId xmlns:a16="http://schemas.microsoft.com/office/drawing/2014/main" id="{5A600ADE-1BD5-7372-D1DA-1814F1E60DE0}"/>
                          </a:ext>
                        </a:extLst>
                      </p:cNvPr>
                      <p:cNvGrpSpPr/>
                      <p:nvPr/>
                    </p:nvGrpSpPr>
                    <p:grpSpPr>
                      <a:xfrm>
                        <a:off x="4452747" y="1590484"/>
                        <a:ext cx="267938" cy="444151"/>
                        <a:chOff x="4452747" y="1590484"/>
                        <a:chExt cx="267938" cy="444151"/>
                      </a:xfrm>
                      <a:solidFill>
                        <a:srgbClr val="3B3B3B"/>
                      </a:solidFill>
                    </p:grpSpPr>
                    <p:sp>
                      <p:nvSpPr>
                        <p:cNvPr id="2423" name="Freeform: Shape 2422">
                          <a:extLst>
                            <a:ext uri="{FF2B5EF4-FFF2-40B4-BE49-F238E27FC236}">
                              <a16:creationId xmlns:a16="http://schemas.microsoft.com/office/drawing/2014/main" id="{0DE2275F-569B-46ED-7D23-37662FFA802D}"/>
                            </a:ext>
                          </a:extLst>
                        </p:cNvPr>
                        <p:cNvSpPr/>
                        <p:nvPr/>
                      </p:nvSpPr>
                      <p:spPr>
                        <a:xfrm>
                          <a:off x="4452747" y="1590484"/>
                          <a:ext cx="267938" cy="168782"/>
                        </a:xfrm>
                        <a:custGeom>
                          <a:avLst/>
                          <a:gdLst>
                            <a:gd name="connsiteX0" fmla="*/ 267938 w 267938"/>
                            <a:gd name="connsiteY0" fmla="*/ 14097 h 168782"/>
                            <a:gd name="connsiteX1" fmla="*/ 0 w 267938"/>
                            <a:gd name="connsiteY1" fmla="*/ 168783 h 168782"/>
                            <a:gd name="connsiteX2" fmla="*/ 0 w 267938"/>
                            <a:gd name="connsiteY2" fmla="*/ 154686 h 168782"/>
                            <a:gd name="connsiteX3" fmla="*/ 267938 w 267938"/>
                            <a:gd name="connsiteY3" fmla="*/ 0 h 168782"/>
                            <a:gd name="connsiteX4" fmla="*/ 267938 w 267938"/>
                            <a:gd name="connsiteY4" fmla="*/ 14097 h 168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2">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4" name="Freeform: Shape 2423">
                          <a:extLst>
                            <a:ext uri="{FF2B5EF4-FFF2-40B4-BE49-F238E27FC236}">
                              <a16:creationId xmlns:a16="http://schemas.microsoft.com/office/drawing/2014/main" id="{219E74EA-0B6E-54AC-681E-C3246BF6B56E}"/>
                            </a:ext>
                          </a:extLst>
                        </p:cNvPr>
                        <p:cNvSpPr/>
                        <p:nvPr/>
                      </p:nvSpPr>
                      <p:spPr>
                        <a:xfrm>
                          <a:off x="4452747" y="161343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5" name="Freeform: Shape 2424">
                          <a:extLst>
                            <a:ext uri="{FF2B5EF4-FFF2-40B4-BE49-F238E27FC236}">
                              <a16:creationId xmlns:a16="http://schemas.microsoft.com/office/drawing/2014/main" id="{6B854D41-A22B-2E9F-7339-2E47A1F0A6BB}"/>
                            </a:ext>
                          </a:extLst>
                        </p:cNvPr>
                        <p:cNvSpPr/>
                        <p:nvPr/>
                      </p:nvSpPr>
                      <p:spPr>
                        <a:xfrm>
                          <a:off x="4452747" y="1636299"/>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6" name="Freeform: Shape 2425">
                          <a:extLst>
                            <a:ext uri="{FF2B5EF4-FFF2-40B4-BE49-F238E27FC236}">
                              <a16:creationId xmlns:a16="http://schemas.microsoft.com/office/drawing/2014/main" id="{20BFC63B-EF47-0302-06D4-DB0A3DE0277D}"/>
                            </a:ext>
                          </a:extLst>
                        </p:cNvPr>
                        <p:cNvSpPr/>
                        <p:nvPr/>
                      </p:nvSpPr>
                      <p:spPr>
                        <a:xfrm>
                          <a:off x="4452747" y="1659254"/>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7" name="Freeform: Shape 2426">
                          <a:extLst>
                            <a:ext uri="{FF2B5EF4-FFF2-40B4-BE49-F238E27FC236}">
                              <a16:creationId xmlns:a16="http://schemas.microsoft.com/office/drawing/2014/main" id="{BE55FC1D-0D8C-C573-FBB2-D6571517AC35}"/>
                            </a:ext>
                          </a:extLst>
                        </p:cNvPr>
                        <p:cNvSpPr/>
                        <p:nvPr/>
                      </p:nvSpPr>
                      <p:spPr>
                        <a:xfrm>
                          <a:off x="4452747" y="1682210"/>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8" name="Freeform: Shape 2427">
                          <a:extLst>
                            <a:ext uri="{FF2B5EF4-FFF2-40B4-BE49-F238E27FC236}">
                              <a16:creationId xmlns:a16="http://schemas.microsoft.com/office/drawing/2014/main" id="{F01F4EB6-2AF3-DF00-C10B-C8449C1853BB}"/>
                            </a:ext>
                          </a:extLst>
                        </p:cNvPr>
                        <p:cNvSpPr/>
                        <p:nvPr/>
                      </p:nvSpPr>
                      <p:spPr>
                        <a:xfrm>
                          <a:off x="4452747" y="1705165"/>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9" name="Freeform: Shape 2428">
                          <a:extLst>
                            <a:ext uri="{FF2B5EF4-FFF2-40B4-BE49-F238E27FC236}">
                              <a16:creationId xmlns:a16="http://schemas.microsoft.com/office/drawing/2014/main" id="{03B993A5-BEF5-00D9-A3BF-47A44A688390}"/>
                            </a:ext>
                          </a:extLst>
                        </p:cNvPr>
                        <p:cNvSpPr/>
                        <p:nvPr/>
                      </p:nvSpPr>
                      <p:spPr>
                        <a:xfrm>
                          <a:off x="4452747" y="1728120"/>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0" name="Freeform: Shape 2429">
                          <a:extLst>
                            <a:ext uri="{FF2B5EF4-FFF2-40B4-BE49-F238E27FC236}">
                              <a16:creationId xmlns:a16="http://schemas.microsoft.com/office/drawing/2014/main" id="{10820A9A-2A92-CBC8-47E4-D4C8A283F5BE}"/>
                            </a:ext>
                          </a:extLst>
                        </p:cNvPr>
                        <p:cNvSpPr/>
                        <p:nvPr/>
                      </p:nvSpPr>
                      <p:spPr>
                        <a:xfrm>
                          <a:off x="4452747" y="1751075"/>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1" name="Freeform: Shape 2430">
                          <a:extLst>
                            <a:ext uri="{FF2B5EF4-FFF2-40B4-BE49-F238E27FC236}">
                              <a16:creationId xmlns:a16="http://schemas.microsoft.com/office/drawing/2014/main" id="{73C76725-BFF3-536E-B645-77AA2E170D4D}"/>
                            </a:ext>
                          </a:extLst>
                        </p:cNvPr>
                        <p:cNvSpPr/>
                        <p:nvPr/>
                      </p:nvSpPr>
                      <p:spPr>
                        <a:xfrm>
                          <a:off x="4452747" y="1774031"/>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2" name="Freeform: Shape 2431">
                          <a:extLst>
                            <a:ext uri="{FF2B5EF4-FFF2-40B4-BE49-F238E27FC236}">
                              <a16:creationId xmlns:a16="http://schemas.microsoft.com/office/drawing/2014/main" id="{43862330-2739-BA19-DA93-EB8052535EAB}"/>
                            </a:ext>
                          </a:extLst>
                        </p:cNvPr>
                        <p:cNvSpPr/>
                        <p:nvPr/>
                      </p:nvSpPr>
                      <p:spPr>
                        <a:xfrm>
                          <a:off x="4452747" y="1796986"/>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3" name="Freeform: Shape 2432">
                          <a:extLst>
                            <a:ext uri="{FF2B5EF4-FFF2-40B4-BE49-F238E27FC236}">
                              <a16:creationId xmlns:a16="http://schemas.microsoft.com/office/drawing/2014/main" id="{C17790F1-27B4-BD33-6B14-C990851C2B2F}"/>
                            </a:ext>
                          </a:extLst>
                        </p:cNvPr>
                        <p:cNvSpPr/>
                        <p:nvPr/>
                      </p:nvSpPr>
                      <p:spPr>
                        <a:xfrm>
                          <a:off x="4452747" y="1819846"/>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4" name="Freeform: Shape 2433">
                          <a:extLst>
                            <a:ext uri="{FF2B5EF4-FFF2-40B4-BE49-F238E27FC236}">
                              <a16:creationId xmlns:a16="http://schemas.microsoft.com/office/drawing/2014/main" id="{59417A15-7816-5C90-3D5F-4470906AF303}"/>
                            </a:ext>
                          </a:extLst>
                        </p:cNvPr>
                        <p:cNvSpPr/>
                        <p:nvPr/>
                      </p:nvSpPr>
                      <p:spPr>
                        <a:xfrm>
                          <a:off x="4452747" y="1842801"/>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35" name="Freeform: Shape 2434">
                          <a:extLst>
                            <a:ext uri="{FF2B5EF4-FFF2-40B4-BE49-F238E27FC236}">
                              <a16:creationId xmlns:a16="http://schemas.microsoft.com/office/drawing/2014/main" id="{859286C3-44D7-AC7D-6702-5F5F811F854B}"/>
                            </a:ext>
                          </a:extLst>
                        </p:cNvPr>
                        <p:cNvSpPr/>
                        <p:nvPr/>
                      </p:nvSpPr>
                      <p:spPr>
                        <a:xfrm>
                          <a:off x="4452747" y="1865757"/>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2404" name="Freeform: Shape 2403">
                      <a:extLst>
                        <a:ext uri="{FF2B5EF4-FFF2-40B4-BE49-F238E27FC236}">
                          <a16:creationId xmlns:a16="http://schemas.microsoft.com/office/drawing/2014/main" id="{D5A422F6-8780-1CE5-EDE4-206D4916917E}"/>
                        </a:ext>
                      </a:extLst>
                    </p:cNvPr>
                    <p:cNvSpPr/>
                    <p:nvPr/>
                  </p:nvSpPr>
                  <p:spPr>
                    <a:xfrm>
                      <a:off x="4439697" y="2442983"/>
                      <a:ext cx="296608" cy="383072"/>
                    </a:xfrm>
                    <a:custGeom>
                      <a:avLst/>
                      <a:gdLst>
                        <a:gd name="connsiteX0" fmla="*/ 296609 w 296608"/>
                        <a:gd name="connsiteY0" fmla="*/ 105907 h 383072"/>
                        <a:gd name="connsiteX1" fmla="*/ 148304 w 296608"/>
                        <a:gd name="connsiteY1" fmla="*/ 362796 h 383072"/>
                        <a:gd name="connsiteX2" fmla="*/ 0 w 296608"/>
                        <a:gd name="connsiteY2" fmla="*/ 277166 h 383072"/>
                        <a:gd name="connsiteX3" fmla="*/ 148304 w 296608"/>
                        <a:gd name="connsiteY3" fmla="*/ 20277 h 383072"/>
                        <a:gd name="connsiteX4" fmla="*/ 296609 w 296608"/>
                        <a:gd name="connsiteY4" fmla="*/ 105907 h 383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608" h="383072">
                          <a:moveTo>
                            <a:pt x="296609" y="105907"/>
                          </a:moveTo>
                          <a:cubicBezTo>
                            <a:pt x="296609" y="200490"/>
                            <a:pt x="230219" y="315552"/>
                            <a:pt x="148304" y="362796"/>
                          </a:cubicBezTo>
                          <a:cubicBezTo>
                            <a:pt x="66389" y="410135"/>
                            <a:pt x="0" y="371749"/>
                            <a:pt x="0" y="277166"/>
                          </a:cubicBezTo>
                          <a:cubicBezTo>
                            <a:pt x="0" y="182583"/>
                            <a:pt x="66389" y="67521"/>
                            <a:pt x="148304" y="20277"/>
                          </a:cubicBezTo>
                          <a:cubicBezTo>
                            <a:pt x="230219" y="-27062"/>
                            <a:pt x="296609" y="11323"/>
                            <a:pt x="296609" y="105907"/>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05" name="Graphic 3388">
                      <a:extLst>
                        <a:ext uri="{FF2B5EF4-FFF2-40B4-BE49-F238E27FC236}">
                          <a16:creationId xmlns:a16="http://schemas.microsoft.com/office/drawing/2014/main" id="{57A1D475-5BF1-15A1-C070-34300BEA46EE}"/>
                        </a:ext>
                      </a:extLst>
                    </p:cNvPr>
                    <p:cNvGrpSpPr/>
                    <p:nvPr/>
                  </p:nvGrpSpPr>
                  <p:grpSpPr>
                    <a:xfrm>
                      <a:off x="4452747" y="2412587"/>
                      <a:ext cx="267938" cy="444150"/>
                      <a:chOff x="4452747" y="2412587"/>
                      <a:chExt cx="267938" cy="444150"/>
                    </a:xfrm>
                  </p:grpSpPr>
                  <p:sp>
                    <p:nvSpPr>
                      <p:cNvPr id="2406" name="Freeform: Shape 2405">
                        <a:extLst>
                          <a:ext uri="{FF2B5EF4-FFF2-40B4-BE49-F238E27FC236}">
                            <a16:creationId xmlns:a16="http://schemas.microsoft.com/office/drawing/2014/main" id="{71B91820-2804-A0A2-5564-26A817016C91}"/>
                          </a:ext>
                        </a:extLst>
                      </p:cNvPr>
                      <p:cNvSpPr/>
                      <p:nvPr/>
                    </p:nvSpPr>
                    <p:spPr>
                      <a:xfrm>
                        <a:off x="4458271" y="2467083"/>
                        <a:ext cx="259270" cy="334776"/>
                      </a:xfrm>
                      <a:custGeom>
                        <a:avLst/>
                        <a:gdLst>
                          <a:gd name="connsiteX0" fmla="*/ 259271 w 259270"/>
                          <a:gd name="connsiteY0" fmla="*/ 92569 h 334776"/>
                          <a:gd name="connsiteX1" fmla="*/ 129635 w 259270"/>
                          <a:gd name="connsiteY1" fmla="*/ 317074 h 334776"/>
                          <a:gd name="connsiteX2" fmla="*/ 0 w 259270"/>
                          <a:gd name="connsiteY2" fmla="*/ 242207 h 334776"/>
                          <a:gd name="connsiteX3" fmla="*/ 129635 w 259270"/>
                          <a:gd name="connsiteY3" fmla="*/ 17703 h 334776"/>
                          <a:gd name="connsiteX4" fmla="*/ 259271 w 259270"/>
                          <a:gd name="connsiteY4" fmla="*/ 92569 h 334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70" h="334776">
                            <a:moveTo>
                              <a:pt x="259271" y="92569"/>
                            </a:moveTo>
                            <a:cubicBezTo>
                              <a:pt x="259271" y="175247"/>
                              <a:pt x="201263" y="275735"/>
                              <a:pt x="129635" y="317074"/>
                            </a:cubicBezTo>
                            <a:cubicBezTo>
                              <a:pt x="58103" y="358412"/>
                              <a:pt x="0" y="324884"/>
                              <a:pt x="0" y="242207"/>
                            </a:cubicBezTo>
                            <a:cubicBezTo>
                              <a:pt x="0" y="159530"/>
                              <a:pt x="58007" y="59042"/>
                              <a:pt x="129635" y="17703"/>
                            </a:cubicBezTo>
                            <a:cubicBezTo>
                              <a:pt x="201168" y="-23636"/>
                              <a:pt x="259271" y="9893"/>
                              <a:pt x="259271" y="92569"/>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407" name="Graphic 3388">
                        <a:extLst>
                          <a:ext uri="{FF2B5EF4-FFF2-40B4-BE49-F238E27FC236}">
                            <a16:creationId xmlns:a16="http://schemas.microsoft.com/office/drawing/2014/main" id="{27EB9F9C-DA94-3BED-26D0-E0DEDCD7EE96}"/>
                          </a:ext>
                        </a:extLst>
                      </p:cNvPr>
                      <p:cNvGrpSpPr/>
                      <p:nvPr/>
                    </p:nvGrpSpPr>
                    <p:grpSpPr>
                      <a:xfrm>
                        <a:off x="4452747" y="2412587"/>
                        <a:ext cx="267938" cy="444150"/>
                        <a:chOff x="4452747" y="2412587"/>
                        <a:chExt cx="267938" cy="444150"/>
                      </a:xfrm>
                      <a:solidFill>
                        <a:srgbClr val="3B3B3B"/>
                      </a:solidFill>
                    </p:grpSpPr>
                    <p:sp>
                      <p:nvSpPr>
                        <p:cNvPr id="2408" name="Freeform: Shape 2407">
                          <a:extLst>
                            <a:ext uri="{FF2B5EF4-FFF2-40B4-BE49-F238E27FC236}">
                              <a16:creationId xmlns:a16="http://schemas.microsoft.com/office/drawing/2014/main" id="{7B2C8202-A8AC-95DE-1381-58A03AE645F9}"/>
                            </a:ext>
                          </a:extLst>
                        </p:cNvPr>
                        <p:cNvSpPr/>
                        <p:nvPr/>
                      </p:nvSpPr>
                      <p:spPr>
                        <a:xfrm>
                          <a:off x="4452747" y="2412587"/>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09" name="Freeform: Shape 2408">
                          <a:extLst>
                            <a:ext uri="{FF2B5EF4-FFF2-40B4-BE49-F238E27FC236}">
                              <a16:creationId xmlns:a16="http://schemas.microsoft.com/office/drawing/2014/main" id="{078ABBDB-7F16-0F60-7FEC-11E202249B81}"/>
                            </a:ext>
                          </a:extLst>
                        </p:cNvPr>
                        <p:cNvSpPr/>
                        <p:nvPr/>
                      </p:nvSpPr>
                      <p:spPr>
                        <a:xfrm>
                          <a:off x="4452747" y="2435542"/>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0" name="Freeform: Shape 2409">
                          <a:extLst>
                            <a:ext uri="{FF2B5EF4-FFF2-40B4-BE49-F238E27FC236}">
                              <a16:creationId xmlns:a16="http://schemas.microsoft.com/office/drawing/2014/main" id="{B2A00A8C-D5F5-7D7A-FF2E-521751882DA2}"/>
                            </a:ext>
                          </a:extLst>
                        </p:cNvPr>
                        <p:cNvSpPr/>
                        <p:nvPr/>
                      </p:nvSpPr>
                      <p:spPr>
                        <a:xfrm>
                          <a:off x="4452747" y="2458497"/>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1" name="Freeform: Shape 2410">
                          <a:extLst>
                            <a:ext uri="{FF2B5EF4-FFF2-40B4-BE49-F238E27FC236}">
                              <a16:creationId xmlns:a16="http://schemas.microsoft.com/office/drawing/2014/main" id="{F9E7CE94-4066-2535-61EC-6894C281D245}"/>
                            </a:ext>
                          </a:extLst>
                        </p:cNvPr>
                        <p:cNvSpPr/>
                        <p:nvPr/>
                      </p:nvSpPr>
                      <p:spPr>
                        <a:xfrm>
                          <a:off x="4452747" y="2481453"/>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2" name="Freeform: Shape 2411">
                          <a:extLst>
                            <a:ext uri="{FF2B5EF4-FFF2-40B4-BE49-F238E27FC236}">
                              <a16:creationId xmlns:a16="http://schemas.microsoft.com/office/drawing/2014/main" id="{27681674-A54F-3774-42DE-9798D2C11D7A}"/>
                            </a:ext>
                          </a:extLst>
                        </p:cNvPr>
                        <p:cNvSpPr/>
                        <p:nvPr/>
                      </p:nvSpPr>
                      <p:spPr>
                        <a:xfrm>
                          <a:off x="4452747" y="2504312"/>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3" name="Freeform: Shape 2412">
                          <a:extLst>
                            <a:ext uri="{FF2B5EF4-FFF2-40B4-BE49-F238E27FC236}">
                              <a16:creationId xmlns:a16="http://schemas.microsoft.com/office/drawing/2014/main" id="{7BFAF8EC-65F0-2A5A-C16B-B8F18AE69A54}"/>
                            </a:ext>
                          </a:extLst>
                        </p:cNvPr>
                        <p:cNvSpPr/>
                        <p:nvPr/>
                      </p:nvSpPr>
                      <p:spPr>
                        <a:xfrm>
                          <a:off x="4452747" y="2527268"/>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4" name="Freeform: Shape 2413">
                          <a:extLst>
                            <a:ext uri="{FF2B5EF4-FFF2-40B4-BE49-F238E27FC236}">
                              <a16:creationId xmlns:a16="http://schemas.microsoft.com/office/drawing/2014/main" id="{2DDBE393-D827-18EE-5FF2-B528EE492FDD}"/>
                            </a:ext>
                          </a:extLst>
                        </p:cNvPr>
                        <p:cNvSpPr/>
                        <p:nvPr/>
                      </p:nvSpPr>
                      <p:spPr>
                        <a:xfrm>
                          <a:off x="4452747" y="2550223"/>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5" name="Freeform: Shape 2414">
                          <a:extLst>
                            <a:ext uri="{FF2B5EF4-FFF2-40B4-BE49-F238E27FC236}">
                              <a16:creationId xmlns:a16="http://schemas.microsoft.com/office/drawing/2014/main" id="{BFA8F832-8C65-A4D7-6FEF-D026839D659B}"/>
                            </a:ext>
                          </a:extLst>
                        </p:cNvPr>
                        <p:cNvSpPr/>
                        <p:nvPr/>
                      </p:nvSpPr>
                      <p:spPr>
                        <a:xfrm>
                          <a:off x="4452747" y="2573178"/>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6" name="Freeform: Shape 2415">
                          <a:extLst>
                            <a:ext uri="{FF2B5EF4-FFF2-40B4-BE49-F238E27FC236}">
                              <a16:creationId xmlns:a16="http://schemas.microsoft.com/office/drawing/2014/main" id="{8E534A3A-2177-4886-9E66-8AE92E5A5567}"/>
                            </a:ext>
                          </a:extLst>
                        </p:cNvPr>
                        <p:cNvSpPr/>
                        <p:nvPr/>
                      </p:nvSpPr>
                      <p:spPr>
                        <a:xfrm>
                          <a:off x="4452747" y="2596133"/>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7" name="Freeform: Shape 2416">
                          <a:extLst>
                            <a:ext uri="{FF2B5EF4-FFF2-40B4-BE49-F238E27FC236}">
                              <a16:creationId xmlns:a16="http://schemas.microsoft.com/office/drawing/2014/main" id="{606869DE-6F49-443F-9F39-D93A6713EA4E}"/>
                            </a:ext>
                          </a:extLst>
                        </p:cNvPr>
                        <p:cNvSpPr/>
                        <p:nvPr/>
                      </p:nvSpPr>
                      <p:spPr>
                        <a:xfrm>
                          <a:off x="4452747" y="261908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8" name="Freeform: Shape 2417">
                          <a:extLst>
                            <a:ext uri="{FF2B5EF4-FFF2-40B4-BE49-F238E27FC236}">
                              <a16:creationId xmlns:a16="http://schemas.microsoft.com/office/drawing/2014/main" id="{5E19D2B6-42D1-CE9E-DE83-1134FEC10694}"/>
                            </a:ext>
                          </a:extLst>
                        </p:cNvPr>
                        <p:cNvSpPr/>
                        <p:nvPr/>
                      </p:nvSpPr>
                      <p:spPr>
                        <a:xfrm>
                          <a:off x="4452747" y="2642044"/>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19" name="Freeform: Shape 2418">
                          <a:extLst>
                            <a:ext uri="{FF2B5EF4-FFF2-40B4-BE49-F238E27FC236}">
                              <a16:creationId xmlns:a16="http://schemas.microsoft.com/office/drawing/2014/main" id="{F70980DF-459B-A1FF-594A-ACBF6A409C1E}"/>
                            </a:ext>
                          </a:extLst>
                        </p:cNvPr>
                        <p:cNvSpPr/>
                        <p:nvPr/>
                      </p:nvSpPr>
                      <p:spPr>
                        <a:xfrm>
                          <a:off x="4452747" y="266499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20" name="Freeform: Shape 2419">
                          <a:extLst>
                            <a:ext uri="{FF2B5EF4-FFF2-40B4-BE49-F238E27FC236}">
                              <a16:creationId xmlns:a16="http://schemas.microsoft.com/office/drawing/2014/main" id="{3F5FEBED-AB8E-4C85-DB75-7C7CBE32EC1C}"/>
                            </a:ext>
                          </a:extLst>
                        </p:cNvPr>
                        <p:cNvSpPr/>
                        <p:nvPr/>
                      </p:nvSpPr>
                      <p:spPr>
                        <a:xfrm>
                          <a:off x="4452747" y="2687859"/>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2332" name="Freeform: Shape 2331">
                    <a:extLst>
                      <a:ext uri="{FF2B5EF4-FFF2-40B4-BE49-F238E27FC236}">
                        <a16:creationId xmlns:a16="http://schemas.microsoft.com/office/drawing/2014/main" id="{6750DFA1-E983-99A2-78E1-A5DA4ABC2C41}"/>
                      </a:ext>
                    </a:extLst>
                  </p:cNvPr>
                  <p:cNvSpPr/>
                  <p:nvPr/>
                </p:nvSpPr>
                <p:spPr>
                  <a:xfrm>
                    <a:off x="3671887" y="918305"/>
                    <a:ext cx="1257585" cy="726090"/>
                  </a:xfrm>
                  <a:custGeom>
                    <a:avLst/>
                    <a:gdLst>
                      <a:gd name="connsiteX0" fmla="*/ 683038 w 1257585"/>
                      <a:gd name="connsiteY0" fmla="*/ 0 h 726090"/>
                      <a:gd name="connsiteX1" fmla="*/ 0 w 1257585"/>
                      <a:gd name="connsiteY1" fmla="*/ 394335 h 726090"/>
                      <a:gd name="connsiteX2" fmla="*/ 574548 w 1257585"/>
                      <a:gd name="connsiteY2" fmla="*/ 726091 h 726090"/>
                      <a:gd name="connsiteX3" fmla="*/ 1257586 w 1257585"/>
                      <a:gd name="connsiteY3" fmla="*/ 331756 h 726090"/>
                      <a:gd name="connsiteX4" fmla="*/ 683038 w 1257585"/>
                      <a:gd name="connsiteY4" fmla="*/ 0 h 726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7585" h="726090">
                        <a:moveTo>
                          <a:pt x="683038" y="0"/>
                        </a:moveTo>
                        <a:lnTo>
                          <a:pt x="0" y="394335"/>
                        </a:lnTo>
                        <a:lnTo>
                          <a:pt x="574548" y="726091"/>
                        </a:lnTo>
                        <a:lnTo>
                          <a:pt x="1257586" y="331756"/>
                        </a:lnTo>
                        <a:lnTo>
                          <a:pt x="683038"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333" name="Graphic 3388">
                    <a:extLst>
                      <a:ext uri="{FF2B5EF4-FFF2-40B4-BE49-F238E27FC236}">
                        <a16:creationId xmlns:a16="http://schemas.microsoft.com/office/drawing/2014/main" id="{5449DEC1-FF44-45B5-5C04-9B0791103AF7}"/>
                      </a:ext>
                    </a:extLst>
                  </p:cNvPr>
                  <p:cNvGrpSpPr/>
                  <p:nvPr/>
                </p:nvGrpSpPr>
                <p:grpSpPr>
                  <a:xfrm>
                    <a:off x="3671887" y="918305"/>
                    <a:ext cx="1257585" cy="726090"/>
                    <a:chOff x="3671887" y="918305"/>
                    <a:chExt cx="1257585" cy="726090"/>
                  </a:xfrm>
                </p:grpSpPr>
                <p:grpSp>
                  <p:nvGrpSpPr>
                    <p:cNvPr id="2395" name="Graphic 3388">
                      <a:extLst>
                        <a:ext uri="{FF2B5EF4-FFF2-40B4-BE49-F238E27FC236}">
                          <a16:creationId xmlns:a16="http://schemas.microsoft.com/office/drawing/2014/main" id="{683213C1-5747-9F58-9747-3CE61740582E}"/>
                        </a:ext>
                      </a:extLst>
                    </p:cNvPr>
                    <p:cNvGrpSpPr/>
                    <p:nvPr/>
                  </p:nvGrpSpPr>
                  <p:grpSpPr>
                    <a:xfrm>
                      <a:off x="3671887" y="918305"/>
                      <a:ext cx="1257585" cy="726090"/>
                      <a:chOff x="3671887" y="918305"/>
                      <a:chExt cx="1257585" cy="726090"/>
                    </a:xfrm>
                  </p:grpSpPr>
                  <p:sp>
                    <p:nvSpPr>
                      <p:cNvPr id="2398" name="Freeform: Shape 2397">
                        <a:extLst>
                          <a:ext uri="{FF2B5EF4-FFF2-40B4-BE49-F238E27FC236}">
                            <a16:creationId xmlns:a16="http://schemas.microsoft.com/office/drawing/2014/main" id="{456EB8DA-D188-5CCA-ECAB-AA294308186A}"/>
                          </a:ext>
                        </a:extLst>
                      </p:cNvPr>
                      <p:cNvSpPr/>
                      <p:nvPr/>
                    </p:nvSpPr>
                    <p:spPr>
                      <a:xfrm>
                        <a:off x="3671887" y="918305"/>
                        <a:ext cx="1257585" cy="726090"/>
                      </a:xfrm>
                      <a:custGeom>
                        <a:avLst/>
                        <a:gdLst>
                          <a:gd name="connsiteX0" fmla="*/ 683038 w 1257585"/>
                          <a:gd name="connsiteY0" fmla="*/ 0 h 726090"/>
                          <a:gd name="connsiteX1" fmla="*/ 0 w 1257585"/>
                          <a:gd name="connsiteY1" fmla="*/ 394335 h 726090"/>
                          <a:gd name="connsiteX2" fmla="*/ 574548 w 1257585"/>
                          <a:gd name="connsiteY2" fmla="*/ 726091 h 726090"/>
                          <a:gd name="connsiteX3" fmla="*/ 1257586 w 1257585"/>
                          <a:gd name="connsiteY3" fmla="*/ 331756 h 726090"/>
                          <a:gd name="connsiteX4" fmla="*/ 683038 w 1257585"/>
                          <a:gd name="connsiteY4" fmla="*/ 0 h 726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7585" h="726090">
                            <a:moveTo>
                              <a:pt x="683038" y="0"/>
                            </a:moveTo>
                            <a:lnTo>
                              <a:pt x="0" y="394335"/>
                            </a:lnTo>
                            <a:lnTo>
                              <a:pt x="574548" y="726091"/>
                            </a:lnTo>
                            <a:lnTo>
                              <a:pt x="1257586" y="331756"/>
                            </a:lnTo>
                            <a:lnTo>
                              <a:pt x="683038"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9" name="Freeform: Shape 2398">
                        <a:extLst>
                          <a:ext uri="{FF2B5EF4-FFF2-40B4-BE49-F238E27FC236}">
                            <a16:creationId xmlns:a16="http://schemas.microsoft.com/office/drawing/2014/main" id="{F2252524-6ED8-89FE-4690-69FB8A216FF4}"/>
                          </a:ext>
                        </a:extLst>
                      </p:cNvPr>
                      <p:cNvSpPr/>
                      <p:nvPr/>
                    </p:nvSpPr>
                    <p:spPr>
                      <a:xfrm>
                        <a:off x="3895153" y="1047273"/>
                        <a:ext cx="811053" cy="468248"/>
                      </a:xfrm>
                      <a:custGeom>
                        <a:avLst/>
                        <a:gdLst>
                          <a:gd name="connsiteX0" fmla="*/ 811054 w 811053"/>
                          <a:gd name="connsiteY0" fmla="*/ 192786 h 468248"/>
                          <a:gd name="connsiteX1" fmla="*/ 333946 w 811053"/>
                          <a:gd name="connsiteY1" fmla="*/ 468249 h 468248"/>
                          <a:gd name="connsiteX2" fmla="*/ 0 w 811053"/>
                          <a:gd name="connsiteY2" fmla="*/ 275368 h 468248"/>
                          <a:gd name="connsiteX3" fmla="*/ 477107 w 811053"/>
                          <a:gd name="connsiteY3" fmla="*/ 0 h 468248"/>
                          <a:gd name="connsiteX4" fmla="*/ 811054 w 811053"/>
                          <a:gd name="connsiteY4" fmla="*/ 192786 h 468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1053" h="468248">
                            <a:moveTo>
                              <a:pt x="811054" y="192786"/>
                            </a:moveTo>
                            <a:lnTo>
                              <a:pt x="333946" y="468249"/>
                            </a:lnTo>
                            <a:lnTo>
                              <a:pt x="0" y="275368"/>
                            </a:lnTo>
                            <a:lnTo>
                              <a:pt x="477107" y="0"/>
                            </a:lnTo>
                            <a:lnTo>
                              <a:pt x="811054" y="192786"/>
                            </a:lnTo>
                            <a:close/>
                          </a:path>
                        </a:pathLst>
                      </a:custGeom>
                      <a:solidFill>
                        <a:srgbClr val="6969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400" name="Freeform: Shape 2399">
                        <a:extLst>
                          <a:ext uri="{FF2B5EF4-FFF2-40B4-BE49-F238E27FC236}">
                            <a16:creationId xmlns:a16="http://schemas.microsoft.com/office/drawing/2014/main" id="{F110DE47-9BB0-7218-C171-806E5FDC3432}"/>
                          </a:ext>
                        </a:extLst>
                      </p:cNvPr>
                      <p:cNvSpPr/>
                      <p:nvPr/>
                    </p:nvSpPr>
                    <p:spPr>
                      <a:xfrm>
                        <a:off x="3949731" y="1078706"/>
                        <a:ext cx="701897" cy="405288"/>
                      </a:xfrm>
                      <a:custGeom>
                        <a:avLst/>
                        <a:gdLst>
                          <a:gd name="connsiteX0" fmla="*/ 279368 w 701897"/>
                          <a:gd name="connsiteY0" fmla="*/ 405289 h 405288"/>
                          <a:gd name="connsiteX1" fmla="*/ 0 w 701897"/>
                          <a:gd name="connsiteY1" fmla="*/ 243935 h 405288"/>
                          <a:gd name="connsiteX2" fmla="*/ 422529 w 701897"/>
                          <a:gd name="connsiteY2" fmla="*/ 0 h 405288"/>
                          <a:gd name="connsiteX3" fmla="*/ 701897 w 701897"/>
                          <a:gd name="connsiteY3" fmla="*/ 161354 h 405288"/>
                          <a:gd name="connsiteX4" fmla="*/ 279368 w 701897"/>
                          <a:gd name="connsiteY4" fmla="*/ 405289 h 405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897" h="405288">
                            <a:moveTo>
                              <a:pt x="279368" y="405289"/>
                            </a:moveTo>
                            <a:lnTo>
                              <a:pt x="0" y="243935"/>
                            </a:lnTo>
                            <a:lnTo>
                              <a:pt x="422529" y="0"/>
                            </a:lnTo>
                            <a:lnTo>
                              <a:pt x="701897" y="161354"/>
                            </a:lnTo>
                            <a:lnTo>
                              <a:pt x="279368" y="405289"/>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396" name="Freeform: Shape 2395">
                      <a:extLst>
                        <a:ext uri="{FF2B5EF4-FFF2-40B4-BE49-F238E27FC236}">
                          <a16:creationId xmlns:a16="http://schemas.microsoft.com/office/drawing/2014/main" id="{C4967C92-9E80-4C1B-3868-65068808470F}"/>
                        </a:ext>
                      </a:extLst>
                    </p:cNvPr>
                    <p:cNvSpPr/>
                    <p:nvPr/>
                  </p:nvSpPr>
                  <p:spPr>
                    <a:xfrm>
                      <a:off x="3895153" y="1322641"/>
                      <a:ext cx="333946" cy="205454"/>
                    </a:xfrm>
                    <a:custGeom>
                      <a:avLst/>
                      <a:gdLst>
                        <a:gd name="connsiteX0" fmla="*/ 0 w 333946"/>
                        <a:gd name="connsiteY0" fmla="*/ 0 h 205454"/>
                        <a:gd name="connsiteX1" fmla="*/ 0 w 333946"/>
                        <a:gd name="connsiteY1" fmla="*/ 12668 h 205454"/>
                        <a:gd name="connsiteX2" fmla="*/ 333946 w 333946"/>
                        <a:gd name="connsiteY2" fmla="*/ 205454 h 205454"/>
                        <a:gd name="connsiteX3" fmla="*/ 333946 w 333946"/>
                        <a:gd name="connsiteY3" fmla="*/ 192881 h 205454"/>
                        <a:gd name="connsiteX4" fmla="*/ 0 w 333946"/>
                        <a:gd name="connsiteY4" fmla="*/ 0 h 205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46" h="205454">
                          <a:moveTo>
                            <a:pt x="0" y="0"/>
                          </a:moveTo>
                          <a:lnTo>
                            <a:pt x="0" y="12668"/>
                          </a:lnTo>
                          <a:lnTo>
                            <a:pt x="333946" y="205454"/>
                          </a:lnTo>
                          <a:lnTo>
                            <a:pt x="333946" y="192881"/>
                          </a:lnTo>
                          <a:lnTo>
                            <a:pt x="0" y="0"/>
                          </a:lnTo>
                          <a:close/>
                        </a:path>
                      </a:pathLst>
                    </a:custGeom>
                    <a:solidFill>
                      <a:srgbClr val="54545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7" name="Freeform: Shape 2396">
                      <a:extLst>
                        <a:ext uri="{FF2B5EF4-FFF2-40B4-BE49-F238E27FC236}">
                          <a16:creationId xmlns:a16="http://schemas.microsoft.com/office/drawing/2014/main" id="{87C380F4-77A9-0BF8-C340-0FBEB0DF08BE}"/>
                        </a:ext>
                      </a:extLst>
                    </p:cNvPr>
                    <p:cNvSpPr/>
                    <p:nvPr/>
                  </p:nvSpPr>
                  <p:spPr>
                    <a:xfrm>
                      <a:off x="4229100" y="1240059"/>
                      <a:ext cx="477107" cy="288035"/>
                    </a:xfrm>
                    <a:custGeom>
                      <a:avLst/>
                      <a:gdLst>
                        <a:gd name="connsiteX0" fmla="*/ 0 w 477107"/>
                        <a:gd name="connsiteY0" fmla="*/ 288036 h 288035"/>
                        <a:gd name="connsiteX1" fmla="*/ 477107 w 477107"/>
                        <a:gd name="connsiteY1" fmla="*/ 12668 h 288035"/>
                        <a:gd name="connsiteX2" fmla="*/ 477107 w 477107"/>
                        <a:gd name="connsiteY2" fmla="*/ 0 h 288035"/>
                        <a:gd name="connsiteX3" fmla="*/ 0 w 477107"/>
                        <a:gd name="connsiteY3" fmla="*/ 275463 h 288035"/>
                        <a:gd name="connsiteX4" fmla="*/ 0 w 477107"/>
                        <a:gd name="connsiteY4" fmla="*/ 288036 h 288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107" h="288035">
                          <a:moveTo>
                            <a:pt x="0" y="288036"/>
                          </a:moveTo>
                          <a:lnTo>
                            <a:pt x="477107" y="12668"/>
                          </a:lnTo>
                          <a:lnTo>
                            <a:pt x="477107" y="0"/>
                          </a:lnTo>
                          <a:lnTo>
                            <a:pt x="0" y="275463"/>
                          </a:lnTo>
                          <a:lnTo>
                            <a:pt x="0" y="288036"/>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34" name="Graphic 3388">
                    <a:extLst>
                      <a:ext uri="{FF2B5EF4-FFF2-40B4-BE49-F238E27FC236}">
                        <a16:creationId xmlns:a16="http://schemas.microsoft.com/office/drawing/2014/main" id="{0FCCF5EB-9BEF-3F82-23B6-C89AD3223112}"/>
                      </a:ext>
                    </a:extLst>
                  </p:cNvPr>
                  <p:cNvGrpSpPr/>
                  <p:nvPr/>
                </p:nvGrpSpPr>
                <p:grpSpPr>
                  <a:xfrm>
                    <a:off x="3671887" y="1312735"/>
                    <a:ext cx="574547" cy="1825180"/>
                    <a:chOff x="3671887" y="1312735"/>
                    <a:chExt cx="574547" cy="1825180"/>
                  </a:xfrm>
                </p:grpSpPr>
                <p:grpSp>
                  <p:nvGrpSpPr>
                    <p:cNvPr id="2335" name="Graphic 3388">
                      <a:extLst>
                        <a:ext uri="{FF2B5EF4-FFF2-40B4-BE49-F238E27FC236}">
                          <a16:creationId xmlns:a16="http://schemas.microsoft.com/office/drawing/2014/main" id="{46E7A704-A272-01E2-B1E7-6CD8E29F7857}"/>
                        </a:ext>
                      </a:extLst>
                    </p:cNvPr>
                    <p:cNvGrpSpPr/>
                    <p:nvPr/>
                  </p:nvGrpSpPr>
                  <p:grpSpPr>
                    <a:xfrm>
                      <a:off x="3671887" y="1312735"/>
                      <a:ext cx="574547" cy="1825180"/>
                      <a:chOff x="3671887" y="1312735"/>
                      <a:chExt cx="574547" cy="1825180"/>
                    </a:xfrm>
                  </p:grpSpPr>
                  <p:sp>
                    <p:nvSpPr>
                      <p:cNvPr id="2363" name="Freeform: Shape 2362">
                        <a:extLst>
                          <a:ext uri="{FF2B5EF4-FFF2-40B4-BE49-F238E27FC236}">
                            <a16:creationId xmlns:a16="http://schemas.microsoft.com/office/drawing/2014/main" id="{2BF4F16B-7A4E-D784-B799-C411286D54F1}"/>
                          </a:ext>
                        </a:extLst>
                      </p:cNvPr>
                      <p:cNvSpPr/>
                      <p:nvPr/>
                    </p:nvSpPr>
                    <p:spPr>
                      <a:xfrm>
                        <a:off x="3671887" y="1312735"/>
                        <a:ext cx="574547" cy="1825180"/>
                      </a:xfrm>
                      <a:custGeom>
                        <a:avLst/>
                        <a:gdLst>
                          <a:gd name="connsiteX0" fmla="*/ 574548 w 574547"/>
                          <a:gd name="connsiteY0" fmla="*/ 1825181 h 1825180"/>
                          <a:gd name="connsiteX1" fmla="*/ 0 w 574547"/>
                          <a:gd name="connsiteY1" fmla="*/ 1493425 h 1825180"/>
                          <a:gd name="connsiteX2" fmla="*/ 0 w 574547"/>
                          <a:gd name="connsiteY2" fmla="*/ 0 h 1825180"/>
                          <a:gd name="connsiteX3" fmla="*/ 574548 w 574547"/>
                          <a:gd name="connsiteY3" fmla="*/ 331756 h 1825180"/>
                          <a:gd name="connsiteX4" fmla="*/ 574548 w 574547"/>
                          <a:gd name="connsiteY4" fmla="*/ 1825181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7" h="1825180">
                            <a:moveTo>
                              <a:pt x="574548" y="1825181"/>
                            </a:moveTo>
                            <a:lnTo>
                              <a:pt x="0" y="1493425"/>
                            </a:lnTo>
                            <a:lnTo>
                              <a:pt x="0" y="0"/>
                            </a:lnTo>
                            <a:lnTo>
                              <a:pt x="574548" y="331756"/>
                            </a:lnTo>
                            <a:lnTo>
                              <a:pt x="574548" y="182518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4" name="Freeform: Shape 2363">
                        <a:extLst>
                          <a:ext uri="{FF2B5EF4-FFF2-40B4-BE49-F238E27FC236}">
                            <a16:creationId xmlns:a16="http://schemas.microsoft.com/office/drawing/2014/main" id="{7FF0E12A-92CA-4BB6-179B-1E5D15C9C956}"/>
                          </a:ext>
                        </a:extLst>
                      </p:cNvPr>
                      <p:cNvSpPr/>
                      <p:nvPr/>
                    </p:nvSpPr>
                    <p:spPr>
                      <a:xfrm>
                        <a:off x="3726370" y="1407128"/>
                        <a:ext cx="465581" cy="1636394"/>
                      </a:xfrm>
                      <a:custGeom>
                        <a:avLst/>
                        <a:gdLst>
                          <a:gd name="connsiteX0" fmla="*/ 0 w 465581"/>
                          <a:gd name="connsiteY0" fmla="*/ 1367600 h 1636394"/>
                          <a:gd name="connsiteX1" fmla="*/ 0 w 465581"/>
                          <a:gd name="connsiteY1" fmla="*/ 0 h 1636394"/>
                          <a:gd name="connsiteX2" fmla="*/ 465582 w 465581"/>
                          <a:gd name="connsiteY2" fmla="*/ 268795 h 1636394"/>
                          <a:gd name="connsiteX3" fmla="*/ 465582 w 465581"/>
                          <a:gd name="connsiteY3" fmla="*/ 1636395 h 1636394"/>
                          <a:gd name="connsiteX4" fmla="*/ 0 w 465581"/>
                          <a:gd name="connsiteY4" fmla="*/ 1367600 h 1636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1636394">
                            <a:moveTo>
                              <a:pt x="0" y="1367600"/>
                            </a:moveTo>
                            <a:lnTo>
                              <a:pt x="0" y="0"/>
                            </a:lnTo>
                            <a:lnTo>
                              <a:pt x="465582" y="268795"/>
                            </a:lnTo>
                            <a:lnTo>
                              <a:pt x="465582" y="1636395"/>
                            </a:lnTo>
                            <a:lnTo>
                              <a:pt x="0" y="1367600"/>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5" name="Freeform: Shape 2364">
                        <a:extLst>
                          <a:ext uri="{FF2B5EF4-FFF2-40B4-BE49-F238E27FC236}">
                            <a16:creationId xmlns:a16="http://schemas.microsoft.com/office/drawing/2014/main" id="{9CB02E30-A156-F72B-0684-350E64FEC2C9}"/>
                          </a:ext>
                        </a:extLst>
                      </p:cNvPr>
                      <p:cNvSpPr/>
                      <p:nvPr/>
                    </p:nvSpPr>
                    <p:spPr>
                      <a:xfrm>
                        <a:off x="3726370" y="1407128"/>
                        <a:ext cx="465581" cy="333375"/>
                      </a:xfrm>
                      <a:custGeom>
                        <a:avLst/>
                        <a:gdLst>
                          <a:gd name="connsiteX0" fmla="*/ 465582 w 465581"/>
                          <a:gd name="connsiteY0" fmla="*/ 333375 h 333375"/>
                          <a:gd name="connsiteX1" fmla="*/ 0 w 465581"/>
                          <a:gd name="connsiteY1" fmla="*/ 64579 h 333375"/>
                          <a:gd name="connsiteX2" fmla="*/ 0 w 465581"/>
                          <a:gd name="connsiteY2" fmla="*/ 0 h 333375"/>
                          <a:gd name="connsiteX3" fmla="*/ 465582 w 465581"/>
                          <a:gd name="connsiteY3" fmla="*/ 268795 h 333375"/>
                          <a:gd name="connsiteX4" fmla="*/ 465582 w 465581"/>
                          <a:gd name="connsiteY4" fmla="*/ 333375 h 333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33375">
                            <a:moveTo>
                              <a:pt x="465582" y="333375"/>
                            </a:moveTo>
                            <a:lnTo>
                              <a:pt x="0" y="64579"/>
                            </a:lnTo>
                            <a:lnTo>
                              <a:pt x="0" y="0"/>
                            </a:lnTo>
                            <a:lnTo>
                              <a:pt x="465582" y="268795"/>
                            </a:lnTo>
                            <a:lnTo>
                              <a:pt x="465582" y="33337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6" name="Freeform: Shape 2365">
                        <a:extLst>
                          <a:ext uri="{FF2B5EF4-FFF2-40B4-BE49-F238E27FC236}">
                            <a16:creationId xmlns:a16="http://schemas.microsoft.com/office/drawing/2014/main" id="{DA446D88-33AF-1395-A341-357869647A9F}"/>
                          </a:ext>
                        </a:extLst>
                      </p:cNvPr>
                      <p:cNvSpPr/>
                      <p:nvPr/>
                    </p:nvSpPr>
                    <p:spPr>
                      <a:xfrm>
                        <a:off x="3726370" y="1471707"/>
                        <a:ext cx="465581" cy="338804"/>
                      </a:xfrm>
                      <a:custGeom>
                        <a:avLst/>
                        <a:gdLst>
                          <a:gd name="connsiteX0" fmla="*/ 465582 w 465581"/>
                          <a:gd name="connsiteY0" fmla="*/ 338804 h 338804"/>
                          <a:gd name="connsiteX1" fmla="*/ 0 w 465581"/>
                          <a:gd name="connsiteY1" fmla="*/ 70009 h 338804"/>
                          <a:gd name="connsiteX2" fmla="*/ 0 w 465581"/>
                          <a:gd name="connsiteY2" fmla="*/ 0 h 338804"/>
                          <a:gd name="connsiteX3" fmla="*/ 465582 w 465581"/>
                          <a:gd name="connsiteY3" fmla="*/ 268796 h 338804"/>
                          <a:gd name="connsiteX4" fmla="*/ 465582 w 465581"/>
                          <a:gd name="connsiteY4" fmla="*/ 338804 h 33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38804">
                            <a:moveTo>
                              <a:pt x="465582" y="338804"/>
                            </a:moveTo>
                            <a:lnTo>
                              <a:pt x="0" y="70009"/>
                            </a:lnTo>
                            <a:lnTo>
                              <a:pt x="0" y="0"/>
                            </a:lnTo>
                            <a:lnTo>
                              <a:pt x="465582" y="268796"/>
                            </a:lnTo>
                            <a:lnTo>
                              <a:pt x="465582" y="33880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7" name="Freeform: Shape 2366">
                        <a:extLst>
                          <a:ext uri="{FF2B5EF4-FFF2-40B4-BE49-F238E27FC236}">
                            <a16:creationId xmlns:a16="http://schemas.microsoft.com/office/drawing/2014/main" id="{6C8B828C-694A-FA49-D3F1-266FB87BD15E}"/>
                          </a:ext>
                        </a:extLst>
                      </p:cNvPr>
                      <p:cNvSpPr/>
                      <p:nvPr/>
                    </p:nvSpPr>
                    <p:spPr>
                      <a:xfrm>
                        <a:off x="3726370" y="1466278"/>
                        <a:ext cx="465581" cy="279654"/>
                      </a:xfrm>
                      <a:custGeom>
                        <a:avLst/>
                        <a:gdLst>
                          <a:gd name="connsiteX0" fmla="*/ 465582 w 465581"/>
                          <a:gd name="connsiteY0" fmla="*/ 279654 h 279654"/>
                          <a:gd name="connsiteX1" fmla="*/ 0 w 465581"/>
                          <a:gd name="connsiteY1" fmla="*/ 10858 h 279654"/>
                          <a:gd name="connsiteX2" fmla="*/ 0 w 465581"/>
                          <a:gd name="connsiteY2" fmla="*/ 0 h 279654"/>
                          <a:gd name="connsiteX3" fmla="*/ 465582 w 465581"/>
                          <a:gd name="connsiteY3" fmla="*/ 268796 h 279654"/>
                          <a:gd name="connsiteX4" fmla="*/ 465582 w 465581"/>
                          <a:gd name="connsiteY4" fmla="*/ 279654 h 27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279654">
                            <a:moveTo>
                              <a:pt x="465582" y="279654"/>
                            </a:moveTo>
                            <a:lnTo>
                              <a:pt x="0" y="10858"/>
                            </a:lnTo>
                            <a:lnTo>
                              <a:pt x="0" y="0"/>
                            </a:lnTo>
                            <a:lnTo>
                              <a:pt x="465582" y="268796"/>
                            </a:lnTo>
                            <a:lnTo>
                              <a:pt x="465582" y="279654"/>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8" name="Freeform: Shape 2367">
                        <a:extLst>
                          <a:ext uri="{FF2B5EF4-FFF2-40B4-BE49-F238E27FC236}">
                            <a16:creationId xmlns:a16="http://schemas.microsoft.com/office/drawing/2014/main" id="{24829504-FFE7-507D-A767-6CAD24771FDD}"/>
                          </a:ext>
                        </a:extLst>
                      </p:cNvPr>
                      <p:cNvSpPr/>
                      <p:nvPr/>
                    </p:nvSpPr>
                    <p:spPr>
                      <a:xfrm>
                        <a:off x="3726370" y="1530858"/>
                        <a:ext cx="465581" cy="279654"/>
                      </a:xfrm>
                      <a:custGeom>
                        <a:avLst/>
                        <a:gdLst>
                          <a:gd name="connsiteX0" fmla="*/ 465582 w 465581"/>
                          <a:gd name="connsiteY0" fmla="*/ 279654 h 279654"/>
                          <a:gd name="connsiteX1" fmla="*/ 0 w 465581"/>
                          <a:gd name="connsiteY1" fmla="*/ 10858 h 279654"/>
                          <a:gd name="connsiteX2" fmla="*/ 0 w 465581"/>
                          <a:gd name="connsiteY2" fmla="*/ 0 h 279654"/>
                          <a:gd name="connsiteX3" fmla="*/ 465582 w 465581"/>
                          <a:gd name="connsiteY3" fmla="*/ 268796 h 279654"/>
                          <a:gd name="connsiteX4" fmla="*/ 465582 w 465581"/>
                          <a:gd name="connsiteY4" fmla="*/ 279654 h 27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279654">
                            <a:moveTo>
                              <a:pt x="465582" y="279654"/>
                            </a:moveTo>
                            <a:lnTo>
                              <a:pt x="0" y="10858"/>
                            </a:lnTo>
                            <a:lnTo>
                              <a:pt x="0" y="0"/>
                            </a:lnTo>
                            <a:lnTo>
                              <a:pt x="465582" y="268796"/>
                            </a:lnTo>
                            <a:lnTo>
                              <a:pt x="465582" y="279654"/>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9" name="Freeform: Shape 2368">
                        <a:extLst>
                          <a:ext uri="{FF2B5EF4-FFF2-40B4-BE49-F238E27FC236}">
                            <a16:creationId xmlns:a16="http://schemas.microsoft.com/office/drawing/2014/main" id="{4FBAB098-1DA7-F5BD-4140-9150FE6A7184}"/>
                          </a:ext>
                        </a:extLst>
                      </p:cNvPr>
                      <p:cNvSpPr/>
                      <p:nvPr/>
                    </p:nvSpPr>
                    <p:spPr>
                      <a:xfrm>
                        <a:off x="3726370" y="1951767"/>
                        <a:ext cx="465581" cy="390715"/>
                      </a:xfrm>
                      <a:custGeom>
                        <a:avLst/>
                        <a:gdLst>
                          <a:gd name="connsiteX0" fmla="*/ 465582 w 465581"/>
                          <a:gd name="connsiteY0" fmla="*/ 390715 h 390715"/>
                          <a:gd name="connsiteX1" fmla="*/ 0 w 465581"/>
                          <a:gd name="connsiteY1" fmla="*/ 122015 h 390715"/>
                          <a:gd name="connsiteX2" fmla="*/ 0 w 465581"/>
                          <a:gd name="connsiteY2" fmla="*/ 0 h 390715"/>
                          <a:gd name="connsiteX3" fmla="*/ 465582 w 465581"/>
                          <a:gd name="connsiteY3" fmla="*/ 268796 h 390715"/>
                          <a:gd name="connsiteX4" fmla="*/ 465582 w 465581"/>
                          <a:gd name="connsiteY4" fmla="*/ 390715 h 390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90715">
                            <a:moveTo>
                              <a:pt x="465582" y="390715"/>
                            </a:moveTo>
                            <a:lnTo>
                              <a:pt x="0" y="122015"/>
                            </a:lnTo>
                            <a:lnTo>
                              <a:pt x="0" y="0"/>
                            </a:lnTo>
                            <a:lnTo>
                              <a:pt x="465582" y="268796"/>
                            </a:lnTo>
                            <a:lnTo>
                              <a:pt x="465582" y="390715"/>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0" name="Freeform: Shape 2369">
                        <a:extLst>
                          <a:ext uri="{FF2B5EF4-FFF2-40B4-BE49-F238E27FC236}">
                            <a16:creationId xmlns:a16="http://schemas.microsoft.com/office/drawing/2014/main" id="{4852359D-AC94-A30F-007B-0B11B4F5F8CC}"/>
                          </a:ext>
                        </a:extLst>
                      </p:cNvPr>
                      <p:cNvSpPr/>
                      <p:nvPr/>
                    </p:nvSpPr>
                    <p:spPr>
                      <a:xfrm>
                        <a:off x="3878770" y="2051684"/>
                        <a:ext cx="160781" cy="190881"/>
                      </a:xfrm>
                      <a:custGeom>
                        <a:avLst/>
                        <a:gdLst>
                          <a:gd name="connsiteX0" fmla="*/ 160782 w 160781"/>
                          <a:gd name="connsiteY0" fmla="*/ 190881 h 190881"/>
                          <a:gd name="connsiteX1" fmla="*/ 0 w 160781"/>
                          <a:gd name="connsiteY1" fmla="*/ 98012 h 190881"/>
                          <a:gd name="connsiteX2" fmla="*/ 0 w 160781"/>
                          <a:gd name="connsiteY2" fmla="*/ 0 h 190881"/>
                          <a:gd name="connsiteX3" fmla="*/ 160782 w 160781"/>
                          <a:gd name="connsiteY3" fmla="*/ 92869 h 190881"/>
                          <a:gd name="connsiteX4" fmla="*/ 160782 w 160781"/>
                          <a:gd name="connsiteY4" fmla="*/ 190881 h 190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81" h="190881">
                            <a:moveTo>
                              <a:pt x="160782" y="190881"/>
                            </a:moveTo>
                            <a:lnTo>
                              <a:pt x="0" y="98012"/>
                            </a:lnTo>
                            <a:lnTo>
                              <a:pt x="0" y="0"/>
                            </a:lnTo>
                            <a:lnTo>
                              <a:pt x="160782" y="92869"/>
                            </a:lnTo>
                            <a:lnTo>
                              <a:pt x="160782" y="190881"/>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1" name="Freeform: Shape 2370">
                        <a:extLst>
                          <a:ext uri="{FF2B5EF4-FFF2-40B4-BE49-F238E27FC236}">
                            <a16:creationId xmlns:a16="http://schemas.microsoft.com/office/drawing/2014/main" id="{0835FB1C-440F-B69B-B428-310FE5F01185}"/>
                          </a:ext>
                        </a:extLst>
                      </p:cNvPr>
                      <p:cNvSpPr/>
                      <p:nvPr/>
                    </p:nvSpPr>
                    <p:spPr>
                      <a:xfrm>
                        <a:off x="4052411" y="2151983"/>
                        <a:ext cx="23336" cy="40290"/>
                      </a:xfrm>
                      <a:custGeom>
                        <a:avLst/>
                        <a:gdLst>
                          <a:gd name="connsiteX0" fmla="*/ 23336 w 23336"/>
                          <a:gd name="connsiteY0" fmla="*/ 40291 h 40290"/>
                          <a:gd name="connsiteX1" fmla="*/ 0 w 23336"/>
                          <a:gd name="connsiteY1" fmla="*/ 26861 h 40290"/>
                          <a:gd name="connsiteX2" fmla="*/ 0 w 23336"/>
                          <a:gd name="connsiteY2" fmla="*/ 0 h 40290"/>
                          <a:gd name="connsiteX3" fmla="*/ 23336 w 23336"/>
                          <a:gd name="connsiteY3" fmla="*/ 13430 h 40290"/>
                          <a:gd name="connsiteX4" fmla="*/ 23336 w 23336"/>
                          <a:gd name="connsiteY4" fmla="*/ 40291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40291"/>
                            </a:moveTo>
                            <a:lnTo>
                              <a:pt x="0" y="26861"/>
                            </a:lnTo>
                            <a:lnTo>
                              <a:pt x="0" y="0"/>
                            </a:lnTo>
                            <a:lnTo>
                              <a:pt x="23336" y="13430"/>
                            </a:lnTo>
                            <a:lnTo>
                              <a:pt x="23336" y="40291"/>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2" name="Freeform: Shape 2371">
                        <a:extLst>
                          <a:ext uri="{FF2B5EF4-FFF2-40B4-BE49-F238E27FC236}">
                            <a16:creationId xmlns:a16="http://schemas.microsoft.com/office/drawing/2014/main" id="{83694D0D-F068-B392-1854-429A2E00DBD8}"/>
                          </a:ext>
                        </a:extLst>
                      </p:cNvPr>
                      <p:cNvSpPr/>
                      <p:nvPr/>
                    </p:nvSpPr>
                    <p:spPr>
                      <a:xfrm>
                        <a:off x="4121658" y="2191988"/>
                        <a:ext cx="23336" cy="40290"/>
                      </a:xfrm>
                      <a:custGeom>
                        <a:avLst/>
                        <a:gdLst>
                          <a:gd name="connsiteX0" fmla="*/ 23336 w 23336"/>
                          <a:gd name="connsiteY0" fmla="*/ 40291 h 40290"/>
                          <a:gd name="connsiteX1" fmla="*/ 0 w 23336"/>
                          <a:gd name="connsiteY1" fmla="*/ 26860 h 40290"/>
                          <a:gd name="connsiteX2" fmla="*/ 0 w 23336"/>
                          <a:gd name="connsiteY2" fmla="*/ 0 h 40290"/>
                          <a:gd name="connsiteX3" fmla="*/ 23336 w 23336"/>
                          <a:gd name="connsiteY3" fmla="*/ 13430 h 40290"/>
                          <a:gd name="connsiteX4" fmla="*/ 23336 w 23336"/>
                          <a:gd name="connsiteY4" fmla="*/ 40291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40291"/>
                            </a:moveTo>
                            <a:lnTo>
                              <a:pt x="0" y="26860"/>
                            </a:lnTo>
                            <a:lnTo>
                              <a:pt x="0" y="0"/>
                            </a:lnTo>
                            <a:lnTo>
                              <a:pt x="23336" y="13430"/>
                            </a:lnTo>
                            <a:lnTo>
                              <a:pt x="23336" y="40291"/>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3" name="Freeform: Shape 2372">
                        <a:extLst>
                          <a:ext uri="{FF2B5EF4-FFF2-40B4-BE49-F238E27FC236}">
                            <a16:creationId xmlns:a16="http://schemas.microsoft.com/office/drawing/2014/main" id="{48E8F422-3DAF-46A7-3636-B26A66B7C17D}"/>
                          </a:ext>
                        </a:extLst>
                      </p:cNvPr>
                      <p:cNvSpPr/>
                      <p:nvPr/>
                    </p:nvSpPr>
                    <p:spPr>
                      <a:xfrm>
                        <a:off x="4052411" y="2187511"/>
                        <a:ext cx="23336" cy="40385"/>
                      </a:xfrm>
                      <a:custGeom>
                        <a:avLst/>
                        <a:gdLst>
                          <a:gd name="connsiteX0" fmla="*/ 23336 w 23336"/>
                          <a:gd name="connsiteY0" fmla="*/ 40386 h 40385"/>
                          <a:gd name="connsiteX1" fmla="*/ 0 w 23336"/>
                          <a:gd name="connsiteY1" fmla="*/ 26860 h 40385"/>
                          <a:gd name="connsiteX2" fmla="*/ 0 w 23336"/>
                          <a:gd name="connsiteY2" fmla="*/ 0 h 40385"/>
                          <a:gd name="connsiteX3" fmla="*/ 23336 w 23336"/>
                          <a:gd name="connsiteY3" fmla="*/ 13430 h 40385"/>
                          <a:gd name="connsiteX4" fmla="*/ 23336 w 23336"/>
                          <a:gd name="connsiteY4" fmla="*/ 40386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5">
                            <a:moveTo>
                              <a:pt x="23336" y="40386"/>
                            </a:moveTo>
                            <a:lnTo>
                              <a:pt x="0" y="26860"/>
                            </a:lnTo>
                            <a:lnTo>
                              <a:pt x="0" y="0"/>
                            </a:lnTo>
                            <a:lnTo>
                              <a:pt x="23336" y="13430"/>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4" name="Freeform: Shape 2373">
                        <a:extLst>
                          <a:ext uri="{FF2B5EF4-FFF2-40B4-BE49-F238E27FC236}">
                            <a16:creationId xmlns:a16="http://schemas.microsoft.com/office/drawing/2014/main" id="{8FEA0115-7238-F405-9BB7-47DE6B92E5A8}"/>
                          </a:ext>
                        </a:extLst>
                      </p:cNvPr>
                      <p:cNvSpPr/>
                      <p:nvPr/>
                    </p:nvSpPr>
                    <p:spPr>
                      <a:xfrm>
                        <a:off x="4121658" y="2227516"/>
                        <a:ext cx="23336" cy="40386"/>
                      </a:xfrm>
                      <a:custGeom>
                        <a:avLst/>
                        <a:gdLst>
                          <a:gd name="connsiteX0" fmla="*/ 23336 w 23336"/>
                          <a:gd name="connsiteY0" fmla="*/ 40386 h 40386"/>
                          <a:gd name="connsiteX1" fmla="*/ 0 w 23336"/>
                          <a:gd name="connsiteY1" fmla="*/ 26860 h 40386"/>
                          <a:gd name="connsiteX2" fmla="*/ 0 w 23336"/>
                          <a:gd name="connsiteY2" fmla="*/ 0 h 40386"/>
                          <a:gd name="connsiteX3" fmla="*/ 23336 w 23336"/>
                          <a:gd name="connsiteY3" fmla="*/ 13430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860"/>
                            </a:lnTo>
                            <a:lnTo>
                              <a:pt x="0" y="0"/>
                            </a:lnTo>
                            <a:lnTo>
                              <a:pt x="23336" y="13430"/>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5" name="Freeform: Shape 2374">
                        <a:extLst>
                          <a:ext uri="{FF2B5EF4-FFF2-40B4-BE49-F238E27FC236}">
                            <a16:creationId xmlns:a16="http://schemas.microsoft.com/office/drawing/2014/main" id="{1A4DD223-1BC0-534C-70BE-1EC518BD8694}"/>
                          </a:ext>
                        </a:extLst>
                      </p:cNvPr>
                      <p:cNvSpPr/>
                      <p:nvPr/>
                    </p:nvSpPr>
                    <p:spPr>
                      <a:xfrm>
                        <a:off x="4052411" y="2223039"/>
                        <a:ext cx="23336" cy="40386"/>
                      </a:xfrm>
                      <a:custGeom>
                        <a:avLst/>
                        <a:gdLst>
                          <a:gd name="connsiteX0" fmla="*/ 23336 w 23336"/>
                          <a:gd name="connsiteY0" fmla="*/ 40386 h 40386"/>
                          <a:gd name="connsiteX1" fmla="*/ 0 w 23336"/>
                          <a:gd name="connsiteY1" fmla="*/ 26956 h 40386"/>
                          <a:gd name="connsiteX2" fmla="*/ 0 w 23336"/>
                          <a:gd name="connsiteY2" fmla="*/ 0 h 40386"/>
                          <a:gd name="connsiteX3" fmla="*/ 23336 w 23336"/>
                          <a:gd name="connsiteY3" fmla="*/ 13525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956"/>
                            </a:lnTo>
                            <a:lnTo>
                              <a:pt x="0" y="0"/>
                            </a:lnTo>
                            <a:lnTo>
                              <a:pt x="23336" y="13525"/>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6" name="Freeform: Shape 2375">
                        <a:extLst>
                          <a:ext uri="{FF2B5EF4-FFF2-40B4-BE49-F238E27FC236}">
                            <a16:creationId xmlns:a16="http://schemas.microsoft.com/office/drawing/2014/main" id="{28FE4C66-7DCE-F684-C99B-22B8C8548486}"/>
                          </a:ext>
                        </a:extLst>
                      </p:cNvPr>
                      <p:cNvSpPr/>
                      <p:nvPr/>
                    </p:nvSpPr>
                    <p:spPr>
                      <a:xfrm>
                        <a:off x="4121658" y="2263044"/>
                        <a:ext cx="23336" cy="40386"/>
                      </a:xfrm>
                      <a:custGeom>
                        <a:avLst/>
                        <a:gdLst>
                          <a:gd name="connsiteX0" fmla="*/ 23336 w 23336"/>
                          <a:gd name="connsiteY0" fmla="*/ 40386 h 40386"/>
                          <a:gd name="connsiteX1" fmla="*/ 0 w 23336"/>
                          <a:gd name="connsiteY1" fmla="*/ 26956 h 40386"/>
                          <a:gd name="connsiteX2" fmla="*/ 0 w 23336"/>
                          <a:gd name="connsiteY2" fmla="*/ 0 h 40386"/>
                          <a:gd name="connsiteX3" fmla="*/ 23336 w 23336"/>
                          <a:gd name="connsiteY3" fmla="*/ 13525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956"/>
                            </a:lnTo>
                            <a:lnTo>
                              <a:pt x="0" y="0"/>
                            </a:lnTo>
                            <a:lnTo>
                              <a:pt x="23336" y="13525"/>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7" name="Freeform: Shape 2376">
                        <a:extLst>
                          <a:ext uri="{FF2B5EF4-FFF2-40B4-BE49-F238E27FC236}">
                            <a16:creationId xmlns:a16="http://schemas.microsoft.com/office/drawing/2014/main" id="{91400557-F30E-1A94-DF4B-B00B8F33E432}"/>
                          </a:ext>
                        </a:extLst>
                      </p:cNvPr>
                      <p:cNvSpPr/>
                      <p:nvPr/>
                    </p:nvSpPr>
                    <p:spPr>
                      <a:xfrm>
                        <a:off x="4081938" y="2169033"/>
                        <a:ext cx="33242" cy="46100"/>
                      </a:xfrm>
                      <a:custGeom>
                        <a:avLst/>
                        <a:gdLst>
                          <a:gd name="connsiteX0" fmla="*/ 33242 w 33242"/>
                          <a:gd name="connsiteY0" fmla="*/ 46101 h 46100"/>
                          <a:gd name="connsiteX1" fmla="*/ 0 w 33242"/>
                          <a:gd name="connsiteY1" fmla="*/ 26860 h 46100"/>
                          <a:gd name="connsiteX2" fmla="*/ 0 w 33242"/>
                          <a:gd name="connsiteY2" fmla="*/ 0 h 46100"/>
                          <a:gd name="connsiteX3" fmla="*/ 33242 w 33242"/>
                          <a:gd name="connsiteY3" fmla="*/ 19145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0"/>
                            </a:lnTo>
                            <a:lnTo>
                              <a:pt x="0" y="0"/>
                            </a:lnTo>
                            <a:lnTo>
                              <a:pt x="33242" y="19145"/>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8" name="Freeform: Shape 2377">
                        <a:extLst>
                          <a:ext uri="{FF2B5EF4-FFF2-40B4-BE49-F238E27FC236}">
                            <a16:creationId xmlns:a16="http://schemas.microsoft.com/office/drawing/2014/main" id="{E1348588-3BD4-5EE9-84C8-80E37C6BB3CA}"/>
                          </a:ext>
                        </a:extLst>
                      </p:cNvPr>
                      <p:cNvSpPr/>
                      <p:nvPr/>
                    </p:nvSpPr>
                    <p:spPr>
                      <a:xfrm>
                        <a:off x="4081938" y="2204561"/>
                        <a:ext cx="33242" cy="46100"/>
                      </a:xfrm>
                      <a:custGeom>
                        <a:avLst/>
                        <a:gdLst>
                          <a:gd name="connsiteX0" fmla="*/ 33242 w 33242"/>
                          <a:gd name="connsiteY0" fmla="*/ 46101 h 46100"/>
                          <a:gd name="connsiteX1" fmla="*/ 0 w 33242"/>
                          <a:gd name="connsiteY1" fmla="*/ 26861 h 46100"/>
                          <a:gd name="connsiteX2" fmla="*/ 0 w 33242"/>
                          <a:gd name="connsiteY2" fmla="*/ 0 h 46100"/>
                          <a:gd name="connsiteX3" fmla="*/ 33242 w 33242"/>
                          <a:gd name="connsiteY3" fmla="*/ 19241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1"/>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79" name="Freeform: Shape 2378">
                        <a:extLst>
                          <a:ext uri="{FF2B5EF4-FFF2-40B4-BE49-F238E27FC236}">
                            <a16:creationId xmlns:a16="http://schemas.microsoft.com/office/drawing/2014/main" id="{A23EDACF-B639-6F01-F142-1D53906952DC}"/>
                          </a:ext>
                        </a:extLst>
                      </p:cNvPr>
                      <p:cNvSpPr/>
                      <p:nvPr/>
                    </p:nvSpPr>
                    <p:spPr>
                      <a:xfrm>
                        <a:off x="4081938" y="2240089"/>
                        <a:ext cx="33242" cy="46101"/>
                      </a:xfrm>
                      <a:custGeom>
                        <a:avLst/>
                        <a:gdLst>
                          <a:gd name="connsiteX0" fmla="*/ 33242 w 33242"/>
                          <a:gd name="connsiteY0" fmla="*/ 46101 h 46101"/>
                          <a:gd name="connsiteX1" fmla="*/ 0 w 33242"/>
                          <a:gd name="connsiteY1" fmla="*/ 26956 h 46101"/>
                          <a:gd name="connsiteX2" fmla="*/ 0 w 33242"/>
                          <a:gd name="connsiteY2" fmla="*/ 0 h 46101"/>
                          <a:gd name="connsiteX3" fmla="*/ 33242 w 33242"/>
                          <a:gd name="connsiteY3" fmla="*/ 19241 h 46101"/>
                          <a:gd name="connsiteX4" fmla="*/ 33242 w 33242"/>
                          <a:gd name="connsiteY4" fmla="*/ 46101 h 46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1">
                            <a:moveTo>
                              <a:pt x="33242" y="46101"/>
                            </a:moveTo>
                            <a:lnTo>
                              <a:pt x="0" y="26956"/>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0" name="Freeform: Shape 2379">
                        <a:extLst>
                          <a:ext uri="{FF2B5EF4-FFF2-40B4-BE49-F238E27FC236}">
                            <a16:creationId xmlns:a16="http://schemas.microsoft.com/office/drawing/2014/main" id="{B3A7C718-2BB6-386F-8924-011B772AC4B3}"/>
                          </a:ext>
                        </a:extLst>
                      </p:cNvPr>
                      <p:cNvSpPr/>
                      <p:nvPr/>
                    </p:nvSpPr>
                    <p:spPr>
                      <a:xfrm>
                        <a:off x="4151375" y="2209133"/>
                        <a:ext cx="33242" cy="46005"/>
                      </a:xfrm>
                      <a:custGeom>
                        <a:avLst/>
                        <a:gdLst>
                          <a:gd name="connsiteX0" fmla="*/ 33242 w 33242"/>
                          <a:gd name="connsiteY0" fmla="*/ 46006 h 46005"/>
                          <a:gd name="connsiteX1" fmla="*/ 0 w 33242"/>
                          <a:gd name="connsiteY1" fmla="*/ 26861 h 46005"/>
                          <a:gd name="connsiteX2" fmla="*/ 0 w 33242"/>
                          <a:gd name="connsiteY2" fmla="*/ 0 h 46005"/>
                          <a:gd name="connsiteX3" fmla="*/ 33242 w 33242"/>
                          <a:gd name="connsiteY3" fmla="*/ 19145 h 46005"/>
                          <a:gd name="connsiteX4" fmla="*/ 33242 w 33242"/>
                          <a:gd name="connsiteY4" fmla="*/ 46006 h 4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005">
                            <a:moveTo>
                              <a:pt x="33242" y="46006"/>
                            </a:moveTo>
                            <a:lnTo>
                              <a:pt x="0" y="26861"/>
                            </a:lnTo>
                            <a:lnTo>
                              <a:pt x="0" y="0"/>
                            </a:lnTo>
                            <a:lnTo>
                              <a:pt x="33242" y="19145"/>
                            </a:lnTo>
                            <a:lnTo>
                              <a:pt x="33242" y="46006"/>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1" name="Freeform: Shape 2380">
                        <a:extLst>
                          <a:ext uri="{FF2B5EF4-FFF2-40B4-BE49-F238E27FC236}">
                            <a16:creationId xmlns:a16="http://schemas.microsoft.com/office/drawing/2014/main" id="{A540C6AA-8A2B-63A5-7959-B45A9C37E78D}"/>
                          </a:ext>
                        </a:extLst>
                      </p:cNvPr>
                      <p:cNvSpPr/>
                      <p:nvPr/>
                    </p:nvSpPr>
                    <p:spPr>
                      <a:xfrm>
                        <a:off x="4151375" y="2244661"/>
                        <a:ext cx="33242" cy="46100"/>
                      </a:xfrm>
                      <a:custGeom>
                        <a:avLst/>
                        <a:gdLst>
                          <a:gd name="connsiteX0" fmla="*/ 33242 w 33242"/>
                          <a:gd name="connsiteY0" fmla="*/ 46101 h 46100"/>
                          <a:gd name="connsiteX1" fmla="*/ 0 w 33242"/>
                          <a:gd name="connsiteY1" fmla="*/ 26860 h 46100"/>
                          <a:gd name="connsiteX2" fmla="*/ 0 w 33242"/>
                          <a:gd name="connsiteY2" fmla="*/ 0 h 46100"/>
                          <a:gd name="connsiteX3" fmla="*/ 33242 w 33242"/>
                          <a:gd name="connsiteY3" fmla="*/ 19145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0"/>
                            </a:lnTo>
                            <a:lnTo>
                              <a:pt x="0" y="0"/>
                            </a:lnTo>
                            <a:lnTo>
                              <a:pt x="33242" y="19145"/>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2" name="Freeform: Shape 2381">
                        <a:extLst>
                          <a:ext uri="{FF2B5EF4-FFF2-40B4-BE49-F238E27FC236}">
                            <a16:creationId xmlns:a16="http://schemas.microsoft.com/office/drawing/2014/main" id="{3513FA0F-5D79-A2B5-155D-09782EDA4E8E}"/>
                          </a:ext>
                        </a:extLst>
                      </p:cNvPr>
                      <p:cNvSpPr/>
                      <p:nvPr/>
                    </p:nvSpPr>
                    <p:spPr>
                      <a:xfrm>
                        <a:off x="4151375" y="2280189"/>
                        <a:ext cx="33242" cy="46100"/>
                      </a:xfrm>
                      <a:custGeom>
                        <a:avLst/>
                        <a:gdLst>
                          <a:gd name="connsiteX0" fmla="*/ 33242 w 33242"/>
                          <a:gd name="connsiteY0" fmla="*/ 46101 h 46100"/>
                          <a:gd name="connsiteX1" fmla="*/ 0 w 33242"/>
                          <a:gd name="connsiteY1" fmla="*/ 26956 h 46100"/>
                          <a:gd name="connsiteX2" fmla="*/ 0 w 33242"/>
                          <a:gd name="connsiteY2" fmla="*/ 0 h 46100"/>
                          <a:gd name="connsiteX3" fmla="*/ 33242 w 33242"/>
                          <a:gd name="connsiteY3" fmla="*/ 19241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956"/>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3" name="Freeform: Shape 2382">
                        <a:extLst>
                          <a:ext uri="{FF2B5EF4-FFF2-40B4-BE49-F238E27FC236}">
                            <a16:creationId xmlns:a16="http://schemas.microsoft.com/office/drawing/2014/main" id="{D8467648-3BD4-14F5-5503-13FA084D4203}"/>
                          </a:ext>
                        </a:extLst>
                      </p:cNvPr>
                      <p:cNvSpPr/>
                      <p:nvPr/>
                    </p:nvSpPr>
                    <p:spPr>
                      <a:xfrm>
                        <a:off x="3737800" y="1970341"/>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4" name="Freeform: Shape 2383">
                        <a:extLst>
                          <a:ext uri="{FF2B5EF4-FFF2-40B4-BE49-F238E27FC236}">
                            <a16:creationId xmlns:a16="http://schemas.microsoft.com/office/drawing/2014/main" id="{DA178B82-89A2-3D5C-3106-D6715D1849BB}"/>
                          </a:ext>
                        </a:extLst>
                      </p:cNvPr>
                      <p:cNvSpPr/>
                      <p:nvPr/>
                    </p:nvSpPr>
                    <p:spPr>
                      <a:xfrm>
                        <a:off x="3737800" y="1991677"/>
                        <a:ext cx="132016" cy="89725"/>
                      </a:xfrm>
                      <a:custGeom>
                        <a:avLst/>
                        <a:gdLst>
                          <a:gd name="connsiteX0" fmla="*/ 0 w 132016"/>
                          <a:gd name="connsiteY0" fmla="*/ 13525 h 89725"/>
                          <a:gd name="connsiteX1" fmla="*/ 132017 w 132016"/>
                          <a:gd name="connsiteY1" fmla="*/ 89725 h 89725"/>
                          <a:gd name="connsiteX2" fmla="*/ 132017 w 132016"/>
                          <a:gd name="connsiteY2" fmla="*/ 76295 h 89725"/>
                          <a:gd name="connsiteX3" fmla="*/ 0 w 132016"/>
                          <a:gd name="connsiteY3" fmla="*/ 0 h 89725"/>
                          <a:gd name="connsiteX4" fmla="*/ 0 w 132016"/>
                          <a:gd name="connsiteY4" fmla="*/ 13525 h 8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725">
                            <a:moveTo>
                              <a:pt x="0" y="13525"/>
                            </a:moveTo>
                            <a:lnTo>
                              <a:pt x="132017" y="89725"/>
                            </a:lnTo>
                            <a:lnTo>
                              <a:pt x="132017" y="76295"/>
                            </a:lnTo>
                            <a:lnTo>
                              <a:pt x="0" y="0"/>
                            </a:lnTo>
                            <a:lnTo>
                              <a:pt x="0" y="13525"/>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5" name="Freeform: Shape 2384">
                        <a:extLst>
                          <a:ext uri="{FF2B5EF4-FFF2-40B4-BE49-F238E27FC236}">
                            <a16:creationId xmlns:a16="http://schemas.microsoft.com/office/drawing/2014/main" id="{D7B5A1E7-65E5-BEF2-CB37-04E626F693FD}"/>
                          </a:ext>
                        </a:extLst>
                      </p:cNvPr>
                      <p:cNvSpPr/>
                      <p:nvPr/>
                    </p:nvSpPr>
                    <p:spPr>
                      <a:xfrm>
                        <a:off x="3737800" y="2012632"/>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6" name="Freeform: Shape 2385">
                        <a:extLst>
                          <a:ext uri="{FF2B5EF4-FFF2-40B4-BE49-F238E27FC236}">
                            <a16:creationId xmlns:a16="http://schemas.microsoft.com/office/drawing/2014/main" id="{4F7432F1-5430-7ECD-004E-B0B7484CD077}"/>
                          </a:ext>
                        </a:extLst>
                      </p:cNvPr>
                      <p:cNvSpPr/>
                      <p:nvPr/>
                    </p:nvSpPr>
                    <p:spPr>
                      <a:xfrm>
                        <a:off x="3737800" y="2032825"/>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7" name="Freeform: Shape 2386">
                        <a:extLst>
                          <a:ext uri="{FF2B5EF4-FFF2-40B4-BE49-F238E27FC236}">
                            <a16:creationId xmlns:a16="http://schemas.microsoft.com/office/drawing/2014/main" id="{BCF45727-B5F4-BFFB-B723-4FFB469991D5}"/>
                          </a:ext>
                        </a:extLst>
                      </p:cNvPr>
                      <p:cNvSpPr/>
                      <p:nvPr/>
                    </p:nvSpPr>
                    <p:spPr>
                      <a:xfrm>
                        <a:off x="3737800" y="2054828"/>
                        <a:ext cx="132016" cy="89725"/>
                      </a:xfrm>
                      <a:custGeom>
                        <a:avLst/>
                        <a:gdLst>
                          <a:gd name="connsiteX0" fmla="*/ 0 w 132016"/>
                          <a:gd name="connsiteY0" fmla="*/ 13525 h 89725"/>
                          <a:gd name="connsiteX1" fmla="*/ 132017 w 132016"/>
                          <a:gd name="connsiteY1" fmla="*/ 89725 h 89725"/>
                          <a:gd name="connsiteX2" fmla="*/ 132017 w 132016"/>
                          <a:gd name="connsiteY2" fmla="*/ 76295 h 89725"/>
                          <a:gd name="connsiteX3" fmla="*/ 0 w 132016"/>
                          <a:gd name="connsiteY3" fmla="*/ 0 h 89725"/>
                          <a:gd name="connsiteX4" fmla="*/ 0 w 132016"/>
                          <a:gd name="connsiteY4" fmla="*/ 13525 h 8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725">
                            <a:moveTo>
                              <a:pt x="0" y="13525"/>
                            </a:moveTo>
                            <a:lnTo>
                              <a:pt x="132017" y="89725"/>
                            </a:lnTo>
                            <a:lnTo>
                              <a:pt x="132017" y="76295"/>
                            </a:lnTo>
                            <a:lnTo>
                              <a:pt x="0" y="0"/>
                            </a:lnTo>
                            <a:lnTo>
                              <a:pt x="0" y="13525"/>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8" name="Freeform: Shape 2387">
                        <a:extLst>
                          <a:ext uri="{FF2B5EF4-FFF2-40B4-BE49-F238E27FC236}">
                            <a16:creationId xmlns:a16="http://schemas.microsoft.com/office/drawing/2014/main" id="{246592F8-6700-5ED8-6CA5-AD91EFC91C03}"/>
                          </a:ext>
                        </a:extLst>
                      </p:cNvPr>
                      <p:cNvSpPr/>
                      <p:nvPr/>
                    </p:nvSpPr>
                    <p:spPr>
                      <a:xfrm>
                        <a:off x="3726370" y="1541716"/>
                        <a:ext cx="116395" cy="477202"/>
                      </a:xfrm>
                      <a:custGeom>
                        <a:avLst/>
                        <a:gdLst>
                          <a:gd name="connsiteX0" fmla="*/ 116395 w 116395"/>
                          <a:gd name="connsiteY0" fmla="*/ 477203 h 477202"/>
                          <a:gd name="connsiteX1" fmla="*/ 0 w 116395"/>
                          <a:gd name="connsiteY1" fmla="*/ 410051 h 477202"/>
                          <a:gd name="connsiteX2" fmla="*/ 0 w 116395"/>
                          <a:gd name="connsiteY2" fmla="*/ 0 h 477202"/>
                          <a:gd name="connsiteX3" fmla="*/ 116395 w 116395"/>
                          <a:gd name="connsiteY3" fmla="*/ 67151 h 477202"/>
                          <a:gd name="connsiteX4" fmla="*/ 116395 w 116395"/>
                          <a:gd name="connsiteY4" fmla="*/ 477203 h 47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02">
                            <a:moveTo>
                              <a:pt x="116395" y="477203"/>
                            </a:moveTo>
                            <a:lnTo>
                              <a:pt x="0" y="410051"/>
                            </a:lnTo>
                            <a:lnTo>
                              <a:pt x="0" y="0"/>
                            </a:lnTo>
                            <a:lnTo>
                              <a:pt x="116395" y="67151"/>
                            </a:lnTo>
                            <a:lnTo>
                              <a:pt x="116395" y="477203"/>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89" name="Freeform: Shape 2388">
                        <a:extLst>
                          <a:ext uri="{FF2B5EF4-FFF2-40B4-BE49-F238E27FC236}">
                            <a16:creationId xmlns:a16="http://schemas.microsoft.com/office/drawing/2014/main" id="{350A26C8-3AAD-60D8-66A1-223F41F23F5B}"/>
                          </a:ext>
                        </a:extLst>
                      </p:cNvPr>
                      <p:cNvSpPr/>
                      <p:nvPr/>
                    </p:nvSpPr>
                    <p:spPr>
                      <a:xfrm>
                        <a:off x="3842765" y="1608867"/>
                        <a:ext cx="116395" cy="477297"/>
                      </a:xfrm>
                      <a:custGeom>
                        <a:avLst/>
                        <a:gdLst>
                          <a:gd name="connsiteX0" fmla="*/ 116396 w 116395"/>
                          <a:gd name="connsiteY0" fmla="*/ 477298 h 477297"/>
                          <a:gd name="connsiteX1" fmla="*/ 0 w 116395"/>
                          <a:gd name="connsiteY1" fmla="*/ 410051 h 477297"/>
                          <a:gd name="connsiteX2" fmla="*/ 0 w 116395"/>
                          <a:gd name="connsiteY2" fmla="*/ 0 h 477297"/>
                          <a:gd name="connsiteX3" fmla="*/ 116396 w 116395"/>
                          <a:gd name="connsiteY3" fmla="*/ 67246 h 477297"/>
                          <a:gd name="connsiteX4" fmla="*/ 116396 w 116395"/>
                          <a:gd name="connsiteY4" fmla="*/ 477298 h 477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97">
                            <a:moveTo>
                              <a:pt x="116396" y="477298"/>
                            </a:moveTo>
                            <a:lnTo>
                              <a:pt x="0" y="410051"/>
                            </a:lnTo>
                            <a:lnTo>
                              <a:pt x="0" y="0"/>
                            </a:lnTo>
                            <a:lnTo>
                              <a:pt x="116396" y="67246"/>
                            </a:lnTo>
                            <a:lnTo>
                              <a:pt x="116396" y="477298"/>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0" name="Freeform: Shape 2389">
                        <a:extLst>
                          <a:ext uri="{FF2B5EF4-FFF2-40B4-BE49-F238E27FC236}">
                            <a16:creationId xmlns:a16="http://schemas.microsoft.com/office/drawing/2014/main" id="{17A69219-AEF3-10A3-1843-3ED9D7A65C54}"/>
                          </a:ext>
                        </a:extLst>
                      </p:cNvPr>
                      <p:cNvSpPr/>
                      <p:nvPr/>
                    </p:nvSpPr>
                    <p:spPr>
                      <a:xfrm>
                        <a:off x="3959161" y="1676114"/>
                        <a:ext cx="116395" cy="477202"/>
                      </a:xfrm>
                      <a:custGeom>
                        <a:avLst/>
                        <a:gdLst>
                          <a:gd name="connsiteX0" fmla="*/ 116395 w 116395"/>
                          <a:gd name="connsiteY0" fmla="*/ 477203 h 477202"/>
                          <a:gd name="connsiteX1" fmla="*/ 0 w 116395"/>
                          <a:gd name="connsiteY1" fmla="*/ 410051 h 477202"/>
                          <a:gd name="connsiteX2" fmla="*/ 0 w 116395"/>
                          <a:gd name="connsiteY2" fmla="*/ 0 h 477202"/>
                          <a:gd name="connsiteX3" fmla="*/ 116395 w 116395"/>
                          <a:gd name="connsiteY3" fmla="*/ 67151 h 477202"/>
                          <a:gd name="connsiteX4" fmla="*/ 116395 w 116395"/>
                          <a:gd name="connsiteY4" fmla="*/ 477203 h 47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02">
                            <a:moveTo>
                              <a:pt x="116395" y="477203"/>
                            </a:moveTo>
                            <a:lnTo>
                              <a:pt x="0" y="410051"/>
                            </a:lnTo>
                            <a:lnTo>
                              <a:pt x="0" y="0"/>
                            </a:lnTo>
                            <a:lnTo>
                              <a:pt x="116395" y="67151"/>
                            </a:lnTo>
                            <a:lnTo>
                              <a:pt x="116395" y="477203"/>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1" name="Freeform: Shape 2390">
                        <a:extLst>
                          <a:ext uri="{FF2B5EF4-FFF2-40B4-BE49-F238E27FC236}">
                            <a16:creationId xmlns:a16="http://schemas.microsoft.com/office/drawing/2014/main" id="{46190C93-C02A-9FDE-85C3-42B6D38655C4}"/>
                          </a:ext>
                        </a:extLst>
                      </p:cNvPr>
                      <p:cNvSpPr/>
                      <p:nvPr/>
                    </p:nvSpPr>
                    <p:spPr>
                      <a:xfrm>
                        <a:off x="4075556" y="1743265"/>
                        <a:ext cx="116395" cy="477297"/>
                      </a:xfrm>
                      <a:custGeom>
                        <a:avLst/>
                        <a:gdLst>
                          <a:gd name="connsiteX0" fmla="*/ 116396 w 116395"/>
                          <a:gd name="connsiteY0" fmla="*/ 477298 h 477297"/>
                          <a:gd name="connsiteX1" fmla="*/ 0 w 116395"/>
                          <a:gd name="connsiteY1" fmla="*/ 410051 h 477297"/>
                          <a:gd name="connsiteX2" fmla="*/ 0 w 116395"/>
                          <a:gd name="connsiteY2" fmla="*/ 0 h 477297"/>
                          <a:gd name="connsiteX3" fmla="*/ 116396 w 116395"/>
                          <a:gd name="connsiteY3" fmla="*/ 67247 h 477297"/>
                          <a:gd name="connsiteX4" fmla="*/ 116396 w 116395"/>
                          <a:gd name="connsiteY4" fmla="*/ 477298 h 477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97">
                            <a:moveTo>
                              <a:pt x="116396" y="477298"/>
                            </a:moveTo>
                            <a:lnTo>
                              <a:pt x="0" y="410051"/>
                            </a:lnTo>
                            <a:lnTo>
                              <a:pt x="0" y="0"/>
                            </a:lnTo>
                            <a:lnTo>
                              <a:pt x="116396" y="67247"/>
                            </a:lnTo>
                            <a:lnTo>
                              <a:pt x="116396" y="477298"/>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2" name="Freeform: Shape 2391">
                        <a:extLst>
                          <a:ext uri="{FF2B5EF4-FFF2-40B4-BE49-F238E27FC236}">
                            <a16:creationId xmlns:a16="http://schemas.microsoft.com/office/drawing/2014/main" id="{0A7BB3C9-866E-618D-4777-938267DE39D6}"/>
                          </a:ext>
                        </a:extLst>
                      </p:cNvPr>
                      <p:cNvSpPr/>
                      <p:nvPr/>
                    </p:nvSpPr>
                    <p:spPr>
                      <a:xfrm>
                        <a:off x="3837432" y="1605819"/>
                        <a:ext cx="11144" cy="416433"/>
                      </a:xfrm>
                      <a:custGeom>
                        <a:avLst/>
                        <a:gdLst>
                          <a:gd name="connsiteX0" fmla="*/ 11144 w 11144"/>
                          <a:gd name="connsiteY0" fmla="*/ 416433 h 416433"/>
                          <a:gd name="connsiteX1" fmla="*/ 0 w 11144"/>
                          <a:gd name="connsiteY1" fmla="*/ 410051 h 416433"/>
                          <a:gd name="connsiteX2" fmla="*/ 0 w 11144"/>
                          <a:gd name="connsiteY2" fmla="*/ 0 h 416433"/>
                          <a:gd name="connsiteX3" fmla="*/ 11144 w 11144"/>
                          <a:gd name="connsiteY3" fmla="*/ 6382 h 416433"/>
                          <a:gd name="connsiteX4" fmla="*/ 11144 w 11144"/>
                          <a:gd name="connsiteY4" fmla="*/ 416433 h 41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4" h="416433">
                            <a:moveTo>
                              <a:pt x="11144" y="416433"/>
                            </a:moveTo>
                            <a:lnTo>
                              <a:pt x="0" y="410051"/>
                            </a:lnTo>
                            <a:lnTo>
                              <a:pt x="0" y="0"/>
                            </a:lnTo>
                            <a:lnTo>
                              <a:pt x="11144" y="6382"/>
                            </a:lnTo>
                            <a:lnTo>
                              <a:pt x="11144"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3" name="Freeform: Shape 2392">
                        <a:extLst>
                          <a:ext uri="{FF2B5EF4-FFF2-40B4-BE49-F238E27FC236}">
                            <a16:creationId xmlns:a16="http://schemas.microsoft.com/office/drawing/2014/main" id="{52BF955F-8ECE-D087-41C3-230138FD193A}"/>
                          </a:ext>
                        </a:extLst>
                      </p:cNvPr>
                      <p:cNvSpPr/>
                      <p:nvPr/>
                    </p:nvSpPr>
                    <p:spPr>
                      <a:xfrm>
                        <a:off x="3953637" y="1672875"/>
                        <a:ext cx="11048" cy="416433"/>
                      </a:xfrm>
                      <a:custGeom>
                        <a:avLst/>
                        <a:gdLst>
                          <a:gd name="connsiteX0" fmla="*/ 11049 w 11048"/>
                          <a:gd name="connsiteY0" fmla="*/ 416433 h 416433"/>
                          <a:gd name="connsiteX1" fmla="*/ 0 w 11048"/>
                          <a:gd name="connsiteY1" fmla="*/ 410051 h 416433"/>
                          <a:gd name="connsiteX2" fmla="*/ 0 w 11048"/>
                          <a:gd name="connsiteY2" fmla="*/ 0 h 416433"/>
                          <a:gd name="connsiteX3" fmla="*/ 11049 w 11048"/>
                          <a:gd name="connsiteY3" fmla="*/ 6382 h 416433"/>
                          <a:gd name="connsiteX4" fmla="*/ 11049 w 11048"/>
                          <a:gd name="connsiteY4" fmla="*/ 416433 h 41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8" h="416433">
                            <a:moveTo>
                              <a:pt x="11049" y="416433"/>
                            </a:moveTo>
                            <a:lnTo>
                              <a:pt x="0" y="410051"/>
                            </a:lnTo>
                            <a:lnTo>
                              <a:pt x="0" y="0"/>
                            </a:lnTo>
                            <a:lnTo>
                              <a:pt x="11049" y="6382"/>
                            </a:lnTo>
                            <a:lnTo>
                              <a:pt x="11049"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94" name="Freeform: Shape 2393">
                        <a:extLst>
                          <a:ext uri="{FF2B5EF4-FFF2-40B4-BE49-F238E27FC236}">
                            <a16:creationId xmlns:a16="http://schemas.microsoft.com/office/drawing/2014/main" id="{B2E4F6D2-F791-18A1-13CE-016078644C29}"/>
                          </a:ext>
                        </a:extLst>
                      </p:cNvPr>
                      <p:cNvSpPr/>
                      <p:nvPr/>
                    </p:nvSpPr>
                    <p:spPr>
                      <a:xfrm>
                        <a:off x="4069841" y="1740027"/>
                        <a:ext cx="11049" cy="416432"/>
                      </a:xfrm>
                      <a:custGeom>
                        <a:avLst/>
                        <a:gdLst>
                          <a:gd name="connsiteX0" fmla="*/ 11049 w 11049"/>
                          <a:gd name="connsiteY0" fmla="*/ 416433 h 416432"/>
                          <a:gd name="connsiteX1" fmla="*/ 0 w 11049"/>
                          <a:gd name="connsiteY1" fmla="*/ 410051 h 416432"/>
                          <a:gd name="connsiteX2" fmla="*/ 0 w 11049"/>
                          <a:gd name="connsiteY2" fmla="*/ 0 h 416432"/>
                          <a:gd name="connsiteX3" fmla="*/ 11049 w 11049"/>
                          <a:gd name="connsiteY3" fmla="*/ 6382 h 416432"/>
                          <a:gd name="connsiteX4" fmla="*/ 11049 w 11049"/>
                          <a:gd name="connsiteY4" fmla="*/ 416433 h 416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 h="416432">
                            <a:moveTo>
                              <a:pt x="11049" y="416433"/>
                            </a:moveTo>
                            <a:lnTo>
                              <a:pt x="0" y="410051"/>
                            </a:lnTo>
                            <a:lnTo>
                              <a:pt x="0" y="0"/>
                            </a:lnTo>
                            <a:lnTo>
                              <a:pt x="11049" y="6382"/>
                            </a:lnTo>
                            <a:lnTo>
                              <a:pt x="11049"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36" name="Graphic 3388">
                      <a:extLst>
                        <a:ext uri="{FF2B5EF4-FFF2-40B4-BE49-F238E27FC236}">
                          <a16:creationId xmlns:a16="http://schemas.microsoft.com/office/drawing/2014/main" id="{BA0E6B73-B6AB-F546-ACF5-2F3B4C2D0970}"/>
                        </a:ext>
                      </a:extLst>
                    </p:cNvPr>
                    <p:cNvGrpSpPr/>
                    <p:nvPr/>
                  </p:nvGrpSpPr>
                  <p:grpSpPr>
                    <a:xfrm>
                      <a:off x="3751992" y="2157698"/>
                      <a:ext cx="415956" cy="421004"/>
                      <a:chOff x="3751992" y="2157698"/>
                      <a:chExt cx="415956" cy="421004"/>
                    </a:xfrm>
                  </p:grpSpPr>
                  <p:sp>
                    <p:nvSpPr>
                      <p:cNvPr id="2355" name="Freeform: Shape 2354">
                        <a:extLst>
                          <a:ext uri="{FF2B5EF4-FFF2-40B4-BE49-F238E27FC236}">
                            <a16:creationId xmlns:a16="http://schemas.microsoft.com/office/drawing/2014/main" id="{392E97C0-FE1B-7557-A21E-B742E5085D01}"/>
                          </a:ext>
                        </a:extLst>
                      </p:cNvPr>
                      <p:cNvSpPr/>
                      <p:nvPr/>
                    </p:nvSpPr>
                    <p:spPr>
                      <a:xfrm>
                        <a:off x="3751992" y="2157698"/>
                        <a:ext cx="415956" cy="421004"/>
                      </a:xfrm>
                      <a:custGeom>
                        <a:avLst/>
                        <a:gdLst>
                          <a:gd name="connsiteX0" fmla="*/ 415957 w 415956"/>
                          <a:gd name="connsiteY0" fmla="*/ 240221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221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221"/>
                            </a:moveTo>
                            <a:lnTo>
                              <a:pt x="0" y="0"/>
                            </a:lnTo>
                            <a:lnTo>
                              <a:pt x="0" y="180784"/>
                            </a:lnTo>
                            <a:lnTo>
                              <a:pt x="415957" y="421005"/>
                            </a:lnTo>
                            <a:lnTo>
                              <a:pt x="415957" y="24022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56" name="Freeform: Shape 2355">
                        <a:extLst>
                          <a:ext uri="{FF2B5EF4-FFF2-40B4-BE49-F238E27FC236}">
                            <a16:creationId xmlns:a16="http://schemas.microsoft.com/office/drawing/2014/main" id="{2009DADD-130E-3082-0019-E5FDBF4D15C1}"/>
                          </a:ext>
                        </a:extLst>
                      </p:cNvPr>
                      <p:cNvSpPr/>
                      <p:nvPr/>
                    </p:nvSpPr>
                    <p:spPr>
                      <a:xfrm>
                        <a:off x="3774090" y="2282666"/>
                        <a:ext cx="366331" cy="258699"/>
                      </a:xfrm>
                      <a:custGeom>
                        <a:avLst/>
                        <a:gdLst>
                          <a:gd name="connsiteX0" fmla="*/ 366332 w 366331"/>
                          <a:gd name="connsiteY0" fmla="*/ 258699 h 258699"/>
                          <a:gd name="connsiteX1" fmla="*/ 0 w 366331"/>
                          <a:gd name="connsiteY1" fmla="*/ 47149 h 258699"/>
                          <a:gd name="connsiteX2" fmla="*/ 0 w 366331"/>
                          <a:gd name="connsiteY2" fmla="*/ 0 h 258699"/>
                          <a:gd name="connsiteX3" fmla="*/ 366332 w 366331"/>
                          <a:gd name="connsiteY3" fmla="*/ 211455 h 258699"/>
                          <a:gd name="connsiteX4" fmla="*/ 366332 w 366331"/>
                          <a:gd name="connsiteY4" fmla="*/ 258699 h 25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699">
                            <a:moveTo>
                              <a:pt x="366332" y="258699"/>
                            </a:moveTo>
                            <a:lnTo>
                              <a:pt x="0" y="47149"/>
                            </a:lnTo>
                            <a:lnTo>
                              <a:pt x="0" y="0"/>
                            </a:lnTo>
                            <a:lnTo>
                              <a:pt x="366332" y="211455"/>
                            </a:lnTo>
                            <a:lnTo>
                              <a:pt x="366332" y="258699"/>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357" name="Graphic 3388">
                        <a:extLst>
                          <a:ext uri="{FF2B5EF4-FFF2-40B4-BE49-F238E27FC236}">
                            <a16:creationId xmlns:a16="http://schemas.microsoft.com/office/drawing/2014/main" id="{78CF3114-5672-74F4-E237-C8F701352363}"/>
                          </a:ext>
                        </a:extLst>
                      </p:cNvPr>
                      <p:cNvGrpSpPr/>
                      <p:nvPr/>
                    </p:nvGrpSpPr>
                    <p:grpSpPr>
                      <a:xfrm>
                        <a:off x="3774090" y="2205228"/>
                        <a:ext cx="217456" cy="169448"/>
                        <a:chOff x="3774090" y="2205228"/>
                        <a:chExt cx="217456" cy="169448"/>
                      </a:xfrm>
                      <a:solidFill>
                        <a:srgbClr val="FFFFFF"/>
                      </a:solidFill>
                    </p:grpSpPr>
                    <p:sp>
                      <p:nvSpPr>
                        <p:cNvPr id="2359" name="Freeform: Shape 2358">
                          <a:extLst>
                            <a:ext uri="{FF2B5EF4-FFF2-40B4-BE49-F238E27FC236}">
                              <a16:creationId xmlns:a16="http://schemas.microsoft.com/office/drawing/2014/main" id="{EAC3A985-B69C-C961-DB0E-46A320BCDFD4}"/>
                            </a:ext>
                          </a:extLst>
                        </p:cNvPr>
                        <p:cNvSpPr/>
                        <p:nvPr/>
                      </p:nvSpPr>
                      <p:spPr>
                        <a:xfrm>
                          <a:off x="3774090" y="2205228"/>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8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8"/>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0" name="Freeform: Shape 2359">
                          <a:extLst>
                            <a:ext uri="{FF2B5EF4-FFF2-40B4-BE49-F238E27FC236}">
                              <a16:creationId xmlns:a16="http://schemas.microsoft.com/office/drawing/2014/main" id="{20FBFA72-814D-1FFC-8F9A-0F9124D2D00D}"/>
                            </a:ext>
                          </a:extLst>
                        </p:cNvPr>
                        <p:cNvSpPr/>
                        <p:nvPr/>
                      </p:nvSpPr>
                      <p:spPr>
                        <a:xfrm>
                          <a:off x="3833907" y="2239708"/>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1" name="Freeform: Shape 2360">
                          <a:extLst>
                            <a:ext uri="{FF2B5EF4-FFF2-40B4-BE49-F238E27FC236}">
                              <a16:creationId xmlns:a16="http://schemas.microsoft.com/office/drawing/2014/main" id="{F651310E-ADF1-ADD4-0FB1-BD9B900F2EE9}"/>
                            </a:ext>
                          </a:extLst>
                        </p:cNvPr>
                        <p:cNvSpPr/>
                        <p:nvPr/>
                      </p:nvSpPr>
                      <p:spPr>
                        <a:xfrm>
                          <a:off x="3893724" y="2274188"/>
                          <a:ext cx="38004" cy="65912"/>
                        </a:xfrm>
                        <a:custGeom>
                          <a:avLst/>
                          <a:gdLst>
                            <a:gd name="connsiteX0" fmla="*/ 38005 w 38004"/>
                            <a:gd name="connsiteY0" fmla="*/ 65913 h 65912"/>
                            <a:gd name="connsiteX1" fmla="*/ 0 w 38004"/>
                            <a:gd name="connsiteY1" fmla="*/ 44006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4006"/>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62" name="Freeform: Shape 2361">
                          <a:extLst>
                            <a:ext uri="{FF2B5EF4-FFF2-40B4-BE49-F238E27FC236}">
                              <a16:creationId xmlns:a16="http://schemas.microsoft.com/office/drawing/2014/main" id="{6212714F-CA16-E44B-191D-8F360F330326}"/>
                            </a:ext>
                          </a:extLst>
                        </p:cNvPr>
                        <p:cNvSpPr/>
                        <p:nvPr/>
                      </p:nvSpPr>
                      <p:spPr>
                        <a:xfrm>
                          <a:off x="3953446" y="2308764"/>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8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8"/>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358" name="Freeform: Shape 2357">
                        <a:extLst>
                          <a:ext uri="{FF2B5EF4-FFF2-40B4-BE49-F238E27FC236}">
                            <a16:creationId xmlns:a16="http://schemas.microsoft.com/office/drawing/2014/main" id="{405A3108-5E7D-BAFD-512F-F83FC3AF8D6C}"/>
                          </a:ext>
                        </a:extLst>
                      </p:cNvPr>
                      <p:cNvSpPr/>
                      <p:nvPr/>
                    </p:nvSpPr>
                    <p:spPr>
                      <a:xfrm>
                        <a:off x="4018883" y="2334767"/>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99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99"/>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37" name="Graphic 3388">
                      <a:extLst>
                        <a:ext uri="{FF2B5EF4-FFF2-40B4-BE49-F238E27FC236}">
                          <a16:creationId xmlns:a16="http://schemas.microsoft.com/office/drawing/2014/main" id="{6DC860F6-48B2-9E9C-1DBA-45C040AE9C89}"/>
                        </a:ext>
                      </a:extLst>
                    </p:cNvPr>
                    <p:cNvGrpSpPr/>
                    <p:nvPr/>
                  </p:nvGrpSpPr>
                  <p:grpSpPr>
                    <a:xfrm>
                      <a:off x="3751992" y="2365343"/>
                      <a:ext cx="415956" cy="421004"/>
                      <a:chOff x="3751992" y="2365343"/>
                      <a:chExt cx="415956" cy="421004"/>
                    </a:xfrm>
                  </p:grpSpPr>
                  <p:sp>
                    <p:nvSpPr>
                      <p:cNvPr id="2347" name="Freeform: Shape 2346">
                        <a:extLst>
                          <a:ext uri="{FF2B5EF4-FFF2-40B4-BE49-F238E27FC236}">
                            <a16:creationId xmlns:a16="http://schemas.microsoft.com/office/drawing/2014/main" id="{B0740F69-A88C-F80E-6A83-91302CE01B55}"/>
                          </a:ext>
                        </a:extLst>
                      </p:cNvPr>
                      <p:cNvSpPr/>
                      <p:nvPr/>
                    </p:nvSpPr>
                    <p:spPr>
                      <a:xfrm>
                        <a:off x="3751992" y="2365343"/>
                        <a:ext cx="415956" cy="421004"/>
                      </a:xfrm>
                      <a:custGeom>
                        <a:avLst/>
                        <a:gdLst>
                          <a:gd name="connsiteX0" fmla="*/ 415957 w 415956"/>
                          <a:gd name="connsiteY0" fmla="*/ 240125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125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125"/>
                            </a:moveTo>
                            <a:lnTo>
                              <a:pt x="0" y="0"/>
                            </a:lnTo>
                            <a:lnTo>
                              <a:pt x="0" y="180784"/>
                            </a:lnTo>
                            <a:lnTo>
                              <a:pt x="415957" y="421005"/>
                            </a:lnTo>
                            <a:lnTo>
                              <a:pt x="415957" y="24012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48" name="Freeform: Shape 2347">
                        <a:extLst>
                          <a:ext uri="{FF2B5EF4-FFF2-40B4-BE49-F238E27FC236}">
                            <a16:creationId xmlns:a16="http://schemas.microsoft.com/office/drawing/2014/main" id="{038FC6DB-55B5-6613-5DE8-FFD89393A9A9}"/>
                          </a:ext>
                        </a:extLst>
                      </p:cNvPr>
                      <p:cNvSpPr/>
                      <p:nvPr/>
                    </p:nvSpPr>
                    <p:spPr>
                      <a:xfrm>
                        <a:off x="3774090" y="2490216"/>
                        <a:ext cx="366331" cy="258794"/>
                      </a:xfrm>
                      <a:custGeom>
                        <a:avLst/>
                        <a:gdLst>
                          <a:gd name="connsiteX0" fmla="*/ 366332 w 366331"/>
                          <a:gd name="connsiteY0" fmla="*/ 258794 h 258794"/>
                          <a:gd name="connsiteX1" fmla="*/ 0 w 366331"/>
                          <a:gd name="connsiteY1" fmla="*/ 47244 h 258794"/>
                          <a:gd name="connsiteX2" fmla="*/ 0 w 366331"/>
                          <a:gd name="connsiteY2" fmla="*/ 0 h 258794"/>
                          <a:gd name="connsiteX3" fmla="*/ 366332 w 366331"/>
                          <a:gd name="connsiteY3" fmla="*/ 211550 h 258794"/>
                          <a:gd name="connsiteX4" fmla="*/ 366332 w 366331"/>
                          <a:gd name="connsiteY4" fmla="*/ 258794 h 258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794">
                            <a:moveTo>
                              <a:pt x="366332" y="258794"/>
                            </a:moveTo>
                            <a:lnTo>
                              <a:pt x="0" y="47244"/>
                            </a:lnTo>
                            <a:lnTo>
                              <a:pt x="0" y="0"/>
                            </a:lnTo>
                            <a:lnTo>
                              <a:pt x="366332" y="211550"/>
                            </a:lnTo>
                            <a:lnTo>
                              <a:pt x="366332" y="258794"/>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349" name="Graphic 3388">
                        <a:extLst>
                          <a:ext uri="{FF2B5EF4-FFF2-40B4-BE49-F238E27FC236}">
                            <a16:creationId xmlns:a16="http://schemas.microsoft.com/office/drawing/2014/main" id="{18669F66-ADBF-69D1-CB13-2E5614A566CC}"/>
                          </a:ext>
                        </a:extLst>
                      </p:cNvPr>
                      <p:cNvGrpSpPr/>
                      <p:nvPr/>
                    </p:nvGrpSpPr>
                    <p:grpSpPr>
                      <a:xfrm>
                        <a:off x="3774090" y="2412873"/>
                        <a:ext cx="217456" cy="169353"/>
                        <a:chOff x="3774090" y="2412873"/>
                        <a:chExt cx="217456" cy="169353"/>
                      </a:xfrm>
                      <a:solidFill>
                        <a:srgbClr val="FFFFFF"/>
                      </a:solidFill>
                    </p:grpSpPr>
                    <p:sp>
                      <p:nvSpPr>
                        <p:cNvPr id="2351" name="Freeform: Shape 2350">
                          <a:extLst>
                            <a:ext uri="{FF2B5EF4-FFF2-40B4-BE49-F238E27FC236}">
                              <a16:creationId xmlns:a16="http://schemas.microsoft.com/office/drawing/2014/main" id="{659F865B-CF10-56DA-44F5-F9D28989B8CA}"/>
                            </a:ext>
                          </a:extLst>
                        </p:cNvPr>
                        <p:cNvSpPr/>
                        <p:nvPr/>
                      </p:nvSpPr>
                      <p:spPr>
                        <a:xfrm>
                          <a:off x="3774090" y="2412873"/>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7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7"/>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52" name="Freeform: Shape 2351">
                          <a:extLst>
                            <a:ext uri="{FF2B5EF4-FFF2-40B4-BE49-F238E27FC236}">
                              <a16:creationId xmlns:a16="http://schemas.microsoft.com/office/drawing/2014/main" id="{703D6EFC-BA44-D177-5D2A-D9C9C2AC63FC}"/>
                            </a:ext>
                          </a:extLst>
                        </p:cNvPr>
                        <p:cNvSpPr/>
                        <p:nvPr/>
                      </p:nvSpPr>
                      <p:spPr>
                        <a:xfrm>
                          <a:off x="3833907" y="2447353"/>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53" name="Freeform: Shape 2352">
                          <a:extLst>
                            <a:ext uri="{FF2B5EF4-FFF2-40B4-BE49-F238E27FC236}">
                              <a16:creationId xmlns:a16="http://schemas.microsoft.com/office/drawing/2014/main" id="{DEE052EA-0122-0C1B-7CB4-8A1359D8C3A4}"/>
                            </a:ext>
                          </a:extLst>
                        </p:cNvPr>
                        <p:cNvSpPr/>
                        <p:nvPr/>
                      </p:nvSpPr>
                      <p:spPr>
                        <a:xfrm>
                          <a:off x="3893724" y="2481833"/>
                          <a:ext cx="38004" cy="65912"/>
                        </a:xfrm>
                        <a:custGeom>
                          <a:avLst/>
                          <a:gdLst>
                            <a:gd name="connsiteX0" fmla="*/ 38005 w 38004"/>
                            <a:gd name="connsiteY0" fmla="*/ 65913 h 65912"/>
                            <a:gd name="connsiteX1" fmla="*/ 0 w 38004"/>
                            <a:gd name="connsiteY1" fmla="*/ 44005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4005"/>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54" name="Freeform: Shape 2353">
                          <a:extLst>
                            <a:ext uri="{FF2B5EF4-FFF2-40B4-BE49-F238E27FC236}">
                              <a16:creationId xmlns:a16="http://schemas.microsoft.com/office/drawing/2014/main" id="{338EF62A-96E5-3B2F-42E0-30F57CF78B1C}"/>
                            </a:ext>
                          </a:extLst>
                        </p:cNvPr>
                        <p:cNvSpPr/>
                        <p:nvPr/>
                      </p:nvSpPr>
                      <p:spPr>
                        <a:xfrm>
                          <a:off x="3953446" y="2516409"/>
                          <a:ext cx="38100" cy="65817"/>
                        </a:xfrm>
                        <a:custGeom>
                          <a:avLst/>
                          <a:gdLst>
                            <a:gd name="connsiteX0" fmla="*/ 38100 w 38100"/>
                            <a:gd name="connsiteY0" fmla="*/ 65818 h 65817"/>
                            <a:gd name="connsiteX1" fmla="*/ 0 w 38100"/>
                            <a:gd name="connsiteY1" fmla="*/ 43910 h 65817"/>
                            <a:gd name="connsiteX2" fmla="*/ 0 w 38100"/>
                            <a:gd name="connsiteY2" fmla="*/ 0 h 65817"/>
                            <a:gd name="connsiteX3" fmla="*/ 38100 w 38100"/>
                            <a:gd name="connsiteY3" fmla="*/ 21908 h 65817"/>
                            <a:gd name="connsiteX4" fmla="*/ 38100 w 38100"/>
                            <a:gd name="connsiteY4" fmla="*/ 65818 h 6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817">
                              <a:moveTo>
                                <a:pt x="38100" y="65818"/>
                              </a:moveTo>
                              <a:lnTo>
                                <a:pt x="0" y="43910"/>
                              </a:lnTo>
                              <a:lnTo>
                                <a:pt x="0" y="0"/>
                              </a:lnTo>
                              <a:lnTo>
                                <a:pt x="38100" y="21908"/>
                              </a:lnTo>
                              <a:lnTo>
                                <a:pt x="38100" y="65818"/>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350" name="Freeform: Shape 2349">
                        <a:extLst>
                          <a:ext uri="{FF2B5EF4-FFF2-40B4-BE49-F238E27FC236}">
                            <a16:creationId xmlns:a16="http://schemas.microsoft.com/office/drawing/2014/main" id="{0D166721-094F-3273-99DA-555B2BB7D3FD}"/>
                          </a:ext>
                        </a:extLst>
                      </p:cNvPr>
                      <p:cNvSpPr/>
                      <p:nvPr/>
                    </p:nvSpPr>
                    <p:spPr>
                      <a:xfrm>
                        <a:off x="4018883" y="2542412"/>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04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04"/>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38" name="Graphic 3388">
                      <a:extLst>
                        <a:ext uri="{FF2B5EF4-FFF2-40B4-BE49-F238E27FC236}">
                          <a16:creationId xmlns:a16="http://schemas.microsoft.com/office/drawing/2014/main" id="{19691204-BA56-ADC3-2933-CA58D8740FC7}"/>
                        </a:ext>
                      </a:extLst>
                    </p:cNvPr>
                    <p:cNvGrpSpPr/>
                    <p:nvPr/>
                  </p:nvGrpSpPr>
                  <p:grpSpPr>
                    <a:xfrm>
                      <a:off x="3751992" y="2572988"/>
                      <a:ext cx="415956" cy="421004"/>
                      <a:chOff x="3751992" y="2572988"/>
                      <a:chExt cx="415956" cy="421004"/>
                    </a:xfrm>
                  </p:grpSpPr>
                  <p:sp>
                    <p:nvSpPr>
                      <p:cNvPr id="2339" name="Freeform: Shape 2338">
                        <a:extLst>
                          <a:ext uri="{FF2B5EF4-FFF2-40B4-BE49-F238E27FC236}">
                            <a16:creationId xmlns:a16="http://schemas.microsoft.com/office/drawing/2014/main" id="{17CD793B-6D81-3AC3-499B-7517EECBBFDA}"/>
                          </a:ext>
                        </a:extLst>
                      </p:cNvPr>
                      <p:cNvSpPr/>
                      <p:nvPr/>
                    </p:nvSpPr>
                    <p:spPr>
                      <a:xfrm>
                        <a:off x="3751992" y="2572988"/>
                        <a:ext cx="415956" cy="421004"/>
                      </a:xfrm>
                      <a:custGeom>
                        <a:avLst/>
                        <a:gdLst>
                          <a:gd name="connsiteX0" fmla="*/ 415957 w 415956"/>
                          <a:gd name="connsiteY0" fmla="*/ 240125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125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125"/>
                            </a:moveTo>
                            <a:lnTo>
                              <a:pt x="0" y="0"/>
                            </a:lnTo>
                            <a:lnTo>
                              <a:pt x="0" y="180784"/>
                            </a:lnTo>
                            <a:lnTo>
                              <a:pt x="415957" y="421005"/>
                            </a:lnTo>
                            <a:lnTo>
                              <a:pt x="415957" y="24012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40" name="Freeform: Shape 2339">
                        <a:extLst>
                          <a:ext uri="{FF2B5EF4-FFF2-40B4-BE49-F238E27FC236}">
                            <a16:creationId xmlns:a16="http://schemas.microsoft.com/office/drawing/2014/main" id="{41EF1622-8D60-F240-9127-683B763C62BF}"/>
                          </a:ext>
                        </a:extLst>
                      </p:cNvPr>
                      <p:cNvSpPr/>
                      <p:nvPr/>
                    </p:nvSpPr>
                    <p:spPr>
                      <a:xfrm>
                        <a:off x="3774090" y="2697861"/>
                        <a:ext cx="366331" cy="258698"/>
                      </a:xfrm>
                      <a:custGeom>
                        <a:avLst/>
                        <a:gdLst>
                          <a:gd name="connsiteX0" fmla="*/ 366332 w 366331"/>
                          <a:gd name="connsiteY0" fmla="*/ 258699 h 258698"/>
                          <a:gd name="connsiteX1" fmla="*/ 0 w 366331"/>
                          <a:gd name="connsiteY1" fmla="*/ 47244 h 258698"/>
                          <a:gd name="connsiteX2" fmla="*/ 0 w 366331"/>
                          <a:gd name="connsiteY2" fmla="*/ 0 h 258698"/>
                          <a:gd name="connsiteX3" fmla="*/ 366332 w 366331"/>
                          <a:gd name="connsiteY3" fmla="*/ 211550 h 258698"/>
                          <a:gd name="connsiteX4" fmla="*/ 366332 w 366331"/>
                          <a:gd name="connsiteY4" fmla="*/ 258699 h 258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698">
                            <a:moveTo>
                              <a:pt x="366332" y="258699"/>
                            </a:moveTo>
                            <a:lnTo>
                              <a:pt x="0" y="47244"/>
                            </a:lnTo>
                            <a:lnTo>
                              <a:pt x="0" y="0"/>
                            </a:lnTo>
                            <a:lnTo>
                              <a:pt x="366332" y="211550"/>
                            </a:lnTo>
                            <a:lnTo>
                              <a:pt x="366332" y="258699"/>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341" name="Graphic 3388">
                        <a:extLst>
                          <a:ext uri="{FF2B5EF4-FFF2-40B4-BE49-F238E27FC236}">
                            <a16:creationId xmlns:a16="http://schemas.microsoft.com/office/drawing/2014/main" id="{A71D3885-556B-0147-6391-FBA9E02B8796}"/>
                          </a:ext>
                        </a:extLst>
                      </p:cNvPr>
                      <p:cNvGrpSpPr/>
                      <p:nvPr/>
                    </p:nvGrpSpPr>
                    <p:grpSpPr>
                      <a:xfrm>
                        <a:off x="3774090" y="2620517"/>
                        <a:ext cx="217456" cy="169354"/>
                        <a:chOff x="3774090" y="2620517"/>
                        <a:chExt cx="217456" cy="169354"/>
                      </a:xfrm>
                      <a:solidFill>
                        <a:srgbClr val="FFFFFF"/>
                      </a:solidFill>
                    </p:grpSpPr>
                    <p:sp>
                      <p:nvSpPr>
                        <p:cNvPr id="2343" name="Freeform: Shape 2342">
                          <a:extLst>
                            <a:ext uri="{FF2B5EF4-FFF2-40B4-BE49-F238E27FC236}">
                              <a16:creationId xmlns:a16="http://schemas.microsoft.com/office/drawing/2014/main" id="{F0FAA6E6-DCF6-CD66-D6E3-90D73FB0D240}"/>
                            </a:ext>
                          </a:extLst>
                        </p:cNvPr>
                        <p:cNvSpPr/>
                        <p:nvPr/>
                      </p:nvSpPr>
                      <p:spPr>
                        <a:xfrm>
                          <a:off x="3774090" y="2620517"/>
                          <a:ext cx="38100" cy="65817"/>
                        </a:xfrm>
                        <a:custGeom>
                          <a:avLst/>
                          <a:gdLst>
                            <a:gd name="connsiteX0" fmla="*/ 38100 w 38100"/>
                            <a:gd name="connsiteY0" fmla="*/ 65818 h 65817"/>
                            <a:gd name="connsiteX1" fmla="*/ 0 w 38100"/>
                            <a:gd name="connsiteY1" fmla="*/ 43910 h 65817"/>
                            <a:gd name="connsiteX2" fmla="*/ 0 w 38100"/>
                            <a:gd name="connsiteY2" fmla="*/ 0 h 65817"/>
                            <a:gd name="connsiteX3" fmla="*/ 38100 w 38100"/>
                            <a:gd name="connsiteY3" fmla="*/ 21908 h 65817"/>
                            <a:gd name="connsiteX4" fmla="*/ 38100 w 38100"/>
                            <a:gd name="connsiteY4" fmla="*/ 65818 h 6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817">
                              <a:moveTo>
                                <a:pt x="38100" y="65818"/>
                              </a:moveTo>
                              <a:lnTo>
                                <a:pt x="0" y="43910"/>
                              </a:lnTo>
                              <a:lnTo>
                                <a:pt x="0" y="0"/>
                              </a:lnTo>
                              <a:lnTo>
                                <a:pt x="38100" y="21908"/>
                              </a:lnTo>
                              <a:lnTo>
                                <a:pt x="38100" y="65818"/>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44" name="Freeform: Shape 2343">
                          <a:extLst>
                            <a:ext uri="{FF2B5EF4-FFF2-40B4-BE49-F238E27FC236}">
                              <a16:creationId xmlns:a16="http://schemas.microsoft.com/office/drawing/2014/main" id="{9A43B61D-59D7-6067-F68A-203A0E84DDF5}"/>
                            </a:ext>
                          </a:extLst>
                        </p:cNvPr>
                        <p:cNvSpPr/>
                        <p:nvPr/>
                      </p:nvSpPr>
                      <p:spPr>
                        <a:xfrm>
                          <a:off x="3833907" y="2654998"/>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1907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1907"/>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45" name="Freeform: Shape 2344">
                          <a:extLst>
                            <a:ext uri="{FF2B5EF4-FFF2-40B4-BE49-F238E27FC236}">
                              <a16:creationId xmlns:a16="http://schemas.microsoft.com/office/drawing/2014/main" id="{75E1968A-C625-C71E-D02F-19827168D75F}"/>
                            </a:ext>
                          </a:extLst>
                        </p:cNvPr>
                        <p:cNvSpPr/>
                        <p:nvPr/>
                      </p:nvSpPr>
                      <p:spPr>
                        <a:xfrm>
                          <a:off x="3893724" y="2689479"/>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46" name="Freeform: Shape 2345">
                          <a:extLst>
                            <a:ext uri="{FF2B5EF4-FFF2-40B4-BE49-F238E27FC236}">
                              <a16:creationId xmlns:a16="http://schemas.microsoft.com/office/drawing/2014/main" id="{BDE4A509-5126-3A45-FD3C-6F0265D083EE}"/>
                            </a:ext>
                          </a:extLst>
                        </p:cNvPr>
                        <p:cNvSpPr/>
                        <p:nvPr/>
                      </p:nvSpPr>
                      <p:spPr>
                        <a:xfrm>
                          <a:off x="3953446" y="2723959"/>
                          <a:ext cx="38100" cy="65912"/>
                        </a:xfrm>
                        <a:custGeom>
                          <a:avLst/>
                          <a:gdLst>
                            <a:gd name="connsiteX0" fmla="*/ 38100 w 38100"/>
                            <a:gd name="connsiteY0" fmla="*/ 65913 h 65912"/>
                            <a:gd name="connsiteX1" fmla="*/ 0 w 38100"/>
                            <a:gd name="connsiteY1" fmla="*/ 44006 h 65912"/>
                            <a:gd name="connsiteX2" fmla="*/ 0 w 38100"/>
                            <a:gd name="connsiteY2" fmla="*/ 0 h 65912"/>
                            <a:gd name="connsiteX3" fmla="*/ 38100 w 38100"/>
                            <a:gd name="connsiteY3" fmla="*/ 22003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4006"/>
                              </a:lnTo>
                              <a:lnTo>
                                <a:pt x="0" y="0"/>
                              </a:lnTo>
                              <a:lnTo>
                                <a:pt x="38100" y="22003"/>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342" name="Freeform: Shape 2341">
                        <a:extLst>
                          <a:ext uri="{FF2B5EF4-FFF2-40B4-BE49-F238E27FC236}">
                            <a16:creationId xmlns:a16="http://schemas.microsoft.com/office/drawing/2014/main" id="{70F1F7C6-6B06-A2DB-5754-668A48CB9744}"/>
                          </a:ext>
                        </a:extLst>
                      </p:cNvPr>
                      <p:cNvSpPr/>
                      <p:nvPr/>
                    </p:nvSpPr>
                    <p:spPr>
                      <a:xfrm>
                        <a:off x="4018883" y="2750058"/>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04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04"/>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2330" name="Freeform: Shape 2329">
                  <a:extLst>
                    <a:ext uri="{FF2B5EF4-FFF2-40B4-BE49-F238E27FC236}">
                      <a16:creationId xmlns:a16="http://schemas.microsoft.com/office/drawing/2014/main" id="{0A457B93-EC8F-52C5-BC43-588357CBE77F}"/>
                    </a:ext>
                  </a:extLst>
                </p:cNvPr>
                <p:cNvSpPr/>
                <p:nvPr/>
              </p:nvSpPr>
              <p:spPr>
                <a:xfrm>
                  <a:off x="4246435" y="2510408"/>
                  <a:ext cx="1088231" cy="627507"/>
                </a:xfrm>
                <a:custGeom>
                  <a:avLst/>
                  <a:gdLst>
                    <a:gd name="connsiteX0" fmla="*/ 0 w 1088231"/>
                    <a:gd name="connsiteY0" fmla="*/ 627507 h 627507"/>
                    <a:gd name="connsiteX1" fmla="*/ 405194 w 1088231"/>
                    <a:gd name="connsiteY1" fmla="*/ 627507 h 627507"/>
                    <a:gd name="connsiteX2" fmla="*/ 1088231 w 1088231"/>
                    <a:gd name="connsiteY2" fmla="*/ 233172 h 627507"/>
                    <a:gd name="connsiteX3" fmla="*/ 683038 w 1088231"/>
                    <a:gd name="connsiteY3" fmla="*/ 0 h 627507"/>
                    <a:gd name="connsiteX4" fmla="*/ 683038 w 1088231"/>
                    <a:gd name="connsiteY4" fmla="*/ 233172 h 627507"/>
                    <a:gd name="connsiteX5" fmla="*/ 0 w 1088231"/>
                    <a:gd name="connsiteY5" fmla="*/ 627507 h 62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231" h="627507">
                      <a:moveTo>
                        <a:pt x="0" y="627507"/>
                      </a:moveTo>
                      <a:lnTo>
                        <a:pt x="405194" y="627507"/>
                      </a:lnTo>
                      <a:lnTo>
                        <a:pt x="1088231" y="233172"/>
                      </a:lnTo>
                      <a:lnTo>
                        <a:pt x="683038" y="0"/>
                      </a:lnTo>
                      <a:lnTo>
                        <a:pt x="683038" y="233172"/>
                      </a:lnTo>
                      <a:lnTo>
                        <a:pt x="0" y="627507"/>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820" name="Graphic 3388">
                <a:extLst>
                  <a:ext uri="{FF2B5EF4-FFF2-40B4-BE49-F238E27FC236}">
                    <a16:creationId xmlns:a16="http://schemas.microsoft.com/office/drawing/2014/main" id="{D6605BDB-6651-6266-EDBE-B5976253189E}"/>
                  </a:ext>
                </a:extLst>
              </p:cNvPr>
              <p:cNvGrpSpPr/>
              <p:nvPr/>
            </p:nvGrpSpPr>
            <p:grpSpPr>
              <a:xfrm>
                <a:off x="5379584" y="1023728"/>
                <a:ext cx="1485995" cy="2219610"/>
                <a:chOff x="5532691" y="918305"/>
                <a:chExt cx="1485995" cy="2219610"/>
              </a:xfrm>
            </p:grpSpPr>
            <p:grpSp>
              <p:nvGrpSpPr>
                <p:cNvPr id="2115" name="Graphic 3388">
                  <a:extLst>
                    <a:ext uri="{FF2B5EF4-FFF2-40B4-BE49-F238E27FC236}">
                      <a16:creationId xmlns:a16="http://schemas.microsoft.com/office/drawing/2014/main" id="{EF4EDC70-2938-6D33-F253-C9D5809026A3}"/>
                    </a:ext>
                  </a:extLst>
                </p:cNvPr>
                <p:cNvGrpSpPr/>
                <p:nvPr/>
              </p:nvGrpSpPr>
              <p:grpSpPr>
                <a:xfrm>
                  <a:off x="5532691" y="918305"/>
                  <a:ext cx="1146810" cy="2219610"/>
                  <a:chOff x="5532691" y="918305"/>
                  <a:chExt cx="1146810" cy="2219610"/>
                </a:xfrm>
              </p:grpSpPr>
              <p:sp>
                <p:nvSpPr>
                  <p:cNvPr id="2117" name="Freeform: Shape 2116">
                    <a:extLst>
                      <a:ext uri="{FF2B5EF4-FFF2-40B4-BE49-F238E27FC236}">
                        <a16:creationId xmlns:a16="http://schemas.microsoft.com/office/drawing/2014/main" id="{1FC0FF35-FA16-3D5C-77C5-EE27E8BA1289}"/>
                      </a:ext>
                    </a:extLst>
                  </p:cNvPr>
                  <p:cNvSpPr/>
                  <p:nvPr/>
                </p:nvSpPr>
                <p:spPr>
                  <a:xfrm>
                    <a:off x="6106096" y="1249394"/>
                    <a:ext cx="573405" cy="1888521"/>
                  </a:xfrm>
                  <a:custGeom>
                    <a:avLst/>
                    <a:gdLst>
                      <a:gd name="connsiteX0" fmla="*/ 573405 w 573405"/>
                      <a:gd name="connsiteY0" fmla="*/ 1557528 h 1888521"/>
                      <a:gd name="connsiteX1" fmla="*/ 0 w 573405"/>
                      <a:gd name="connsiteY1" fmla="*/ 1888522 h 1888521"/>
                      <a:gd name="connsiteX2" fmla="*/ 0 w 573405"/>
                      <a:gd name="connsiteY2" fmla="*/ 331089 h 1888521"/>
                      <a:gd name="connsiteX3" fmla="*/ 573405 w 573405"/>
                      <a:gd name="connsiteY3" fmla="*/ 0 h 1888521"/>
                      <a:gd name="connsiteX4" fmla="*/ 573405 w 573405"/>
                      <a:gd name="connsiteY4" fmla="*/ 1557528 h 1888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405" h="1888521">
                        <a:moveTo>
                          <a:pt x="573405" y="1557528"/>
                        </a:moveTo>
                        <a:lnTo>
                          <a:pt x="0" y="1888522"/>
                        </a:lnTo>
                        <a:lnTo>
                          <a:pt x="0" y="331089"/>
                        </a:lnTo>
                        <a:lnTo>
                          <a:pt x="573405" y="0"/>
                        </a:lnTo>
                        <a:lnTo>
                          <a:pt x="573405" y="1557528"/>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8" name="Freeform: Shape 2117">
                    <a:extLst>
                      <a:ext uri="{FF2B5EF4-FFF2-40B4-BE49-F238E27FC236}">
                        <a16:creationId xmlns:a16="http://schemas.microsoft.com/office/drawing/2014/main" id="{80BB654A-2275-CB3C-1487-DD3D068D2D2D}"/>
                      </a:ext>
                    </a:extLst>
                  </p:cNvPr>
                  <p:cNvSpPr/>
                  <p:nvPr/>
                </p:nvSpPr>
                <p:spPr>
                  <a:xfrm>
                    <a:off x="5532691" y="1249394"/>
                    <a:ext cx="573404" cy="1888521"/>
                  </a:xfrm>
                  <a:custGeom>
                    <a:avLst/>
                    <a:gdLst>
                      <a:gd name="connsiteX0" fmla="*/ 573405 w 573404"/>
                      <a:gd name="connsiteY0" fmla="*/ 1888522 h 1888521"/>
                      <a:gd name="connsiteX1" fmla="*/ 0 w 573404"/>
                      <a:gd name="connsiteY1" fmla="*/ 1557528 h 1888521"/>
                      <a:gd name="connsiteX2" fmla="*/ 0 w 573404"/>
                      <a:gd name="connsiteY2" fmla="*/ 0 h 1888521"/>
                      <a:gd name="connsiteX3" fmla="*/ 573405 w 573404"/>
                      <a:gd name="connsiteY3" fmla="*/ 331089 h 1888521"/>
                      <a:gd name="connsiteX4" fmla="*/ 573405 w 573404"/>
                      <a:gd name="connsiteY4" fmla="*/ 1888522 h 1888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404" h="1888521">
                        <a:moveTo>
                          <a:pt x="573405" y="1888522"/>
                        </a:moveTo>
                        <a:lnTo>
                          <a:pt x="0" y="1557528"/>
                        </a:lnTo>
                        <a:lnTo>
                          <a:pt x="0" y="0"/>
                        </a:lnTo>
                        <a:lnTo>
                          <a:pt x="573405" y="331089"/>
                        </a:lnTo>
                        <a:lnTo>
                          <a:pt x="573405" y="1888522"/>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9" name="Freeform: Shape 2118">
                    <a:extLst>
                      <a:ext uri="{FF2B5EF4-FFF2-40B4-BE49-F238E27FC236}">
                        <a16:creationId xmlns:a16="http://schemas.microsoft.com/office/drawing/2014/main" id="{B4EB19B9-5628-7BC5-35EB-8F24E0AE7448}"/>
                      </a:ext>
                    </a:extLst>
                  </p:cNvPr>
                  <p:cNvSpPr/>
                  <p:nvPr/>
                </p:nvSpPr>
                <p:spPr>
                  <a:xfrm>
                    <a:off x="5556504" y="1366075"/>
                    <a:ext cx="525875" cy="1682686"/>
                  </a:xfrm>
                  <a:custGeom>
                    <a:avLst/>
                    <a:gdLst>
                      <a:gd name="connsiteX0" fmla="*/ 525875 w 525875"/>
                      <a:gd name="connsiteY0" fmla="*/ 1682686 h 1682686"/>
                      <a:gd name="connsiteX1" fmla="*/ 0 w 525875"/>
                      <a:gd name="connsiteY1" fmla="*/ 1379030 h 1682686"/>
                      <a:gd name="connsiteX2" fmla="*/ 0 w 525875"/>
                      <a:gd name="connsiteY2" fmla="*/ 0 h 1682686"/>
                      <a:gd name="connsiteX3" fmla="*/ 525875 w 525875"/>
                      <a:gd name="connsiteY3" fmla="*/ 303562 h 1682686"/>
                      <a:gd name="connsiteX4" fmla="*/ 525875 w 525875"/>
                      <a:gd name="connsiteY4" fmla="*/ 1682686 h 168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875" h="1682686">
                        <a:moveTo>
                          <a:pt x="525875" y="1682686"/>
                        </a:moveTo>
                        <a:lnTo>
                          <a:pt x="0" y="1379030"/>
                        </a:lnTo>
                        <a:lnTo>
                          <a:pt x="0" y="0"/>
                        </a:lnTo>
                        <a:lnTo>
                          <a:pt x="525875" y="303562"/>
                        </a:lnTo>
                        <a:lnTo>
                          <a:pt x="525875" y="1682686"/>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0" name="Freeform: Shape 2119">
                    <a:extLst>
                      <a:ext uri="{FF2B5EF4-FFF2-40B4-BE49-F238E27FC236}">
                        <a16:creationId xmlns:a16="http://schemas.microsoft.com/office/drawing/2014/main" id="{F581D79B-9749-3A5D-905F-F425ADA86E91}"/>
                      </a:ext>
                    </a:extLst>
                  </p:cNvPr>
                  <p:cNvSpPr/>
                  <p:nvPr/>
                </p:nvSpPr>
                <p:spPr>
                  <a:xfrm>
                    <a:off x="5556504" y="1294828"/>
                    <a:ext cx="160401" cy="102012"/>
                  </a:xfrm>
                  <a:custGeom>
                    <a:avLst/>
                    <a:gdLst>
                      <a:gd name="connsiteX0" fmla="*/ 160401 w 160401"/>
                      <a:gd name="connsiteY0" fmla="*/ 102013 h 102012"/>
                      <a:gd name="connsiteX1" fmla="*/ 0 w 160401"/>
                      <a:gd name="connsiteY1" fmla="*/ 9430 h 102012"/>
                      <a:gd name="connsiteX2" fmla="*/ 0 w 160401"/>
                      <a:gd name="connsiteY2" fmla="*/ 0 h 102012"/>
                      <a:gd name="connsiteX3" fmla="*/ 160401 w 160401"/>
                      <a:gd name="connsiteY3" fmla="*/ 92678 h 102012"/>
                      <a:gd name="connsiteX4" fmla="*/ 160401 w 160401"/>
                      <a:gd name="connsiteY4" fmla="*/ 102013 h 1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012">
                        <a:moveTo>
                          <a:pt x="160401" y="102013"/>
                        </a:moveTo>
                        <a:lnTo>
                          <a:pt x="0" y="9430"/>
                        </a:lnTo>
                        <a:lnTo>
                          <a:pt x="0" y="0"/>
                        </a:lnTo>
                        <a:lnTo>
                          <a:pt x="160401" y="92678"/>
                        </a:lnTo>
                        <a:lnTo>
                          <a:pt x="160401" y="10201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1" name="Freeform: Shape 2120">
                    <a:extLst>
                      <a:ext uri="{FF2B5EF4-FFF2-40B4-BE49-F238E27FC236}">
                        <a16:creationId xmlns:a16="http://schemas.microsoft.com/office/drawing/2014/main" id="{0BE84B0D-4637-EC03-6B71-B519F8DD74EF}"/>
                      </a:ext>
                    </a:extLst>
                  </p:cNvPr>
                  <p:cNvSpPr/>
                  <p:nvPr/>
                </p:nvSpPr>
                <p:spPr>
                  <a:xfrm>
                    <a:off x="5556504" y="1307687"/>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2" name="Freeform: Shape 2121">
                    <a:extLst>
                      <a:ext uri="{FF2B5EF4-FFF2-40B4-BE49-F238E27FC236}">
                        <a16:creationId xmlns:a16="http://schemas.microsoft.com/office/drawing/2014/main" id="{606B7A90-24BA-9D85-08B5-DC55DDB49BEF}"/>
                      </a:ext>
                    </a:extLst>
                  </p:cNvPr>
                  <p:cNvSpPr/>
                  <p:nvPr/>
                </p:nvSpPr>
                <p:spPr>
                  <a:xfrm>
                    <a:off x="5556504" y="1320545"/>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3" name="Freeform: Shape 2122">
                    <a:extLst>
                      <a:ext uri="{FF2B5EF4-FFF2-40B4-BE49-F238E27FC236}">
                        <a16:creationId xmlns:a16="http://schemas.microsoft.com/office/drawing/2014/main" id="{7A231CA0-E23C-A99D-1E17-0D51A096F830}"/>
                      </a:ext>
                    </a:extLst>
                  </p:cNvPr>
                  <p:cNvSpPr/>
                  <p:nvPr/>
                </p:nvSpPr>
                <p:spPr>
                  <a:xfrm>
                    <a:off x="5556504" y="1333404"/>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4" name="Freeform: Shape 2123">
                    <a:extLst>
                      <a:ext uri="{FF2B5EF4-FFF2-40B4-BE49-F238E27FC236}">
                        <a16:creationId xmlns:a16="http://schemas.microsoft.com/office/drawing/2014/main" id="{2E1AF666-005C-51AB-D8B1-6534F268D13D}"/>
                      </a:ext>
                    </a:extLst>
                  </p:cNvPr>
                  <p:cNvSpPr/>
                  <p:nvPr/>
                </p:nvSpPr>
                <p:spPr>
                  <a:xfrm>
                    <a:off x="5921883" y="1505807"/>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5" name="Freeform: Shape 2124">
                    <a:extLst>
                      <a:ext uri="{FF2B5EF4-FFF2-40B4-BE49-F238E27FC236}">
                        <a16:creationId xmlns:a16="http://schemas.microsoft.com/office/drawing/2014/main" id="{D3310536-7C4D-F2D3-3D71-52BE539F98D5}"/>
                      </a:ext>
                    </a:extLst>
                  </p:cNvPr>
                  <p:cNvSpPr/>
                  <p:nvPr/>
                </p:nvSpPr>
                <p:spPr>
                  <a:xfrm>
                    <a:off x="5921883" y="1518666"/>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6" name="Freeform: Shape 2125">
                    <a:extLst>
                      <a:ext uri="{FF2B5EF4-FFF2-40B4-BE49-F238E27FC236}">
                        <a16:creationId xmlns:a16="http://schemas.microsoft.com/office/drawing/2014/main" id="{75AD6B0F-3166-C619-8695-A2E0EE2B95B4}"/>
                      </a:ext>
                    </a:extLst>
                  </p:cNvPr>
                  <p:cNvSpPr/>
                  <p:nvPr/>
                </p:nvSpPr>
                <p:spPr>
                  <a:xfrm>
                    <a:off x="5921883" y="1531524"/>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27" name="Freeform: Shape 2126">
                    <a:extLst>
                      <a:ext uri="{FF2B5EF4-FFF2-40B4-BE49-F238E27FC236}">
                        <a16:creationId xmlns:a16="http://schemas.microsoft.com/office/drawing/2014/main" id="{B74EB319-57CF-7B11-F2B4-CD727F0D3D9C}"/>
                      </a:ext>
                    </a:extLst>
                  </p:cNvPr>
                  <p:cNvSpPr/>
                  <p:nvPr/>
                </p:nvSpPr>
                <p:spPr>
                  <a:xfrm>
                    <a:off x="5921883" y="1544478"/>
                    <a:ext cx="160496" cy="102012"/>
                  </a:xfrm>
                  <a:custGeom>
                    <a:avLst/>
                    <a:gdLst>
                      <a:gd name="connsiteX0" fmla="*/ 160496 w 160496"/>
                      <a:gd name="connsiteY0" fmla="*/ 102013 h 102012"/>
                      <a:gd name="connsiteX1" fmla="*/ 0 w 160496"/>
                      <a:gd name="connsiteY1" fmla="*/ 9334 h 102012"/>
                      <a:gd name="connsiteX2" fmla="*/ 0 w 160496"/>
                      <a:gd name="connsiteY2" fmla="*/ 0 h 102012"/>
                      <a:gd name="connsiteX3" fmla="*/ 160496 w 160496"/>
                      <a:gd name="connsiteY3" fmla="*/ 92583 h 102012"/>
                      <a:gd name="connsiteX4" fmla="*/ 160496 w 160496"/>
                      <a:gd name="connsiteY4" fmla="*/ 102013 h 1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012">
                        <a:moveTo>
                          <a:pt x="160496" y="102013"/>
                        </a:moveTo>
                        <a:lnTo>
                          <a:pt x="0" y="9334"/>
                        </a:lnTo>
                        <a:lnTo>
                          <a:pt x="0" y="0"/>
                        </a:lnTo>
                        <a:lnTo>
                          <a:pt x="160496" y="92583"/>
                        </a:lnTo>
                        <a:lnTo>
                          <a:pt x="160496" y="10201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28" name="Graphic 3388">
                    <a:extLst>
                      <a:ext uri="{FF2B5EF4-FFF2-40B4-BE49-F238E27FC236}">
                        <a16:creationId xmlns:a16="http://schemas.microsoft.com/office/drawing/2014/main" id="{00FD2A9D-8B99-8188-A120-5496CCCD1558}"/>
                      </a:ext>
                    </a:extLst>
                  </p:cNvPr>
                  <p:cNvGrpSpPr/>
                  <p:nvPr/>
                </p:nvGrpSpPr>
                <p:grpSpPr>
                  <a:xfrm>
                    <a:off x="5564219" y="1379505"/>
                    <a:ext cx="510349" cy="411670"/>
                    <a:chOff x="5564219" y="1379505"/>
                    <a:chExt cx="510349" cy="411670"/>
                  </a:xfrm>
                </p:grpSpPr>
                <p:sp>
                  <p:nvSpPr>
                    <p:cNvPr id="2313" name="Freeform: Shape 2312">
                      <a:extLst>
                        <a:ext uri="{FF2B5EF4-FFF2-40B4-BE49-F238E27FC236}">
                          <a16:creationId xmlns:a16="http://schemas.microsoft.com/office/drawing/2014/main" id="{5F25526F-944F-D57C-9D3C-8D7F165DE277}"/>
                        </a:ext>
                      </a:extLst>
                    </p:cNvPr>
                    <p:cNvSpPr/>
                    <p:nvPr/>
                  </p:nvSpPr>
                  <p:spPr>
                    <a:xfrm>
                      <a:off x="5564219" y="1379505"/>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4" name="Freeform: Shape 2313">
                      <a:extLst>
                        <a:ext uri="{FF2B5EF4-FFF2-40B4-BE49-F238E27FC236}">
                          <a16:creationId xmlns:a16="http://schemas.microsoft.com/office/drawing/2014/main" id="{E64E8D9B-9D97-DDF6-EF39-8FD95245B2AB}"/>
                        </a:ext>
                      </a:extLst>
                    </p:cNvPr>
                    <p:cNvSpPr/>
                    <p:nvPr/>
                  </p:nvSpPr>
                  <p:spPr>
                    <a:xfrm>
                      <a:off x="5925597" y="1599723"/>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315" name="Graphic 3388">
                      <a:extLst>
                        <a:ext uri="{FF2B5EF4-FFF2-40B4-BE49-F238E27FC236}">
                          <a16:creationId xmlns:a16="http://schemas.microsoft.com/office/drawing/2014/main" id="{1FA694F6-CB95-4211-AF6C-2D074AE63C91}"/>
                        </a:ext>
                      </a:extLst>
                    </p:cNvPr>
                    <p:cNvGrpSpPr/>
                    <p:nvPr/>
                  </p:nvGrpSpPr>
                  <p:grpSpPr>
                    <a:xfrm>
                      <a:off x="5930455" y="1684020"/>
                      <a:ext cx="130015" cy="94296"/>
                      <a:chOff x="5930455" y="1684020"/>
                      <a:chExt cx="130015" cy="94296"/>
                    </a:xfrm>
                    <a:solidFill>
                      <a:srgbClr val="777777"/>
                    </a:solidFill>
                  </p:grpSpPr>
                  <p:sp>
                    <p:nvSpPr>
                      <p:cNvPr id="2323" name="Freeform: Shape 2322">
                        <a:extLst>
                          <a:ext uri="{FF2B5EF4-FFF2-40B4-BE49-F238E27FC236}">
                            <a16:creationId xmlns:a16="http://schemas.microsoft.com/office/drawing/2014/main" id="{F4689F4D-EA35-C589-79DF-B2130FE4BD59}"/>
                          </a:ext>
                        </a:extLst>
                      </p:cNvPr>
                      <p:cNvSpPr/>
                      <p:nvPr/>
                    </p:nvSpPr>
                    <p:spPr>
                      <a:xfrm>
                        <a:off x="6043707" y="1749361"/>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4" name="Freeform: Shape 2323">
                        <a:extLst>
                          <a:ext uri="{FF2B5EF4-FFF2-40B4-BE49-F238E27FC236}">
                            <a16:creationId xmlns:a16="http://schemas.microsoft.com/office/drawing/2014/main" id="{373EEFA7-4EF4-ED6F-86C0-24EB92A82264}"/>
                          </a:ext>
                        </a:extLst>
                      </p:cNvPr>
                      <p:cNvSpPr/>
                      <p:nvPr/>
                    </p:nvSpPr>
                    <p:spPr>
                      <a:xfrm>
                        <a:off x="6021038" y="1736312"/>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5" name="Freeform: Shape 2324">
                        <a:extLst>
                          <a:ext uri="{FF2B5EF4-FFF2-40B4-BE49-F238E27FC236}">
                            <a16:creationId xmlns:a16="http://schemas.microsoft.com/office/drawing/2014/main" id="{D73DAF26-C42A-D30A-2963-FC5A7E010C66}"/>
                          </a:ext>
                        </a:extLst>
                      </p:cNvPr>
                      <p:cNvSpPr/>
                      <p:nvPr/>
                    </p:nvSpPr>
                    <p:spPr>
                      <a:xfrm>
                        <a:off x="5998368" y="1723262"/>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6" name="Freeform: Shape 2325">
                        <a:extLst>
                          <a:ext uri="{FF2B5EF4-FFF2-40B4-BE49-F238E27FC236}">
                            <a16:creationId xmlns:a16="http://schemas.microsoft.com/office/drawing/2014/main" id="{D0295BE2-B8B8-EA8D-9AA3-274EB59135D0}"/>
                          </a:ext>
                        </a:extLst>
                      </p:cNvPr>
                      <p:cNvSpPr/>
                      <p:nvPr/>
                    </p:nvSpPr>
                    <p:spPr>
                      <a:xfrm>
                        <a:off x="5975794" y="1710213"/>
                        <a:ext cx="16668" cy="28860"/>
                      </a:xfrm>
                      <a:custGeom>
                        <a:avLst/>
                        <a:gdLst>
                          <a:gd name="connsiteX0" fmla="*/ 0 w 16668"/>
                          <a:gd name="connsiteY0" fmla="*/ 19240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0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0"/>
                            </a:moveTo>
                            <a:lnTo>
                              <a:pt x="16669" y="28861"/>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7" name="Freeform: Shape 2326">
                        <a:extLst>
                          <a:ext uri="{FF2B5EF4-FFF2-40B4-BE49-F238E27FC236}">
                            <a16:creationId xmlns:a16="http://schemas.microsoft.com/office/drawing/2014/main" id="{1BC94482-A8E1-0230-D34B-8BDE41D21999}"/>
                          </a:ext>
                        </a:extLst>
                      </p:cNvPr>
                      <p:cNvSpPr/>
                      <p:nvPr/>
                    </p:nvSpPr>
                    <p:spPr>
                      <a:xfrm>
                        <a:off x="5953125" y="1697069"/>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8" name="Freeform: Shape 2327">
                        <a:extLst>
                          <a:ext uri="{FF2B5EF4-FFF2-40B4-BE49-F238E27FC236}">
                            <a16:creationId xmlns:a16="http://schemas.microsoft.com/office/drawing/2014/main" id="{E127B9CC-EF34-FF6E-B4FF-38D52A8201B5}"/>
                          </a:ext>
                        </a:extLst>
                      </p:cNvPr>
                      <p:cNvSpPr/>
                      <p:nvPr/>
                    </p:nvSpPr>
                    <p:spPr>
                      <a:xfrm>
                        <a:off x="5930455" y="1684020"/>
                        <a:ext cx="16668" cy="28955"/>
                      </a:xfrm>
                      <a:custGeom>
                        <a:avLst/>
                        <a:gdLst>
                          <a:gd name="connsiteX0" fmla="*/ 0 w 16668"/>
                          <a:gd name="connsiteY0" fmla="*/ 19240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0"/>
                            </a:moveTo>
                            <a:lnTo>
                              <a:pt x="16669" y="28956"/>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16" name="Graphic 3388">
                      <a:extLst>
                        <a:ext uri="{FF2B5EF4-FFF2-40B4-BE49-F238E27FC236}">
                          <a16:creationId xmlns:a16="http://schemas.microsoft.com/office/drawing/2014/main" id="{ADC897D5-CFCA-36D6-33F2-D0CCDEBDEED7}"/>
                        </a:ext>
                      </a:extLst>
                    </p:cNvPr>
                    <p:cNvGrpSpPr/>
                    <p:nvPr/>
                  </p:nvGrpSpPr>
                  <p:grpSpPr>
                    <a:xfrm>
                      <a:off x="5572029" y="1395602"/>
                      <a:ext cx="342042" cy="293465"/>
                      <a:chOff x="5572029" y="1395602"/>
                      <a:chExt cx="342042" cy="293465"/>
                    </a:xfrm>
                    <a:solidFill>
                      <a:srgbClr val="0D0D0D"/>
                    </a:solidFill>
                  </p:grpSpPr>
                  <p:sp>
                    <p:nvSpPr>
                      <p:cNvPr id="2317" name="Freeform: Shape 2316">
                        <a:extLst>
                          <a:ext uri="{FF2B5EF4-FFF2-40B4-BE49-F238E27FC236}">
                            <a16:creationId xmlns:a16="http://schemas.microsoft.com/office/drawing/2014/main" id="{42544CEB-D1CF-38C2-AB34-B6F320A713D0}"/>
                          </a:ext>
                        </a:extLst>
                      </p:cNvPr>
                      <p:cNvSpPr/>
                      <p:nvPr/>
                    </p:nvSpPr>
                    <p:spPr>
                      <a:xfrm>
                        <a:off x="5572029" y="1395602"/>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8" name="Freeform: Shape 2317">
                        <a:extLst>
                          <a:ext uri="{FF2B5EF4-FFF2-40B4-BE49-F238E27FC236}">
                            <a16:creationId xmlns:a16="http://schemas.microsoft.com/office/drawing/2014/main" id="{A9767D73-3CAF-9B4F-A069-4DBD34027AF9}"/>
                          </a:ext>
                        </a:extLst>
                      </p:cNvPr>
                      <p:cNvSpPr/>
                      <p:nvPr/>
                    </p:nvSpPr>
                    <p:spPr>
                      <a:xfrm>
                        <a:off x="5572029" y="1412843"/>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9" name="Freeform: Shape 2318">
                        <a:extLst>
                          <a:ext uri="{FF2B5EF4-FFF2-40B4-BE49-F238E27FC236}">
                            <a16:creationId xmlns:a16="http://schemas.microsoft.com/office/drawing/2014/main" id="{905A91B7-3C71-33BE-1E02-C024181684DA}"/>
                          </a:ext>
                        </a:extLst>
                      </p:cNvPr>
                      <p:cNvSpPr/>
                      <p:nvPr/>
                    </p:nvSpPr>
                    <p:spPr>
                      <a:xfrm>
                        <a:off x="5572029" y="1430178"/>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0" name="Freeform: Shape 2319">
                        <a:extLst>
                          <a:ext uri="{FF2B5EF4-FFF2-40B4-BE49-F238E27FC236}">
                            <a16:creationId xmlns:a16="http://schemas.microsoft.com/office/drawing/2014/main" id="{CAAFA7B6-CC37-2FAE-A196-AB90900C7724}"/>
                          </a:ext>
                        </a:extLst>
                      </p:cNvPr>
                      <p:cNvSpPr/>
                      <p:nvPr/>
                    </p:nvSpPr>
                    <p:spPr>
                      <a:xfrm>
                        <a:off x="5572029" y="1447418"/>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1" name="Freeform: Shape 2320">
                        <a:extLst>
                          <a:ext uri="{FF2B5EF4-FFF2-40B4-BE49-F238E27FC236}">
                            <a16:creationId xmlns:a16="http://schemas.microsoft.com/office/drawing/2014/main" id="{5F4D95CC-D632-CC3A-BDC5-A88920DF4612}"/>
                          </a:ext>
                        </a:extLst>
                      </p:cNvPr>
                      <p:cNvSpPr/>
                      <p:nvPr/>
                    </p:nvSpPr>
                    <p:spPr>
                      <a:xfrm>
                        <a:off x="5572029" y="1464659"/>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22" name="Freeform: Shape 2321">
                        <a:extLst>
                          <a:ext uri="{FF2B5EF4-FFF2-40B4-BE49-F238E27FC236}">
                            <a16:creationId xmlns:a16="http://schemas.microsoft.com/office/drawing/2014/main" id="{5C283233-C557-E8AD-472E-C1AE436AE614}"/>
                          </a:ext>
                        </a:extLst>
                      </p:cNvPr>
                      <p:cNvSpPr/>
                      <p:nvPr/>
                    </p:nvSpPr>
                    <p:spPr>
                      <a:xfrm>
                        <a:off x="5572029" y="1481899"/>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129" name="Graphic 3388">
                    <a:extLst>
                      <a:ext uri="{FF2B5EF4-FFF2-40B4-BE49-F238E27FC236}">
                        <a16:creationId xmlns:a16="http://schemas.microsoft.com/office/drawing/2014/main" id="{395E3835-8F18-992F-1504-E5312A71C34E}"/>
                      </a:ext>
                    </a:extLst>
                  </p:cNvPr>
                  <p:cNvGrpSpPr/>
                  <p:nvPr/>
                </p:nvGrpSpPr>
                <p:grpSpPr>
                  <a:xfrm>
                    <a:off x="5564219" y="1506188"/>
                    <a:ext cx="510349" cy="411670"/>
                    <a:chOff x="5564219" y="1506188"/>
                    <a:chExt cx="510349" cy="411670"/>
                  </a:xfrm>
                </p:grpSpPr>
                <p:sp>
                  <p:nvSpPr>
                    <p:cNvPr id="2297" name="Freeform: Shape 2296">
                      <a:extLst>
                        <a:ext uri="{FF2B5EF4-FFF2-40B4-BE49-F238E27FC236}">
                          <a16:creationId xmlns:a16="http://schemas.microsoft.com/office/drawing/2014/main" id="{921D05F2-8988-2073-43E9-6E7159049F29}"/>
                        </a:ext>
                      </a:extLst>
                    </p:cNvPr>
                    <p:cNvSpPr/>
                    <p:nvPr/>
                  </p:nvSpPr>
                  <p:spPr>
                    <a:xfrm>
                      <a:off x="5564219" y="1506188"/>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8" name="Freeform: Shape 2297">
                      <a:extLst>
                        <a:ext uri="{FF2B5EF4-FFF2-40B4-BE49-F238E27FC236}">
                          <a16:creationId xmlns:a16="http://schemas.microsoft.com/office/drawing/2014/main" id="{51F50DBE-4810-BBEC-8DF2-B7FFCFAF50A0}"/>
                        </a:ext>
                      </a:extLst>
                    </p:cNvPr>
                    <p:cNvSpPr/>
                    <p:nvPr/>
                  </p:nvSpPr>
                  <p:spPr>
                    <a:xfrm>
                      <a:off x="5925597" y="1726310"/>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299" name="Graphic 3388">
                      <a:extLst>
                        <a:ext uri="{FF2B5EF4-FFF2-40B4-BE49-F238E27FC236}">
                          <a16:creationId xmlns:a16="http://schemas.microsoft.com/office/drawing/2014/main" id="{B743B4F2-CE03-CD4F-6838-286412AB4E6C}"/>
                        </a:ext>
                      </a:extLst>
                    </p:cNvPr>
                    <p:cNvGrpSpPr/>
                    <p:nvPr/>
                  </p:nvGrpSpPr>
                  <p:grpSpPr>
                    <a:xfrm>
                      <a:off x="5930455" y="1810607"/>
                      <a:ext cx="130015" cy="94392"/>
                      <a:chOff x="5930455" y="1810607"/>
                      <a:chExt cx="130015" cy="94392"/>
                    </a:xfrm>
                    <a:solidFill>
                      <a:srgbClr val="777777"/>
                    </a:solidFill>
                  </p:grpSpPr>
                  <p:sp>
                    <p:nvSpPr>
                      <p:cNvPr id="2307" name="Freeform: Shape 2306">
                        <a:extLst>
                          <a:ext uri="{FF2B5EF4-FFF2-40B4-BE49-F238E27FC236}">
                            <a16:creationId xmlns:a16="http://schemas.microsoft.com/office/drawing/2014/main" id="{5D92D93A-0758-CC24-785C-0247C2B45820}"/>
                          </a:ext>
                        </a:extLst>
                      </p:cNvPr>
                      <p:cNvSpPr/>
                      <p:nvPr/>
                    </p:nvSpPr>
                    <p:spPr>
                      <a:xfrm>
                        <a:off x="6043707" y="1876044"/>
                        <a:ext cx="16763" cy="28955"/>
                      </a:xfrm>
                      <a:custGeom>
                        <a:avLst/>
                        <a:gdLst>
                          <a:gd name="connsiteX0" fmla="*/ 0 w 16763"/>
                          <a:gd name="connsiteY0" fmla="*/ 19240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8" name="Freeform: Shape 2307">
                        <a:extLst>
                          <a:ext uri="{FF2B5EF4-FFF2-40B4-BE49-F238E27FC236}">
                            <a16:creationId xmlns:a16="http://schemas.microsoft.com/office/drawing/2014/main" id="{E163793F-7221-EE70-0C42-5DBDA06908CF}"/>
                          </a:ext>
                        </a:extLst>
                      </p:cNvPr>
                      <p:cNvSpPr/>
                      <p:nvPr/>
                    </p:nvSpPr>
                    <p:spPr>
                      <a:xfrm>
                        <a:off x="6021038" y="1862899"/>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9" name="Freeform: Shape 2308">
                        <a:extLst>
                          <a:ext uri="{FF2B5EF4-FFF2-40B4-BE49-F238E27FC236}">
                            <a16:creationId xmlns:a16="http://schemas.microsoft.com/office/drawing/2014/main" id="{FA2068A2-D90E-1E2A-8274-5A30A3AB44A1}"/>
                          </a:ext>
                        </a:extLst>
                      </p:cNvPr>
                      <p:cNvSpPr/>
                      <p:nvPr/>
                    </p:nvSpPr>
                    <p:spPr>
                      <a:xfrm>
                        <a:off x="5998368" y="1849850"/>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0" name="Freeform: Shape 2309">
                        <a:extLst>
                          <a:ext uri="{FF2B5EF4-FFF2-40B4-BE49-F238E27FC236}">
                            <a16:creationId xmlns:a16="http://schemas.microsoft.com/office/drawing/2014/main" id="{B55067D5-7975-70CD-60EC-8BCB908FF829}"/>
                          </a:ext>
                        </a:extLst>
                      </p:cNvPr>
                      <p:cNvSpPr/>
                      <p:nvPr/>
                    </p:nvSpPr>
                    <p:spPr>
                      <a:xfrm>
                        <a:off x="5975794" y="1836800"/>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1" name="Freeform: Shape 2310">
                        <a:extLst>
                          <a:ext uri="{FF2B5EF4-FFF2-40B4-BE49-F238E27FC236}">
                            <a16:creationId xmlns:a16="http://schemas.microsoft.com/office/drawing/2014/main" id="{CEC16179-EFE4-E11B-1983-1F95FEBAFF3B}"/>
                          </a:ext>
                        </a:extLst>
                      </p:cNvPr>
                      <p:cNvSpPr/>
                      <p:nvPr/>
                    </p:nvSpPr>
                    <p:spPr>
                      <a:xfrm>
                        <a:off x="5953125" y="1823656"/>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12" name="Freeform: Shape 2311">
                        <a:extLst>
                          <a:ext uri="{FF2B5EF4-FFF2-40B4-BE49-F238E27FC236}">
                            <a16:creationId xmlns:a16="http://schemas.microsoft.com/office/drawing/2014/main" id="{6E917A11-9B2B-4C30-39CE-67FBD8858BB4}"/>
                          </a:ext>
                        </a:extLst>
                      </p:cNvPr>
                      <p:cNvSpPr/>
                      <p:nvPr/>
                    </p:nvSpPr>
                    <p:spPr>
                      <a:xfrm>
                        <a:off x="5930455" y="1810607"/>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300" name="Graphic 3388">
                      <a:extLst>
                        <a:ext uri="{FF2B5EF4-FFF2-40B4-BE49-F238E27FC236}">
                          <a16:creationId xmlns:a16="http://schemas.microsoft.com/office/drawing/2014/main" id="{F43B0A3C-E00E-6E61-CFB0-281DBC458628}"/>
                        </a:ext>
                      </a:extLst>
                    </p:cNvPr>
                    <p:cNvGrpSpPr/>
                    <p:nvPr/>
                  </p:nvGrpSpPr>
                  <p:grpSpPr>
                    <a:xfrm>
                      <a:off x="5572029" y="1522190"/>
                      <a:ext cx="342042" cy="293464"/>
                      <a:chOff x="5572029" y="1522190"/>
                      <a:chExt cx="342042" cy="293464"/>
                    </a:xfrm>
                    <a:solidFill>
                      <a:srgbClr val="0D0D0D"/>
                    </a:solidFill>
                  </p:grpSpPr>
                  <p:sp>
                    <p:nvSpPr>
                      <p:cNvPr id="2301" name="Freeform: Shape 2300">
                        <a:extLst>
                          <a:ext uri="{FF2B5EF4-FFF2-40B4-BE49-F238E27FC236}">
                            <a16:creationId xmlns:a16="http://schemas.microsoft.com/office/drawing/2014/main" id="{45FF32E9-3218-F87F-56DF-6251FE5367C7}"/>
                          </a:ext>
                        </a:extLst>
                      </p:cNvPr>
                      <p:cNvSpPr/>
                      <p:nvPr/>
                    </p:nvSpPr>
                    <p:spPr>
                      <a:xfrm>
                        <a:off x="5572029" y="1522190"/>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2" name="Freeform: Shape 2301">
                        <a:extLst>
                          <a:ext uri="{FF2B5EF4-FFF2-40B4-BE49-F238E27FC236}">
                            <a16:creationId xmlns:a16="http://schemas.microsoft.com/office/drawing/2014/main" id="{373EC5E5-D05B-04EA-7693-98926C938053}"/>
                          </a:ext>
                        </a:extLst>
                      </p:cNvPr>
                      <p:cNvSpPr/>
                      <p:nvPr/>
                    </p:nvSpPr>
                    <p:spPr>
                      <a:xfrm>
                        <a:off x="5572029" y="1539525"/>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3" name="Freeform: Shape 2302">
                        <a:extLst>
                          <a:ext uri="{FF2B5EF4-FFF2-40B4-BE49-F238E27FC236}">
                            <a16:creationId xmlns:a16="http://schemas.microsoft.com/office/drawing/2014/main" id="{2824058E-5BE8-E986-4450-01A677BFCC0E}"/>
                          </a:ext>
                        </a:extLst>
                      </p:cNvPr>
                      <p:cNvSpPr/>
                      <p:nvPr/>
                    </p:nvSpPr>
                    <p:spPr>
                      <a:xfrm>
                        <a:off x="5572029" y="1556766"/>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4" name="Freeform: Shape 2303">
                        <a:extLst>
                          <a:ext uri="{FF2B5EF4-FFF2-40B4-BE49-F238E27FC236}">
                            <a16:creationId xmlns:a16="http://schemas.microsoft.com/office/drawing/2014/main" id="{31158B9B-D8C4-6837-9C50-B9B209629E9F}"/>
                          </a:ext>
                        </a:extLst>
                      </p:cNvPr>
                      <p:cNvSpPr/>
                      <p:nvPr/>
                    </p:nvSpPr>
                    <p:spPr>
                      <a:xfrm>
                        <a:off x="5572029" y="1574006"/>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5" name="Freeform: Shape 2304">
                        <a:extLst>
                          <a:ext uri="{FF2B5EF4-FFF2-40B4-BE49-F238E27FC236}">
                            <a16:creationId xmlns:a16="http://schemas.microsoft.com/office/drawing/2014/main" id="{EBEF29E1-E888-4044-9CB0-980C17CE631B}"/>
                          </a:ext>
                        </a:extLst>
                      </p:cNvPr>
                      <p:cNvSpPr/>
                      <p:nvPr/>
                    </p:nvSpPr>
                    <p:spPr>
                      <a:xfrm>
                        <a:off x="5572029" y="1591246"/>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306" name="Freeform: Shape 2305">
                        <a:extLst>
                          <a:ext uri="{FF2B5EF4-FFF2-40B4-BE49-F238E27FC236}">
                            <a16:creationId xmlns:a16="http://schemas.microsoft.com/office/drawing/2014/main" id="{5CFC5792-7492-0026-8634-C720CE89DB7F}"/>
                          </a:ext>
                        </a:extLst>
                      </p:cNvPr>
                      <p:cNvSpPr/>
                      <p:nvPr/>
                    </p:nvSpPr>
                    <p:spPr>
                      <a:xfrm>
                        <a:off x="5572029" y="1608581"/>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130" name="Graphic 3388">
                    <a:extLst>
                      <a:ext uri="{FF2B5EF4-FFF2-40B4-BE49-F238E27FC236}">
                        <a16:creationId xmlns:a16="http://schemas.microsoft.com/office/drawing/2014/main" id="{82EAB6CB-E8B8-BAE9-5EB6-D5A263D3D05F}"/>
                      </a:ext>
                    </a:extLst>
                  </p:cNvPr>
                  <p:cNvGrpSpPr/>
                  <p:nvPr/>
                </p:nvGrpSpPr>
                <p:grpSpPr>
                  <a:xfrm>
                    <a:off x="5564219" y="1632775"/>
                    <a:ext cx="510349" cy="411670"/>
                    <a:chOff x="5564219" y="1632775"/>
                    <a:chExt cx="510349" cy="411670"/>
                  </a:xfrm>
                </p:grpSpPr>
                <p:sp>
                  <p:nvSpPr>
                    <p:cNvPr id="2281" name="Freeform: Shape 2280">
                      <a:extLst>
                        <a:ext uri="{FF2B5EF4-FFF2-40B4-BE49-F238E27FC236}">
                          <a16:creationId xmlns:a16="http://schemas.microsoft.com/office/drawing/2014/main" id="{7BB2FC29-0557-83F4-A240-8BD6DE5AC4E5}"/>
                        </a:ext>
                      </a:extLst>
                    </p:cNvPr>
                    <p:cNvSpPr/>
                    <p:nvPr/>
                  </p:nvSpPr>
                  <p:spPr>
                    <a:xfrm>
                      <a:off x="5564219" y="1632775"/>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2" name="Freeform: Shape 2281">
                      <a:extLst>
                        <a:ext uri="{FF2B5EF4-FFF2-40B4-BE49-F238E27FC236}">
                          <a16:creationId xmlns:a16="http://schemas.microsoft.com/office/drawing/2014/main" id="{9C7CA2B9-7D8C-B2B8-8CC0-BA62AF2A50EE}"/>
                        </a:ext>
                      </a:extLst>
                    </p:cNvPr>
                    <p:cNvSpPr/>
                    <p:nvPr/>
                  </p:nvSpPr>
                  <p:spPr>
                    <a:xfrm>
                      <a:off x="5925597" y="1852993"/>
                      <a:ext cx="139636" cy="154400"/>
                    </a:xfrm>
                    <a:custGeom>
                      <a:avLst/>
                      <a:gdLst>
                        <a:gd name="connsiteX0" fmla="*/ 0 w 139636"/>
                        <a:gd name="connsiteY0" fmla="*/ 73724 h 154400"/>
                        <a:gd name="connsiteX1" fmla="*/ 139637 w 139636"/>
                        <a:gd name="connsiteY1" fmla="*/ 154400 h 154400"/>
                        <a:gd name="connsiteX2" fmla="*/ 139637 w 139636"/>
                        <a:gd name="connsiteY2" fmla="*/ 80582 h 154400"/>
                        <a:gd name="connsiteX3" fmla="*/ 0 w 139636"/>
                        <a:gd name="connsiteY3" fmla="*/ 0 h 154400"/>
                        <a:gd name="connsiteX4" fmla="*/ 0 w 139636"/>
                        <a:gd name="connsiteY4" fmla="*/ 73724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724"/>
                          </a:moveTo>
                          <a:lnTo>
                            <a:pt x="139637" y="154400"/>
                          </a:lnTo>
                          <a:lnTo>
                            <a:pt x="139637" y="80582"/>
                          </a:lnTo>
                          <a:lnTo>
                            <a:pt x="0" y="0"/>
                          </a:lnTo>
                          <a:lnTo>
                            <a:pt x="0" y="73724"/>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283" name="Graphic 3388">
                      <a:extLst>
                        <a:ext uri="{FF2B5EF4-FFF2-40B4-BE49-F238E27FC236}">
                          <a16:creationId xmlns:a16="http://schemas.microsoft.com/office/drawing/2014/main" id="{C55402A4-665C-448E-4558-3377BA9A09E6}"/>
                        </a:ext>
                      </a:extLst>
                    </p:cNvPr>
                    <p:cNvGrpSpPr/>
                    <p:nvPr/>
                  </p:nvGrpSpPr>
                  <p:grpSpPr>
                    <a:xfrm>
                      <a:off x="5930455" y="1937194"/>
                      <a:ext cx="130015" cy="94392"/>
                      <a:chOff x="5930455" y="1937194"/>
                      <a:chExt cx="130015" cy="94392"/>
                    </a:xfrm>
                    <a:solidFill>
                      <a:srgbClr val="777777"/>
                    </a:solidFill>
                  </p:grpSpPr>
                  <p:sp>
                    <p:nvSpPr>
                      <p:cNvPr id="2291" name="Freeform: Shape 2290">
                        <a:extLst>
                          <a:ext uri="{FF2B5EF4-FFF2-40B4-BE49-F238E27FC236}">
                            <a16:creationId xmlns:a16="http://schemas.microsoft.com/office/drawing/2014/main" id="{DCBBBDE5-2E01-20E2-5190-A3658B7424AF}"/>
                          </a:ext>
                        </a:extLst>
                      </p:cNvPr>
                      <p:cNvSpPr/>
                      <p:nvPr/>
                    </p:nvSpPr>
                    <p:spPr>
                      <a:xfrm>
                        <a:off x="6043707" y="2002631"/>
                        <a:ext cx="16763" cy="28955"/>
                      </a:xfrm>
                      <a:custGeom>
                        <a:avLst/>
                        <a:gdLst>
                          <a:gd name="connsiteX0" fmla="*/ 0 w 16763"/>
                          <a:gd name="connsiteY0" fmla="*/ 19336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2" name="Freeform: Shape 2291">
                        <a:extLst>
                          <a:ext uri="{FF2B5EF4-FFF2-40B4-BE49-F238E27FC236}">
                            <a16:creationId xmlns:a16="http://schemas.microsoft.com/office/drawing/2014/main" id="{4C911F36-6219-A7B6-BBCF-BCCB4CDE3EDF}"/>
                          </a:ext>
                        </a:extLst>
                      </p:cNvPr>
                      <p:cNvSpPr/>
                      <p:nvPr/>
                    </p:nvSpPr>
                    <p:spPr>
                      <a:xfrm>
                        <a:off x="6021038" y="1989582"/>
                        <a:ext cx="16764" cy="28955"/>
                      </a:xfrm>
                      <a:custGeom>
                        <a:avLst/>
                        <a:gdLst>
                          <a:gd name="connsiteX0" fmla="*/ 0 w 16764"/>
                          <a:gd name="connsiteY0" fmla="*/ 19240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3" name="Freeform: Shape 2292">
                        <a:extLst>
                          <a:ext uri="{FF2B5EF4-FFF2-40B4-BE49-F238E27FC236}">
                            <a16:creationId xmlns:a16="http://schemas.microsoft.com/office/drawing/2014/main" id="{99801CA0-6F1C-F336-BBBC-0D1659F3F953}"/>
                          </a:ext>
                        </a:extLst>
                      </p:cNvPr>
                      <p:cNvSpPr/>
                      <p:nvPr/>
                    </p:nvSpPr>
                    <p:spPr>
                      <a:xfrm>
                        <a:off x="5998368" y="1976437"/>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4" name="Freeform: Shape 2293">
                        <a:extLst>
                          <a:ext uri="{FF2B5EF4-FFF2-40B4-BE49-F238E27FC236}">
                            <a16:creationId xmlns:a16="http://schemas.microsoft.com/office/drawing/2014/main" id="{C80F5AB7-1190-D817-82CD-AD804878A09E}"/>
                          </a:ext>
                        </a:extLst>
                      </p:cNvPr>
                      <p:cNvSpPr/>
                      <p:nvPr/>
                    </p:nvSpPr>
                    <p:spPr>
                      <a:xfrm>
                        <a:off x="5975794" y="1963388"/>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5" name="Freeform: Shape 2294">
                        <a:extLst>
                          <a:ext uri="{FF2B5EF4-FFF2-40B4-BE49-F238E27FC236}">
                            <a16:creationId xmlns:a16="http://schemas.microsoft.com/office/drawing/2014/main" id="{B542BF03-8B6F-6426-B0E2-66F46D75D411}"/>
                          </a:ext>
                        </a:extLst>
                      </p:cNvPr>
                      <p:cNvSpPr/>
                      <p:nvPr/>
                    </p:nvSpPr>
                    <p:spPr>
                      <a:xfrm>
                        <a:off x="5953125" y="1950338"/>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6" name="Freeform: Shape 2295">
                        <a:extLst>
                          <a:ext uri="{FF2B5EF4-FFF2-40B4-BE49-F238E27FC236}">
                            <a16:creationId xmlns:a16="http://schemas.microsoft.com/office/drawing/2014/main" id="{6E073428-ACFE-FD32-5886-21CC0BBDCEF8}"/>
                          </a:ext>
                        </a:extLst>
                      </p:cNvPr>
                      <p:cNvSpPr/>
                      <p:nvPr/>
                    </p:nvSpPr>
                    <p:spPr>
                      <a:xfrm>
                        <a:off x="5930455" y="1937194"/>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284" name="Graphic 3388">
                      <a:extLst>
                        <a:ext uri="{FF2B5EF4-FFF2-40B4-BE49-F238E27FC236}">
                          <a16:creationId xmlns:a16="http://schemas.microsoft.com/office/drawing/2014/main" id="{DE84D64D-5B05-B7DF-73A5-3F6E32E3112C}"/>
                        </a:ext>
                      </a:extLst>
                    </p:cNvPr>
                    <p:cNvGrpSpPr/>
                    <p:nvPr/>
                  </p:nvGrpSpPr>
                  <p:grpSpPr>
                    <a:xfrm>
                      <a:off x="5572029" y="1648872"/>
                      <a:ext cx="342042" cy="293370"/>
                      <a:chOff x="5572029" y="1648872"/>
                      <a:chExt cx="342042" cy="293370"/>
                    </a:xfrm>
                    <a:solidFill>
                      <a:srgbClr val="0D0D0D"/>
                    </a:solidFill>
                  </p:grpSpPr>
                  <p:sp>
                    <p:nvSpPr>
                      <p:cNvPr id="2285" name="Freeform: Shape 2284">
                        <a:extLst>
                          <a:ext uri="{FF2B5EF4-FFF2-40B4-BE49-F238E27FC236}">
                            <a16:creationId xmlns:a16="http://schemas.microsoft.com/office/drawing/2014/main" id="{7251CE91-EC5D-BCAA-863E-58C2607635A7}"/>
                          </a:ext>
                        </a:extLst>
                      </p:cNvPr>
                      <p:cNvSpPr/>
                      <p:nvPr/>
                    </p:nvSpPr>
                    <p:spPr>
                      <a:xfrm>
                        <a:off x="5572029" y="1648872"/>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6" name="Freeform: Shape 2285">
                        <a:extLst>
                          <a:ext uri="{FF2B5EF4-FFF2-40B4-BE49-F238E27FC236}">
                            <a16:creationId xmlns:a16="http://schemas.microsoft.com/office/drawing/2014/main" id="{3E020951-2648-C623-E525-E0A13BD19667}"/>
                          </a:ext>
                        </a:extLst>
                      </p:cNvPr>
                      <p:cNvSpPr/>
                      <p:nvPr/>
                    </p:nvSpPr>
                    <p:spPr>
                      <a:xfrm>
                        <a:off x="5572029" y="1666112"/>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7" name="Freeform: Shape 2286">
                        <a:extLst>
                          <a:ext uri="{FF2B5EF4-FFF2-40B4-BE49-F238E27FC236}">
                            <a16:creationId xmlns:a16="http://schemas.microsoft.com/office/drawing/2014/main" id="{A2C63C4C-F5BE-A54F-DD41-BA1EF28E69A3}"/>
                          </a:ext>
                        </a:extLst>
                      </p:cNvPr>
                      <p:cNvSpPr/>
                      <p:nvPr/>
                    </p:nvSpPr>
                    <p:spPr>
                      <a:xfrm>
                        <a:off x="5572029" y="1683353"/>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8" name="Freeform: Shape 2287">
                        <a:extLst>
                          <a:ext uri="{FF2B5EF4-FFF2-40B4-BE49-F238E27FC236}">
                            <a16:creationId xmlns:a16="http://schemas.microsoft.com/office/drawing/2014/main" id="{60C3C169-A1C4-7771-C41E-0E5F5F90BE10}"/>
                          </a:ext>
                        </a:extLst>
                      </p:cNvPr>
                      <p:cNvSpPr/>
                      <p:nvPr/>
                    </p:nvSpPr>
                    <p:spPr>
                      <a:xfrm>
                        <a:off x="5572029" y="1700593"/>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9" name="Freeform: Shape 2288">
                        <a:extLst>
                          <a:ext uri="{FF2B5EF4-FFF2-40B4-BE49-F238E27FC236}">
                            <a16:creationId xmlns:a16="http://schemas.microsoft.com/office/drawing/2014/main" id="{BD42C3B3-77D7-2E81-F76B-D1A6B9D88CB8}"/>
                          </a:ext>
                        </a:extLst>
                      </p:cNvPr>
                      <p:cNvSpPr/>
                      <p:nvPr/>
                    </p:nvSpPr>
                    <p:spPr>
                      <a:xfrm>
                        <a:off x="5572029" y="1717929"/>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90" name="Freeform: Shape 2289">
                        <a:extLst>
                          <a:ext uri="{FF2B5EF4-FFF2-40B4-BE49-F238E27FC236}">
                            <a16:creationId xmlns:a16="http://schemas.microsoft.com/office/drawing/2014/main" id="{DF518FCB-7980-6785-903F-E558126834AD}"/>
                          </a:ext>
                        </a:extLst>
                      </p:cNvPr>
                      <p:cNvSpPr/>
                      <p:nvPr/>
                    </p:nvSpPr>
                    <p:spPr>
                      <a:xfrm>
                        <a:off x="5572029" y="1735169"/>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131" name="Graphic 3388">
                    <a:extLst>
                      <a:ext uri="{FF2B5EF4-FFF2-40B4-BE49-F238E27FC236}">
                        <a16:creationId xmlns:a16="http://schemas.microsoft.com/office/drawing/2014/main" id="{3AC69712-5B0D-4E25-5953-3ED1E7C80FAF}"/>
                      </a:ext>
                    </a:extLst>
                  </p:cNvPr>
                  <p:cNvGrpSpPr/>
                  <p:nvPr/>
                </p:nvGrpSpPr>
                <p:grpSpPr>
                  <a:xfrm>
                    <a:off x="5564219" y="1759362"/>
                    <a:ext cx="510349" cy="411670"/>
                    <a:chOff x="5564219" y="1759362"/>
                    <a:chExt cx="510349" cy="411670"/>
                  </a:xfrm>
                </p:grpSpPr>
                <p:sp>
                  <p:nvSpPr>
                    <p:cNvPr id="2265" name="Freeform: Shape 2264">
                      <a:extLst>
                        <a:ext uri="{FF2B5EF4-FFF2-40B4-BE49-F238E27FC236}">
                          <a16:creationId xmlns:a16="http://schemas.microsoft.com/office/drawing/2014/main" id="{BA84F2E3-8DAA-3FB8-0A63-848206DB990C}"/>
                        </a:ext>
                      </a:extLst>
                    </p:cNvPr>
                    <p:cNvSpPr/>
                    <p:nvPr/>
                  </p:nvSpPr>
                  <p:spPr>
                    <a:xfrm>
                      <a:off x="5564219" y="1759362"/>
                      <a:ext cx="510349" cy="411670"/>
                    </a:xfrm>
                    <a:custGeom>
                      <a:avLst/>
                      <a:gdLst>
                        <a:gd name="connsiteX0" fmla="*/ 510350 w 510349"/>
                        <a:gd name="connsiteY0" fmla="*/ 411670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0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0"/>
                          </a:moveTo>
                          <a:lnTo>
                            <a:pt x="0" y="117062"/>
                          </a:lnTo>
                          <a:lnTo>
                            <a:pt x="0" y="0"/>
                          </a:lnTo>
                          <a:lnTo>
                            <a:pt x="510350" y="294608"/>
                          </a:lnTo>
                          <a:lnTo>
                            <a:pt x="510350" y="411670"/>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6" name="Freeform: Shape 2265">
                      <a:extLst>
                        <a:ext uri="{FF2B5EF4-FFF2-40B4-BE49-F238E27FC236}">
                          <a16:creationId xmlns:a16="http://schemas.microsoft.com/office/drawing/2014/main" id="{ABF6DD04-B9AD-D7C7-EE3E-9E3C569F17AE}"/>
                        </a:ext>
                      </a:extLst>
                    </p:cNvPr>
                    <p:cNvSpPr/>
                    <p:nvPr/>
                  </p:nvSpPr>
                  <p:spPr>
                    <a:xfrm>
                      <a:off x="5925597" y="1979580"/>
                      <a:ext cx="139636" cy="154400"/>
                    </a:xfrm>
                    <a:custGeom>
                      <a:avLst/>
                      <a:gdLst>
                        <a:gd name="connsiteX0" fmla="*/ 0 w 139636"/>
                        <a:gd name="connsiteY0" fmla="*/ 73724 h 154400"/>
                        <a:gd name="connsiteX1" fmla="*/ 139637 w 139636"/>
                        <a:gd name="connsiteY1" fmla="*/ 154400 h 154400"/>
                        <a:gd name="connsiteX2" fmla="*/ 139637 w 139636"/>
                        <a:gd name="connsiteY2" fmla="*/ 80581 h 154400"/>
                        <a:gd name="connsiteX3" fmla="*/ 0 w 139636"/>
                        <a:gd name="connsiteY3" fmla="*/ 0 h 154400"/>
                        <a:gd name="connsiteX4" fmla="*/ 0 w 139636"/>
                        <a:gd name="connsiteY4" fmla="*/ 73724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724"/>
                          </a:moveTo>
                          <a:lnTo>
                            <a:pt x="139637" y="154400"/>
                          </a:lnTo>
                          <a:lnTo>
                            <a:pt x="139637" y="80581"/>
                          </a:lnTo>
                          <a:lnTo>
                            <a:pt x="0" y="0"/>
                          </a:lnTo>
                          <a:lnTo>
                            <a:pt x="0" y="73724"/>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267" name="Graphic 3388">
                      <a:extLst>
                        <a:ext uri="{FF2B5EF4-FFF2-40B4-BE49-F238E27FC236}">
                          <a16:creationId xmlns:a16="http://schemas.microsoft.com/office/drawing/2014/main" id="{5B252C68-8D47-8403-5B98-1F9B8370E85C}"/>
                        </a:ext>
                      </a:extLst>
                    </p:cNvPr>
                    <p:cNvGrpSpPr/>
                    <p:nvPr/>
                  </p:nvGrpSpPr>
                  <p:grpSpPr>
                    <a:xfrm>
                      <a:off x="5930455" y="2063876"/>
                      <a:ext cx="130015" cy="94298"/>
                      <a:chOff x="5930455" y="2063876"/>
                      <a:chExt cx="130015" cy="94298"/>
                    </a:xfrm>
                    <a:solidFill>
                      <a:srgbClr val="777777"/>
                    </a:solidFill>
                  </p:grpSpPr>
                  <p:sp>
                    <p:nvSpPr>
                      <p:cNvPr id="2275" name="Freeform: Shape 2274">
                        <a:extLst>
                          <a:ext uri="{FF2B5EF4-FFF2-40B4-BE49-F238E27FC236}">
                            <a16:creationId xmlns:a16="http://schemas.microsoft.com/office/drawing/2014/main" id="{D1F04373-DD2D-3BFB-EF2B-73E3B8AF38AC}"/>
                          </a:ext>
                        </a:extLst>
                      </p:cNvPr>
                      <p:cNvSpPr/>
                      <p:nvPr/>
                    </p:nvSpPr>
                    <p:spPr>
                      <a:xfrm>
                        <a:off x="6043707" y="2129218"/>
                        <a:ext cx="16763" cy="28956"/>
                      </a:xfrm>
                      <a:custGeom>
                        <a:avLst/>
                        <a:gdLst>
                          <a:gd name="connsiteX0" fmla="*/ 0 w 16763"/>
                          <a:gd name="connsiteY0" fmla="*/ 19336 h 28956"/>
                          <a:gd name="connsiteX1" fmla="*/ 16764 w 16763"/>
                          <a:gd name="connsiteY1" fmla="*/ 28956 h 28956"/>
                          <a:gd name="connsiteX2" fmla="*/ 16764 w 16763"/>
                          <a:gd name="connsiteY2" fmla="*/ 9716 h 28956"/>
                          <a:gd name="connsiteX3" fmla="*/ 0 w 16763"/>
                          <a:gd name="connsiteY3" fmla="*/ 0 h 28956"/>
                          <a:gd name="connsiteX4" fmla="*/ 0 w 16763"/>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6" name="Freeform: Shape 2275">
                        <a:extLst>
                          <a:ext uri="{FF2B5EF4-FFF2-40B4-BE49-F238E27FC236}">
                            <a16:creationId xmlns:a16="http://schemas.microsoft.com/office/drawing/2014/main" id="{331FD24F-6AB8-91F0-AA0E-B145EC71555F}"/>
                          </a:ext>
                        </a:extLst>
                      </p:cNvPr>
                      <p:cNvSpPr/>
                      <p:nvPr/>
                    </p:nvSpPr>
                    <p:spPr>
                      <a:xfrm>
                        <a:off x="6021038" y="2116169"/>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7" name="Freeform: Shape 2276">
                        <a:extLst>
                          <a:ext uri="{FF2B5EF4-FFF2-40B4-BE49-F238E27FC236}">
                            <a16:creationId xmlns:a16="http://schemas.microsoft.com/office/drawing/2014/main" id="{773028BA-A2D7-461B-DF37-27EC0186F508}"/>
                          </a:ext>
                        </a:extLst>
                      </p:cNvPr>
                      <p:cNvSpPr/>
                      <p:nvPr/>
                    </p:nvSpPr>
                    <p:spPr>
                      <a:xfrm>
                        <a:off x="5998368" y="2103120"/>
                        <a:ext cx="16764" cy="28955"/>
                      </a:xfrm>
                      <a:custGeom>
                        <a:avLst/>
                        <a:gdLst>
                          <a:gd name="connsiteX0" fmla="*/ 0 w 16764"/>
                          <a:gd name="connsiteY0" fmla="*/ 19241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8" name="Freeform: Shape 2277">
                        <a:extLst>
                          <a:ext uri="{FF2B5EF4-FFF2-40B4-BE49-F238E27FC236}">
                            <a16:creationId xmlns:a16="http://schemas.microsoft.com/office/drawing/2014/main" id="{9FD29BE0-2F27-83D6-5BB7-B35F1AC1BB86}"/>
                          </a:ext>
                        </a:extLst>
                      </p:cNvPr>
                      <p:cNvSpPr/>
                      <p:nvPr/>
                    </p:nvSpPr>
                    <p:spPr>
                      <a:xfrm>
                        <a:off x="5975794" y="2089975"/>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9" name="Freeform: Shape 2278">
                        <a:extLst>
                          <a:ext uri="{FF2B5EF4-FFF2-40B4-BE49-F238E27FC236}">
                            <a16:creationId xmlns:a16="http://schemas.microsoft.com/office/drawing/2014/main" id="{933736DD-85F0-D61B-4CAF-EF3BF95C913F}"/>
                          </a:ext>
                        </a:extLst>
                      </p:cNvPr>
                      <p:cNvSpPr/>
                      <p:nvPr/>
                    </p:nvSpPr>
                    <p:spPr>
                      <a:xfrm>
                        <a:off x="5953125" y="2076926"/>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80" name="Freeform: Shape 2279">
                        <a:extLst>
                          <a:ext uri="{FF2B5EF4-FFF2-40B4-BE49-F238E27FC236}">
                            <a16:creationId xmlns:a16="http://schemas.microsoft.com/office/drawing/2014/main" id="{ECF160E7-463F-351F-7C87-AFC157E3BC90}"/>
                          </a:ext>
                        </a:extLst>
                      </p:cNvPr>
                      <p:cNvSpPr/>
                      <p:nvPr/>
                    </p:nvSpPr>
                    <p:spPr>
                      <a:xfrm>
                        <a:off x="5930455" y="2063876"/>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268" name="Graphic 3388">
                      <a:extLst>
                        <a:ext uri="{FF2B5EF4-FFF2-40B4-BE49-F238E27FC236}">
                          <a16:creationId xmlns:a16="http://schemas.microsoft.com/office/drawing/2014/main" id="{F9D33051-F360-D70C-45BC-2330C096B45A}"/>
                        </a:ext>
                      </a:extLst>
                    </p:cNvPr>
                    <p:cNvGrpSpPr/>
                    <p:nvPr/>
                  </p:nvGrpSpPr>
                  <p:grpSpPr>
                    <a:xfrm>
                      <a:off x="5572029" y="1775460"/>
                      <a:ext cx="342042" cy="293464"/>
                      <a:chOff x="5572029" y="1775460"/>
                      <a:chExt cx="342042" cy="293464"/>
                    </a:xfrm>
                    <a:solidFill>
                      <a:srgbClr val="0D0D0D"/>
                    </a:solidFill>
                  </p:grpSpPr>
                  <p:sp>
                    <p:nvSpPr>
                      <p:cNvPr id="2269" name="Freeform: Shape 2268">
                        <a:extLst>
                          <a:ext uri="{FF2B5EF4-FFF2-40B4-BE49-F238E27FC236}">
                            <a16:creationId xmlns:a16="http://schemas.microsoft.com/office/drawing/2014/main" id="{2EADBE48-6C17-5304-2359-BFEC75D8E0B2}"/>
                          </a:ext>
                        </a:extLst>
                      </p:cNvPr>
                      <p:cNvSpPr/>
                      <p:nvPr/>
                    </p:nvSpPr>
                    <p:spPr>
                      <a:xfrm>
                        <a:off x="5572029" y="1775460"/>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0" name="Freeform: Shape 2269">
                        <a:extLst>
                          <a:ext uri="{FF2B5EF4-FFF2-40B4-BE49-F238E27FC236}">
                            <a16:creationId xmlns:a16="http://schemas.microsoft.com/office/drawing/2014/main" id="{E70EC44D-6CFA-56FB-0F4F-781987E3781C}"/>
                          </a:ext>
                        </a:extLst>
                      </p:cNvPr>
                      <p:cNvSpPr/>
                      <p:nvPr/>
                    </p:nvSpPr>
                    <p:spPr>
                      <a:xfrm>
                        <a:off x="5572029" y="1792700"/>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1" name="Freeform: Shape 2270">
                        <a:extLst>
                          <a:ext uri="{FF2B5EF4-FFF2-40B4-BE49-F238E27FC236}">
                            <a16:creationId xmlns:a16="http://schemas.microsoft.com/office/drawing/2014/main" id="{50097D5C-CB01-1109-15CC-204AE0DEFD4C}"/>
                          </a:ext>
                        </a:extLst>
                      </p:cNvPr>
                      <p:cNvSpPr/>
                      <p:nvPr/>
                    </p:nvSpPr>
                    <p:spPr>
                      <a:xfrm>
                        <a:off x="5572029" y="1809940"/>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2" name="Freeform: Shape 2271">
                        <a:extLst>
                          <a:ext uri="{FF2B5EF4-FFF2-40B4-BE49-F238E27FC236}">
                            <a16:creationId xmlns:a16="http://schemas.microsoft.com/office/drawing/2014/main" id="{BA0EDF39-9A75-30D2-F7CD-4453FB531296}"/>
                          </a:ext>
                        </a:extLst>
                      </p:cNvPr>
                      <p:cNvSpPr/>
                      <p:nvPr/>
                    </p:nvSpPr>
                    <p:spPr>
                      <a:xfrm>
                        <a:off x="5572029" y="1827275"/>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3" name="Freeform: Shape 2272">
                        <a:extLst>
                          <a:ext uri="{FF2B5EF4-FFF2-40B4-BE49-F238E27FC236}">
                            <a16:creationId xmlns:a16="http://schemas.microsoft.com/office/drawing/2014/main" id="{95D0BAE8-FE50-222F-F805-B2F5131E5023}"/>
                          </a:ext>
                        </a:extLst>
                      </p:cNvPr>
                      <p:cNvSpPr/>
                      <p:nvPr/>
                    </p:nvSpPr>
                    <p:spPr>
                      <a:xfrm>
                        <a:off x="5572029" y="1844516"/>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74" name="Freeform: Shape 2273">
                        <a:extLst>
                          <a:ext uri="{FF2B5EF4-FFF2-40B4-BE49-F238E27FC236}">
                            <a16:creationId xmlns:a16="http://schemas.microsoft.com/office/drawing/2014/main" id="{A4A47CCD-0627-03F0-B450-8E90AD0990A4}"/>
                          </a:ext>
                        </a:extLst>
                      </p:cNvPr>
                      <p:cNvSpPr/>
                      <p:nvPr/>
                    </p:nvSpPr>
                    <p:spPr>
                      <a:xfrm>
                        <a:off x="5572029" y="1861756"/>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2132" name="Freeform: Shape 2131">
                    <a:extLst>
                      <a:ext uri="{FF2B5EF4-FFF2-40B4-BE49-F238E27FC236}">
                        <a16:creationId xmlns:a16="http://schemas.microsoft.com/office/drawing/2014/main" id="{1D262F80-2D81-8F3E-8987-EA396117361D}"/>
                      </a:ext>
                    </a:extLst>
                  </p:cNvPr>
                  <p:cNvSpPr/>
                  <p:nvPr/>
                </p:nvSpPr>
                <p:spPr>
                  <a:xfrm>
                    <a:off x="5564219" y="1885950"/>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33" name="Freeform: Shape 2132">
                    <a:extLst>
                      <a:ext uri="{FF2B5EF4-FFF2-40B4-BE49-F238E27FC236}">
                        <a16:creationId xmlns:a16="http://schemas.microsoft.com/office/drawing/2014/main" id="{1B188E85-AE2C-0FAA-B8C1-AB484F1135A0}"/>
                      </a:ext>
                    </a:extLst>
                  </p:cNvPr>
                  <p:cNvSpPr/>
                  <p:nvPr/>
                </p:nvSpPr>
                <p:spPr>
                  <a:xfrm>
                    <a:off x="5925597" y="2106167"/>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34" name="Graphic 3388">
                    <a:extLst>
                      <a:ext uri="{FF2B5EF4-FFF2-40B4-BE49-F238E27FC236}">
                        <a16:creationId xmlns:a16="http://schemas.microsoft.com/office/drawing/2014/main" id="{2777916E-4EBC-EC95-272D-BA0A04B520EC}"/>
                      </a:ext>
                    </a:extLst>
                  </p:cNvPr>
                  <p:cNvGrpSpPr/>
                  <p:nvPr/>
                </p:nvGrpSpPr>
                <p:grpSpPr>
                  <a:xfrm>
                    <a:off x="5930455" y="2190464"/>
                    <a:ext cx="130015" cy="94296"/>
                    <a:chOff x="5930455" y="2190464"/>
                    <a:chExt cx="130015" cy="94296"/>
                  </a:xfrm>
                  <a:solidFill>
                    <a:srgbClr val="777777"/>
                  </a:solidFill>
                </p:grpSpPr>
                <p:sp>
                  <p:nvSpPr>
                    <p:cNvPr id="2259" name="Freeform: Shape 2258">
                      <a:extLst>
                        <a:ext uri="{FF2B5EF4-FFF2-40B4-BE49-F238E27FC236}">
                          <a16:creationId xmlns:a16="http://schemas.microsoft.com/office/drawing/2014/main" id="{771575CC-DAEB-CB13-BBC1-FD55C853FAF3}"/>
                        </a:ext>
                      </a:extLst>
                    </p:cNvPr>
                    <p:cNvSpPr/>
                    <p:nvPr/>
                  </p:nvSpPr>
                  <p:spPr>
                    <a:xfrm>
                      <a:off x="6043707" y="2255900"/>
                      <a:ext cx="16763" cy="28860"/>
                    </a:xfrm>
                    <a:custGeom>
                      <a:avLst/>
                      <a:gdLst>
                        <a:gd name="connsiteX0" fmla="*/ 0 w 16763"/>
                        <a:gd name="connsiteY0" fmla="*/ 19241 h 28860"/>
                        <a:gd name="connsiteX1" fmla="*/ 16764 w 16763"/>
                        <a:gd name="connsiteY1" fmla="*/ 28861 h 28860"/>
                        <a:gd name="connsiteX2" fmla="*/ 16764 w 16763"/>
                        <a:gd name="connsiteY2" fmla="*/ 9620 h 28860"/>
                        <a:gd name="connsiteX3" fmla="*/ 0 w 16763"/>
                        <a:gd name="connsiteY3" fmla="*/ 0 h 28860"/>
                        <a:gd name="connsiteX4" fmla="*/ 0 w 16763"/>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0" name="Freeform: Shape 2259">
                      <a:extLst>
                        <a:ext uri="{FF2B5EF4-FFF2-40B4-BE49-F238E27FC236}">
                          <a16:creationId xmlns:a16="http://schemas.microsoft.com/office/drawing/2014/main" id="{CC8ACCFC-D803-4F9A-637D-B8E69DEA16CE}"/>
                        </a:ext>
                      </a:extLst>
                    </p:cNvPr>
                    <p:cNvSpPr/>
                    <p:nvPr/>
                  </p:nvSpPr>
                  <p:spPr>
                    <a:xfrm>
                      <a:off x="6021038" y="2242756"/>
                      <a:ext cx="16764" cy="28955"/>
                    </a:xfrm>
                    <a:custGeom>
                      <a:avLst/>
                      <a:gdLst>
                        <a:gd name="connsiteX0" fmla="*/ 0 w 16764"/>
                        <a:gd name="connsiteY0" fmla="*/ 19336 h 28955"/>
                        <a:gd name="connsiteX1" fmla="*/ 16764 w 16764"/>
                        <a:gd name="connsiteY1" fmla="*/ 28956 h 28955"/>
                        <a:gd name="connsiteX2" fmla="*/ 16764 w 16764"/>
                        <a:gd name="connsiteY2" fmla="*/ 9715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1" name="Freeform: Shape 2260">
                      <a:extLst>
                        <a:ext uri="{FF2B5EF4-FFF2-40B4-BE49-F238E27FC236}">
                          <a16:creationId xmlns:a16="http://schemas.microsoft.com/office/drawing/2014/main" id="{8982F49A-0655-5BF1-BA87-97D4FD01DA35}"/>
                        </a:ext>
                      </a:extLst>
                    </p:cNvPr>
                    <p:cNvSpPr/>
                    <p:nvPr/>
                  </p:nvSpPr>
                  <p:spPr>
                    <a:xfrm>
                      <a:off x="5998368" y="2229707"/>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2" name="Freeform: Shape 2261">
                      <a:extLst>
                        <a:ext uri="{FF2B5EF4-FFF2-40B4-BE49-F238E27FC236}">
                          <a16:creationId xmlns:a16="http://schemas.microsoft.com/office/drawing/2014/main" id="{0CC8E762-767E-F194-C666-FF1581B2DF93}"/>
                        </a:ext>
                      </a:extLst>
                    </p:cNvPr>
                    <p:cNvSpPr/>
                    <p:nvPr/>
                  </p:nvSpPr>
                  <p:spPr>
                    <a:xfrm>
                      <a:off x="5975794" y="221665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3" name="Freeform: Shape 2262">
                      <a:extLst>
                        <a:ext uri="{FF2B5EF4-FFF2-40B4-BE49-F238E27FC236}">
                          <a16:creationId xmlns:a16="http://schemas.microsoft.com/office/drawing/2014/main" id="{8A4F0F90-7BDA-3294-EB6F-7E616EB17085}"/>
                        </a:ext>
                      </a:extLst>
                    </p:cNvPr>
                    <p:cNvSpPr/>
                    <p:nvPr/>
                  </p:nvSpPr>
                  <p:spPr>
                    <a:xfrm>
                      <a:off x="5953125" y="2203513"/>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64" name="Freeform: Shape 2263">
                      <a:extLst>
                        <a:ext uri="{FF2B5EF4-FFF2-40B4-BE49-F238E27FC236}">
                          <a16:creationId xmlns:a16="http://schemas.microsoft.com/office/drawing/2014/main" id="{9045FF22-9BCC-729B-48A9-D57B5B4593D1}"/>
                        </a:ext>
                      </a:extLst>
                    </p:cNvPr>
                    <p:cNvSpPr/>
                    <p:nvPr/>
                  </p:nvSpPr>
                  <p:spPr>
                    <a:xfrm>
                      <a:off x="5930455" y="219046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35" name="Graphic 3388">
                    <a:extLst>
                      <a:ext uri="{FF2B5EF4-FFF2-40B4-BE49-F238E27FC236}">
                        <a16:creationId xmlns:a16="http://schemas.microsoft.com/office/drawing/2014/main" id="{0CE0B466-475B-7B53-78A0-788BAA96E41F}"/>
                      </a:ext>
                    </a:extLst>
                  </p:cNvPr>
                  <p:cNvGrpSpPr/>
                  <p:nvPr/>
                </p:nvGrpSpPr>
                <p:grpSpPr>
                  <a:xfrm>
                    <a:off x="5572029" y="1902047"/>
                    <a:ext cx="342042" cy="293464"/>
                    <a:chOff x="5572029" y="1902047"/>
                    <a:chExt cx="342042" cy="293464"/>
                  </a:xfrm>
                  <a:solidFill>
                    <a:srgbClr val="0D0D0D"/>
                  </a:solidFill>
                </p:grpSpPr>
                <p:sp>
                  <p:nvSpPr>
                    <p:cNvPr id="2253" name="Freeform: Shape 2252">
                      <a:extLst>
                        <a:ext uri="{FF2B5EF4-FFF2-40B4-BE49-F238E27FC236}">
                          <a16:creationId xmlns:a16="http://schemas.microsoft.com/office/drawing/2014/main" id="{A4BF32EA-5E99-3870-BED8-C77469C4B619}"/>
                        </a:ext>
                      </a:extLst>
                    </p:cNvPr>
                    <p:cNvSpPr/>
                    <p:nvPr/>
                  </p:nvSpPr>
                  <p:spPr>
                    <a:xfrm>
                      <a:off x="5572029" y="1902047"/>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4" name="Freeform: Shape 2253">
                      <a:extLst>
                        <a:ext uri="{FF2B5EF4-FFF2-40B4-BE49-F238E27FC236}">
                          <a16:creationId xmlns:a16="http://schemas.microsoft.com/office/drawing/2014/main" id="{8A404383-4C86-1203-1096-E320F6527F85}"/>
                        </a:ext>
                      </a:extLst>
                    </p:cNvPr>
                    <p:cNvSpPr/>
                    <p:nvPr/>
                  </p:nvSpPr>
                  <p:spPr>
                    <a:xfrm>
                      <a:off x="5572029" y="1919287"/>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5" name="Freeform: Shape 2254">
                      <a:extLst>
                        <a:ext uri="{FF2B5EF4-FFF2-40B4-BE49-F238E27FC236}">
                          <a16:creationId xmlns:a16="http://schemas.microsoft.com/office/drawing/2014/main" id="{66CF595D-F10D-B9F3-EC6B-52A523EB8269}"/>
                        </a:ext>
                      </a:extLst>
                    </p:cNvPr>
                    <p:cNvSpPr/>
                    <p:nvPr/>
                  </p:nvSpPr>
                  <p:spPr>
                    <a:xfrm>
                      <a:off x="5572029" y="1936623"/>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6" name="Freeform: Shape 2255">
                      <a:extLst>
                        <a:ext uri="{FF2B5EF4-FFF2-40B4-BE49-F238E27FC236}">
                          <a16:creationId xmlns:a16="http://schemas.microsoft.com/office/drawing/2014/main" id="{25B48946-635A-8E1B-80FC-ABBA33FC061F}"/>
                        </a:ext>
                      </a:extLst>
                    </p:cNvPr>
                    <p:cNvSpPr/>
                    <p:nvPr/>
                  </p:nvSpPr>
                  <p:spPr>
                    <a:xfrm>
                      <a:off x="5572029" y="1953863"/>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7" name="Freeform: Shape 2256">
                      <a:extLst>
                        <a:ext uri="{FF2B5EF4-FFF2-40B4-BE49-F238E27FC236}">
                          <a16:creationId xmlns:a16="http://schemas.microsoft.com/office/drawing/2014/main" id="{1B9EAA58-79A4-DE94-32BC-1B371FF622EC}"/>
                        </a:ext>
                      </a:extLst>
                    </p:cNvPr>
                    <p:cNvSpPr/>
                    <p:nvPr/>
                  </p:nvSpPr>
                  <p:spPr>
                    <a:xfrm>
                      <a:off x="5572029" y="1971103"/>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8" name="Freeform: Shape 2257">
                      <a:extLst>
                        <a:ext uri="{FF2B5EF4-FFF2-40B4-BE49-F238E27FC236}">
                          <a16:creationId xmlns:a16="http://schemas.microsoft.com/office/drawing/2014/main" id="{FAD23766-E448-B254-BF68-9CD9CA09714A}"/>
                        </a:ext>
                      </a:extLst>
                    </p:cNvPr>
                    <p:cNvSpPr/>
                    <p:nvPr/>
                  </p:nvSpPr>
                  <p:spPr>
                    <a:xfrm>
                      <a:off x="5572029" y="1988343"/>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136" name="Freeform: Shape 2135">
                    <a:extLst>
                      <a:ext uri="{FF2B5EF4-FFF2-40B4-BE49-F238E27FC236}">
                        <a16:creationId xmlns:a16="http://schemas.microsoft.com/office/drawing/2014/main" id="{27BC76D6-0BD4-D343-8914-9596A02FC05A}"/>
                      </a:ext>
                    </a:extLst>
                  </p:cNvPr>
                  <p:cNvSpPr/>
                  <p:nvPr/>
                </p:nvSpPr>
                <p:spPr>
                  <a:xfrm>
                    <a:off x="5564219" y="2384298"/>
                    <a:ext cx="510349" cy="402621"/>
                  </a:xfrm>
                  <a:custGeom>
                    <a:avLst/>
                    <a:gdLst>
                      <a:gd name="connsiteX0" fmla="*/ 510350 w 510349"/>
                      <a:gd name="connsiteY0" fmla="*/ 294608 h 402621"/>
                      <a:gd name="connsiteX1" fmla="*/ 0 w 510349"/>
                      <a:gd name="connsiteY1" fmla="*/ 0 h 402621"/>
                      <a:gd name="connsiteX2" fmla="*/ 0 w 510349"/>
                      <a:gd name="connsiteY2" fmla="*/ 108013 h 402621"/>
                      <a:gd name="connsiteX3" fmla="*/ 510350 w 510349"/>
                      <a:gd name="connsiteY3" fmla="*/ 402622 h 402621"/>
                      <a:gd name="connsiteX4" fmla="*/ 510350 w 510349"/>
                      <a:gd name="connsiteY4" fmla="*/ 294608 h 40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621">
                        <a:moveTo>
                          <a:pt x="510350" y="294608"/>
                        </a:moveTo>
                        <a:lnTo>
                          <a:pt x="0" y="0"/>
                        </a:lnTo>
                        <a:lnTo>
                          <a:pt x="0" y="108013"/>
                        </a:lnTo>
                        <a:lnTo>
                          <a:pt x="510350" y="402622"/>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37" name="Freeform: Shape 2136">
                    <a:extLst>
                      <a:ext uri="{FF2B5EF4-FFF2-40B4-BE49-F238E27FC236}">
                        <a16:creationId xmlns:a16="http://schemas.microsoft.com/office/drawing/2014/main" id="{2E0969AA-D496-D77E-7483-539DE2E77C14}"/>
                      </a:ext>
                    </a:extLst>
                  </p:cNvPr>
                  <p:cNvSpPr/>
                  <p:nvPr/>
                </p:nvSpPr>
                <p:spPr>
                  <a:xfrm>
                    <a:off x="5564219" y="2141124"/>
                    <a:ext cx="510349" cy="402717"/>
                  </a:xfrm>
                  <a:custGeom>
                    <a:avLst/>
                    <a:gdLst>
                      <a:gd name="connsiteX0" fmla="*/ 510350 w 510349"/>
                      <a:gd name="connsiteY0" fmla="*/ 294608 h 402717"/>
                      <a:gd name="connsiteX1" fmla="*/ 0 w 510349"/>
                      <a:gd name="connsiteY1" fmla="*/ 0 h 402717"/>
                      <a:gd name="connsiteX2" fmla="*/ 0 w 510349"/>
                      <a:gd name="connsiteY2" fmla="*/ 108109 h 402717"/>
                      <a:gd name="connsiteX3" fmla="*/ 510350 w 510349"/>
                      <a:gd name="connsiteY3" fmla="*/ 402717 h 402717"/>
                      <a:gd name="connsiteX4" fmla="*/ 510350 w 510349"/>
                      <a:gd name="connsiteY4" fmla="*/ 294608 h 40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7">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38" name="Freeform: Shape 2137">
                    <a:extLst>
                      <a:ext uri="{FF2B5EF4-FFF2-40B4-BE49-F238E27FC236}">
                        <a16:creationId xmlns:a16="http://schemas.microsoft.com/office/drawing/2014/main" id="{CFE3D3AE-324B-C3BA-B5FB-03149AD03589}"/>
                      </a:ext>
                    </a:extLst>
                  </p:cNvPr>
                  <p:cNvSpPr/>
                  <p:nvPr/>
                </p:nvSpPr>
                <p:spPr>
                  <a:xfrm>
                    <a:off x="5564219" y="2022348"/>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39" name="Freeform: Shape 2138">
                    <a:extLst>
                      <a:ext uri="{FF2B5EF4-FFF2-40B4-BE49-F238E27FC236}">
                        <a16:creationId xmlns:a16="http://schemas.microsoft.com/office/drawing/2014/main" id="{255C1FB5-E662-FE01-39B3-488E3FA968D0}"/>
                      </a:ext>
                    </a:extLst>
                  </p:cNvPr>
                  <p:cNvSpPr/>
                  <p:nvPr/>
                </p:nvSpPr>
                <p:spPr>
                  <a:xfrm>
                    <a:off x="5630703" y="2449258"/>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40" name="Graphic 3388">
                    <a:extLst>
                      <a:ext uri="{FF2B5EF4-FFF2-40B4-BE49-F238E27FC236}">
                        <a16:creationId xmlns:a16="http://schemas.microsoft.com/office/drawing/2014/main" id="{FC9E3D10-B64D-BCEB-409F-32D257A62985}"/>
                      </a:ext>
                    </a:extLst>
                  </p:cNvPr>
                  <p:cNvGrpSpPr/>
                  <p:nvPr/>
                </p:nvGrpSpPr>
                <p:grpSpPr>
                  <a:xfrm>
                    <a:off x="5577078" y="2466975"/>
                    <a:ext cx="130016" cy="94296"/>
                    <a:chOff x="5577078" y="2466975"/>
                    <a:chExt cx="130016" cy="94296"/>
                  </a:xfrm>
                  <a:solidFill>
                    <a:srgbClr val="777777"/>
                  </a:solidFill>
                </p:grpSpPr>
                <p:sp>
                  <p:nvSpPr>
                    <p:cNvPr id="2247" name="Freeform: Shape 2246">
                      <a:extLst>
                        <a:ext uri="{FF2B5EF4-FFF2-40B4-BE49-F238E27FC236}">
                          <a16:creationId xmlns:a16="http://schemas.microsoft.com/office/drawing/2014/main" id="{C5B843DA-259A-1610-92CB-173858AD1B6E}"/>
                        </a:ext>
                      </a:extLst>
                    </p:cNvPr>
                    <p:cNvSpPr/>
                    <p:nvPr/>
                  </p:nvSpPr>
                  <p:spPr>
                    <a:xfrm>
                      <a:off x="5690330" y="2532316"/>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8" name="Freeform: Shape 2247">
                      <a:extLst>
                        <a:ext uri="{FF2B5EF4-FFF2-40B4-BE49-F238E27FC236}">
                          <a16:creationId xmlns:a16="http://schemas.microsoft.com/office/drawing/2014/main" id="{DE628DF1-A4F0-AD3B-ADC5-D9A7FB6F6349}"/>
                        </a:ext>
                      </a:extLst>
                    </p:cNvPr>
                    <p:cNvSpPr/>
                    <p:nvPr/>
                  </p:nvSpPr>
                  <p:spPr>
                    <a:xfrm>
                      <a:off x="5667660" y="2519267"/>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9" name="Freeform: Shape 2248">
                      <a:extLst>
                        <a:ext uri="{FF2B5EF4-FFF2-40B4-BE49-F238E27FC236}">
                          <a16:creationId xmlns:a16="http://schemas.microsoft.com/office/drawing/2014/main" id="{BD2C5978-1B52-5366-3F63-A4D30ECBC68F}"/>
                        </a:ext>
                      </a:extLst>
                    </p:cNvPr>
                    <p:cNvSpPr/>
                    <p:nvPr/>
                  </p:nvSpPr>
                  <p:spPr>
                    <a:xfrm>
                      <a:off x="5645086" y="250621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0" name="Freeform: Shape 2249">
                      <a:extLst>
                        <a:ext uri="{FF2B5EF4-FFF2-40B4-BE49-F238E27FC236}">
                          <a16:creationId xmlns:a16="http://schemas.microsoft.com/office/drawing/2014/main" id="{A4D09BCF-BC51-4638-0412-E4EE531D7792}"/>
                        </a:ext>
                      </a:extLst>
                    </p:cNvPr>
                    <p:cNvSpPr/>
                    <p:nvPr/>
                  </p:nvSpPr>
                  <p:spPr>
                    <a:xfrm>
                      <a:off x="5622416" y="2493073"/>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1" name="Freeform: Shape 2250">
                      <a:extLst>
                        <a:ext uri="{FF2B5EF4-FFF2-40B4-BE49-F238E27FC236}">
                          <a16:creationId xmlns:a16="http://schemas.microsoft.com/office/drawing/2014/main" id="{0F07246E-4A0D-5977-4C3C-49AC5FAE239F}"/>
                        </a:ext>
                      </a:extLst>
                    </p:cNvPr>
                    <p:cNvSpPr/>
                    <p:nvPr/>
                  </p:nvSpPr>
                  <p:spPr>
                    <a:xfrm>
                      <a:off x="5599747" y="2480024"/>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52" name="Freeform: Shape 2251">
                      <a:extLst>
                        <a:ext uri="{FF2B5EF4-FFF2-40B4-BE49-F238E27FC236}">
                          <a16:creationId xmlns:a16="http://schemas.microsoft.com/office/drawing/2014/main" id="{33D9687D-097C-D85E-7DB9-D80821AC9604}"/>
                        </a:ext>
                      </a:extLst>
                    </p:cNvPr>
                    <p:cNvSpPr/>
                    <p:nvPr/>
                  </p:nvSpPr>
                  <p:spPr>
                    <a:xfrm>
                      <a:off x="5577078" y="2466975"/>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41" name="Graphic 3388">
                    <a:extLst>
                      <a:ext uri="{FF2B5EF4-FFF2-40B4-BE49-F238E27FC236}">
                        <a16:creationId xmlns:a16="http://schemas.microsoft.com/office/drawing/2014/main" id="{03F11C32-1AD6-6527-6CB0-8F8C7207D39C}"/>
                      </a:ext>
                    </a:extLst>
                  </p:cNvPr>
                  <p:cNvGrpSpPr/>
                  <p:nvPr/>
                </p:nvGrpSpPr>
                <p:grpSpPr>
                  <a:xfrm>
                    <a:off x="5754433" y="2569368"/>
                    <a:ext cx="129920" cy="94297"/>
                    <a:chOff x="5754433" y="2569368"/>
                    <a:chExt cx="129920" cy="94297"/>
                  </a:xfrm>
                  <a:solidFill>
                    <a:srgbClr val="777777"/>
                  </a:solidFill>
                </p:grpSpPr>
                <p:sp>
                  <p:nvSpPr>
                    <p:cNvPr id="2241" name="Freeform: Shape 2240">
                      <a:extLst>
                        <a:ext uri="{FF2B5EF4-FFF2-40B4-BE49-F238E27FC236}">
                          <a16:creationId xmlns:a16="http://schemas.microsoft.com/office/drawing/2014/main" id="{45965AA7-52D9-6AFB-DA24-1F09B23E94BA}"/>
                        </a:ext>
                      </a:extLst>
                    </p:cNvPr>
                    <p:cNvSpPr/>
                    <p:nvPr/>
                  </p:nvSpPr>
                  <p:spPr>
                    <a:xfrm>
                      <a:off x="5867685" y="2634710"/>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2" name="Freeform: Shape 2241">
                      <a:extLst>
                        <a:ext uri="{FF2B5EF4-FFF2-40B4-BE49-F238E27FC236}">
                          <a16:creationId xmlns:a16="http://schemas.microsoft.com/office/drawing/2014/main" id="{CA6551AB-86B5-890A-E303-DB1BC0A306A6}"/>
                        </a:ext>
                      </a:extLst>
                    </p:cNvPr>
                    <p:cNvSpPr/>
                    <p:nvPr/>
                  </p:nvSpPr>
                  <p:spPr>
                    <a:xfrm>
                      <a:off x="5845016" y="2621661"/>
                      <a:ext cx="16764" cy="28955"/>
                    </a:xfrm>
                    <a:custGeom>
                      <a:avLst/>
                      <a:gdLst>
                        <a:gd name="connsiteX0" fmla="*/ 0 w 16764"/>
                        <a:gd name="connsiteY0" fmla="*/ 19240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3" name="Freeform: Shape 2242">
                      <a:extLst>
                        <a:ext uri="{FF2B5EF4-FFF2-40B4-BE49-F238E27FC236}">
                          <a16:creationId xmlns:a16="http://schemas.microsoft.com/office/drawing/2014/main" id="{C74F2F46-02C7-48E3-C5F7-D15D218B05EA}"/>
                        </a:ext>
                      </a:extLst>
                    </p:cNvPr>
                    <p:cNvSpPr/>
                    <p:nvPr/>
                  </p:nvSpPr>
                  <p:spPr>
                    <a:xfrm>
                      <a:off x="5822346" y="2608611"/>
                      <a:ext cx="16764" cy="28860"/>
                    </a:xfrm>
                    <a:custGeom>
                      <a:avLst/>
                      <a:gdLst>
                        <a:gd name="connsiteX0" fmla="*/ 0 w 16764"/>
                        <a:gd name="connsiteY0" fmla="*/ 19241 h 28860"/>
                        <a:gd name="connsiteX1" fmla="*/ 16764 w 16764"/>
                        <a:gd name="connsiteY1" fmla="*/ 28861 h 28860"/>
                        <a:gd name="connsiteX2" fmla="*/ 16764 w 16764"/>
                        <a:gd name="connsiteY2" fmla="*/ 9620 h 28860"/>
                        <a:gd name="connsiteX3" fmla="*/ 0 w 16764"/>
                        <a:gd name="connsiteY3" fmla="*/ 0 h 28860"/>
                        <a:gd name="connsiteX4" fmla="*/ 0 w 16764"/>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4" name="Freeform: Shape 2243">
                      <a:extLst>
                        <a:ext uri="{FF2B5EF4-FFF2-40B4-BE49-F238E27FC236}">
                          <a16:creationId xmlns:a16="http://schemas.microsoft.com/office/drawing/2014/main" id="{DCE0678A-E68A-BB89-0420-CDE5557B3766}"/>
                        </a:ext>
                      </a:extLst>
                    </p:cNvPr>
                    <p:cNvSpPr/>
                    <p:nvPr/>
                  </p:nvSpPr>
                  <p:spPr>
                    <a:xfrm>
                      <a:off x="5799677" y="2595467"/>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5" name="Freeform: Shape 2244">
                      <a:extLst>
                        <a:ext uri="{FF2B5EF4-FFF2-40B4-BE49-F238E27FC236}">
                          <a16:creationId xmlns:a16="http://schemas.microsoft.com/office/drawing/2014/main" id="{66ACA24E-0DA6-2F08-CA13-3ED1C48D5454}"/>
                        </a:ext>
                      </a:extLst>
                    </p:cNvPr>
                    <p:cNvSpPr/>
                    <p:nvPr/>
                  </p:nvSpPr>
                  <p:spPr>
                    <a:xfrm>
                      <a:off x="5777102" y="258241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6" name="Freeform: Shape 2245">
                      <a:extLst>
                        <a:ext uri="{FF2B5EF4-FFF2-40B4-BE49-F238E27FC236}">
                          <a16:creationId xmlns:a16="http://schemas.microsoft.com/office/drawing/2014/main" id="{46E36D1D-9AAD-7561-CE31-C537EB298F3C}"/>
                        </a:ext>
                      </a:extLst>
                    </p:cNvPr>
                    <p:cNvSpPr/>
                    <p:nvPr/>
                  </p:nvSpPr>
                  <p:spPr>
                    <a:xfrm>
                      <a:off x="5754433" y="256936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42" name="Graphic 3388">
                    <a:extLst>
                      <a:ext uri="{FF2B5EF4-FFF2-40B4-BE49-F238E27FC236}">
                        <a16:creationId xmlns:a16="http://schemas.microsoft.com/office/drawing/2014/main" id="{FB514D85-B9BF-6DF8-B071-58B4AC6BEB1E}"/>
                      </a:ext>
                    </a:extLst>
                  </p:cNvPr>
                  <p:cNvGrpSpPr/>
                  <p:nvPr/>
                </p:nvGrpSpPr>
                <p:grpSpPr>
                  <a:xfrm>
                    <a:off x="5931789" y="2671667"/>
                    <a:ext cx="129920" cy="94392"/>
                    <a:chOff x="5931789" y="2671667"/>
                    <a:chExt cx="129920" cy="94392"/>
                  </a:xfrm>
                  <a:solidFill>
                    <a:srgbClr val="777777"/>
                  </a:solidFill>
                </p:grpSpPr>
                <p:sp>
                  <p:nvSpPr>
                    <p:cNvPr id="2235" name="Freeform: Shape 2234">
                      <a:extLst>
                        <a:ext uri="{FF2B5EF4-FFF2-40B4-BE49-F238E27FC236}">
                          <a16:creationId xmlns:a16="http://schemas.microsoft.com/office/drawing/2014/main" id="{4BCA3EE8-4A41-FACF-AA55-68158E7D40E8}"/>
                        </a:ext>
                      </a:extLst>
                    </p:cNvPr>
                    <p:cNvSpPr/>
                    <p:nvPr/>
                  </p:nvSpPr>
                  <p:spPr>
                    <a:xfrm>
                      <a:off x="6045041" y="273710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6" name="Freeform: Shape 2235">
                      <a:extLst>
                        <a:ext uri="{FF2B5EF4-FFF2-40B4-BE49-F238E27FC236}">
                          <a16:creationId xmlns:a16="http://schemas.microsoft.com/office/drawing/2014/main" id="{7863CBBD-1A0D-968B-0389-9FF79B97DBAE}"/>
                        </a:ext>
                      </a:extLst>
                    </p:cNvPr>
                    <p:cNvSpPr/>
                    <p:nvPr/>
                  </p:nvSpPr>
                  <p:spPr>
                    <a:xfrm>
                      <a:off x="6022371" y="2724054"/>
                      <a:ext cx="16668" cy="28955"/>
                    </a:xfrm>
                    <a:custGeom>
                      <a:avLst/>
                      <a:gdLst>
                        <a:gd name="connsiteX0" fmla="*/ 0 w 16668"/>
                        <a:gd name="connsiteY0" fmla="*/ 19240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0"/>
                          </a:moveTo>
                          <a:lnTo>
                            <a:pt x="16669" y="28956"/>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7" name="Freeform: Shape 2236">
                      <a:extLst>
                        <a:ext uri="{FF2B5EF4-FFF2-40B4-BE49-F238E27FC236}">
                          <a16:creationId xmlns:a16="http://schemas.microsoft.com/office/drawing/2014/main" id="{84E9724C-536B-A8AC-4488-1554F8295538}"/>
                        </a:ext>
                      </a:extLst>
                    </p:cNvPr>
                    <p:cNvSpPr/>
                    <p:nvPr/>
                  </p:nvSpPr>
                  <p:spPr>
                    <a:xfrm>
                      <a:off x="5999702" y="2710910"/>
                      <a:ext cx="16763" cy="28955"/>
                    </a:xfrm>
                    <a:custGeom>
                      <a:avLst/>
                      <a:gdLst>
                        <a:gd name="connsiteX0" fmla="*/ 0 w 16763"/>
                        <a:gd name="connsiteY0" fmla="*/ 19336 h 28955"/>
                        <a:gd name="connsiteX1" fmla="*/ 16764 w 16763"/>
                        <a:gd name="connsiteY1" fmla="*/ 28956 h 28955"/>
                        <a:gd name="connsiteX2" fmla="*/ 16764 w 16763"/>
                        <a:gd name="connsiteY2" fmla="*/ 9716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8" name="Freeform: Shape 2237">
                      <a:extLst>
                        <a:ext uri="{FF2B5EF4-FFF2-40B4-BE49-F238E27FC236}">
                          <a16:creationId xmlns:a16="http://schemas.microsoft.com/office/drawing/2014/main" id="{4EB7996E-6580-5175-EAE6-2380B138D885}"/>
                        </a:ext>
                      </a:extLst>
                    </p:cNvPr>
                    <p:cNvSpPr/>
                    <p:nvPr/>
                  </p:nvSpPr>
                  <p:spPr>
                    <a:xfrm>
                      <a:off x="5977032" y="2697861"/>
                      <a:ext cx="16763" cy="28955"/>
                    </a:xfrm>
                    <a:custGeom>
                      <a:avLst/>
                      <a:gdLst>
                        <a:gd name="connsiteX0" fmla="*/ 0 w 16763"/>
                        <a:gd name="connsiteY0" fmla="*/ 19336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9" name="Freeform: Shape 2238">
                      <a:extLst>
                        <a:ext uri="{FF2B5EF4-FFF2-40B4-BE49-F238E27FC236}">
                          <a16:creationId xmlns:a16="http://schemas.microsoft.com/office/drawing/2014/main" id="{B437F668-342B-C24A-6FA8-E680628C973E}"/>
                        </a:ext>
                      </a:extLst>
                    </p:cNvPr>
                    <p:cNvSpPr/>
                    <p:nvPr/>
                  </p:nvSpPr>
                  <p:spPr>
                    <a:xfrm>
                      <a:off x="5954363" y="2684811"/>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40" name="Freeform: Shape 2239">
                      <a:extLst>
                        <a:ext uri="{FF2B5EF4-FFF2-40B4-BE49-F238E27FC236}">
                          <a16:creationId xmlns:a16="http://schemas.microsoft.com/office/drawing/2014/main" id="{84C9940A-3294-88B2-0363-5A9D74D4979E}"/>
                        </a:ext>
                      </a:extLst>
                    </p:cNvPr>
                    <p:cNvSpPr/>
                    <p:nvPr/>
                  </p:nvSpPr>
                  <p:spPr>
                    <a:xfrm>
                      <a:off x="5931789" y="2671667"/>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43" name="Graphic 3388">
                    <a:extLst>
                      <a:ext uri="{FF2B5EF4-FFF2-40B4-BE49-F238E27FC236}">
                        <a16:creationId xmlns:a16="http://schemas.microsoft.com/office/drawing/2014/main" id="{F5A7A30F-8DAE-DE12-AF17-425F853173D7}"/>
                      </a:ext>
                    </a:extLst>
                  </p:cNvPr>
                  <p:cNvGrpSpPr/>
                  <p:nvPr/>
                </p:nvGrpSpPr>
                <p:grpSpPr>
                  <a:xfrm>
                    <a:off x="5564219" y="2505265"/>
                    <a:ext cx="510349" cy="402621"/>
                    <a:chOff x="5564219" y="2505265"/>
                    <a:chExt cx="510349" cy="402621"/>
                  </a:xfrm>
                </p:grpSpPr>
                <p:sp>
                  <p:nvSpPr>
                    <p:cNvPr id="2212" name="Freeform: Shape 2211">
                      <a:extLst>
                        <a:ext uri="{FF2B5EF4-FFF2-40B4-BE49-F238E27FC236}">
                          <a16:creationId xmlns:a16="http://schemas.microsoft.com/office/drawing/2014/main" id="{1C4CBCCE-CDDD-F3D9-BAEF-A81FA73A2E94}"/>
                        </a:ext>
                      </a:extLst>
                    </p:cNvPr>
                    <p:cNvSpPr/>
                    <p:nvPr/>
                  </p:nvSpPr>
                  <p:spPr>
                    <a:xfrm>
                      <a:off x="5564219" y="2505265"/>
                      <a:ext cx="510349" cy="402621"/>
                    </a:xfrm>
                    <a:custGeom>
                      <a:avLst/>
                      <a:gdLst>
                        <a:gd name="connsiteX0" fmla="*/ 510350 w 510349"/>
                        <a:gd name="connsiteY0" fmla="*/ 294513 h 402621"/>
                        <a:gd name="connsiteX1" fmla="*/ 0 w 510349"/>
                        <a:gd name="connsiteY1" fmla="*/ 0 h 402621"/>
                        <a:gd name="connsiteX2" fmla="*/ 0 w 510349"/>
                        <a:gd name="connsiteY2" fmla="*/ 108013 h 402621"/>
                        <a:gd name="connsiteX3" fmla="*/ 510350 w 510349"/>
                        <a:gd name="connsiteY3" fmla="*/ 402622 h 402621"/>
                        <a:gd name="connsiteX4" fmla="*/ 510350 w 510349"/>
                        <a:gd name="connsiteY4" fmla="*/ 294513 h 40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621">
                          <a:moveTo>
                            <a:pt x="510350" y="294513"/>
                          </a:moveTo>
                          <a:lnTo>
                            <a:pt x="0" y="0"/>
                          </a:lnTo>
                          <a:lnTo>
                            <a:pt x="0" y="108013"/>
                          </a:lnTo>
                          <a:lnTo>
                            <a:pt x="510350" y="402622"/>
                          </a:lnTo>
                          <a:lnTo>
                            <a:pt x="510350" y="294513"/>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13" name="Freeform: Shape 2212">
                      <a:extLst>
                        <a:ext uri="{FF2B5EF4-FFF2-40B4-BE49-F238E27FC236}">
                          <a16:creationId xmlns:a16="http://schemas.microsoft.com/office/drawing/2014/main" id="{C8787ABA-621F-6B51-06FA-0A5A35799256}"/>
                        </a:ext>
                      </a:extLst>
                    </p:cNvPr>
                    <p:cNvSpPr/>
                    <p:nvPr/>
                  </p:nvSpPr>
                  <p:spPr>
                    <a:xfrm>
                      <a:off x="5630703" y="2570225"/>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214" name="Graphic 3388">
                      <a:extLst>
                        <a:ext uri="{FF2B5EF4-FFF2-40B4-BE49-F238E27FC236}">
                          <a16:creationId xmlns:a16="http://schemas.microsoft.com/office/drawing/2014/main" id="{54543BF6-4CAD-D190-967D-E33FEAD8BF2C}"/>
                        </a:ext>
                      </a:extLst>
                    </p:cNvPr>
                    <p:cNvGrpSpPr/>
                    <p:nvPr/>
                  </p:nvGrpSpPr>
                  <p:grpSpPr>
                    <a:xfrm>
                      <a:off x="5577078" y="2587847"/>
                      <a:ext cx="130016" cy="94392"/>
                      <a:chOff x="5577078" y="2587847"/>
                      <a:chExt cx="130016" cy="94392"/>
                    </a:xfrm>
                    <a:solidFill>
                      <a:srgbClr val="777777"/>
                    </a:solidFill>
                  </p:grpSpPr>
                  <p:sp>
                    <p:nvSpPr>
                      <p:cNvPr id="2229" name="Freeform: Shape 2228">
                        <a:extLst>
                          <a:ext uri="{FF2B5EF4-FFF2-40B4-BE49-F238E27FC236}">
                            <a16:creationId xmlns:a16="http://schemas.microsoft.com/office/drawing/2014/main" id="{4782D648-E0FA-00C5-964E-796A17D2F274}"/>
                          </a:ext>
                        </a:extLst>
                      </p:cNvPr>
                      <p:cNvSpPr/>
                      <p:nvPr/>
                    </p:nvSpPr>
                    <p:spPr>
                      <a:xfrm>
                        <a:off x="5690330" y="2653283"/>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0" name="Freeform: Shape 2229">
                        <a:extLst>
                          <a:ext uri="{FF2B5EF4-FFF2-40B4-BE49-F238E27FC236}">
                            <a16:creationId xmlns:a16="http://schemas.microsoft.com/office/drawing/2014/main" id="{57BA8FF1-8BED-A703-8237-864B4602580C}"/>
                          </a:ext>
                        </a:extLst>
                      </p:cNvPr>
                      <p:cNvSpPr/>
                      <p:nvPr/>
                    </p:nvSpPr>
                    <p:spPr>
                      <a:xfrm>
                        <a:off x="5667660" y="2640234"/>
                        <a:ext cx="16764" cy="28860"/>
                      </a:xfrm>
                      <a:custGeom>
                        <a:avLst/>
                        <a:gdLst>
                          <a:gd name="connsiteX0" fmla="*/ 0 w 16764"/>
                          <a:gd name="connsiteY0" fmla="*/ 19241 h 28860"/>
                          <a:gd name="connsiteX1" fmla="*/ 16764 w 16764"/>
                          <a:gd name="connsiteY1" fmla="*/ 28861 h 28860"/>
                          <a:gd name="connsiteX2" fmla="*/ 16764 w 16764"/>
                          <a:gd name="connsiteY2" fmla="*/ 9620 h 28860"/>
                          <a:gd name="connsiteX3" fmla="*/ 0 w 16764"/>
                          <a:gd name="connsiteY3" fmla="*/ 0 h 28860"/>
                          <a:gd name="connsiteX4" fmla="*/ 0 w 16764"/>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1" name="Freeform: Shape 2230">
                        <a:extLst>
                          <a:ext uri="{FF2B5EF4-FFF2-40B4-BE49-F238E27FC236}">
                            <a16:creationId xmlns:a16="http://schemas.microsoft.com/office/drawing/2014/main" id="{9F6EB586-3709-5E68-B29B-7B05EFC263E5}"/>
                          </a:ext>
                        </a:extLst>
                      </p:cNvPr>
                      <p:cNvSpPr/>
                      <p:nvPr/>
                    </p:nvSpPr>
                    <p:spPr>
                      <a:xfrm>
                        <a:off x="5645086" y="2627090"/>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2" name="Freeform: Shape 2231">
                        <a:extLst>
                          <a:ext uri="{FF2B5EF4-FFF2-40B4-BE49-F238E27FC236}">
                            <a16:creationId xmlns:a16="http://schemas.microsoft.com/office/drawing/2014/main" id="{814270AA-12C4-65A2-DBB2-50FC3A48B8C1}"/>
                          </a:ext>
                        </a:extLst>
                      </p:cNvPr>
                      <p:cNvSpPr/>
                      <p:nvPr/>
                    </p:nvSpPr>
                    <p:spPr>
                      <a:xfrm>
                        <a:off x="5622416" y="2614041"/>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3" name="Freeform: Shape 2232">
                        <a:extLst>
                          <a:ext uri="{FF2B5EF4-FFF2-40B4-BE49-F238E27FC236}">
                            <a16:creationId xmlns:a16="http://schemas.microsoft.com/office/drawing/2014/main" id="{6403CBE8-2357-77BE-7F1B-20EB1F9AA83D}"/>
                          </a:ext>
                        </a:extLst>
                      </p:cNvPr>
                      <p:cNvSpPr/>
                      <p:nvPr/>
                    </p:nvSpPr>
                    <p:spPr>
                      <a:xfrm>
                        <a:off x="5599747" y="2600991"/>
                        <a:ext cx="16668" cy="28860"/>
                      </a:xfrm>
                      <a:custGeom>
                        <a:avLst/>
                        <a:gdLst>
                          <a:gd name="connsiteX0" fmla="*/ 0 w 16668"/>
                          <a:gd name="connsiteY0" fmla="*/ 19240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0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0"/>
                            </a:moveTo>
                            <a:lnTo>
                              <a:pt x="16669" y="28861"/>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34" name="Freeform: Shape 2233">
                        <a:extLst>
                          <a:ext uri="{FF2B5EF4-FFF2-40B4-BE49-F238E27FC236}">
                            <a16:creationId xmlns:a16="http://schemas.microsoft.com/office/drawing/2014/main" id="{61A91B39-0757-2C14-2E07-E807A891EEFF}"/>
                          </a:ext>
                        </a:extLst>
                      </p:cNvPr>
                      <p:cNvSpPr/>
                      <p:nvPr/>
                    </p:nvSpPr>
                    <p:spPr>
                      <a:xfrm>
                        <a:off x="5577078" y="2587847"/>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215" name="Graphic 3388">
                      <a:extLst>
                        <a:ext uri="{FF2B5EF4-FFF2-40B4-BE49-F238E27FC236}">
                          <a16:creationId xmlns:a16="http://schemas.microsoft.com/office/drawing/2014/main" id="{89E2DE78-ECE9-484B-9017-9DC478019601}"/>
                        </a:ext>
                      </a:extLst>
                    </p:cNvPr>
                    <p:cNvGrpSpPr/>
                    <p:nvPr/>
                  </p:nvGrpSpPr>
                  <p:grpSpPr>
                    <a:xfrm>
                      <a:off x="5754433" y="2690241"/>
                      <a:ext cx="129920" cy="94392"/>
                      <a:chOff x="5754433" y="2690241"/>
                      <a:chExt cx="129920" cy="94392"/>
                    </a:xfrm>
                    <a:solidFill>
                      <a:srgbClr val="777777"/>
                    </a:solidFill>
                  </p:grpSpPr>
                  <p:sp>
                    <p:nvSpPr>
                      <p:cNvPr id="2223" name="Freeform: Shape 2222">
                        <a:extLst>
                          <a:ext uri="{FF2B5EF4-FFF2-40B4-BE49-F238E27FC236}">
                            <a16:creationId xmlns:a16="http://schemas.microsoft.com/office/drawing/2014/main" id="{0DDDAF7A-9C80-3AE0-100E-B229935628D5}"/>
                          </a:ext>
                        </a:extLst>
                      </p:cNvPr>
                      <p:cNvSpPr/>
                      <p:nvPr/>
                    </p:nvSpPr>
                    <p:spPr>
                      <a:xfrm>
                        <a:off x="5867685" y="275567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4" name="Freeform: Shape 2223">
                        <a:extLst>
                          <a:ext uri="{FF2B5EF4-FFF2-40B4-BE49-F238E27FC236}">
                            <a16:creationId xmlns:a16="http://schemas.microsoft.com/office/drawing/2014/main" id="{F80C4E26-AB1A-3719-8245-459CE814EB8A}"/>
                          </a:ext>
                        </a:extLst>
                      </p:cNvPr>
                      <p:cNvSpPr/>
                      <p:nvPr/>
                    </p:nvSpPr>
                    <p:spPr>
                      <a:xfrm>
                        <a:off x="5845016" y="2742533"/>
                        <a:ext cx="16764" cy="28956"/>
                      </a:xfrm>
                      <a:custGeom>
                        <a:avLst/>
                        <a:gdLst>
                          <a:gd name="connsiteX0" fmla="*/ 0 w 16764"/>
                          <a:gd name="connsiteY0" fmla="*/ 19336 h 28956"/>
                          <a:gd name="connsiteX1" fmla="*/ 16764 w 16764"/>
                          <a:gd name="connsiteY1" fmla="*/ 28956 h 28956"/>
                          <a:gd name="connsiteX2" fmla="*/ 16764 w 16764"/>
                          <a:gd name="connsiteY2" fmla="*/ 9716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5" name="Freeform: Shape 2224">
                        <a:extLst>
                          <a:ext uri="{FF2B5EF4-FFF2-40B4-BE49-F238E27FC236}">
                            <a16:creationId xmlns:a16="http://schemas.microsoft.com/office/drawing/2014/main" id="{D11DFE12-90AC-4242-EDAE-D4F837CCD7A2}"/>
                          </a:ext>
                        </a:extLst>
                      </p:cNvPr>
                      <p:cNvSpPr/>
                      <p:nvPr/>
                    </p:nvSpPr>
                    <p:spPr>
                      <a:xfrm>
                        <a:off x="5822346" y="2729483"/>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6" name="Freeform: Shape 2225">
                        <a:extLst>
                          <a:ext uri="{FF2B5EF4-FFF2-40B4-BE49-F238E27FC236}">
                            <a16:creationId xmlns:a16="http://schemas.microsoft.com/office/drawing/2014/main" id="{F0B0A010-0457-D126-5F76-380AD92EBF44}"/>
                          </a:ext>
                        </a:extLst>
                      </p:cNvPr>
                      <p:cNvSpPr/>
                      <p:nvPr/>
                    </p:nvSpPr>
                    <p:spPr>
                      <a:xfrm>
                        <a:off x="5799677" y="2716434"/>
                        <a:ext cx="16763" cy="28955"/>
                      </a:xfrm>
                      <a:custGeom>
                        <a:avLst/>
                        <a:gdLst>
                          <a:gd name="connsiteX0" fmla="*/ 0 w 16763"/>
                          <a:gd name="connsiteY0" fmla="*/ 19241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7" name="Freeform: Shape 2226">
                        <a:extLst>
                          <a:ext uri="{FF2B5EF4-FFF2-40B4-BE49-F238E27FC236}">
                            <a16:creationId xmlns:a16="http://schemas.microsoft.com/office/drawing/2014/main" id="{D7E6D9C7-0A83-A807-10A6-0E8AA1DF2821}"/>
                          </a:ext>
                        </a:extLst>
                      </p:cNvPr>
                      <p:cNvSpPr/>
                      <p:nvPr/>
                    </p:nvSpPr>
                    <p:spPr>
                      <a:xfrm>
                        <a:off x="5777102" y="2703290"/>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8" name="Freeform: Shape 2227">
                        <a:extLst>
                          <a:ext uri="{FF2B5EF4-FFF2-40B4-BE49-F238E27FC236}">
                            <a16:creationId xmlns:a16="http://schemas.microsoft.com/office/drawing/2014/main" id="{57D16B17-D9D1-02EB-D6E6-513156D86496}"/>
                          </a:ext>
                        </a:extLst>
                      </p:cNvPr>
                      <p:cNvSpPr/>
                      <p:nvPr/>
                    </p:nvSpPr>
                    <p:spPr>
                      <a:xfrm>
                        <a:off x="5754433" y="2690241"/>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216" name="Graphic 3388">
                      <a:extLst>
                        <a:ext uri="{FF2B5EF4-FFF2-40B4-BE49-F238E27FC236}">
                          <a16:creationId xmlns:a16="http://schemas.microsoft.com/office/drawing/2014/main" id="{E4227B8A-278E-93FB-6F3E-94CFF00D114D}"/>
                        </a:ext>
                      </a:extLst>
                    </p:cNvPr>
                    <p:cNvGrpSpPr/>
                    <p:nvPr/>
                  </p:nvGrpSpPr>
                  <p:grpSpPr>
                    <a:xfrm>
                      <a:off x="5931789" y="2792634"/>
                      <a:ext cx="129920" cy="94393"/>
                      <a:chOff x="5931789" y="2792634"/>
                      <a:chExt cx="129920" cy="94393"/>
                    </a:xfrm>
                    <a:solidFill>
                      <a:srgbClr val="777777"/>
                    </a:solidFill>
                  </p:grpSpPr>
                  <p:sp>
                    <p:nvSpPr>
                      <p:cNvPr id="2217" name="Freeform: Shape 2216">
                        <a:extLst>
                          <a:ext uri="{FF2B5EF4-FFF2-40B4-BE49-F238E27FC236}">
                            <a16:creationId xmlns:a16="http://schemas.microsoft.com/office/drawing/2014/main" id="{7229B1F7-0391-B1B3-C0A3-85EDBE156CAA}"/>
                          </a:ext>
                        </a:extLst>
                      </p:cNvPr>
                      <p:cNvSpPr/>
                      <p:nvPr/>
                    </p:nvSpPr>
                    <p:spPr>
                      <a:xfrm>
                        <a:off x="6045041" y="2858071"/>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18" name="Freeform: Shape 2217">
                        <a:extLst>
                          <a:ext uri="{FF2B5EF4-FFF2-40B4-BE49-F238E27FC236}">
                            <a16:creationId xmlns:a16="http://schemas.microsoft.com/office/drawing/2014/main" id="{86FA2F90-673C-F31B-E116-A58F5A065196}"/>
                          </a:ext>
                        </a:extLst>
                      </p:cNvPr>
                      <p:cNvSpPr/>
                      <p:nvPr/>
                    </p:nvSpPr>
                    <p:spPr>
                      <a:xfrm>
                        <a:off x="6022371" y="2844926"/>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19" name="Freeform: Shape 2218">
                        <a:extLst>
                          <a:ext uri="{FF2B5EF4-FFF2-40B4-BE49-F238E27FC236}">
                            <a16:creationId xmlns:a16="http://schemas.microsoft.com/office/drawing/2014/main" id="{0F4E3D86-338A-196B-D52C-0E3A639A8F41}"/>
                          </a:ext>
                        </a:extLst>
                      </p:cNvPr>
                      <p:cNvSpPr/>
                      <p:nvPr/>
                    </p:nvSpPr>
                    <p:spPr>
                      <a:xfrm>
                        <a:off x="5999702" y="2831877"/>
                        <a:ext cx="16763" cy="28956"/>
                      </a:xfrm>
                      <a:custGeom>
                        <a:avLst/>
                        <a:gdLst>
                          <a:gd name="connsiteX0" fmla="*/ 0 w 16763"/>
                          <a:gd name="connsiteY0" fmla="*/ 19336 h 28956"/>
                          <a:gd name="connsiteX1" fmla="*/ 16764 w 16763"/>
                          <a:gd name="connsiteY1" fmla="*/ 28956 h 28956"/>
                          <a:gd name="connsiteX2" fmla="*/ 16764 w 16763"/>
                          <a:gd name="connsiteY2" fmla="*/ 9620 h 28956"/>
                          <a:gd name="connsiteX3" fmla="*/ 0 w 16763"/>
                          <a:gd name="connsiteY3" fmla="*/ 0 h 28956"/>
                          <a:gd name="connsiteX4" fmla="*/ 0 w 16763"/>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0" name="Freeform: Shape 2219">
                        <a:extLst>
                          <a:ext uri="{FF2B5EF4-FFF2-40B4-BE49-F238E27FC236}">
                            <a16:creationId xmlns:a16="http://schemas.microsoft.com/office/drawing/2014/main" id="{B6D54EB6-2D92-7A19-3594-D1AEECCA1FAF}"/>
                          </a:ext>
                        </a:extLst>
                      </p:cNvPr>
                      <p:cNvSpPr/>
                      <p:nvPr/>
                    </p:nvSpPr>
                    <p:spPr>
                      <a:xfrm>
                        <a:off x="5977032" y="2818828"/>
                        <a:ext cx="16763" cy="28955"/>
                      </a:xfrm>
                      <a:custGeom>
                        <a:avLst/>
                        <a:gdLst>
                          <a:gd name="connsiteX0" fmla="*/ 0 w 16763"/>
                          <a:gd name="connsiteY0" fmla="*/ 19241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1" name="Freeform: Shape 2220">
                        <a:extLst>
                          <a:ext uri="{FF2B5EF4-FFF2-40B4-BE49-F238E27FC236}">
                            <a16:creationId xmlns:a16="http://schemas.microsoft.com/office/drawing/2014/main" id="{4C123543-D2AB-BC99-4B08-FB656683ECAC}"/>
                          </a:ext>
                        </a:extLst>
                      </p:cNvPr>
                      <p:cNvSpPr/>
                      <p:nvPr/>
                    </p:nvSpPr>
                    <p:spPr>
                      <a:xfrm>
                        <a:off x="5954363" y="2805683"/>
                        <a:ext cx="16764" cy="28956"/>
                      </a:xfrm>
                      <a:custGeom>
                        <a:avLst/>
                        <a:gdLst>
                          <a:gd name="connsiteX0" fmla="*/ 0 w 16764"/>
                          <a:gd name="connsiteY0" fmla="*/ 19336 h 28956"/>
                          <a:gd name="connsiteX1" fmla="*/ 16764 w 16764"/>
                          <a:gd name="connsiteY1" fmla="*/ 28956 h 28956"/>
                          <a:gd name="connsiteX2" fmla="*/ 16764 w 16764"/>
                          <a:gd name="connsiteY2" fmla="*/ 9716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22" name="Freeform: Shape 2221">
                        <a:extLst>
                          <a:ext uri="{FF2B5EF4-FFF2-40B4-BE49-F238E27FC236}">
                            <a16:creationId xmlns:a16="http://schemas.microsoft.com/office/drawing/2014/main" id="{69BABDFF-26E2-CCAF-E7C7-0E25A7C24062}"/>
                          </a:ext>
                        </a:extLst>
                      </p:cNvPr>
                      <p:cNvSpPr/>
                      <p:nvPr/>
                    </p:nvSpPr>
                    <p:spPr>
                      <a:xfrm>
                        <a:off x="5931789" y="279263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144" name="Graphic 3388">
                    <a:extLst>
                      <a:ext uri="{FF2B5EF4-FFF2-40B4-BE49-F238E27FC236}">
                        <a16:creationId xmlns:a16="http://schemas.microsoft.com/office/drawing/2014/main" id="{62BDDF3A-2894-7ED6-8F3F-A5A4CD06E4FD}"/>
                      </a:ext>
                    </a:extLst>
                  </p:cNvPr>
                  <p:cNvGrpSpPr/>
                  <p:nvPr/>
                </p:nvGrpSpPr>
                <p:grpSpPr>
                  <a:xfrm>
                    <a:off x="5564219" y="2626137"/>
                    <a:ext cx="510349" cy="402716"/>
                    <a:chOff x="5564219" y="2626137"/>
                    <a:chExt cx="510349" cy="402716"/>
                  </a:xfrm>
                </p:grpSpPr>
                <p:sp>
                  <p:nvSpPr>
                    <p:cNvPr id="2189" name="Freeform: Shape 2188">
                      <a:extLst>
                        <a:ext uri="{FF2B5EF4-FFF2-40B4-BE49-F238E27FC236}">
                          <a16:creationId xmlns:a16="http://schemas.microsoft.com/office/drawing/2014/main" id="{4863A709-8632-98C8-603D-A33F196D7D25}"/>
                        </a:ext>
                      </a:extLst>
                    </p:cNvPr>
                    <p:cNvSpPr/>
                    <p:nvPr/>
                  </p:nvSpPr>
                  <p:spPr>
                    <a:xfrm>
                      <a:off x="5564219" y="2626137"/>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0" name="Freeform: Shape 2189">
                      <a:extLst>
                        <a:ext uri="{FF2B5EF4-FFF2-40B4-BE49-F238E27FC236}">
                          <a16:creationId xmlns:a16="http://schemas.microsoft.com/office/drawing/2014/main" id="{695C9321-B800-1A9B-2C49-347087065F40}"/>
                        </a:ext>
                      </a:extLst>
                    </p:cNvPr>
                    <p:cNvSpPr/>
                    <p:nvPr/>
                  </p:nvSpPr>
                  <p:spPr>
                    <a:xfrm>
                      <a:off x="5630703" y="2691098"/>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91" name="Graphic 3388">
                      <a:extLst>
                        <a:ext uri="{FF2B5EF4-FFF2-40B4-BE49-F238E27FC236}">
                          <a16:creationId xmlns:a16="http://schemas.microsoft.com/office/drawing/2014/main" id="{E6C53E07-0076-AA75-9000-633C0DC4CE2D}"/>
                        </a:ext>
                      </a:extLst>
                    </p:cNvPr>
                    <p:cNvGrpSpPr/>
                    <p:nvPr/>
                  </p:nvGrpSpPr>
                  <p:grpSpPr>
                    <a:xfrm>
                      <a:off x="5577078" y="2708814"/>
                      <a:ext cx="130016" cy="94297"/>
                      <a:chOff x="5577078" y="2708814"/>
                      <a:chExt cx="130016" cy="94297"/>
                    </a:xfrm>
                    <a:solidFill>
                      <a:srgbClr val="777777"/>
                    </a:solidFill>
                  </p:grpSpPr>
                  <p:sp>
                    <p:nvSpPr>
                      <p:cNvPr id="2206" name="Freeform: Shape 2205">
                        <a:extLst>
                          <a:ext uri="{FF2B5EF4-FFF2-40B4-BE49-F238E27FC236}">
                            <a16:creationId xmlns:a16="http://schemas.microsoft.com/office/drawing/2014/main" id="{9D1763D5-AF93-149C-8B93-5657C38BC98B}"/>
                          </a:ext>
                        </a:extLst>
                      </p:cNvPr>
                      <p:cNvSpPr/>
                      <p:nvPr/>
                    </p:nvSpPr>
                    <p:spPr>
                      <a:xfrm>
                        <a:off x="5690330" y="2774156"/>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7" name="Freeform: Shape 2206">
                        <a:extLst>
                          <a:ext uri="{FF2B5EF4-FFF2-40B4-BE49-F238E27FC236}">
                            <a16:creationId xmlns:a16="http://schemas.microsoft.com/office/drawing/2014/main" id="{158D243E-62F9-69C1-7A6B-03F7AFC25228}"/>
                          </a:ext>
                        </a:extLst>
                      </p:cNvPr>
                      <p:cNvSpPr/>
                      <p:nvPr/>
                    </p:nvSpPr>
                    <p:spPr>
                      <a:xfrm>
                        <a:off x="5667660" y="2761107"/>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8" name="Freeform: Shape 2207">
                        <a:extLst>
                          <a:ext uri="{FF2B5EF4-FFF2-40B4-BE49-F238E27FC236}">
                            <a16:creationId xmlns:a16="http://schemas.microsoft.com/office/drawing/2014/main" id="{12C0AAA8-AC85-CBE1-52FA-D540A5ECC95A}"/>
                          </a:ext>
                        </a:extLst>
                      </p:cNvPr>
                      <p:cNvSpPr/>
                      <p:nvPr/>
                    </p:nvSpPr>
                    <p:spPr>
                      <a:xfrm>
                        <a:off x="5645086" y="274805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9" name="Freeform: Shape 2208">
                        <a:extLst>
                          <a:ext uri="{FF2B5EF4-FFF2-40B4-BE49-F238E27FC236}">
                            <a16:creationId xmlns:a16="http://schemas.microsoft.com/office/drawing/2014/main" id="{F42E36BE-63DF-D8EC-BE0E-1AA072F6FE2C}"/>
                          </a:ext>
                        </a:extLst>
                      </p:cNvPr>
                      <p:cNvSpPr/>
                      <p:nvPr/>
                    </p:nvSpPr>
                    <p:spPr>
                      <a:xfrm>
                        <a:off x="5622416" y="273500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10" name="Freeform: Shape 2209">
                        <a:extLst>
                          <a:ext uri="{FF2B5EF4-FFF2-40B4-BE49-F238E27FC236}">
                            <a16:creationId xmlns:a16="http://schemas.microsoft.com/office/drawing/2014/main" id="{BAF3077C-F63E-F329-AD93-E1B8D1387384}"/>
                          </a:ext>
                        </a:extLst>
                      </p:cNvPr>
                      <p:cNvSpPr/>
                      <p:nvPr/>
                    </p:nvSpPr>
                    <p:spPr>
                      <a:xfrm>
                        <a:off x="5599747" y="2721863"/>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11" name="Freeform: Shape 2210">
                        <a:extLst>
                          <a:ext uri="{FF2B5EF4-FFF2-40B4-BE49-F238E27FC236}">
                            <a16:creationId xmlns:a16="http://schemas.microsoft.com/office/drawing/2014/main" id="{02A763F1-AAD4-E83D-9C3F-1819B63612A5}"/>
                          </a:ext>
                        </a:extLst>
                      </p:cNvPr>
                      <p:cNvSpPr/>
                      <p:nvPr/>
                    </p:nvSpPr>
                    <p:spPr>
                      <a:xfrm>
                        <a:off x="5577078" y="2708814"/>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92" name="Graphic 3388">
                      <a:extLst>
                        <a:ext uri="{FF2B5EF4-FFF2-40B4-BE49-F238E27FC236}">
                          <a16:creationId xmlns:a16="http://schemas.microsoft.com/office/drawing/2014/main" id="{905A60E4-06F4-6812-022F-2ADCD447F4A9}"/>
                        </a:ext>
                      </a:extLst>
                    </p:cNvPr>
                    <p:cNvGrpSpPr/>
                    <p:nvPr/>
                  </p:nvGrpSpPr>
                  <p:grpSpPr>
                    <a:xfrm>
                      <a:off x="5754433" y="2811208"/>
                      <a:ext cx="129920" cy="94297"/>
                      <a:chOff x="5754433" y="2811208"/>
                      <a:chExt cx="129920" cy="94297"/>
                    </a:xfrm>
                    <a:solidFill>
                      <a:srgbClr val="777777"/>
                    </a:solidFill>
                  </p:grpSpPr>
                  <p:sp>
                    <p:nvSpPr>
                      <p:cNvPr id="2200" name="Freeform: Shape 2199">
                        <a:extLst>
                          <a:ext uri="{FF2B5EF4-FFF2-40B4-BE49-F238E27FC236}">
                            <a16:creationId xmlns:a16="http://schemas.microsoft.com/office/drawing/2014/main" id="{A56ABD79-B86F-A279-FA9B-BD7208214624}"/>
                          </a:ext>
                        </a:extLst>
                      </p:cNvPr>
                      <p:cNvSpPr/>
                      <p:nvPr/>
                    </p:nvSpPr>
                    <p:spPr>
                      <a:xfrm>
                        <a:off x="5867685" y="2876550"/>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1" name="Freeform: Shape 2200">
                        <a:extLst>
                          <a:ext uri="{FF2B5EF4-FFF2-40B4-BE49-F238E27FC236}">
                            <a16:creationId xmlns:a16="http://schemas.microsoft.com/office/drawing/2014/main" id="{F2165365-90EF-0521-4649-496B833F7440}"/>
                          </a:ext>
                        </a:extLst>
                      </p:cNvPr>
                      <p:cNvSpPr/>
                      <p:nvPr/>
                    </p:nvSpPr>
                    <p:spPr>
                      <a:xfrm>
                        <a:off x="5845016" y="2863500"/>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2" name="Freeform: Shape 2201">
                        <a:extLst>
                          <a:ext uri="{FF2B5EF4-FFF2-40B4-BE49-F238E27FC236}">
                            <a16:creationId xmlns:a16="http://schemas.microsoft.com/office/drawing/2014/main" id="{EAEAE6F3-0867-871B-2EBB-E6A176C594DA}"/>
                          </a:ext>
                        </a:extLst>
                      </p:cNvPr>
                      <p:cNvSpPr/>
                      <p:nvPr/>
                    </p:nvSpPr>
                    <p:spPr>
                      <a:xfrm>
                        <a:off x="5822346" y="2850451"/>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3" name="Freeform: Shape 2202">
                        <a:extLst>
                          <a:ext uri="{FF2B5EF4-FFF2-40B4-BE49-F238E27FC236}">
                            <a16:creationId xmlns:a16="http://schemas.microsoft.com/office/drawing/2014/main" id="{D131FAB8-5E5A-F68A-FC96-2A5DC328D793}"/>
                          </a:ext>
                        </a:extLst>
                      </p:cNvPr>
                      <p:cNvSpPr/>
                      <p:nvPr/>
                    </p:nvSpPr>
                    <p:spPr>
                      <a:xfrm>
                        <a:off x="5799677" y="2837307"/>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4" name="Freeform: Shape 2203">
                        <a:extLst>
                          <a:ext uri="{FF2B5EF4-FFF2-40B4-BE49-F238E27FC236}">
                            <a16:creationId xmlns:a16="http://schemas.microsoft.com/office/drawing/2014/main" id="{4A14D65E-4C9C-7412-4C19-0AF122210D81}"/>
                          </a:ext>
                        </a:extLst>
                      </p:cNvPr>
                      <p:cNvSpPr/>
                      <p:nvPr/>
                    </p:nvSpPr>
                    <p:spPr>
                      <a:xfrm>
                        <a:off x="5777102" y="2824257"/>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205" name="Freeform: Shape 2204">
                        <a:extLst>
                          <a:ext uri="{FF2B5EF4-FFF2-40B4-BE49-F238E27FC236}">
                            <a16:creationId xmlns:a16="http://schemas.microsoft.com/office/drawing/2014/main" id="{C27A4FAD-E36D-14A6-93FD-98694655BE70}"/>
                          </a:ext>
                        </a:extLst>
                      </p:cNvPr>
                      <p:cNvSpPr/>
                      <p:nvPr/>
                    </p:nvSpPr>
                    <p:spPr>
                      <a:xfrm>
                        <a:off x="5754433" y="2811208"/>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193" name="Graphic 3388">
                      <a:extLst>
                        <a:ext uri="{FF2B5EF4-FFF2-40B4-BE49-F238E27FC236}">
                          <a16:creationId xmlns:a16="http://schemas.microsoft.com/office/drawing/2014/main" id="{F334B2B8-8591-8471-AD18-27C2A334EE19}"/>
                        </a:ext>
                      </a:extLst>
                    </p:cNvPr>
                    <p:cNvGrpSpPr/>
                    <p:nvPr/>
                  </p:nvGrpSpPr>
                  <p:grpSpPr>
                    <a:xfrm>
                      <a:off x="5931789" y="2913602"/>
                      <a:ext cx="129920" cy="94296"/>
                      <a:chOff x="5931789" y="2913602"/>
                      <a:chExt cx="129920" cy="94296"/>
                    </a:xfrm>
                    <a:solidFill>
                      <a:srgbClr val="777777"/>
                    </a:solidFill>
                  </p:grpSpPr>
                  <p:sp>
                    <p:nvSpPr>
                      <p:cNvPr id="2194" name="Freeform: Shape 2193">
                        <a:extLst>
                          <a:ext uri="{FF2B5EF4-FFF2-40B4-BE49-F238E27FC236}">
                            <a16:creationId xmlns:a16="http://schemas.microsoft.com/office/drawing/2014/main" id="{7A3B5F7D-DA66-0561-FC63-A5C21246DC7C}"/>
                          </a:ext>
                        </a:extLst>
                      </p:cNvPr>
                      <p:cNvSpPr/>
                      <p:nvPr/>
                    </p:nvSpPr>
                    <p:spPr>
                      <a:xfrm>
                        <a:off x="6045041" y="2978943"/>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5" name="Freeform: Shape 2194">
                        <a:extLst>
                          <a:ext uri="{FF2B5EF4-FFF2-40B4-BE49-F238E27FC236}">
                            <a16:creationId xmlns:a16="http://schemas.microsoft.com/office/drawing/2014/main" id="{40D1F235-81CE-5FDE-3720-7D9C96C8AC8D}"/>
                          </a:ext>
                        </a:extLst>
                      </p:cNvPr>
                      <p:cNvSpPr/>
                      <p:nvPr/>
                    </p:nvSpPr>
                    <p:spPr>
                      <a:xfrm>
                        <a:off x="6022371" y="296589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6" name="Freeform: Shape 2195">
                        <a:extLst>
                          <a:ext uri="{FF2B5EF4-FFF2-40B4-BE49-F238E27FC236}">
                            <a16:creationId xmlns:a16="http://schemas.microsoft.com/office/drawing/2014/main" id="{34293E06-B355-24CD-A583-B93379F0AC10}"/>
                          </a:ext>
                        </a:extLst>
                      </p:cNvPr>
                      <p:cNvSpPr/>
                      <p:nvPr/>
                    </p:nvSpPr>
                    <p:spPr>
                      <a:xfrm>
                        <a:off x="5999702" y="2952845"/>
                        <a:ext cx="16763" cy="28956"/>
                      </a:xfrm>
                      <a:custGeom>
                        <a:avLst/>
                        <a:gdLst>
                          <a:gd name="connsiteX0" fmla="*/ 0 w 16763"/>
                          <a:gd name="connsiteY0" fmla="*/ 19241 h 28956"/>
                          <a:gd name="connsiteX1" fmla="*/ 16764 w 16763"/>
                          <a:gd name="connsiteY1" fmla="*/ 28956 h 28956"/>
                          <a:gd name="connsiteX2" fmla="*/ 16764 w 16763"/>
                          <a:gd name="connsiteY2" fmla="*/ 9620 h 28956"/>
                          <a:gd name="connsiteX3" fmla="*/ 0 w 16763"/>
                          <a:gd name="connsiteY3" fmla="*/ 0 h 28956"/>
                          <a:gd name="connsiteX4" fmla="*/ 0 w 16763"/>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7" name="Freeform: Shape 2196">
                        <a:extLst>
                          <a:ext uri="{FF2B5EF4-FFF2-40B4-BE49-F238E27FC236}">
                            <a16:creationId xmlns:a16="http://schemas.microsoft.com/office/drawing/2014/main" id="{20EFAB7F-30B2-027D-EC93-FDCAD6BA1E9E}"/>
                          </a:ext>
                        </a:extLst>
                      </p:cNvPr>
                      <p:cNvSpPr/>
                      <p:nvPr/>
                    </p:nvSpPr>
                    <p:spPr>
                      <a:xfrm>
                        <a:off x="5977032" y="2939700"/>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8" name="Freeform: Shape 2197">
                        <a:extLst>
                          <a:ext uri="{FF2B5EF4-FFF2-40B4-BE49-F238E27FC236}">
                            <a16:creationId xmlns:a16="http://schemas.microsoft.com/office/drawing/2014/main" id="{74449598-90ED-619E-022D-9CA656444F15}"/>
                          </a:ext>
                        </a:extLst>
                      </p:cNvPr>
                      <p:cNvSpPr/>
                      <p:nvPr/>
                    </p:nvSpPr>
                    <p:spPr>
                      <a:xfrm>
                        <a:off x="5954363" y="2926651"/>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99" name="Freeform: Shape 2198">
                        <a:extLst>
                          <a:ext uri="{FF2B5EF4-FFF2-40B4-BE49-F238E27FC236}">
                            <a16:creationId xmlns:a16="http://schemas.microsoft.com/office/drawing/2014/main" id="{5C480AFF-6808-DA38-6954-ED486350F11B}"/>
                          </a:ext>
                        </a:extLst>
                      </p:cNvPr>
                      <p:cNvSpPr/>
                      <p:nvPr/>
                    </p:nvSpPr>
                    <p:spPr>
                      <a:xfrm>
                        <a:off x="5931789" y="2913602"/>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145" name="Graphic 3388">
                    <a:extLst>
                      <a:ext uri="{FF2B5EF4-FFF2-40B4-BE49-F238E27FC236}">
                        <a16:creationId xmlns:a16="http://schemas.microsoft.com/office/drawing/2014/main" id="{807E19D9-14ED-8747-0EAF-363FB4E5CD9E}"/>
                      </a:ext>
                    </a:extLst>
                  </p:cNvPr>
                  <p:cNvGrpSpPr/>
                  <p:nvPr/>
                </p:nvGrpSpPr>
                <p:grpSpPr>
                  <a:xfrm>
                    <a:off x="5655945" y="2123503"/>
                    <a:ext cx="322706" cy="198024"/>
                    <a:chOff x="5655945" y="2123503"/>
                    <a:chExt cx="322706" cy="198024"/>
                  </a:xfrm>
                </p:grpSpPr>
                <p:sp>
                  <p:nvSpPr>
                    <p:cNvPr id="2187" name="Freeform: Shape 2186">
                      <a:extLst>
                        <a:ext uri="{FF2B5EF4-FFF2-40B4-BE49-F238E27FC236}">
                          <a16:creationId xmlns:a16="http://schemas.microsoft.com/office/drawing/2014/main" id="{3F4A144A-ABCF-D7E8-A69F-302F69CE2FDE}"/>
                        </a:ext>
                      </a:extLst>
                    </p:cNvPr>
                    <p:cNvSpPr/>
                    <p:nvPr/>
                  </p:nvSpPr>
                  <p:spPr>
                    <a:xfrm>
                      <a:off x="5658230" y="2126361"/>
                      <a:ext cx="318039" cy="192214"/>
                    </a:xfrm>
                    <a:custGeom>
                      <a:avLst/>
                      <a:gdLst>
                        <a:gd name="connsiteX0" fmla="*/ 273558 w 318039"/>
                        <a:gd name="connsiteY0" fmla="*/ 192214 h 192214"/>
                        <a:gd name="connsiteX1" fmla="*/ 44577 w 318039"/>
                        <a:gd name="connsiteY1" fmla="*/ 60007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4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4"/>
                          </a:moveTo>
                          <a:lnTo>
                            <a:pt x="44577" y="60007"/>
                          </a:lnTo>
                          <a:lnTo>
                            <a:pt x="0" y="4286"/>
                          </a:lnTo>
                          <a:lnTo>
                            <a:pt x="44577" y="0"/>
                          </a:lnTo>
                          <a:lnTo>
                            <a:pt x="273558" y="132207"/>
                          </a:lnTo>
                          <a:lnTo>
                            <a:pt x="318040" y="187928"/>
                          </a:lnTo>
                          <a:lnTo>
                            <a:pt x="273558" y="192214"/>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8" name="Freeform: Shape 2187">
                      <a:extLst>
                        <a:ext uri="{FF2B5EF4-FFF2-40B4-BE49-F238E27FC236}">
                          <a16:creationId xmlns:a16="http://schemas.microsoft.com/office/drawing/2014/main" id="{D5C075B2-4253-8840-8A04-086B4B84C2E1}"/>
                        </a:ext>
                      </a:extLst>
                    </p:cNvPr>
                    <p:cNvSpPr/>
                    <p:nvPr/>
                  </p:nvSpPr>
                  <p:spPr>
                    <a:xfrm>
                      <a:off x="5655945" y="2123503"/>
                      <a:ext cx="322706" cy="198024"/>
                    </a:xfrm>
                    <a:custGeom>
                      <a:avLst/>
                      <a:gdLst>
                        <a:gd name="connsiteX0" fmla="*/ 275844 w 322706"/>
                        <a:gd name="connsiteY0" fmla="*/ 197644 h 198024"/>
                        <a:gd name="connsiteX1" fmla="*/ 46863 w 322706"/>
                        <a:gd name="connsiteY1" fmla="*/ 65437 h 198024"/>
                        <a:gd name="connsiteX2" fmla="*/ 45720 w 322706"/>
                        <a:gd name="connsiteY2" fmla="*/ 64484 h 198024"/>
                        <a:gd name="connsiteX3" fmla="*/ 1143 w 322706"/>
                        <a:gd name="connsiteY3" fmla="*/ 8763 h 198024"/>
                        <a:gd name="connsiteX4" fmla="*/ 0 w 322706"/>
                        <a:gd name="connsiteY4" fmla="*/ 5905 h 198024"/>
                        <a:gd name="connsiteX5" fmla="*/ 1143 w 322706"/>
                        <a:gd name="connsiteY5" fmla="*/ 4286 h 198024"/>
                        <a:gd name="connsiteX6" fmla="*/ 45720 w 322706"/>
                        <a:gd name="connsiteY6" fmla="*/ 0 h 198024"/>
                        <a:gd name="connsiteX7" fmla="*/ 46863 w 322706"/>
                        <a:gd name="connsiteY7" fmla="*/ 286 h 198024"/>
                        <a:gd name="connsiteX8" fmla="*/ 275844 w 322706"/>
                        <a:gd name="connsiteY8" fmla="*/ 132493 h 198024"/>
                        <a:gd name="connsiteX9" fmla="*/ 276987 w 322706"/>
                        <a:gd name="connsiteY9" fmla="*/ 133541 h 198024"/>
                        <a:gd name="connsiteX10" fmla="*/ 321564 w 322706"/>
                        <a:gd name="connsiteY10" fmla="*/ 189262 h 198024"/>
                        <a:gd name="connsiteX11" fmla="*/ 322707 w 322706"/>
                        <a:gd name="connsiteY11" fmla="*/ 192119 h 198024"/>
                        <a:gd name="connsiteX12" fmla="*/ 321564 w 322706"/>
                        <a:gd name="connsiteY12" fmla="*/ 193738 h 198024"/>
                        <a:gd name="connsiteX13" fmla="*/ 276987 w 322706"/>
                        <a:gd name="connsiteY13" fmla="*/ 198025 h 198024"/>
                        <a:gd name="connsiteX14" fmla="*/ 275844 w 322706"/>
                        <a:gd name="connsiteY14" fmla="*/ 197739 h 198024"/>
                        <a:gd name="connsiteX15" fmla="*/ 47434 w 322706"/>
                        <a:gd name="connsiteY15" fmla="*/ 60674 h 198024"/>
                        <a:gd name="connsiteX16" fmla="*/ 275177 w 322706"/>
                        <a:gd name="connsiteY16" fmla="*/ 192214 h 198024"/>
                        <a:gd name="connsiteX17" fmla="*/ 315944 w 322706"/>
                        <a:gd name="connsiteY17" fmla="*/ 188309 h 198024"/>
                        <a:gd name="connsiteX18" fmla="*/ 275177 w 322706"/>
                        <a:gd name="connsiteY18" fmla="*/ 137350 h 198024"/>
                        <a:gd name="connsiteX19" fmla="*/ 47434 w 322706"/>
                        <a:gd name="connsiteY19" fmla="*/ 5810 h 198024"/>
                        <a:gd name="connsiteX20" fmla="*/ 6667 w 322706"/>
                        <a:gd name="connsiteY20" fmla="*/ 9716 h 198024"/>
                        <a:gd name="connsiteX21" fmla="*/ 47434 w 322706"/>
                        <a:gd name="connsiteY21" fmla="*/ 60674 h 19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8024">
                          <a:moveTo>
                            <a:pt x="275844" y="197644"/>
                          </a:moveTo>
                          <a:lnTo>
                            <a:pt x="46863" y="65437"/>
                          </a:lnTo>
                          <a:cubicBezTo>
                            <a:pt x="46863" y="65437"/>
                            <a:pt x="46101" y="64865"/>
                            <a:pt x="45720" y="64484"/>
                          </a:cubicBezTo>
                          <a:lnTo>
                            <a:pt x="1143" y="8763"/>
                          </a:lnTo>
                          <a:cubicBezTo>
                            <a:pt x="476" y="7906"/>
                            <a:pt x="0" y="6858"/>
                            <a:pt x="0" y="5905"/>
                          </a:cubicBezTo>
                          <a:cubicBezTo>
                            <a:pt x="0" y="4953"/>
                            <a:pt x="381" y="4381"/>
                            <a:pt x="1143" y="4286"/>
                          </a:cubicBezTo>
                          <a:lnTo>
                            <a:pt x="45720" y="0"/>
                          </a:lnTo>
                          <a:cubicBezTo>
                            <a:pt x="45720" y="0"/>
                            <a:pt x="46482" y="0"/>
                            <a:pt x="46863" y="286"/>
                          </a:cubicBezTo>
                          <a:lnTo>
                            <a:pt x="275844" y="132493"/>
                          </a:lnTo>
                          <a:cubicBezTo>
                            <a:pt x="275844" y="132493"/>
                            <a:pt x="276606" y="133064"/>
                            <a:pt x="276987" y="133541"/>
                          </a:cubicBezTo>
                          <a:lnTo>
                            <a:pt x="321564" y="189262"/>
                          </a:lnTo>
                          <a:cubicBezTo>
                            <a:pt x="322231" y="190119"/>
                            <a:pt x="322707" y="191167"/>
                            <a:pt x="322707" y="192119"/>
                          </a:cubicBezTo>
                          <a:cubicBezTo>
                            <a:pt x="322707" y="193072"/>
                            <a:pt x="322326" y="193643"/>
                            <a:pt x="321564" y="193738"/>
                          </a:cubicBezTo>
                          <a:lnTo>
                            <a:pt x="276987" y="198025"/>
                          </a:lnTo>
                          <a:cubicBezTo>
                            <a:pt x="276987" y="198025"/>
                            <a:pt x="276225" y="198025"/>
                            <a:pt x="275844" y="197739"/>
                          </a:cubicBezTo>
                          <a:close/>
                          <a:moveTo>
                            <a:pt x="47434" y="60674"/>
                          </a:moveTo>
                          <a:lnTo>
                            <a:pt x="275177" y="192214"/>
                          </a:lnTo>
                          <a:lnTo>
                            <a:pt x="315944" y="188309"/>
                          </a:lnTo>
                          <a:lnTo>
                            <a:pt x="275177" y="137350"/>
                          </a:lnTo>
                          <a:lnTo>
                            <a:pt x="47434" y="5810"/>
                          </a:lnTo>
                          <a:lnTo>
                            <a:pt x="6667" y="9716"/>
                          </a:lnTo>
                          <a:lnTo>
                            <a:pt x="47434" y="60674"/>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146" name="Freeform: Shape 2145">
                    <a:extLst>
                      <a:ext uri="{FF2B5EF4-FFF2-40B4-BE49-F238E27FC236}">
                        <a16:creationId xmlns:a16="http://schemas.microsoft.com/office/drawing/2014/main" id="{D3533F38-BFBD-E9AF-C7F4-89A6D92C52BF}"/>
                      </a:ext>
                    </a:extLst>
                  </p:cNvPr>
                  <p:cNvSpPr/>
                  <p:nvPr/>
                </p:nvSpPr>
                <p:spPr>
                  <a:xfrm>
                    <a:off x="5719095" y="2146934"/>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47" name="Freeform: Shape 2146">
                    <a:extLst>
                      <a:ext uri="{FF2B5EF4-FFF2-40B4-BE49-F238E27FC236}">
                        <a16:creationId xmlns:a16="http://schemas.microsoft.com/office/drawing/2014/main" id="{B8C99864-335E-9F4B-FAD9-E745C05C2A2D}"/>
                      </a:ext>
                    </a:extLst>
                  </p:cNvPr>
                  <p:cNvSpPr/>
                  <p:nvPr/>
                </p:nvSpPr>
                <p:spPr>
                  <a:xfrm>
                    <a:off x="5976270" y="2311717"/>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48" name="Freeform: Shape 2147">
                    <a:extLst>
                      <a:ext uri="{FF2B5EF4-FFF2-40B4-BE49-F238E27FC236}">
                        <a16:creationId xmlns:a16="http://schemas.microsoft.com/office/drawing/2014/main" id="{69B676F5-2B3F-F7E9-0DF1-A36EA1F5C3FC}"/>
                      </a:ext>
                    </a:extLst>
                  </p:cNvPr>
                  <p:cNvSpPr/>
                  <p:nvPr/>
                </p:nvSpPr>
                <p:spPr>
                  <a:xfrm>
                    <a:off x="5564219" y="2073783"/>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49" name="Freeform: Shape 2148">
                    <a:extLst>
                      <a:ext uri="{FF2B5EF4-FFF2-40B4-BE49-F238E27FC236}">
                        <a16:creationId xmlns:a16="http://schemas.microsoft.com/office/drawing/2014/main" id="{DB5B6607-EFA1-6BF6-9129-70EF9DAD64CA}"/>
                      </a:ext>
                    </a:extLst>
                  </p:cNvPr>
                  <p:cNvSpPr/>
                  <p:nvPr/>
                </p:nvSpPr>
                <p:spPr>
                  <a:xfrm>
                    <a:off x="6052375" y="2383951"/>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2"/>
                          <a:pt x="5810" y="822"/>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0" name="Freeform: Shape 2149">
                    <a:extLst>
                      <a:ext uri="{FF2B5EF4-FFF2-40B4-BE49-F238E27FC236}">
                        <a16:creationId xmlns:a16="http://schemas.microsoft.com/office/drawing/2014/main" id="{A0BEEF77-1D0E-E58F-209E-DD765FA098F3}"/>
                      </a:ext>
                    </a:extLst>
                  </p:cNvPr>
                  <p:cNvSpPr/>
                  <p:nvPr/>
                </p:nvSpPr>
                <p:spPr>
                  <a:xfrm>
                    <a:off x="6029515" y="2370807"/>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1" name="Freeform: Shape 2150">
                    <a:extLst>
                      <a:ext uri="{FF2B5EF4-FFF2-40B4-BE49-F238E27FC236}">
                        <a16:creationId xmlns:a16="http://schemas.microsoft.com/office/drawing/2014/main" id="{E9FC8C2A-6547-3F99-59AA-D66376F1E074}"/>
                      </a:ext>
                    </a:extLst>
                  </p:cNvPr>
                  <p:cNvSpPr/>
                  <p:nvPr/>
                </p:nvSpPr>
                <p:spPr>
                  <a:xfrm>
                    <a:off x="6006655" y="2357567"/>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2" name="Freeform: Shape 2151">
                    <a:extLst>
                      <a:ext uri="{FF2B5EF4-FFF2-40B4-BE49-F238E27FC236}">
                        <a16:creationId xmlns:a16="http://schemas.microsoft.com/office/drawing/2014/main" id="{7C343A1F-934E-C71A-EC7F-E17E63C039A0}"/>
                      </a:ext>
                    </a:extLst>
                  </p:cNvPr>
                  <p:cNvSpPr/>
                  <p:nvPr/>
                </p:nvSpPr>
                <p:spPr>
                  <a:xfrm>
                    <a:off x="5983795" y="2344422"/>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3" name="Freeform: Shape 2152">
                    <a:extLst>
                      <a:ext uri="{FF2B5EF4-FFF2-40B4-BE49-F238E27FC236}">
                        <a16:creationId xmlns:a16="http://schemas.microsoft.com/office/drawing/2014/main" id="{79B4B932-8727-A130-C2B3-D38B9D5EC79B}"/>
                      </a:ext>
                    </a:extLst>
                  </p:cNvPr>
                  <p:cNvSpPr/>
                  <p:nvPr/>
                </p:nvSpPr>
                <p:spPr>
                  <a:xfrm>
                    <a:off x="5740050" y="2170747"/>
                    <a:ext cx="158781" cy="105822"/>
                  </a:xfrm>
                  <a:custGeom>
                    <a:avLst/>
                    <a:gdLst>
                      <a:gd name="connsiteX0" fmla="*/ 158782 w 158781"/>
                      <a:gd name="connsiteY0" fmla="*/ 105823 h 105822"/>
                      <a:gd name="connsiteX1" fmla="*/ 0 w 158781"/>
                      <a:gd name="connsiteY1" fmla="*/ 14192 h 105822"/>
                      <a:gd name="connsiteX2" fmla="*/ 0 w 158781"/>
                      <a:gd name="connsiteY2" fmla="*/ 0 h 105822"/>
                      <a:gd name="connsiteX3" fmla="*/ 158782 w 158781"/>
                      <a:gd name="connsiteY3" fmla="*/ 91726 h 105822"/>
                      <a:gd name="connsiteX4" fmla="*/ 158782 w 158781"/>
                      <a:gd name="connsiteY4" fmla="*/ 105823 h 105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822">
                        <a:moveTo>
                          <a:pt x="158782" y="105823"/>
                        </a:moveTo>
                        <a:lnTo>
                          <a:pt x="0" y="14192"/>
                        </a:lnTo>
                        <a:lnTo>
                          <a:pt x="0" y="0"/>
                        </a:lnTo>
                        <a:lnTo>
                          <a:pt x="158782" y="91726"/>
                        </a:lnTo>
                        <a:lnTo>
                          <a:pt x="158782" y="105823"/>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4" name="Freeform: Shape 2153">
                    <a:extLst>
                      <a:ext uri="{FF2B5EF4-FFF2-40B4-BE49-F238E27FC236}">
                        <a16:creationId xmlns:a16="http://schemas.microsoft.com/office/drawing/2014/main" id="{28B47A47-6745-671C-51AC-55D680F09B1E}"/>
                      </a:ext>
                    </a:extLst>
                  </p:cNvPr>
                  <p:cNvSpPr/>
                  <p:nvPr/>
                </p:nvSpPr>
                <p:spPr>
                  <a:xfrm>
                    <a:off x="5564219" y="2141124"/>
                    <a:ext cx="510349" cy="402717"/>
                  </a:xfrm>
                  <a:custGeom>
                    <a:avLst/>
                    <a:gdLst>
                      <a:gd name="connsiteX0" fmla="*/ 510350 w 510349"/>
                      <a:gd name="connsiteY0" fmla="*/ 294608 h 402717"/>
                      <a:gd name="connsiteX1" fmla="*/ 0 w 510349"/>
                      <a:gd name="connsiteY1" fmla="*/ 0 h 402717"/>
                      <a:gd name="connsiteX2" fmla="*/ 0 w 510349"/>
                      <a:gd name="connsiteY2" fmla="*/ 108109 h 402717"/>
                      <a:gd name="connsiteX3" fmla="*/ 510350 w 510349"/>
                      <a:gd name="connsiteY3" fmla="*/ 402717 h 402717"/>
                      <a:gd name="connsiteX4" fmla="*/ 510350 w 510349"/>
                      <a:gd name="connsiteY4" fmla="*/ 294608 h 40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7">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55" name="Graphic 3388">
                    <a:extLst>
                      <a:ext uri="{FF2B5EF4-FFF2-40B4-BE49-F238E27FC236}">
                        <a16:creationId xmlns:a16="http://schemas.microsoft.com/office/drawing/2014/main" id="{CF13C3C1-3AF7-43CC-6DC4-96D95F7C2A36}"/>
                      </a:ext>
                    </a:extLst>
                  </p:cNvPr>
                  <p:cNvGrpSpPr/>
                  <p:nvPr/>
                </p:nvGrpSpPr>
                <p:grpSpPr>
                  <a:xfrm>
                    <a:off x="5655945" y="2242184"/>
                    <a:ext cx="322706" cy="197929"/>
                    <a:chOff x="5655945" y="2242184"/>
                    <a:chExt cx="322706" cy="197929"/>
                  </a:xfrm>
                </p:grpSpPr>
                <p:sp>
                  <p:nvSpPr>
                    <p:cNvPr id="2185" name="Freeform: Shape 2184">
                      <a:extLst>
                        <a:ext uri="{FF2B5EF4-FFF2-40B4-BE49-F238E27FC236}">
                          <a16:creationId xmlns:a16="http://schemas.microsoft.com/office/drawing/2014/main" id="{C42C1D46-80DD-C111-A918-500FC7061C32}"/>
                        </a:ext>
                      </a:extLst>
                    </p:cNvPr>
                    <p:cNvSpPr/>
                    <p:nvPr/>
                  </p:nvSpPr>
                  <p:spPr>
                    <a:xfrm>
                      <a:off x="5658230" y="2245137"/>
                      <a:ext cx="318039" cy="192214"/>
                    </a:xfrm>
                    <a:custGeom>
                      <a:avLst/>
                      <a:gdLst>
                        <a:gd name="connsiteX0" fmla="*/ 273558 w 318039"/>
                        <a:gd name="connsiteY0" fmla="*/ 192214 h 192214"/>
                        <a:gd name="connsiteX1" fmla="*/ 44577 w 318039"/>
                        <a:gd name="connsiteY1" fmla="*/ 60007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4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4"/>
                          </a:moveTo>
                          <a:lnTo>
                            <a:pt x="44577" y="60007"/>
                          </a:lnTo>
                          <a:lnTo>
                            <a:pt x="0" y="4286"/>
                          </a:lnTo>
                          <a:lnTo>
                            <a:pt x="44577" y="0"/>
                          </a:lnTo>
                          <a:lnTo>
                            <a:pt x="273558" y="132207"/>
                          </a:lnTo>
                          <a:lnTo>
                            <a:pt x="318040" y="187928"/>
                          </a:lnTo>
                          <a:lnTo>
                            <a:pt x="273558" y="192214"/>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6" name="Freeform: Shape 2185">
                      <a:extLst>
                        <a:ext uri="{FF2B5EF4-FFF2-40B4-BE49-F238E27FC236}">
                          <a16:creationId xmlns:a16="http://schemas.microsoft.com/office/drawing/2014/main" id="{A2BF81AA-43FE-3A7E-C715-4869BF5990CA}"/>
                        </a:ext>
                      </a:extLst>
                    </p:cNvPr>
                    <p:cNvSpPr/>
                    <p:nvPr/>
                  </p:nvSpPr>
                  <p:spPr>
                    <a:xfrm>
                      <a:off x="5655945" y="2242184"/>
                      <a:ext cx="322706" cy="197929"/>
                    </a:xfrm>
                    <a:custGeom>
                      <a:avLst/>
                      <a:gdLst>
                        <a:gd name="connsiteX0" fmla="*/ 275844 w 322706"/>
                        <a:gd name="connsiteY0" fmla="*/ 197739 h 197929"/>
                        <a:gd name="connsiteX1" fmla="*/ 46863 w 322706"/>
                        <a:gd name="connsiteY1" fmla="*/ 65532 h 197929"/>
                        <a:gd name="connsiteX2" fmla="*/ 45720 w 322706"/>
                        <a:gd name="connsiteY2" fmla="*/ 64484 h 197929"/>
                        <a:gd name="connsiteX3" fmla="*/ 1143 w 322706"/>
                        <a:gd name="connsiteY3" fmla="*/ 8763 h 197929"/>
                        <a:gd name="connsiteX4" fmla="*/ 0 w 322706"/>
                        <a:gd name="connsiteY4" fmla="*/ 5906 h 197929"/>
                        <a:gd name="connsiteX5" fmla="*/ 1143 w 322706"/>
                        <a:gd name="connsiteY5" fmla="*/ 4286 h 197929"/>
                        <a:gd name="connsiteX6" fmla="*/ 45720 w 322706"/>
                        <a:gd name="connsiteY6" fmla="*/ 0 h 197929"/>
                        <a:gd name="connsiteX7" fmla="*/ 46863 w 322706"/>
                        <a:gd name="connsiteY7" fmla="*/ 286 h 197929"/>
                        <a:gd name="connsiteX8" fmla="*/ 275844 w 322706"/>
                        <a:gd name="connsiteY8" fmla="*/ 132493 h 197929"/>
                        <a:gd name="connsiteX9" fmla="*/ 276987 w 322706"/>
                        <a:gd name="connsiteY9" fmla="*/ 133445 h 197929"/>
                        <a:gd name="connsiteX10" fmla="*/ 321564 w 322706"/>
                        <a:gd name="connsiteY10" fmla="*/ 189167 h 197929"/>
                        <a:gd name="connsiteX11" fmla="*/ 322707 w 322706"/>
                        <a:gd name="connsiteY11" fmla="*/ 192024 h 197929"/>
                        <a:gd name="connsiteX12" fmla="*/ 321564 w 322706"/>
                        <a:gd name="connsiteY12" fmla="*/ 193643 h 197929"/>
                        <a:gd name="connsiteX13" fmla="*/ 276987 w 322706"/>
                        <a:gd name="connsiteY13" fmla="*/ 197929 h 197929"/>
                        <a:gd name="connsiteX14" fmla="*/ 275844 w 322706"/>
                        <a:gd name="connsiteY14" fmla="*/ 197644 h 197929"/>
                        <a:gd name="connsiteX15" fmla="*/ 47434 w 322706"/>
                        <a:gd name="connsiteY15" fmla="*/ 60770 h 197929"/>
                        <a:gd name="connsiteX16" fmla="*/ 275177 w 322706"/>
                        <a:gd name="connsiteY16" fmla="*/ 192310 h 197929"/>
                        <a:gd name="connsiteX17" fmla="*/ 315944 w 322706"/>
                        <a:gd name="connsiteY17" fmla="*/ 188404 h 197929"/>
                        <a:gd name="connsiteX18" fmla="*/ 275177 w 322706"/>
                        <a:gd name="connsiteY18" fmla="*/ 137446 h 197929"/>
                        <a:gd name="connsiteX19" fmla="*/ 47434 w 322706"/>
                        <a:gd name="connsiteY19" fmla="*/ 5906 h 197929"/>
                        <a:gd name="connsiteX20" fmla="*/ 6667 w 322706"/>
                        <a:gd name="connsiteY20" fmla="*/ 9811 h 197929"/>
                        <a:gd name="connsiteX21" fmla="*/ 47434 w 322706"/>
                        <a:gd name="connsiteY21" fmla="*/ 60770 h 19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7929">
                          <a:moveTo>
                            <a:pt x="275844" y="197739"/>
                          </a:moveTo>
                          <a:lnTo>
                            <a:pt x="46863" y="65532"/>
                          </a:lnTo>
                          <a:cubicBezTo>
                            <a:pt x="46863" y="65532"/>
                            <a:pt x="46101" y="64961"/>
                            <a:pt x="45720" y="64484"/>
                          </a:cubicBezTo>
                          <a:lnTo>
                            <a:pt x="1143" y="8763"/>
                          </a:lnTo>
                          <a:cubicBezTo>
                            <a:pt x="476" y="7906"/>
                            <a:pt x="0" y="6858"/>
                            <a:pt x="0" y="5906"/>
                          </a:cubicBezTo>
                          <a:cubicBezTo>
                            <a:pt x="0" y="4953"/>
                            <a:pt x="381" y="4382"/>
                            <a:pt x="1143" y="4286"/>
                          </a:cubicBezTo>
                          <a:lnTo>
                            <a:pt x="45720" y="0"/>
                          </a:lnTo>
                          <a:cubicBezTo>
                            <a:pt x="45720" y="0"/>
                            <a:pt x="46482" y="0"/>
                            <a:pt x="46863" y="286"/>
                          </a:cubicBezTo>
                          <a:lnTo>
                            <a:pt x="275844" y="132493"/>
                          </a:lnTo>
                          <a:cubicBezTo>
                            <a:pt x="275844" y="132493"/>
                            <a:pt x="276606" y="133064"/>
                            <a:pt x="276987" y="133445"/>
                          </a:cubicBezTo>
                          <a:lnTo>
                            <a:pt x="321564" y="189167"/>
                          </a:lnTo>
                          <a:cubicBezTo>
                            <a:pt x="322231" y="190024"/>
                            <a:pt x="322707" y="191072"/>
                            <a:pt x="322707" y="192024"/>
                          </a:cubicBezTo>
                          <a:cubicBezTo>
                            <a:pt x="322707" y="192977"/>
                            <a:pt x="322326" y="193548"/>
                            <a:pt x="321564" y="193643"/>
                          </a:cubicBezTo>
                          <a:lnTo>
                            <a:pt x="276987" y="197929"/>
                          </a:lnTo>
                          <a:cubicBezTo>
                            <a:pt x="276987" y="197929"/>
                            <a:pt x="276225" y="197929"/>
                            <a:pt x="275844" y="197644"/>
                          </a:cubicBezTo>
                          <a:close/>
                          <a:moveTo>
                            <a:pt x="47434" y="60770"/>
                          </a:moveTo>
                          <a:lnTo>
                            <a:pt x="275177" y="192310"/>
                          </a:lnTo>
                          <a:lnTo>
                            <a:pt x="315944" y="188404"/>
                          </a:lnTo>
                          <a:lnTo>
                            <a:pt x="275177" y="137446"/>
                          </a:lnTo>
                          <a:lnTo>
                            <a:pt x="47434" y="5906"/>
                          </a:lnTo>
                          <a:lnTo>
                            <a:pt x="6667" y="9811"/>
                          </a:lnTo>
                          <a:lnTo>
                            <a:pt x="47434" y="60770"/>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156" name="Freeform: Shape 2155">
                    <a:extLst>
                      <a:ext uri="{FF2B5EF4-FFF2-40B4-BE49-F238E27FC236}">
                        <a16:creationId xmlns:a16="http://schemas.microsoft.com/office/drawing/2014/main" id="{5FBA743E-A1F8-2ECC-66C9-943B551308C4}"/>
                      </a:ext>
                    </a:extLst>
                  </p:cNvPr>
                  <p:cNvSpPr/>
                  <p:nvPr/>
                </p:nvSpPr>
                <p:spPr>
                  <a:xfrm>
                    <a:off x="5719095" y="2265711"/>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7" name="Freeform: Shape 2156">
                    <a:extLst>
                      <a:ext uri="{FF2B5EF4-FFF2-40B4-BE49-F238E27FC236}">
                        <a16:creationId xmlns:a16="http://schemas.microsoft.com/office/drawing/2014/main" id="{6A424213-BD03-DF12-58B2-03DB80577C46}"/>
                      </a:ext>
                    </a:extLst>
                  </p:cNvPr>
                  <p:cNvSpPr/>
                  <p:nvPr/>
                </p:nvSpPr>
                <p:spPr>
                  <a:xfrm>
                    <a:off x="5976270" y="2430494"/>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8" name="Freeform: Shape 2157">
                    <a:extLst>
                      <a:ext uri="{FF2B5EF4-FFF2-40B4-BE49-F238E27FC236}">
                        <a16:creationId xmlns:a16="http://schemas.microsoft.com/office/drawing/2014/main" id="{D10A603B-69E8-65C4-7534-59A4B9B93729}"/>
                      </a:ext>
                    </a:extLst>
                  </p:cNvPr>
                  <p:cNvSpPr/>
                  <p:nvPr/>
                </p:nvSpPr>
                <p:spPr>
                  <a:xfrm>
                    <a:off x="5564219" y="2192559"/>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59" name="Freeform: Shape 2158">
                    <a:extLst>
                      <a:ext uri="{FF2B5EF4-FFF2-40B4-BE49-F238E27FC236}">
                        <a16:creationId xmlns:a16="http://schemas.microsoft.com/office/drawing/2014/main" id="{B4A4DC61-CE6C-5042-2224-5769F86EBE0A}"/>
                      </a:ext>
                    </a:extLst>
                  </p:cNvPr>
                  <p:cNvSpPr/>
                  <p:nvPr/>
                </p:nvSpPr>
                <p:spPr>
                  <a:xfrm>
                    <a:off x="6052375" y="2502728"/>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2"/>
                          <a:pt x="5810" y="822"/>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0" name="Freeform: Shape 2159">
                    <a:extLst>
                      <a:ext uri="{FF2B5EF4-FFF2-40B4-BE49-F238E27FC236}">
                        <a16:creationId xmlns:a16="http://schemas.microsoft.com/office/drawing/2014/main" id="{68F17AA1-84D1-6EAB-D787-F8E7BBE8AA6D}"/>
                      </a:ext>
                    </a:extLst>
                  </p:cNvPr>
                  <p:cNvSpPr/>
                  <p:nvPr/>
                </p:nvSpPr>
                <p:spPr>
                  <a:xfrm>
                    <a:off x="6029515" y="2489583"/>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1" name="Freeform: Shape 2160">
                    <a:extLst>
                      <a:ext uri="{FF2B5EF4-FFF2-40B4-BE49-F238E27FC236}">
                        <a16:creationId xmlns:a16="http://schemas.microsoft.com/office/drawing/2014/main" id="{0CFC7FAB-A14C-CF2C-3970-0D92753316FF}"/>
                      </a:ext>
                    </a:extLst>
                  </p:cNvPr>
                  <p:cNvSpPr/>
                  <p:nvPr/>
                </p:nvSpPr>
                <p:spPr>
                  <a:xfrm>
                    <a:off x="6006655" y="2476439"/>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2" name="Freeform: Shape 2161">
                    <a:extLst>
                      <a:ext uri="{FF2B5EF4-FFF2-40B4-BE49-F238E27FC236}">
                        <a16:creationId xmlns:a16="http://schemas.microsoft.com/office/drawing/2014/main" id="{0B7A44EA-8C29-860C-9376-0A56C11B52A5}"/>
                      </a:ext>
                    </a:extLst>
                  </p:cNvPr>
                  <p:cNvSpPr/>
                  <p:nvPr/>
                </p:nvSpPr>
                <p:spPr>
                  <a:xfrm>
                    <a:off x="5983795" y="2463199"/>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3" name="Freeform: Shape 2162">
                    <a:extLst>
                      <a:ext uri="{FF2B5EF4-FFF2-40B4-BE49-F238E27FC236}">
                        <a16:creationId xmlns:a16="http://schemas.microsoft.com/office/drawing/2014/main" id="{CD2AF9A5-B581-4D42-56AA-B25D29B21641}"/>
                      </a:ext>
                    </a:extLst>
                  </p:cNvPr>
                  <p:cNvSpPr/>
                  <p:nvPr/>
                </p:nvSpPr>
                <p:spPr>
                  <a:xfrm>
                    <a:off x="5740050" y="2289524"/>
                    <a:ext cx="158781" cy="105822"/>
                  </a:xfrm>
                  <a:custGeom>
                    <a:avLst/>
                    <a:gdLst>
                      <a:gd name="connsiteX0" fmla="*/ 158782 w 158781"/>
                      <a:gd name="connsiteY0" fmla="*/ 105823 h 105822"/>
                      <a:gd name="connsiteX1" fmla="*/ 0 w 158781"/>
                      <a:gd name="connsiteY1" fmla="*/ 14192 h 105822"/>
                      <a:gd name="connsiteX2" fmla="*/ 0 w 158781"/>
                      <a:gd name="connsiteY2" fmla="*/ 0 h 105822"/>
                      <a:gd name="connsiteX3" fmla="*/ 158782 w 158781"/>
                      <a:gd name="connsiteY3" fmla="*/ 91726 h 105822"/>
                      <a:gd name="connsiteX4" fmla="*/ 158782 w 158781"/>
                      <a:gd name="connsiteY4" fmla="*/ 105823 h 105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822">
                        <a:moveTo>
                          <a:pt x="158782" y="105823"/>
                        </a:moveTo>
                        <a:lnTo>
                          <a:pt x="0" y="14192"/>
                        </a:lnTo>
                        <a:lnTo>
                          <a:pt x="0" y="0"/>
                        </a:lnTo>
                        <a:lnTo>
                          <a:pt x="158782" y="91726"/>
                        </a:lnTo>
                        <a:lnTo>
                          <a:pt x="158782" y="105823"/>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4" name="Freeform: Shape 2163">
                    <a:extLst>
                      <a:ext uri="{FF2B5EF4-FFF2-40B4-BE49-F238E27FC236}">
                        <a16:creationId xmlns:a16="http://schemas.microsoft.com/office/drawing/2014/main" id="{350DD2B7-951C-E379-0566-E35E2D90968D}"/>
                      </a:ext>
                    </a:extLst>
                  </p:cNvPr>
                  <p:cNvSpPr/>
                  <p:nvPr/>
                </p:nvSpPr>
                <p:spPr>
                  <a:xfrm>
                    <a:off x="5564219" y="2259901"/>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65" name="Graphic 3388">
                    <a:extLst>
                      <a:ext uri="{FF2B5EF4-FFF2-40B4-BE49-F238E27FC236}">
                        <a16:creationId xmlns:a16="http://schemas.microsoft.com/office/drawing/2014/main" id="{00CC46A1-022E-68B0-7AB0-169485C2DA4B}"/>
                      </a:ext>
                    </a:extLst>
                  </p:cNvPr>
                  <p:cNvGrpSpPr/>
                  <p:nvPr/>
                </p:nvGrpSpPr>
                <p:grpSpPr>
                  <a:xfrm>
                    <a:off x="5655945" y="2361057"/>
                    <a:ext cx="322706" cy="197929"/>
                    <a:chOff x="5655945" y="2361057"/>
                    <a:chExt cx="322706" cy="197929"/>
                  </a:xfrm>
                </p:grpSpPr>
                <p:sp>
                  <p:nvSpPr>
                    <p:cNvPr id="2183" name="Freeform: Shape 2182">
                      <a:extLst>
                        <a:ext uri="{FF2B5EF4-FFF2-40B4-BE49-F238E27FC236}">
                          <a16:creationId xmlns:a16="http://schemas.microsoft.com/office/drawing/2014/main" id="{B6EAA247-5582-D75C-5BAA-551350634553}"/>
                        </a:ext>
                      </a:extLst>
                    </p:cNvPr>
                    <p:cNvSpPr/>
                    <p:nvPr/>
                  </p:nvSpPr>
                  <p:spPr>
                    <a:xfrm>
                      <a:off x="5658230" y="2363914"/>
                      <a:ext cx="318039" cy="192214"/>
                    </a:xfrm>
                    <a:custGeom>
                      <a:avLst/>
                      <a:gdLst>
                        <a:gd name="connsiteX0" fmla="*/ 273558 w 318039"/>
                        <a:gd name="connsiteY0" fmla="*/ 192215 h 192214"/>
                        <a:gd name="connsiteX1" fmla="*/ 44577 w 318039"/>
                        <a:gd name="connsiteY1" fmla="*/ 60008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5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5"/>
                          </a:moveTo>
                          <a:lnTo>
                            <a:pt x="44577" y="60008"/>
                          </a:lnTo>
                          <a:lnTo>
                            <a:pt x="0" y="4286"/>
                          </a:lnTo>
                          <a:lnTo>
                            <a:pt x="44577" y="0"/>
                          </a:lnTo>
                          <a:lnTo>
                            <a:pt x="273558" y="132207"/>
                          </a:lnTo>
                          <a:lnTo>
                            <a:pt x="318040" y="187928"/>
                          </a:lnTo>
                          <a:lnTo>
                            <a:pt x="273558" y="192215"/>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4" name="Freeform: Shape 2183">
                      <a:extLst>
                        <a:ext uri="{FF2B5EF4-FFF2-40B4-BE49-F238E27FC236}">
                          <a16:creationId xmlns:a16="http://schemas.microsoft.com/office/drawing/2014/main" id="{0BAEADC5-1698-76BD-3155-03BC69132C6D}"/>
                        </a:ext>
                      </a:extLst>
                    </p:cNvPr>
                    <p:cNvSpPr/>
                    <p:nvPr/>
                  </p:nvSpPr>
                  <p:spPr>
                    <a:xfrm>
                      <a:off x="5655945" y="2361057"/>
                      <a:ext cx="322706" cy="197929"/>
                    </a:xfrm>
                    <a:custGeom>
                      <a:avLst/>
                      <a:gdLst>
                        <a:gd name="connsiteX0" fmla="*/ 275844 w 322706"/>
                        <a:gd name="connsiteY0" fmla="*/ 197644 h 197929"/>
                        <a:gd name="connsiteX1" fmla="*/ 46863 w 322706"/>
                        <a:gd name="connsiteY1" fmla="*/ 65437 h 197929"/>
                        <a:gd name="connsiteX2" fmla="*/ 45720 w 322706"/>
                        <a:gd name="connsiteY2" fmla="*/ 64484 h 197929"/>
                        <a:gd name="connsiteX3" fmla="*/ 1143 w 322706"/>
                        <a:gd name="connsiteY3" fmla="*/ 8763 h 197929"/>
                        <a:gd name="connsiteX4" fmla="*/ 0 w 322706"/>
                        <a:gd name="connsiteY4" fmla="*/ 5905 h 197929"/>
                        <a:gd name="connsiteX5" fmla="*/ 1143 w 322706"/>
                        <a:gd name="connsiteY5" fmla="*/ 4286 h 197929"/>
                        <a:gd name="connsiteX6" fmla="*/ 45720 w 322706"/>
                        <a:gd name="connsiteY6" fmla="*/ 0 h 197929"/>
                        <a:gd name="connsiteX7" fmla="*/ 46863 w 322706"/>
                        <a:gd name="connsiteY7" fmla="*/ 286 h 197929"/>
                        <a:gd name="connsiteX8" fmla="*/ 275844 w 322706"/>
                        <a:gd name="connsiteY8" fmla="*/ 132493 h 197929"/>
                        <a:gd name="connsiteX9" fmla="*/ 276987 w 322706"/>
                        <a:gd name="connsiteY9" fmla="*/ 133445 h 197929"/>
                        <a:gd name="connsiteX10" fmla="*/ 321564 w 322706"/>
                        <a:gd name="connsiteY10" fmla="*/ 189167 h 197929"/>
                        <a:gd name="connsiteX11" fmla="*/ 322707 w 322706"/>
                        <a:gd name="connsiteY11" fmla="*/ 192024 h 197929"/>
                        <a:gd name="connsiteX12" fmla="*/ 321564 w 322706"/>
                        <a:gd name="connsiteY12" fmla="*/ 193643 h 197929"/>
                        <a:gd name="connsiteX13" fmla="*/ 276987 w 322706"/>
                        <a:gd name="connsiteY13" fmla="*/ 197929 h 197929"/>
                        <a:gd name="connsiteX14" fmla="*/ 275844 w 322706"/>
                        <a:gd name="connsiteY14" fmla="*/ 197644 h 197929"/>
                        <a:gd name="connsiteX15" fmla="*/ 47434 w 322706"/>
                        <a:gd name="connsiteY15" fmla="*/ 60674 h 197929"/>
                        <a:gd name="connsiteX16" fmla="*/ 275177 w 322706"/>
                        <a:gd name="connsiteY16" fmla="*/ 192214 h 197929"/>
                        <a:gd name="connsiteX17" fmla="*/ 315944 w 322706"/>
                        <a:gd name="connsiteY17" fmla="*/ 188309 h 197929"/>
                        <a:gd name="connsiteX18" fmla="*/ 275177 w 322706"/>
                        <a:gd name="connsiteY18" fmla="*/ 137350 h 197929"/>
                        <a:gd name="connsiteX19" fmla="*/ 47434 w 322706"/>
                        <a:gd name="connsiteY19" fmla="*/ 5810 h 197929"/>
                        <a:gd name="connsiteX20" fmla="*/ 6667 w 322706"/>
                        <a:gd name="connsiteY20" fmla="*/ 9715 h 197929"/>
                        <a:gd name="connsiteX21" fmla="*/ 47434 w 322706"/>
                        <a:gd name="connsiteY21" fmla="*/ 60674 h 19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7929">
                          <a:moveTo>
                            <a:pt x="275844" y="197644"/>
                          </a:moveTo>
                          <a:lnTo>
                            <a:pt x="46863" y="65437"/>
                          </a:lnTo>
                          <a:cubicBezTo>
                            <a:pt x="46863" y="65437"/>
                            <a:pt x="46101" y="64865"/>
                            <a:pt x="45720" y="64484"/>
                          </a:cubicBezTo>
                          <a:lnTo>
                            <a:pt x="1143" y="8763"/>
                          </a:lnTo>
                          <a:cubicBezTo>
                            <a:pt x="476" y="7906"/>
                            <a:pt x="0" y="6858"/>
                            <a:pt x="0" y="5905"/>
                          </a:cubicBezTo>
                          <a:cubicBezTo>
                            <a:pt x="0" y="4953"/>
                            <a:pt x="381" y="4381"/>
                            <a:pt x="1143" y="4286"/>
                          </a:cubicBezTo>
                          <a:lnTo>
                            <a:pt x="45720" y="0"/>
                          </a:lnTo>
                          <a:cubicBezTo>
                            <a:pt x="45720" y="0"/>
                            <a:pt x="46482" y="0"/>
                            <a:pt x="46863" y="286"/>
                          </a:cubicBezTo>
                          <a:lnTo>
                            <a:pt x="275844" y="132493"/>
                          </a:lnTo>
                          <a:cubicBezTo>
                            <a:pt x="275844" y="132493"/>
                            <a:pt x="276606" y="133064"/>
                            <a:pt x="276987" y="133445"/>
                          </a:cubicBezTo>
                          <a:lnTo>
                            <a:pt x="321564" y="189167"/>
                          </a:lnTo>
                          <a:cubicBezTo>
                            <a:pt x="322231" y="190024"/>
                            <a:pt x="322707" y="191071"/>
                            <a:pt x="322707" y="192024"/>
                          </a:cubicBezTo>
                          <a:cubicBezTo>
                            <a:pt x="322707" y="192976"/>
                            <a:pt x="322326" y="193548"/>
                            <a:pt x="321564" y="193643"/>
                          </a:cubicBezTo>
                          <a:lnTo>
                            <a:pt x="276987" y="197929"/>
                          </a:lnTo>
                          <a:cubicBezTo>
                            <a:pt x="276987" y="197929"/>
                            <a:pt x="276225" y="197929"/>
                            <a:pt x="275844" y="197644"/>
                          </a:cubicBezTo>
                          <a:close/>
                          <a:moveTo>
                            <a:pt x="47434" y="60674"/>
                          </a:moveTo>
                          <a:lnTo>
                            <a:pt x="275177" y="192214"/>
                          </a:lnTo>
                          <a:lnTo>
                            <a:pt x="315944" y="188309"/>
                          </a:lnTo>
                          <a:lnTo>
                            <a:pt x="275177" y="137350"/>
                          </a:lnTo>
                          <a:lnTo>
                            <a:pt x="47434" y="5810"/>
                          </a:lnTo>
                          <a:lnTo>
                            <a:pt x="6667" y="9715"/>
                          </a:lnTo>
                          <a:lnTo>
                            <a:pt x="47434" y="60674"/>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166" name="Freeform: Shape 2165">
                    <a:extLst>
                      <a:ext uri="{FF2B5EF4-FFF2-40B4-BE49-F238E27FC236}">
                        <a16:creationId xmlns:a16="http://schemas.microsoft.com/office/drawing/2014/main" id="{9D21163B-4901-A750-BD80-6033F0C40514}"/>
                      </a:ext>
                    </a:extLst>
                  </p:cNvPr>
                  <p:cNvSpPr/>
                  <p:nvPr/>
                </p:nvSpPr>
                <p:spPr>
                  <a:xfrm>
                    <a:off x="5719095" y="2384488"/>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7" name="Freeform: Shape 2166">
                    <a:extLst>
                      <a:ext uri="{FF2B5EF4-FFF2-40B4-BE49-F238E27FC236}">
                        <a16:creationId xmlns:a16="http://schemas.microsoft.com/office/drawing/2014/main" id="{0AD131F2-454B-761B-004C-366CE8051A33}"/>
                      </a:ext>
                    </a:extLst>
                  </p:cNvPr>
                  <p:cNvSpPr/>
                  <p:nvPr/>
                </p:nvSpPr>
                <p:spPr>
                  <a:xfrm>
                    <a:off x="5976270" y="2549270"/>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8" name="Freeform: Shape 2167">
                    <a:extLst>
                      <a:ext uri="{FF2B5EF4-FFF2-40B4-BE49-F238E27FC236}">
                        <a16:creationId xmlns:a16="http://schemas.microsoft.com/office/drawing/2014/main" id="{155D13BC-31E0-C3E9-BEDE-EE8790C38E60}"/>
                      </a:ext>
                    </a:extLst>
                  </p:cNvPr>
                  <p:cNvSpPr/>
                  <p:nvPr/>
                </p:nvSpPr>
                <p:spPr>
                  <a:xfrm>
                    <a:off x="5564219" y="2311431"/>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69" name="Freeform: Shape 2168">
                    <a:extLst>
                      <a:ext uri="{FF2B5EF4-FFF2-40B4-BE49-F238E27FC236}">
                        <a16:creationId xmlns:a16="http://schemas.microsoft.com/office/drawing/2014/main" id="{071F2F29-50E5-404E-318B-EC7F6BD9488F}"/>
                      </a:ext>
                    </a:extLst>
                  </p:cNvPr>
                  <p:cNvSpPr/>
                  <p:nvPr/>
                </p:nvSpPr>
                <p:spPr>
                  <a:xfrm>
                    <a:off x="6052375" y="2621600"/>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0" name="Freeform: Shape 2169">
                    <a:extLst>
                      <a:ext uri="{FF2B5EF4-FFF2-40B4-BE49-F238E27FC236}">
                        <a16:creationId xmlns:a16="http://schemas.microsoft.com/office/drawing/2014/main" id="{7D3B4EF6-3315-AD4E-7DFF-B41B34D5AC2C}"/>
                      </a:ext>
                    </a:extLst>
                  </p:cNvPr>
                  <p:cNvSpPr/>
                  <p:nvPr/>
                </p:nvSpPr>
                <p:spPr>
                  <a:xfrm>
                    <a:off x="6029515" y="2608360"/>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2"/>
                          <a:pt x="5810" y="822"/>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1" name="Freeform: Shape 2170">
                    <a:extLst>
                      <a:ext uri="{FF2B5EF4-FFF2-40B4-BE49-F238E27FC236}">
                        <a16:creationId xmlns:a16="http://schemas.microsoft.com/office/drawing/2014/main" id="{2BE9F214-C505-DAFD-1E52-064FCEA00CBA}"/>
                      </a:ext>
                    </a:extLst>
                  </p:cNvPr>
                  <p:cNvSpPr/>
                  <p:nvPr/>
                </p:nvSpPr>
                <p:spPr>
                  <a:xfrm>
                    <a:off x="6006655" y="2595216"/>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2" name="Freeform: Shape 2171">
                    <a:extLst>
                      <a:ext uri="{FF2B5EF4-FFF2-40B4-BE49-F238E27FC236}">
                        <a16:creationId xmlns:a16="http://schemas.microsoft.com/office/drawing/2014/main" id="{5B0FC3D4-425A-0121-126F-717CC9ED2B61}"/>
                      </a:ext>
                    </a:extLst>
                  </p:cNvPr>
                  <p:cNvSpPr/>
                  <p:nvPr/>
                </p:nvSpPr>
                <p:spPr>
                  <a:xfrm>
                    <a:off x="5983795" y="2581976"/>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3" name="Freeform: Shape 2172">
                    <a:extLst>
                      <a:ext uri="{FF2B5EF4-FFF2-40B4-BE49-F238E27FC236}">
                        <a16:creationId xmlns:a16="http://schemas.microsoft.com/office/drawing/2014/main" id="{0A706F98-D869-961C-6504-D9A250E19553}"/>
                      </a:ext>
                    </a:extLst>
                  </p:cNvPr>
                  <p:cNvSpPr/>
                  <p:nvPr/>
                </p:nvSpPr>
                <p:spPr>
                  <a:xfrm>
                    <a:off x="5740050" y="2408396"/>
                    <a:ext cx="158781" cy="105727"/>
                  </a:xfrm>
                  <a:custGeom>
                    <a:avLst/>
                    <a:gdLst>
                      <a:gd name="connsiteX0" fmla="*/ 158782 w 158781"/>
                      <a:gd name="connsiteY0" fmla="*/ 105727 h 105727"/>
                      <a:gd name="connsiteX1" fmla="*/ 0 w 158781"/>
                      <a:gd name="connsiteY1" fmla="*/ 14097 h 105727"/>
                      <a:gd name="connsiteX2" fmla="*/ 0 w 158781"/>
                      <a:gd name="connsiteY2" fmla="*/ 0 h 105727"/>
                      <a:gd name="connsiteX3" fmla="*/ 158782 w 158781"/>
                      <a:gd name="connsiteY3" fmla="*/ 91630 h 105727"/>
                      <a:gd name="connsiteX4" fmla="*/ 158782 w 158781"/>
                      <a:gd name="connsiteY4" fmla="*/ 105727 h 105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727">
                        <a:moveTo>
                          <a:pt x="158782" y="105727"/>
                        </a:moveTo>
                        <a:lnTo>
                          <a:pt x="0" y="14097"/>
                        </a:lnTo>
                        <a:lnTo>
                          <a:pt x="0" y="0"/>
                        </a:lnTo>
                        <a:lnTo>
                          <a:pt x="158782" y="91630"/>
                        </a:lnTo>
                        <a:lnTo>
                          <a:pt x="158782" y="105727"/>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74" name="Graphic 3388">
                    <a:extLst>
                      <a:ext uri="{FF2B5EF4-FFF2-40B4-BE49-F238E27FC236}">
                        <a16:creationId xmlns:a16="http://schemas.microsoft.com/office/drawing/2014/main" id="{FFCCEF9B-C17A-871F-3032-2059DCF7A113}"/>
                      </a:ext>
                    </a:extLst>
                  </p:cNvPr>
                  <p:cNvGrpSpPr/>
                  <p:nvPr/>
                </p:nvGrpSpPr>
                <p:grpSpPr>
                  <a:xfrm>
                    <a:off x="5532691" y="918305"/>
                    <a:ext cx="1146810" cy="662178"/>
                    <a:chOff x="5532691" y="918305"/>
                    <a:chExt cx="1146810" cy="662178"/>
                  </a:xfrm>
                </p:grpSpPr>
                <p:sp>
                  <p:nvSpPr>
                    <p:cNvPr id="2175" name="Freeform: Shape 2174">
                      <a:extLst>
                        <a:ext uri="{FF2B5EF4-FFF2-40B4-BE49-F238E27FC236}">
                          <a16:creationId xmlns:a16="http://schemas.microsoft.com/office/drawing/2014/main" id="{02E2FFD9-BF7D-991D-8DEC-312543EBC0D0}"/>
                        </a:ext>
                      </a:extLst>
                    </p:cNvPr>
                    <p:cNvSpPr/>
                    <p:nvPr/>
                  </p:nvSpPr>
                  <p:spPr>
                    <a:xfrm>
                      <a:off x="5532691" y="918305"/>
                      <a:ext cx="1146810" cy="662178"/>
                    </a:xfrm>
                    <a:custGeom>
                      <a:avLst/>
                      <a:gdLst>
                        <a:gd name="connsiteX0" fmla="*/ 573405 w 1146810"/>
                        <a:gd name="connsiteY0" fmla="*/ 0 h 662178"/>
                        <a:gd name="connsiteX1" fmla="*/ 0 w 1146810"/>
                        <a:gd name="connsiteY1" fmla="*/ 331089 h 662178"/>
                        <a:gd name="connsiteX2" fmla="*/ 573405 w 1146810"/>
                        <a:gd name="connsiteY2" fmla="*/ 662178 h 662178"/>
                        <a:gd name="connsiteX3" fmla="*/ 1146810 w 1146810"/>
                        <a:gd name="connsiteY3" fmla="*/ 331089 h 662178"/>
                        <a:gd name="connsiteX4" fmla="*/ 573405 w 1146810"/>
                        <a:gd name="connsiteY4" fmla="*/ 0 h 662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 h="662178">
                          <a:moveTo>
                            <a:pt x="573405" y="0"/>
                          </a:moveTo>
                          <a:lnTo>
                            <a:pt x="0" y="331089"/>
                          </a:lnTo>
                          <a:lnTo>
                            <a:pt x="573405" y="662178"/>
                          </a:lnTo>
                          <a:lnTo>
                            <a:pt x="1146810" y="331089"/>
                          </a:lnTo>
                          <a:lnTo>
                            <a:pt x="573405"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6" name="Freeform: Shape 2175">
                      <a:extLst>
                        <a:ext uri="{FF2B5EF4-FFF2-40B4-BE49-F238E27FC236}">
                          <a16:creationId xmlns:a16="http://schemas.microsoft.com/office/drawing/2014/main" id="{1D682546-C4BA-8B70-B720-B3ED5E10B286}"/>
                        </a:ext>
                      </a:extLst>
                    </p:cNvPr>
                    <p:cNvSpPr/>
                    <p:nvPr/>
                  </p:nvSpPr>
                  <p:spPr>
                    <a:xfrm>
                      <a:off x="5763958" y="1189577"/>
                      <a:ext cx="445769" cy="257365"/>
                    </a:xfrm>
                    <a:custGeom>
                      <a:avLst/>
                      <a:gdLst>
                        <a:gd name="connsiteX0" fmla="*/ 445770 w 445769"/>
                        <a:gd name="connsiteY0" fmla="*/ 119634 h 257365"/>
                        <a:gd name="connsiteX1" fmla="*/ 207264 w 445769"/>
                        <a:gd name="connsiteY1" fmla="*/ 257366 h 257365"/>
                        <a:gd name="connsiteX2" fmla="*/ 0 w 445769"/>
                        <a:gd name="connsiteY2" fmla="*/ 137636 h 257365"/>
                        <a:gd name="connsiteX3" fmla="*/ 238506 w 445769"/>
                        <a:gd name="connsiteY3" fmla="*/ 0 h 257365"/>
                        <a:gd name="connsiteX4" fmla="*/ 445770 w 445769"/>
                        <a:gd name="connsiteY4" fmla="*/ 119634 h 25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9" h="257365">
                          <a:moveTo>
                            <a:pt x="445770" y="119634"/>
                          </a:moveTo>
                          <a:lnTo>
                            <a:pt x="207264" y="257366"/>
                          </a:lnTo>
                          <a:lnTo>
                            <a:pt x="0" y="137636"/>
                          </a:lnTo>
                          <a:lnTo>
                            <a:pt x="238506" y="0"/>
                          </a:lnTo>
                          <a:lnTo>
                            <a:pt x="445770" y="119634"/>
                          </a:lnTo>
                          <a:close/>
                        </a:path>
                      </a:pathLst>
                    </a:custGeom>
                    <a:solidFill>
                      <a:srgbClr val="D7D7D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77" name="Freeform: Shape 2176">
                      <a:extLst>
                        <a:ext uri="{FF2B5EF4-FFF2-40B4-BE49-F238E27FC236}">
                          <a16:creationId xmlns:a16="http://schemas.microsoft.com/office/drawing/2014/main" id="{C3B8655B-6D98-FD4E-3E82-7E8F18D10BCB}"/>
                        </a:ext>
                      </a:extLst>
                    </p:cNvPr>
                    <p:cNvSpPr/>
                    <p:nvPr/>
                  </p:nvSpPr>
                  <p:spPr>
                    <a:xfrm>
                      <a:off x="5781865" y="1199864"/>
                      <a:ext cx="410051" cy="236791"/>
                    </a:xfrm>
                    <a:custGeom>
                      <a:avLst/>
                      <a:gdLst>
                        <a:gd name="connsiteX0" fmla="*/ 189357 w 410051"/>
                        <a:gd name="connsiteY0" fmla="*/ 236792 h 236791"/>
                        <a:gd name="connsiteX1" fmla="*/ 0 w 410051"/>
                        <a:gd name="connsiteY1" fmla="*/ 127349 h 236791"/>
                        <a:gd name="connsiteX2" fmla="*/ 220599 w 410051"/>
                        <a:gd name="connsiteY2" fmla="*/ 0 h 236791"/>
                        <a:gd name="connsiteX3" fmla="*/ 410051 w 410051"/>
                        <a:gd name="connsiteY3" fmla="*/ 109347 h 236791"/>
                        <a:gd name="connsiteX4" fmla="*/ 189357 w 410051"/>
                        <a:gd name="connsiteY4" fmla="*/ 236792 h 236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051" h="236791">
                          <a:moveTo>
                            <a:pt x="189357" y="236792"/>
                          </a:moveTo>
                          <a:lnTo>
                            <a:pt x="0" y="127349"/>
                          </a:lnTo>
                          <a:lnTo>
                            <a:pt x="220599" y="0"/>
                          </a:lnTo>
                          <a:lnTo>
                            <a:pt x="410051" y="109347"/>
                          </a:lnTo>
                          <a:lnTo>
                            <a:pt x="189357" y="236792"/>
                          </a:lnTo>
                          <a:close/>
                        </a:path>
                      </a:pathLst>
                    </a:custGeom>
                    <a:solidFill>
                      <a:srgbClr val="56565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78" name="Graphic 3388">
                      <a:extLst>
                        <a:ext uri="{FF2B5EF4-FFF2-40B4-BE49-F238E27FC236}">
                          <a16:creationId xmlns:a16="http://schemas.microsoft.com/office/drawing/2014/main" id="{95197E8D-FAF7-04EC-A4E6-4D7B42D55D90}"/>
                        </a:ext>
                      </a:extLst>
                    </p:cNvPr>
                    <p:cNvGrpSpPr/>
                    <p:nvPr/>
                  </p:nvGrpSpPr>
                  <p:grpSpPr>
                    <a:xfrm>
                      <a:off x="6097619" y="990885"/>
                      <a:ext cx="456151" cy="263366"/>
                      <a:chOff x="6097619" y="990885"/>
                      <a:chExt cx="456151" cy="263366"/>
                    </a:xfrm>
                    <a:solidFill>
                      <a:srgbClr val="0D0D0D"/>
                    </a:solidFill>
                  </p:grpSpPr>
                  <p:sp>
                    <p:nvSpPr>
                      <p:cNvPr id="2179" name="Freeform: Shape 2178">
                        <a:extLst>
                          <a:ext uri="{FF2B5EF4-FFF2-40B4-BE49-F238E27FC236}">
                            <a16:creationId xmlns:a16="http://schemas.microsoft.com/office/drawing/2014/main" id="{1E28BC8B-C8E3-3E6A-C10B-A4DD2BC8CF3C}"/>
                          </a:ext>
                        </a:extLst>
                      </p:cNvPr>
                      <p:cNvSpPr/>
                      <p:nvPr/>
                    </p:nvSpPr>
                    <p:spPr>
                      <a:xfrm>
                        <a:off x="6147625" y="990885"/>
                        <a:ext cx="406145" cy="234505"/>
                      </a:xfrm>
                      <a:custGeom>
                        <a:avLst/>
                        <a:gdLst>
                          <a:gd name="connsiteX0" fmla="*/ 398050 w 406145"/>
                          <a:gd name="connsiteY0" fmla="*/ 234506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6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6"/>
                            </a:moveTo>
                            <a:lnTo>
                              <a:pt x="406146" y="229838"/>
                            </a:lnTo>
                            <a:lnTo>
                              <a:pt x="8191" y="0"/>
                            </a:lnTo>
                            <a:lnTo>
                              <a:pt x="0" y="4763"/>
                            </a:lnTo>
                            <a:lnTo>
                              <a:pt x="398050" y="23450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0" name="Freeform: Shape 2179">
                        <a:extLst>
                          <a:ext uri="{FF2B5EF4-FFF2-40B4-BE49-F238E27FC236}">
                            <a16:creationId xmlns:a16="http://schemas.microsoft.com/office/drawing/2014/main" id="{642775D0-72B9-AB1E-0313-E812886797E8}"/>
                          </a:ext>
                        </a:extLst>
                      </p:cNvPr>
                      <p:cNvSpPr/>
                      <p:nvPr/>
                    </p:nvSpPr>
                    <p:spPr>
                      <a:xfrm>
                        <a:off x="6130956" y="1000506"/>
                        <a:ext cx="406145" cy="234505"/>
                      </a:xfrm>
                      <a:custGeom>
                        <a:avLst/>
                        <a:gdLst>
                          <a:gd name="connsiteX0" fmla="*/ 398050 w 406145"/>
                          <a:gd name="connsiteY0" fmla="*/ 234506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6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6"/>
                            </a:moveTo>
                            <a:lnTo>
                              <a:pt x="406146" y="229838"/>
                            </a:lnTo>
                            <a:lnTo>
                              <a:pt x="8191" y="0"/>
                            </a:lnTo>
                            <a:lnTo>
                              <a:pt x="0" y="4763"/>
                            </a:lnTo>
                            <a:lnTo>
                              <a:pt x="398050" y="23450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1" name="Freeform: Shape 2180">
                        <a:extLst>
                          <a:ext uri="{FF2B5EF4-FFF2-40B4-BE49-F238E27FC236}">
                            <a16:creationId xmlns:a16="http://schemas.microsoft.com/office/drawing/2014/main" id="{B5531978-F6C0-8B03-0177-B3C912105E19}"/>
                          </a:ext>
                        </a:extLst>
                      </p:cNvPr>
                      <p:cNvSpPr/>
                      <p:nvPr/>
                    </p:nvSpPr>
                    <p:spPr>
                      <a:xfrm>
                        <a:off x="6114288" y="1010126"/>
                        <a:ext cx="406145" cy="234505"/>
                      </a:xfrm>
                      <a:custGeom>
                        <a:avLst/>
                        <a:gdLst>
                          <a:gd name="connsiteX0" fmla="*/ 398050 w 406145"/>
                          <a:gd name="connsiteY0" fmla="*/ 234505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5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5"/>
                            </a:moveTo>
                            <a:lnTo>
                              <a:pt x="406146" y="229838"/>
                            </a:lnTo>
                            <a:lnTo>
                              <a:pt x="8191" y="0"/>
                            </a:lnTo>
                            <a:lnTo>
                              <a:pt x="0" y="4763"/>
                            </a:lnTo>
                            <a:lnTo>
                              <a:pt x="398050" y="234505"/>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82" name="Freeform: Shape 2181">
                        <a:extLst>
                          <a:ext uri="{FF2B5EF4-FFF2-40B4-BE49-F238E27FC236}">
                            <a16:creationId xmlns:a16="http://schemas.microsoft.com/office/drawing/2014/main" id="{889352C9-1023-61AC-CF49-C6EEBCDF071C}"/>
                          </a:ext>
                        </a:extLst>
                      </p:cNvPr>
                      <p:cNvSpPr/>
                      <p:nvPr/>
                    </p:nvSpPr>
                    <p:spPr>
                      <a:xfrm>
                        <a:off x="6097619" y="1019746"/>
                        <a:ext cx="406145" cy="234505"/>
                      </a:xfrm>
                      <a:custGeom>
                        <a:avLst/>
                        <a:gdLst>
                          <a:gd name="connsiteX0" fmla="*/ 398050 w 406145"/>
                          <a:gd name="connsiteY0" fmla="*/ 234505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5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5"/>
                            </a:moveTo>
                            <a:lnTo>
                              <a:pt x="406146" y="229838"/>
                            </a:lnTo>
                            <a:lnTo>
                              <a:pt x="8191" y="0"/>
                            </a:lnTo>
                            <a:lnTo>
                              <a:pt x="0" y="4763"/>
                            </a:lnTo>
                            <a:lnTo>
                              <a:pt x="398050" y="234505"/>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2116" name="Freeform: Shape 2115">
                  <a:extLst>
                    <a:ext uri="{FF2B5EF4-FFF2-40B4-BE49-F238E27FC236}">
                      <a16:creationId xmlns:a16="http://schemas.microsoft.com/office/drawing/2014/main" id="{1CEC8D3D-36BA-80B3-6740-09280B5B9050}"/>
                    </a:ext>
                  </a:extLst>
                </p:cNvPr>
                <p:cNvSpPr/>
                <p:nvPr/>
              </p:nvSpPr>
              <p:spPr>
                <a:xfrm>
                  <a:off x="6106096" y="2612802"/>
                  <a:ext cx="912590" cy="525113"/>
                </a:xfrm>
                <a:custGeom>
                  <a:avLst/>
                  <a:gdLst>
                    <a:gd name="connsiteX0" fmla="*/ 0 w 912590"/>
                    <a:gd name="connsiteY0" fmla="*/ 525113 h 525113"/>
                    <a:gd name="connsiteX1" fmla="*/ 342138 w 912590"/>
                    <a:gd name="connsiteY1" fmla="*/ 525113 h 525113"/>
                    <a:gd name="connsiteX2" fmla="*/ 912590 w 912590"/>
                    <a:gd name="connsiteY2" fmla="*/ 195834 h 525113"/>
                    <a:gd name="connsiteX3" fmla="*/ 573405 w 912590"/>
                    <a:gd name="connsiteY3" fmla="*/ 0 h 525113"/>
                    <a:gd name="connsiteX4" fmla="*/ 573405 w 912590"/>
                    <a:gd name="connsiteY4" fmla="*/ 194120 h 525113"/>
                    <a:gd name="connsiteX5" fmla="*/ 0 w 912590"/>
                    <a:gd name="connsiteY5" fmla="*/ 525113 h 52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590" h="525113">
                      <a:moveTo>
                        <a:pt x="0" y="525113"/>
                      </a:moveTo>
                      <a:lnTo>
                        <a:pt x="342138" y="525113"/>
                      </a:lnTo>
                      <a:lnTo>
                        <a:pt x="912590" y="195834"/>
                      </a:lnTo>
                      <a:lnTo>
                        <a:pt x="573405" y="0"/>
                      </a:lnTo>
                      <a:lnTo>
                        <a:pt x="573405" y="194120"/>
                      </a:lnTo>
                      <a:lnTo>
                        <a:pt x="0" y="52511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821" name="Graphic 3388">
                <a:extLst>
                  <a:ext uri="{FF2B5EF4-FFF2-40B4-BE49-F238E27FC236}">
                    <a16:creationId xmlns:a16="http://schemas.microsoft.com/office/drawing/2014/main" id="{5D0DE3C2-2A4B-B76C-1A87-C85A4FFFBEA6}"/>
                  </a:ext>
                </a:extLst>
              </p:cNvPr>
              <p:cNvGrpSpPr/>
              <p:nvPr/>
            </p:nvGrpSpPr>
            <p:grpSpPr>
              <a:xfrm>
                <a:off x="5938666" y="1408188"/>
                <a:ext cx="1471136" cy="2156841"/>
                <a:chOff x="4461414" y="3146583"/>
                <a:chExt cx="1471136" cy="2156841"/>
              </a:xfrm>
            </p:grpSpPr>
            <p:sp>
              <p:nvSpPr>
                <p:cNvPr id="1972" name="Freeform: Shape 1971">
                  <a:extLst>
                    <a:ext uri="{FF2B5EF4-FFF2-40B4-BE49-F238E27FC236}">
                      <a16:creationId xmlns:a16="http://schemas.microsoft.com/office/drawing/2014/main" id="{75720C65-E12A-25BC-B003-1D7944F27BDB}"/>
                    </a:ext>
                  </a:extLst>
                </p:cNvPr>
                <p:cNvSpPr/>
                <p:nvPr/>
              </p:nvSpPr>
              <p:spPr>
                <a:xfrm>
                  <a:off x="5036058" y="4801361"/>
                  <a:ext cx="896492" cy="502062"/>
                </a:xfrm>
                <a:custGeom>
                  <a:avLst/>
                  <a:gdLst>
                    <a:gd name="connsiteX0" fmla="*/ 0 w 896492"/>
                    <a:gd name="connsiteY0" fmla="*/ 502063 h 502062"/>
                    <a:gd name="connsiteX1" fmla="*/ 354521 w 896492"/>
                    <a:gd name="connsiteY1" fmla="*/ 502063 h 502062"/>
                    <a:gd name="connsiteX2" fmla="*/ 896493 w 896492"/>
                    <a:gd name="connsiteY2" fmla="*/ 169926 h 502062"/>
                    <a:gd name="connsiteX3" fmla="*/ 574548 w 896492"/>
                    <a:gd name="connsiteY3" fmla="*/ 0 h 502062"/>
                    <a:gd name="connsiteX4" fmla="*/ 574548 w 896492"/>
                    <a:gd name="connsiteY4" fmla="*/ 170402 h 502062"/>
                    <a:gd name="connsiteX5" fmla="*/ 0 w 896492"/>
                    <a:gd name="connsiteY5" fmla="*/ 502063 h 50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492" h="502062">
                      <a:moveTo>
                        <a:pt x="0" y="502063"/>
                      </a:moveTo>
                      <a:lnTo>
                        <a:pt x="354521" y="502063"/>
                      </a:lnTo>
                      <a:lnTo>
                        <a:pt x="896493" y="169926"/>
                      </a:lnTo>
                      <a:lnTo>
                        <a:pt x="574548" y="0"/>
                      </a:lnTo>
                      <a:lnTo>
                        <a:pt x="574548" y="170402"/>
                      </a:lnTo>
                      <a:lnTo>
                        <a:pt x="0" y="50206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73" name="Graphic 3388">
                  <a:extLst>
                    <a:ext uri="{FF2B5EF4-FFF2-40B4-BE49-F238E27FC236}">
                      <a16:creationId xmlns:a16="http://schemas.microsoft.com/office/drawing/2014/main" id="{63DE33B2-8D77-4AF3-3154-097BB9AB429F}"/>
                    </a:ext>
                  </a:extLst>
                </p:cNvPr>
                <p:cNvGrpSpPr/>
                <p:nvPr/>
              </p:nvGrpSpPr>
              <p:grpSpPr>
                <a:xfrm>
                  <a:off x="4461414" y="3146583"/>
                  <a:ext cx="1149191" cy="2156841"/>
                  <a:chOff x="4461414" y="3146583"/>
                  <a:chExt cx="1149191" cy="2156841"/>
                </a:xfrm>
              </p:grpSpPr>
              <p:sp>
                <p:nvSpPr>
                  <p:cNvPr id="1974" name="Freeform: Shape 1973">
                    <a:extLst>
                      <a:ext uri="{FF2B5EF4-FFF2-40B4-BE49-F238E27FC236}">
                        <a16:creationId xmlns:a16="http://schemas.microsoft.com/office/drawing/2014/main" id="{3B3818FA-E3F1-9BF6-60C4-F8D1CB52C7A0}"/>
                      </a:ext>
                    </a:extLst>
                  </p:cNvPr>
                  <p:cNvSpPr/>
                  <p:nvPr/>
                </p:nvSpPr>
                <p:spPr>
                  <a:xfrm>
                    <a:off x="5036058" y="3478244"/>
                    <a:ext cx="574547" cy="1825180"/>
                  </a:xfrm>
                  <a:custGeom>
                    <a:avLst/>
                    <a:gdLst>
                      <a:gd name="connsiteX0" fmla="*/ 574548 w 574547"/>
                      <a:gd name="connsiteY0" fmla="*/ 1493520 h 1825180"/>
                      <a:gd name="connsiteX1" fmla="*/ 0 w 574547"/>
                      <a:gd name="connsiteY1" fmla="*/ 1825181 h 1825180"/>
                      <a:gd name="connsiteX2" fmla="*/ 0 w 574547"/>
                      <a:gd name="connsiteY2" fmla="*/ 331756 h 1825180"/>
                      <a:gd name="connsiteX3" fmla="*/ 574548 w 574547"/>
                      <a:gd name="connsiteY3" fmla="*/ 0 h 1825180"/>
                      <a:gd name="connsiteX4" fmla="*/ 574548 w 574547"/>
                      <a:gd name="connsiteY4" fmla="*/ 1493520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7" h="1825180">
                        <a:moveTo>
                          <a:pt x="574548" y="1493520"/>
                        </a:moveTo>
                        <a:lnTo>
                          <a:pt x="0" y="1825181"/>
                        </a:lnTo>
                        <a:lnTo>
                          <a:pt x="0" y="331756"/>
                        </a:lnTo>
                        <a:lnTo>
                          <a:pt x="574548" y="0"/>
                        </a:lnTo>
                        <a:lnTo>
                          <a:pt x="574548" y="1493520"/>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75" name="Freeform: Shape 1974">
                    <a:extLst>
                      <a:ext uri="{FF2B5EF4-FFF2-40B4-BE49-F238E27FC236}">
                        <a16:creationId xmlns:a16="http://schemas.microsoft.com/office/drawing/2014/main" id="{3E10F49E-2C69-066E-7EDE-15B21458BF9E}"/>
                      </a:ext>
                    </a:extLst>
                  </p:cNvPr>
                  <p:cNvSpPr/>
                  <p:nvPr/>
                </p:nvSpPr>
                <p:spPr>
                  <a:xfrm>
                    <a:off x="5069014" y="3535394"/>
                    <a:ext cx="508635" cy="1710880"/>
                  </a:xfrm>
                  <a:custGeom>
                    <a:avLst/>
                    <a:gdLst>
                      <a:gd name="connsiteX0" fmla="*/ 0 w 508635"/>
                      <a:gd name="connsiteY0" fmla="*/ 1710881 h 1710880"/>
                      <a:gd name="connsiteX1" fmla="*/ 0 w 508635"/>
                      <a:gd name="connsiteY1" fmla="*/ 293656 h 1710880"/>
                      <a:gd name="connsiteX2" fmla="*/ 508635 w 508635"/>
                      <a:gd name="connsiteY2" fmla="*/ 0 h 1710880"/>
                      <a:gd name="connsiteX3" fmla="*/ 508635 w 508635"/>
                      <a:gd name="connsiteY3" fmla="*/ 1417320 h 1710880"/>
                      <a:gd name="connsiteX4" fmla="*/ 0 w 508635"/>
                      <a:gd name="connsiteY4" fmla="*/ 1710881 h 17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5" h="1710880">
                        <a:moveTo>
                          <a:pt x="0" y="1710881"/>
                        </a:moveTo>
                        <a:lnTo>
                          <a:pt x="0" y="293656"/>
                        </a:lnTo>
                        <a:lnTo>
                          <a:pt x="508635" y="0"/>
                        </a:lnTo>
                        <a:lnTo>
                          <a:pt x="508635" y="1417320"/>
                        </a:lnTo>
                        <a:lnTo>
                          <a:pt x="0" y="1710881"/>
                        </a:lnTo>
                        <a:close/>
                      </a:path>
                    </a:pathLst>
                  </a:custGeom>
                  <a:solidFill>
                    <a:srgbClr val="262626">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76" name="Freeform: Shape 1975">
                    <a:extLst>
                      <a:ext uri="{FF2B5EF4-FFF2-40B4-BE49-F238E27FC236}">
                        <a16:creationId xmlns:a16="http://schemas.microsoft.com/office/drawing/2014/main" id="{1DF54A2A-314E-81DB-1074-BD48A15B6485}"/>
                      </a:ext>
                    </a:extLst>
                  </p:cNvPr>
                  <p:cNvSpPr/>
                  <p:nvPr/>
                </p:nvSpPr>
                <p:spPr>
                  <a:xfrm>
                    <a:off x="5085587" y="3563969"/>
                    <a:ext cx="475583" cy="1653730"/>
                  </a:xfrm>
                  <a:custGeom>
                    <a:avLst/>
                    <a:gdLst>
                      <a:gd name="connsiteX0" fmla="*/ 0 w 475583"/>
                      <a:gd name="connsiteY0" fmla="*/ 1653731 h 1653730"/>
                      <a:gd name="connsiteX1" fmla="*/ 0 w 475583"/>
                      <a:gd name="connsiteY1" fmla="*/ 274606 h 1653730"/>
                      <a:gd name="connsiteX2" fmla="*/ 475583 w 475583"/>
                      <a:gd name="connsiteY2" fmla="*/ 0 h 1653730"/>
                      <a:gd name="connsiteX3" fmla="*/ 475583 w 475583"/>
                      <a:gd name="connsiteY3" fmla="*/ 1379220 h 1653730"/>
                      <a:gd name="connsiteX4" fmla="*/ 0 w 475583"/>
                      <a:gd name="connsiteY4" fmla="*/ 1653731 h 165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83" h="1653730">
                        <a:moveTo>
                          <a:pt x="0" y="1653731"/>
                        </a:moveTo>
                        <a:lnTo>
                          <a:pt x="0" y="274606"/>
                        </a:lnTo>
                        <a:lnTo>
                          <a:pt x="475583" y="0"/>
                        </a:lnTo>
                        <a:lnTo>
                          <a:pt x="475583" y="1379220"/>
                        </a:lnTo>
                        <a:lnTo>
                          <a:pt x="0" y="1653731"/>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77" name="Freeform: Shape 1976">
                    <a:extLst>
                      <a:ext uri="{FF2B5EF4-FFF2-40B4-BE49-F238E27FC236}">
                        <a16:creationId xmlns:a16="http://schemas.microsoft.com/office/drawing/2014/main" id="{8E93002A-9A98-9449-D739-EE0C322B6F85}"/>
                      </a:ext>
                    </a:extLst>
                  </p:cNvPr>
                  <p:cNvSpPr/>
                  <p:nvPr/>
                </p:nvSpPr>
                <p:spPr>
                  <a:xfrm>
                    <a:off x="4461414" y="3146583"/>
                    <a:ext cx="1149191" cy="663416"/>
                  </a:xfrm>
                  <a:custGeom>
                    <a:avLst/>
                    <a:gdLst>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191" h="663416">
                        <a:moveTo>
                          <a:pt x="1149191" y="331661"/>
                        </a:moveTo>
                        <a:lnTo>
                          <a:pt x="574643" y="663416"/>
                        </a:lnTo>
                        <a:lnTo>
                          <a:pt x="0" y="331661"/>
                        </a:lnTo>
                        <a:lnTo>
                          <a:pt x="574643" y="0"/>
                        </a:lnTo>
                        <a:lnTo>
                          <a:pt x="1149191" y="331661"/>
                        </a:lnTo>
                        <a:close/>
                      </a:path>
                    </a:pathLst>
                  </a:custGeom>
                  <a:solidFill>
                    <a:srgbClr val="3C3C3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78" name="Graphic 3388">
                    <a:extLst>
                      <a:ext uri="{FF2B5EF4-FFF2-40B4-BE49-F238E27FC236}">
                        <a16:creationId xmlns:a16="http://schemas.microsoft.com/office/drawing/2014/main" id="{8096900B-7429-3783-BB5B-38E2C5B893CB}"/>
                      </a:ext>
                    </a:extLst>
                  </p:cNvPr>
                  <p:cNvGrpSpPr/>
                  <p:nvPr/>
                </p:nvGrpSpPr>
                <p:grpSpPr>
                  <a:xfrm>
                    <a:off x="4768691" y="3323367"/>
                    <a:ext cx="533113" cy="307753"/>
                    <a:chOff x="4768691" y="3323367"/>
                    <a:chExt cx="533113" cy="307753"/>
                  </a:xfrm>
                </p:grpSpPr>
                <p:sp>
                  <p:nvSpPr>
                    <p:cNvPr id="2098" name="Freeform: Shape 2097">
                      <a:extLst>
                        <a:ext uri="{FF2B5EF4-FFF2-40B4-BE49-F238E27FC236}">
                          <a16:creationId xmlns:a16="http://schemas.microsoft.com/office/drawing/2014/main" id="{A9EF76C1-AC11-F5A0-3E98-946600D9829F}"/>
                        </a:ext>
                      </a:extLst>
                    </p:cNvPr>
                    <p:cNvSpPr/>
                    <p:nvPr/>
                  </p:nvSpPr>
                  <p:spPr>
                    <a:xfrm>
                      <a:off x="4820411" y="3353895"/>
                      <a:ext cx="431292" cy="248888"/>
                    </a:xfrm>
                    <a:custGeom>
                      <a:avLst/>
                      <a:gdLst>
                        <a:gd name="connsiteX0" fmla="*/ 368141 w 431292"/>
                        <a:gd name="connsiteY0" fmla="*/ 212455 h 248888"/>
                        <a:gd name="connsiteX1" fmla="*/ 63151 w 431292"/>
                        <a:gd name="connsiteY1" fmla="*/ 212455 h 248888"/>
                        <a:gd name="connsiteX2" fmla="*/ 63151 w 431292"/>
                        <a:gd name="connsiteY2" fmla="*/ 36433 h 248888"/>
                        <a:gd name="connsiteX3" fmla="*/ 368141 w 431292"/>
                        <a:gd name="connsiteY3" fmla="*/ 36433 h 248888"/>
                        <a:gd name="connsiteX4" fmla="*/ 368141 w 431292"/>
                        <a:gd name="connsiteY4" fmla="*/ 212455 h 24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292" h="248888">
                          <a:moveTo>
                            <a:pt x="368141" y="212455"/>
                          </a:moveTo>
                          <a:cubicBezTo>
                            <a:pt x="283940" y="261033"/>
                            <a:pt x="147447" y="261033"/>
                            <a:pt x="63151" y="212455"/>
                          </a:cubicBezTo>
                          <a:cubicBezTo>
                            <a:pt x="-21050" y="163878"/>
                            <a:pt x="-21050" y="85011"/>
                            <a:pt x="63151" y="36433"/>
                          </a:cubicBezTo>
                          <a:cubicBezTo>
                            <a:pt x="147352" y="-12144"/>
                            <a:pt x="283845" y="-12144"/>
                            <a:pt x="368141" y="36433"/>
                          </a:cubicBezTo>
                          <a:cubicBezTo>
                            <a:pt x="452342" y="85011"/>
                            <a:pt x="452342" y="163878"/>
                            <a:pt x="368141" y="212455"/>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099" name="Graphic 3388">
                      <a:extLst>
                        <a:ext uri="{FF2B5EF4-FFF2-40B4-BE49-F238E27FC236}">
                          <a16:creationId xmlns:a16="http://schemas.microsoft.com/office/drawing/2014/main" id="{9EA646FF-2A5D-C0F8-8250-A6CD25F0DC74}"/>
                        </a:ext>
                      </a:extLst>
                    </p:cNvPr>
                    <p:cNvGrpSpPr/>
                    <p:nvPr/>
                  </p:nvGrpSpPr>
                  <p:grpSpPr>
                    <a:xfrm>
                      <a:off x="4768691" y="3323367"/>
                      <a:ext cx="533113" cy="307753"/>
                      <a:chOff x="4768691" y="3323367"/>
                      <a:chExt cx="533113" cy="307753"/>
                    </a:xfrm>
                  </p:grpSpPr>
                  <p:sp>
                    <p:nvSpPr>
                      <p:cNvPr id="2100" name="Freeform: Shape 2099">
                        <a:extLst>
                          <a:ext uri="{FF2B5EF4-FFF2-40B4-BE49-F238E27FC236}">
                            <a16:creationId xmlns:a16="http://schemas.microsoft.com/office/drawing/2014/main" id="{1889E84E-08F3-C0B5-9B78-05DA58B2908A}"/>
                          </a:ext>
                        </a:extLst>
                      </p:cNvPr>
                      <p:cNvSpPr/>
                      <p:nvPr/>
                    </p:nvSpPr>
                    <p:spPr>
                      <a:xfrm>
                        <a:off x="4847748" y="3369516"/>
                        <a:ext cx="376713" cy="217550"/>
                      </a:xfrm>
                      <a:custGeom>
                        <a:avLst/>
                        <a:gdLst>
                          <a:gd name="connsiteX0" fmla="*/ 321564 w 376713"/>
                          <a:gd name="connsiteY0" fmla="*/ 185690 h 217550"/>
                          <a:gd name="connsiteX1" fmla="*/ 55150 w 376713"/>
                          <a:gd name="connsiteY1" fmla="*/ 185690 h 217550"/>
                          <a:gd name="connsiteX2" fmla="*/ 55150 w 376713"/>
                          <a:gd name="connsiteY2" fmla="*/ 31861 h 217550"/>
                          <a:gd name="connsiteX3" fmla="*/ 321564 w 376713"/>
                          <a:gd name="connsiteY3" fmla="*/ 31861 h 217550"/>
                          <a:gd name="connsiteX4" fmla="*/ 321564 w 376713"/>
                          <a:gd name="connsiteY4" fmla="*/ 185690 h 2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713" h="217550">
                            <a:moveTo>
                              <a:pt x="321564" y="185690"/>
                            </a:moveTo>
                            <a:cubicBezTo>
                              <a:pt x="248031" y="228171"/>
                              <a:pt x="128683" y="228171"/>
                              <a:pt x="55150" y="185690"/>
                            </a:cubicBezTo>
                            <a:cubicBezTo>
                              <a:pt x="-18383" y="143208"/>
                              <a:pt x="-18383" y="74342"/>
                              <a:pt x="55150" y="31861"/>
                            </a:cubicBezTo>
                            <a:cubicBezTo>
                              <a:pt x="128683" y="-10620"/>
                              <a:pt x="248031" y="-10620"/>
                              <a:pt x="321564" y="31861"/>
                            </a:cubicBezTo>
                            <a:cubicBezTo>
                              <a:pt x="395097" y="74342"/>
                              <a:pt x="395097" y="143208"/>
                              <a:pt x="321564" y="185690"/>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101" name="Graphic 3388">
                        <a:extLst>
                          <a:ext uri="{FF2B5EF4-FFF2-40B4-BE49-F238E27FC236}">
                            <a16:creationId xmlns:a16="http://schemas.microsoft.com/office/drawing/2014/main" id="{EC0804D8-B874-1D8E-1DCA-51D6A2EDF205}"/>
                          </a:ext>
                        </a:extLst>
                      </p:cNvPr>
                      <p:cNvGrpSpPr/>
                      <p:nvPr/>
                    </p:nvGrpSpPr>
                    <p:grpSpPr>
                      <a:xfrm>
                        <a:off x="4768691" y="3323367"/>
                        <a:ext cx="533113" cy="307753"/>
                        <a:chOff x="4768691" y="3323367"/>
                        <a:chExt cx="533113" cy="307753"/>
                      </a:xfrm>
                      <a:solidFill>
                        <a:srgbClr val="3B3B3B"/>
                      </a:solidFill>
                    </p:grpSpPr>
                    <p:sp>
                      <p:nvSpPr>
                        <p:cNvPr id="2102" name="Freeform: Shape 2101">
                          <a:extLst>
                            <a:ext uri="{FF2B5EF4-FFF2-40B4-BE49-F238E27FC236}">
                              <a16:creationId xmlns:a16="http://schemas.microsoft.com/office/drawing/2014/main" id="{A8AD87F7-76BE-15E2-6B76-9EBF6FF92FC2}"/>
                            </a:ext>
                          </a:extLst>
                        </p:cNvPr>
                        <p:cNvSpPr/>
                        <p:nvPr/>
                      </p:nvSpPr>
                      <p:spPr>
                        <a:xfrm>
                          <a:off x="5013769" y="332336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3" name="Freeform: Shape 2102">
                          <a:extLst>
                            <a:ext uri="{FF2B5EF4-FFF2-40B4-BE49-F238E27FC236}">
                              <a16:creationId xmlns:a16="http://schemas.microsoft.com/office/drawing/2014/main" id="{D0C203CD-D5B5-3799-2CFC-DD8EDCC38E90}"/>
                            </a:ext>
                          </a:extLst>
                        </p:cNvPr>
                        <p:cNvSpPr/>
                        <p:nvPr/>
                      </p:nvSpPr>
                      <p:spPr>
                        <a:xfrm>
                          <a:off x="4993386" y="3335178"/>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4" name="Freeform: Shape 2103">
                          <a:extLst>
                            <a:ext uri="{FF2B5EF4-FFF2-40B4-BE49-F238E27FC236}">
                              <a16:creationId xmlns:a16="http://schemas.microsoft.com/office/drawing/2014/main" id="{38202FA7-E4A8-C9BA-F97E-F9BA2E942C93}"/>
                            </a:ext>
                          </a:extLst>
                        </p:cNvPr>
                        <p:cNvSpPr/>
                        <p:nvPr/>
                      </p:nvSpPr>
                      <p:spPr>
                        <a:xfrm>
                          <a:off x="4972907" y="334689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5" name="Freeform: Shape 2104">
                          <a:extLst>
                            <a:ext uri="{FF2B5EF4-FFF2-40B4-BE49-F238E27FC236}">
                              <a16:creationId xmlns:a16="http://schemas.microsoft.com/office/drawing/2014/main" id="{EFCBAD67-1215-668E-A6B2-AA1137F71BF7}"/>
                            </a:ext>
                          </a:extLst>
                        </p:cNvPr>
                        <p:cNvSpPr/>
                        <p:nvPr/>
                      </p:nvSpPr>
                      <p:spPr>
                        <a:xfrm>
                          <a:off x="4952523" y="3358705"/>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9068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6" name="Freeform: Shape 2105">
                          <a:extLst>
                            <a:ext uri="{FF2B5EF4-FFF2-40B4-BE49-F238E27FC236}">
                              <a16:creationId xmlns:a16="http://schemas.microsoft.com/office/drawing/2014/main" id="{F3654537-7F45-B775-B84F-7BC03353FB5E}"/>
                            </a:ext>
                          </a:extLst>
                        </p:cNvPr>
                        <p:cNvSpPr/>
                        <p:nvPr/>
                      </p:nvSpPr>
                      <p:spPr>
                        <a:xfrm>
                          <a:off x="4932045" y="3370516"/>
                          <a:ext cx="288035" cy="166306"/>
                        </a:xfrm>
                        <a:custGeom>
                          <a:avLst/>
                          <a:gdLst>
                            <a:gd name="connsiteX0" fmla="*/ 275463 w 288035"/>
                            <a:gd name="connsiteY0" fmla="*/ 166307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7"/>
                              </a:moveTo>
                              <a:lnTo>
                                <a:pt x="0" y="7239"/>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7" name="Freeform: Shape 2106">
                          <a:extLst>
                            <a:ext uri="{FF2B5EF4-FFF2-40B4-BE49-F238E27FC236}">
                              <a16:creationId xmlns:a16="http://schemas.microsoft.com/office/drawing/2014/main" id="{FEA5BF53-F43E-7AE1-F32C-CB53A1B9F7CF}"/>
                            </a:ext>
                          </a:extLst>
                        </p:cNvPr>
                        <p:cNvSpPr/>
                        <p:nvPr/>
                      </p:nvSpPr>
                      <p:spPr>
                        <a:xfrm>
                          <a:off x="4911661" y="338232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8" name="Freeform: Shape 2107">
                          <a:extLst>
                            <a:ext uri="{FF2B5EF4-FFF2-40B4-BE49-F238E27FC236}">
                              <a16:creationId xmlns:a16="http://schemas.microsoft.com/office/drawing/2014/main" id="{6B7C418C-5434-F7A0-C42F-5124613C4F82}"/>
                            </a:ext>
                          </a:extLst>
                        </p:cNvPr>
                        <p:cNvSpPr/>
                        <p:nvPr/>
                      </p:nvSpPr>
                      <p:spPr>
                        <a:xfrm>
                          <a:off x="4891182" y="3394138"/>
                          <a:ext cx="288131" cy="166306"/>
                        </a:xfrm>
                        <a:custGeom>
                          <a:avLst/>
                          <a:gdLst>
                            <a:gd name="connsiteX0" fmla="*/ 275463 w 288131"/>
                            <a:gd name="connsiteY0" fmla="*/ 166306 h 166306"/>
                            <a:gd name="connsiteX1" fmla="*/ 0 w 288131"/>
                            <a:gd name="connsiteY1" fmla="*/ 7239 h 166306"/>
                            <a:gd name="connsiteX2" fmla="*/ 12668 w 288131"/>
                            <a:gd name="connsiteY2" fmla="*/ 0 h 166306"/>
                            <a:gd name="connsiteX3" fmla="*/ 288131 w 288131"/>
                            <a:gd name="connsiteY3" fmla="*/ 158972 h 166306"/>
                            <a:gd name="connsiteX4" fmla="*/ 275463 w 288131"/>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6"/>
                              </a:moveTo>
                              <a:lnTo>
                                <a:pt x="0" y="7239"/>
                              </a:lnTo>
                              <a:lnTo>
                                <a:pt x="12668" y="0"/>
                              </a:lnTo>
                              <a:lnTo>
                                <a:pt x="288131"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09" name="Freeform: Shape 2108">
                          <a:extLst>
                            <a:ext uri="{FF2B5EF4-FFF2-40B4-BE49-F238E27FC236}">
                              <a16:creationId xmlns:a16="http://schemas.microsoft.com/office/drawing/2014/main" id="{0052C3ED-30B9-C0C9-24F1-F754F7E367AE}"/>
                            </a:ext>
                          </a:extLst>
                        </p:cNvPr>
                        <p:cNvSpPr/>
                        <p:nvPr/>
                      </p:nvSpPr>
                      <p:spPr>
                        <a:xfrm>
                          <a:off x="4870799" y="340585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0" name="Freeform: Shape 2109">
                          <a:extLst>
                            <a:ext uri="{FF2B5EF4-FFF2-40B4-BE49-F238E27FC236}">
                              <a16:creationId xmlns:a16="http://schemas.microsoft.com/office/drawing/2014/main" id="{F1348FEF-0B1F-0984-454D-76AF2F37CA8A}"/>
                            </a:ext>
                          </a:extLst>
                        </p:cNvPr>
                        <p:cNvSpPr/>
                        <p:nvPr/>
                      </p:nvSpPr>
                      <p:spPr>
                        <a:xfrm>
                          <a:off x="4850320" y="3417665"/>
                          <a:ext cx="288131" cy="166306"/>
                        </a:xfrm>
                        <a:custGeom>
                          <a:avLst/>
                          <a:gdLst>
                            <a:gd name="connsiteX0" fmla="*/ 275463 w 288131"/>
                            <a:gd name="connsiteY0" fmla="*/ 166306 h 166306"/>
                            <a:gd name="connsiteX1" fmla="*/ 0 w 288131"/>
                            <a:gd name="connsiteY1" fmla="*/ 7239 h 166306"/>
                            <a:gd name="connsiteX2" fmla="*/ 12668 w 288131"/>
                            <a:gd name="connsiteY2" fmla="*/ 0 h 166306"/>
                            <a:gd name="connsiteX3" fmla="*/ 288131 w 288131"/>
                            <a:gd name="connsiteY3" fmla="*/ 159068 h 166306"/>
                            <a:gd name="connsiteX4" fmla="*/ 275463 w 288131"/>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6"/>
                              </a:moveTo>
                              <a:lnTo>
                                <a:pt x="0" y="7239"/>
                              </a:lnTo>
                              <a:lnTo>
                                <a:pt x="12668" y="0"/>
                              </a:lnTo>
                              <a:lnTo>
                                <a:pt x="288131"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1" name="Freeform: Shape 2110">
                          <a:extLst>
                            <a:ext uri="{FF2B5EF4-FFF2-40B4-BE49-F238E27FC236}">
                              <a16:creationId xmlns:a16="http://schemas.microsoft.com/office/drawing/2014/main" id="{2E3E52ED-F377-C188-1052-FCE951D09DBF}"/>
                            </a:ext>
                          </a:extLst>
                        </p:cNvPr>
                        <p:cNvSpPr/>
                        <p:nvPr/>
                      </p:nvSpPr>
                      <p:spPr>
                        <a:xfrm>
                          <a:off x="4829937" y="3429476"/>
                          <a:ext cx="288036" cy="166306"/>
                        </a:xfrm>
                        <a:custGeom>
                          <a:avLst/>
                          <a:gdLst>
                            <a:gd name="connsiteX0" fmla="*/ 275463 w 288036"/>
                            <a:gd name="connsiteY0" fmla="*/ 166307 h 166306"/>
                            <a:gd name="connsiteX1" fmla="*/ 0 w 288036"/>
                            <a:gd name="connsiteY1" fmla="*/ 7239 h 166306"/>
                            <a:gd name="connsiteX2" fmla="*/ 12573 w 288036"/>
                            <a:gd name="connsiteY2" fmla="*/ 0 h 166306"/>
                            <a:gd name="connsiteX3" fmla="*/ 288036 w 288036"/>
                            <a:gd name="connsiteY3" fmla="*/ 159068 h 166306"/>
                            <a:gd name="connsiteX4" fmla="*/ 275463 w 288036"/>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7"/>
                              </a:moveTo>
                              <a:lnTo>
                                <a:pt x="0" y="7239"/>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2" name="Freeform: Shape 2111">
                          <a:extLst>
                            <a:ext uri="{FF2B5EF4-FFF2-40B4-BE49-F238E27FC236}">
                              <a16:creationId xmlns:a16="http://schemas.microsoft.com/office/drawing/2014/main" id="{75631733-F459-81A8-F69C-5CA13F3AB42D}"/>
                            </a:ext>
                          </a:extLst>
                        </p:cNvPr>
                        <p:cNvSpPr/>
                        <p:nvPr/>
                      </p:nvSpPr>
                      <p:spPr>
                        <a:xfrm>
                          <a:off x="4809553" y="344128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3" name="Freeform: Shape 2112">
                          <a:extLst>
                            <a:ext uri="{FF2B5EF4-FFF2-40B4-BE49-F238E27FC236}">
                              <a16:creationId xmlns:a16="http://schemas.microsoft.com/office/drawing/2014/main" id="{AD123A8B-9395-428E-6E01-FEAE2C1B0894}"/>
                            </a:ext>
                          </a:extLst>
                        </p:cNvPr>
                        <p:cNvSpPr/>
                        <p:nvPr/>
                      </p:nvSpPr>
                      <p:spPr>
                        <a:xfrm>
                          <a:off x="4789074" y="3453098"/>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8972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114" name="Freeform: Shape 2113">
                          <a:extLst>
                            <a:ext uri="{FF2B5EF4-FFF2-40B4-BE49-F238E27FC236}">
                              <a16:creationId xmlns:a16="http://schemas.microsoft.com/office/drawing/2014/main" id="{B11F6149-8948-7463-39C9-5DEC1E236313}"/>
                            </a:ext>
                          </a:extLst>
                        </p:cNvPr>
                        <p:cNvSpPr/>
                        <p:nvPr/>
                      </p:nvSpPr>
                      <p:spPr>
                        <a:xfrm>
                          <a:off x="4768691" y="346481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1979" name="Freeform: Shape 1978">
                    <a:extLst>
                      <a:ext uri="{FF2B5EF4-FFF2-40B4-BE49-F238E27FC236}">
                        <a16:creationId xmlns:a16="http://schemas.microsoft.com/office/drawing/2014/main" id="{BA089FFF-CED4-EC44-715F-7F57ABD7CE21}"/>
                      </a:ext>
                    </a:extLst>
                  </p:cNvPr>
                  <p:cNvSpPr/>
                  <p:nvPr/>
                </p:nvSpPr>
                <p:spPr>
                  <a:xfrm>
                    <a:off x="4461414" y="3478244"/>
                    <a:ext cx="574643" cy="1825180"/>
                  </a:xfrm>
                  <a:custGeom>
                    <a:avLst/>
                    <a:gdLst>
                      <a:gd name="connsiteX0" fmla="*/ 574643 w 574643"/>
                      <a:gd name="connsiteY0" fmla="*/ 1825181 h 1825180"/>
                      <a:gd name="connsiteX1" fmla="*/ 0 w 574643"/>
                      <a:gd name="connsiteY1" fmla="*/ 1493520 h 1825180"/>
                      <a:gd name="connsiteX2" fmla="*/ 0 w 574643"/>
                      <a:gd name="connsiteY2" fmla="*/ 0 h 1825180"/>
                      <a:gd name="connsiteX3" fmla="*/ 574643 w 574643"/>
                      <a:gd name="connsiteY3" fmla="*/ 331756 h 1825180"/>
                      <a:gd name="connsiteX4" fmla="*/ 574643 w 574643"/>
                      <a:gd name="connsiteY4" fmla="*/ 1825181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643" h="1825180">
                        <a:moveTo>
                          <a:pt x="574643" y="1825181"/>
                        </a:moveTo>
                        <a:lnTo>
                          <a:pt x="0" y="1493520"/>
                        </a:lnTo>
                        <a:lnTo>
                          <a:pt x="0" y="0"/>
                        </a:lnTo>
                        <a:lnTo>
                          <a:pt x="574643" y="331756"/>
                        </a:lnTo>
                        <a:lnTo>
                          <a:pt x="574643" y="1825181"/>
                        </a:lnTo>
                        <a:close/>
                      </a:path>
                    </a:pathLst>
                  </a:custGeom>
                  <a:solidFill>
                    <a:srgbClr val="33333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80" name="Graphic 3388">
                    <a:extLst>
                      <a:ext uri="{FF2B5EF4-FFF2-40B4-BE49-F238E27FC236}">
                        <a16:creationId xmlns:a16="http://schemas.microsoft.com/office/drawing/2014/main" id="{855F0340-A557-BA5A-6E02-ED207CC2EC6E}"/>
                      </a:ext>
                    </a:extLst>
                  </p:cNvPr>
                  <p:cNvGrpSpPr/>
                  <p:nvPr/>
                </p:nvGrpSpPr>
                <p:grpSpPr>
                  <a:xfrm>
                    <a:off x="4512945" y="3564159"/>
                    <a:ext cx="214503" cy="604837"/>
                    <a:chOff x="4512945" y="3564159"/>
                    <a:chExt cx="214503" cy="604837"/>
                  </a:xfrm>
                </p:grpSpPr>
                <p:sp>
                  <p:nvSpPr>
                    <p:cNvPr id="2071" name="Freeform: Shape 2070">
                      <a:extLst>
                        <a:ext uri="{FF2B5EF4-FFF2-40B4-BE49-F238E27FC236}">
                          <a16:creationId xmlns:a16="http://schemas.microsoft.com/office/drawing/2014/main" id="{49FE263F-638F-9D85-761D-35D64112B67E}"/>
                        </a:ext>
                      </a:extLst>
                    </p:cNvPr>
                    <p:cNvSpPr/>
                    <p:nvPr/>
                  </p:nvSpPr>
                  <p:spPr>
                    <a:xfrm>
                      <a:off x="4512945" y="3564159"/>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2" name="Freeform: Shape 2071">
                      <a:extLst>
                        <a:ext uri="{FF2B5EF4-FFF2-40B4-BE49-F238E27FC236}">
                          <a16:creationId xmlns:a16="http://schemas.microsoft.com/office/drawing/2014/main" id="{5FD88040-0E6C-D31D-B5B0-D3FBF498FEBA}"/>
                        </a:ext>
                      </a:extLst>
                    </p:cNvPr>
                    <p:cNvSpPr/>
                    <p:nvPr/>
                  </p:nvSpPr>
                  <p:spPr>
                    <a:xfrm>
                      <a:off x="4523898" y="358635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3" name="Freeform: Shape 2072">
                      <a:extLst>
                        <a:ext uri="{FF2B5EF4-FFF2-40B4-BE49-F238E27FC236}">
                          <a16:creationId xmlns:a16="http://schemas.microsoft.com/office/drawing/2014/main" id="{64104042-74BC-B9C0-4185-3A44D62AA488}"/>
                        </a:ext>
                      </a:extLst>
                    </p:cNvPr>
                    <p:cNvSpPr/>
                    <p:nvPr/>
                  </p:nvSpPr>
                  <p:spPr>
                    <a:xfrm>
                      <a:off x="4523898" y="361549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4" name="Freeform: Shape 2073">
                      <a:extLst>
                        <a:ext uri="{FF2B5EF4-FFF2-40B4-BE49-F238E27FC236}">
                          <a16:creationId xmlns:a16="http://schemas.microsoft.com/office/drawing/2014/main" id="{E4114DA4-3135-B7C0-60BA-F213AE4E2279}"/>
                        </a:ext>
                      </a:extLst>
                    </p:cNvPr>
                    <p:cNvSpPr/>
                    <p:nvPr/>
                  </p:nvSpPr>
                  <p:spPr>
                    <a:xfrm>
                      <a:off x="4523898" y="364455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5" name="Freeform: Shape 2074">
                      <a:extLst>
                        <a:ext uri="{FF2B5EF4-FFF2-40B4-BE49-F238E27FC236}">
                          <a16:creationId xmlns:a16="http://schemas.microsoft.com/office/drawing/2014/main" id="{E70A9247-8F6D-1540-3A85-A37412C91659}"/>
                        </a:ext>
                      </a:extLst>
                    </p:cNvPr>
                    <p:cNvSpPr/>
                    <p:nvPr/>
                  </p:nvSpPr>
                  <p:spPr>
                    <a:xfrm>
                      <a:off x="4523898" y="367369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6" name="Freeform: Shape 2075">
                      <a:extLst>
                        <a:ext uri="{FF2B5EF4-FFF2-40B4-BE49-F238E27FC236}">
                          <a16:creationId xmlns:a16="http://schemas.microsoft.com/office/drawing/2014/main" id="{F3AC02C6-39F8-CB8C-1420-C019143338B9}"/>
                        </a:ext>
                      </a:extLst>
                    </p:cNvPr>
                    <p:cNvSpPr/>
                    <p:nvPr/>
                  </p:nvSpPr>
                  <p:spPr>
                    <a:xfrm>
                      <a:off x="4523898" y="3702843"/>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7" name="Freeform: Shape 2076">
                      <a:extLst>
                        <a:ext uri="{FF2B5EF4-FFF2-40B4-BE49-F238E27FC236}">
                          <a16:creationId xmlns:a16="http://schemas.microsoft.com/office/drawing/2014/main" id="{CBED95D5-231B-97B3-681E-B6623F009AFB}"/>
                        </a:ext>
                      </a:extLst>
                    </p:cNvPr>
                    <p:cNvSpPr/>
                    <p:nvPr/>
                  </p:nvSpPr>
                  <p:spPr>
                    <a:xfrm>
                      <a:off x="4523898" y="373189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8" name="Freeform: Shape 2077">
                      <a:extLst>
                        <a:ext uri="{FF2B5EF4-FFF2-40B4-BE49-F238E27FC236}">
                          <a16:creationId xmlns:a16="http://schemas.microsoft.com/office/drawing/2014/main" id="{A41A4016-A5AE-F581-8E5C-247C73249003}"/>
                        </a:ext>
                      </a:extLst>
                    </p:cNvPr>
                    <p:cNvSpPr/>
                    <p:nvPr/>
                  </p:nvSpPr>
                  <p:spPr>
                    <a:xfrm>
                      <a:off x="4523898" y="3761041"/>
                      <a:ext cx="115443" cy="81248"/>
                    </a:xfrm>
                    <a:custGeom>
                      <a:avLst/>
                      <a:gdLst>
                        <a:gd name="connsiteX0" fmla="*/ 115443 w 115443"/>
                        <a:gd name="connsiteY0" fmla="*/ 81249 h 81248"/>
                        <a:gd name="connsiteX1" fmla="*/ 0 w 115443"/>
                        <a:gd name="connsiteY1" fmla="*/ 14574 h 81248"/>
                        <a:gd name="connsiteX2" fmla="*/ 0 w 115443"/>
                        <a:gd name="connsiteY2" fmla="*/ 0 h 81248"/>
                        <a:gd name="connsiteX3" fmla="*/ 115443 w 115443"/>
                        <a:gd name="connsiteY3" fmla="*/ 66675 h 81248"/>
                        <a:gd name="connsiteX4" fmla="*/ 115443 w 115443"/>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9" name="Freeform: Shape 2078">
                      <a:extLst>
                        <a:ext uri="{FF2B5EF4-FFF2-40B4-BE49-F238E27FC236}">
                          <a16:creationId xmlns:a16="http://schemas.microsoft.com/office/drawing/2014/main" id="{97709209-F6E5-3988-768E-8C681FF4B99A}"/>
                        </a:ext>
                      </a:extLst>
                    </p:cNvPr>
                    <p:cNvSpPr/>
                    <p:nvPr/>
                  </p:nvSpPr>
                  <p:spPr>
                    <a:xfrm>
                      <a:off x="4523898" y="3790188"/>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0" name="Freeform: Shape 2079">
                      <a:extLst>
                        <a:ext uri="{FF2B5EF4-FFF2-40B4-BE49-F238E27FC236}">
                          <a16:creationId xmlns:a16="http://schemas.microsoft.com/office/drawing/2014/main" id="{0A009F82-A6A4-2CF2-7AF2-F1749ED131F4}"/>
                        </a:ext>
                      </a:extLst>
                    </p:cNvPr>
                    <p:cNvSpPr/>
                    <p:nvPr/>
                  </p:nvSpPr>
                  <p:spPr>
                    <a:xfrm>
                      <a:off x="4523898" y="381923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1" name="Freeform: Shape 2080">
                      <a:extLst>
                        <a:ext uri="{FF2B5EF4-FFF2-40B4-BE49-F238E27FC236}">
                          <a16:creationId xmlns:a16="http://schemas.microsoft.com/office/drawing/2014/main" id="{66D7A518-9A33-09E8-7131-BCD72C208A4B}"/>
                        </a:ext>
                      </a:extLst>
                    </p:cNvPr>
                    <p:cNvSpPr/>
                    <p:nvPr/>
                  </p:nvSpPr>
                  <p:spPr>
                    <a:xfrm>
                      <a:off x="4523898" y="384838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2" name="Freeform: Shape 2081">
                      <a:extLst>
                        <a:ext uri="{FF2B5EF4-FFF2-40B4-BE49-F238E27FC236}">
                          <a16:creationId xmlns:a16="http://schemas.microsoft.com/office/drawing/2014/main" id="{F63CB3F3-0357-952D-084A-176C6422776C}"/>
                        </a:ext>
                      </a:extLst>
                    </p:cNvPr>
                    <p:cNvSpPr/>
                    <p:nvPr/>
                  </p:nvSpPr>
                  <p:spPr>
                    <a:xfrm>
                      <a:off x="4523898" y="3877532"/>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3" name="Freeform: Shape 2082">
                      <a:extLst>
                        <a:ext uri="{FF2B5EF4-FFF2-40B4-BE49-F238E27FC236}">
                          <a16:creationId xmlns:a16="http://schemas.microsoft.com/office/drawing/2014/main" id="{08176E83-E813-3E8A-C0D0-F221D81D4DA9}"/>
                        </a:ext>
                      </a:extLst>
                    </p:cNvPr>
                    <p:cNvSpPr/>
                    <p:nvPr/>
                  </p:nvSpPr>
                  <p:spPr>
                    <a:xfrm>
                      <a:off x="4523898" y="3906583"/>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4" name="Freeform: Shape 2083">
                      <a:extLst>
                        <a:ext uri="{FF2B5EF4-FFF2-40B4-BE49-F238E27FC236}">
                          <a16:creationId xmlns:a16="http://schemas.microsoft.com/office/drawing/2014/main" id="{6D3D656C-D638-1D31-1E18-8CD3777F6C4F}"/>
                        </a:ext>
                      </a:extLst>
                    </p:cNvPr>
                    <p:cNvSpPr/>
                    <p:nvPr/>
                  </p:nvSpPr>
                  <p:spPr>
                    <a:xfrm>
                      <a:off x="4523898" y="393573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5" name="Freeform: Shape 2084">
                      <a:extLst>
                        <a:ext uri="{FF2B5EF4-FFF2-40B4-BE49-F238E27FC236}">
                          <a16:creationId xmlns:a16="http://schemas.microsoft.com/office/drawing/2014/main" id="{33E3F812-0773-DF44-5B9F-375EBA798A46}"/>
                        </a:ext>
                      </a:extLst>
                    </p:cNvPr>
                    <p:cNvSpPr/>
                    <p:nvPr/>
                  </p:nvSpPr>
                  <p:spPr>
                    <a:xfrm>
                      <a:off x="4523898" y="3964876"/>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6" name="Freeform: Shape 2085">
                      <a:extLst>
                        <a:ext uri="{FF2B5EF4-FFF2-40B4-BE49-F238E27FC236}">
                          <a16:creationId xmlns:a16="http://schemas.microsoft.com/office/drawing/2014/main" id="{C5FA15F2-C177-BC35-C295-32168AACE102}"/>
                        </a:ext>
                      </a:extLst>
                    </p:cNvPr>
                    <p:cNvSpPr/>
                    <p:nvPr/>
                  </p:nvSpPr>
                  <p:spPr>
                    <a:xfrm>
                      <a:off x="4523898" y="399392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7" name="Freeform: Shape 2086">
                      <a:extLst>
                        <a:ext uri="{FF2B5EF4-FFF2-40B4-BE49-F238E27FC236}">
                          <a16:creationId xmlns:a16="http://schemas.microsoft.com/office/drawing/2014/main" id="{B8FC2BC7-5E45-83D4-2F12-C29760FAE7FB}"/>
                        </a:ext>
                      </a:extLst>
                    </p:cNvPr>
                    <p:cNvSpPr/>
                    <p:nvPr/>
                  </p:nvSpPr>
                  <p:spPr>
                    <a:xfrm>
                      <a:off x="4523898" y="402307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8" name="Freeform: Shape 2087">
                      <a:extLst>
                        <a:ext uri="{FF2B5EF4-FFF2-40B4-BE49-F238E27FC236}">
                          <a16:creationId xmlns:a16="http://schemas.microsoft.com/office/drawing/2014/main" id="{D00D081D-E6DD-86CC-8C85-C897552922B1}"/>
                        </a:ext>
                      </a:extLst>
                    </p:cNvPr>
                    <p:cNvSpPr/>
                    <p:nvPr/>
                  </p:nvSpPr>
                  <p:spPr>
                    <a:xfrm>
                      <a:off x="4652391" y="3660552"/>
                      <a:ext cx="62579" cy="79819"/>
                    </a:xfrm>
                    <a:custGeom>
                      <a:avLst/>
                      <a:gdLst>
                        <a:gd name="connsiteX0" fmla="*/ 62579 w 62579"/>
                        <a:gd name="connsiteY0" fmla="*/ 79820 h 79819"/>
                        <a:gd name="connsiteX1" fmla="*/ 0 w 62579"/>
                        <a:gd name="connsiteY1" fmla="*/ 43720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720"/>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89" name="Freeform: Shape 2088">
                      <a:extLst>
                        <a:ext uri="{FF2B5EF4-FFF2-40B4-BE49-F238E27FC236}">
                          <a16:creationId xmlns:a16="http://schemas.microsoft.com/office/drawing/2014/main" id="{BAA1BECF-0136-8C1C-8BFC-E67BB62B531F}"/>
                        </a:ext>
                      </a:extLst>
                    </p:cNvPr>
                    <p:cNvSpPr/>
                    <p:nvPr/>
                  </p:nvSpPr>
                  <p:spPr>
                    <a:xfrm>
                      <a:off x="4657725" y="3671792"/>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0" name="Freeform: Shape 2089">
                      <a:extLst>
                        <a:ext uri="{FF2B5EF4-FFF2-40B4-BE49-F238E27FC236}">
                          <a16:creationId xmlns:a16="http://schemas.microsoft.com/office/drawing/2014/main" id="{266EE5DF-48E2-1F80-05A1-4F17EF43812F}"/>
                        </a:ext>
                      </a:extLst>
                    </p:cNvPr>
                    <p:cNvSpPr/>
                    <p:nvPr/>
                  </p:nvSpPr>
                  <p:spPr>
                    <a:xfrm>
                      <a:off x="4652391" y="3715321"/>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1" name="Freeform: Shape 2090">
                      <a:extLst>
                        <a:ext uri="{FF2B5EF4-FFF2-40B4-BE49-F238E27FC236}">
                          <a16:creationId xmlns:a16="http://schemas.microsoft.com/office/drawing/2014/main" id="{BBF5BE84-A412-A58B-6081-B764D5C10616}"/>
                        </a:ext>
                      </a:extLst>
                    </p:cNvPr>
                    <p:cNvSpPr/>
                    <p:nvPr/>
                  </p:nvSpPr>
                  <p:spPr>
                    <a:xfrm>
                      <a:off x="4652391" y="3900773"/>
                      <a:ext cx="62579" cy="79819"/>
                    </a:xfrm>
                    <a:custGeom>
                      <a:avLst/>
                      <a:gdLst>
                        <a:gd name="connsiteX0" fmla="*/ 62579 w 62579"/>
                        <a:gd name="connsiteY0" fmla="*/ 79820 h 79819"/>
                        <a:gd name="connsiteX1" fmla="*/ 0 w 62579"/>
                        <a:gd name="connsiteY1" fmla="*/ 43624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624"/>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2" name="Freeform: Shape 2091">
                      <a:extLst>
                        <a:ext uri="{FF2B5EF4-FFF2-40B4-BE49-F238E27FC236}">
                          <a16:creationId xmlns:a16="http://schemas.microsoft.com/office/drawing/2014/main" id="{AC4C4C92-D9CA-6C21-28EE-CDBA1FECDCAD}"/>
                        </a:ext>
                      </a:extLst>
                    </p:cNvPr>
                    <p:cNvSpPr/>
                    <p:nvPr/>
                  </p:nvSpPr>
                  <p:spPr>
                    <a:xfrm>
                      <a:off x="4657725" y="3912012"/>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3" name="Freeform: Shape 2092">
                      <a:extLst>
                        <a:ext uri="{FF2B5EF4-FFF2-40B4-BE49-F238E27FC236}">
                          <a16:creationId xmlns:a16="http://schemas.microsoft.com/office/drawing/2014/main" id="{A14A9EED-B0F8-0321-4FC7-65FB71567523}"/>
                        </a:ext>
                      </a:extLst>
                    </p:cNvPr>
                    <p:cNvSpPr/>
                    <p:nvPr/>
                  </p:nvSpPr>
                  <p:spPr>
                    <a:xfrm>
                      <a:off x="4652391" y="3955541"/>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4" name="Freeform: Shape 2093">
                      <a:extLst>
                        <a:ext uri="{FF2B5EF4-FFF2-40B4-BE49-F238E27FC236}">
                          <a16:creationId xmlns:a16="http://schemas.microsoft.com/office/drawing/2014/main" id="{1FFD145A-DC28-1101-3E8C-3E7801267F50}"/>
                        </a:ext>
                      </a:extLst>
                    </p:cNvPr>
                    <p:cNvSpPr/>
                    <p:nvPr/>
                  </p:nvSpPr>
                  <p:spPr>
                    <a:xfrm>
                      <a:off x="4657725" y="4078509"/>
                      <a:ext cx="51911" cy="59055"/>
                    </a:xfrm>
                    <a:custGeom>
                      <a:avLst/>
                      <a:gdLst>
                        <a:gd name="connsiteX0" fmla="*/ 51911 w 51911"/>
                        <a:gd name="connsiteY0" fmla="*/ 30004 h 59055"/>
                        <a:gd name="connsiteX1" fmla="*/ 0 w 51911"/>
                        <a:gd name="connsiteY1" fmla="*/ 0 h 59055"/>
                        <a:gd name="connsiteX2" fmla="*/ 0 w 51911"/>
                        <a:gd name="connsiteY2" fmla="*/ 29146 h 59055"/>
                        <a:gd name="connsiteX3" fmla="*/ 51911 w 51911"/>
                        <a:gd name="connsiteY3" fmla="*/ 59055 h 59055"/>
                        <a:gd name="connsiteX4" fmla="*/ 51911 w 51911"/>
                        <a:gd name="connsiteY4" fmla="*/ 30004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30004"/>
                          </a:moveTo>
                          <a:lnTo>
                            <a:pt x="0" y="0"/>
                          </a:lnTo>
                          <a:lnTo>
                            <a:pt x="0" y="29146"/>
                          </a:lnTo>
                          <a:lnTo>
                            <a:pt x="51911" y="59055"/>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5" name="Freeform: Shape 2094">
                      <a:extLst>
                        <a:ext uri="{FF2B5EF4-FFF2-40B4-BE49-F238E27FC236}">
                          <a16:creationId xmlns:a16="http://schemas.microsoft.com/office/drawing/2014/main" id="{F5501B91-EF4B-AA15-6CAC-0451E95ABC3E}"/>
                        </a:ext>
                      </a:extLst>
                    </p:cNvPr>
                    <p:cNvSpPr/>
                    <p:nvPr/>
                  </p:nvSpPr>
                  <p:spPr>
                    <a:xfrm>
                      <a:off x="4657725" y="3838289"/>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6" name="Freeform: Shape 2095">
                      <a:extLst>
                        <a:ext uri="{FF2B5EF4-FFF2-40B4-BE49-F238E27FC236}">
                          <a16:creationId xmlns:a16="http://schemas.microsoft.com/office/drawing/2014/main" id="{C8C1E0B6-80D1-EF00-DF16-886467BDD210}"/>
                        </a:ext>
                      </a:extLst>
                    </p:cNvPr>
                    <p:cNvSpPr/>
                    <p:nvPr/>
                  </p:nvSpPr>
                  <p:spPr>
                    <a:xfrm>
                      <a:off x="4682108" y="3738943"/>
                      <a:ext cx="4000" cy="109346"/>
                    </a:xfrm>
                    <a:custGeom>
                      <a:avLst/>
                      <a:gdLst>
                        <a:gd name="connsiteX0" fmla="*/ 4000 w 4000"/>
                        <a:gd name="connsiteY0" fmla="*/ 109347 h 109346"/>
                        <a:gd name="connsiteX1" fmla="*/ 0 w 4000"/>
                        <a:gd name="connsiteY1" fmla="*/ 106966 h 109346"/>
                        <a:gd name="connsiteX2" fmla="*/ 0 w 4000"/>
                        <a:gd name="connsiteY2" fmla="*/ 0 h 109346"/>
                        <a:gd name="connsiteX3" fmla="*/ 4000 w 4000"/>
                        <a:gd name="connsiteY3" fmla="*/ 2286 h 109346"/>
                        <a:gd name="connsiteX4" fmla="*/ 4000 w 4000"/>
                        <a:gd name="connsiteY4" fmla="*/ 109347 h 109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6">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97" name="Freeform: Shape 2096">
                      <a:extLst>
                        <a:ext uri="{FF2B5EF4-FFF2-40B4-BE49-F238E27FC236}">
                          <a16:creationId xmlns:a16="http://schemas.microsoft.com/office/drawing/2014/main" id="{DBBC67BF-F4BE-DCD3-81D6-AAAA82507925}"/>
                        </a:ext>
                      </a:extLst>
                    </p:cNvPr>
                    <p:cNvSpPr/>
                    <p:nvPr/>
                  </p:nvSpPr>
                  <p:spPr>
                    <a:xfrm>
                      <a:off x="4682108" y="3980878"/>
                      <a:ext cx="4000" cy="109251"/>
                    </a:xfrm>
                    <a:custGeom>
                      <a:avLst/>
                      <a:gdLst>
                        <a:gd name="connsiteX0" fmla="*/ 4000 w 4000"/>
                        <a:gd name="connsiteY0" fmla="*/ 109252 h 109251"/>
                        <a:gd name="connsiteX1" fmla="*/ 0 w 4000"/>
                        <a:gd name="connsiteY1" fmla="*/ 106966 h 109251"/>
                        <a:gd name="connsiteX2" fmla="*/ 0 w 4000"/>
                        <a:gd name="connsiteY2" fmla="*/ 0 h 109251"/>
                        <a:gd name="connsiteX3" fmla="*/ 4000 w 4000"/>
                        <a:gd name="connsiteY3" fmla="*/ 2286 h 109251"/>
                        <a:gd name="connsiteX4" fmla="*/ 4000 w 4000"/>
                        <a:gd name="connsiteY4" fmla="*/ 109252 h 109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251">
                          <a:moveTo>
                            <a:pt x="4000" y="109252"/>
                          </a:moveTo>
                          <a:lnTo>
                            <a:pt x="0" y="106966"/>
                          </a:lnTo>
                          <a:lnTo>
                            <a:pt x="0" y="0"/>
                          </a:lnTo>
                          <a:lnTo>
                            <a:pt x="4000" y="2286"/>
                          </a:lnTo>
                          <a:lnTo>
                            <a:pt x="4000" y="109252"/>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981" name="Graphic 3388">
                    <a:extLst>
                      <a:ext uri="{FF2B5EF4-FFF2-40B4-BE49-F238E27FC236}">
                        <a16:creationId xmlns:a16="http://schemas.microsoft.com/office/drawing/2014/main" id="{F483BED8-2CBC-E4FB-56A7-7E9585498183}"/>
                      </a:ext>
                    </a:extLst>
                  </p:cNvPr>
                  <p:cNvGrpSpPr/>
                  <p:nvPr/>
                </p:nvGrpSpPr>
                <p:grpSpPr>
                  <a:xfrm>
                    <a:off x="4770024" y="3712654"/>
                    <a:ext cx="214503" cy="604837"/>
                    <a:chOff x="4770024" y="3712654"/>
                    <a:chExt cx="214503" cy="604837"/>
                  </a:xfrm>
                </p:grpSpPr>
                <p:sp>
                  <p:nvSpPr>
                    <p:cNvPr id="2044" name="Freeform: Shape 2043">
                      <a:extLst>
                        <a:ext uri="{FF2B5EF4-FFF2-40B4-BE49-F238E27FC236}">
                          <a16:creationId xmlns:a16="http://schemas.microsoft.com/office/drawing/2014/main" id="{FF942554-D658-B65D-F9D3-9777DB272B75}"/>
                        </a:ext>
                      </a:extLst>
                    </p:cNvPr>
                    <p:cNvSpPr/>
                    <p:nvPr/>
                  </p:nvSpPr>
                  <p:spPr>
                    <a:xfrm>
                      <a:off x="4770024" y="3712654"/>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5" name="Freeform: Shape 2044">
                      <a:extLst>
                        <a:ext uri="{FF2B5EF4-FFF2-40B4-BE49-F238E27FC236}">
                          <a16:creationId xmlns:a16="http://schemas.microsoft.com/office/drawing/2014/main" id="{8AF80ED6-848D-294B-E45B-B89BE5296218}"/>
                        </a:ext>
                      </a:extLst>
                    </p:cNvPr>
                    <p:cNvSpPr/>
                    <p:nvPr/>
                  </p:nvSpPr>
                  <p:spPr>
                    <a:xfrm>
                      <a:off x="4780978" y="373475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6" name="Freeform: Shape 2045">
                      <a:extLst>
                        <a:ext uri="{FF2B5EF4-FFF2-40B4-BE49-F238E27FC236}">
                          <a16:creationId xmlns:a16="http://schemas.microsoft.com/office/drawing/2014/main" id="{139F2D15-F46F-81C3-2774-3BD15B99B667}"/>
                        </a:ext>
                      </a:extLst>
                    </p:cNvPr>
                    <p:cNvSpPr/>
                    <p:nvPr/>
                  </p:nvSpPr>
                  <p:spPr>
                    <a:xfrm>
                      <a:off x="4780978" y="376389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7" name="Freeform: Shape 2046">
                      <a:extLst>
                        <a:ext uri="{FF2B5EF4-FFF2-40B4-BE49-F238E27FC236}">
                          <a16:creationId xmlns:a16="http://schemas.microsoft.com/office/drawing/2014/main" id="{366CCA48-80E7-373B-580B-B4034E73C370}"/>
                        </a:ext>
                      </a:extLst>
                    </p:cNvPr>
                    <p:cNvSpPr/>
                    <p:nvPr/>
                  </p:nvSpPr>
                  <p:spPr>
                    <a:xfrm>
                      <a:off x="4780978" y="3793045"/>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8" name="Freeform: Shape 2047">
                      <a:extLst>
                        <a:ext uri="{FF2B5EF4-FFF2-40B4-BE49-F238E27FC236}">
                          <a16:creationId xmlns:a16="http://schemas.microsoft.com/office/drawing/2014/main" id="{B47BE009-CDE2-4B07-C98B-6DBAB50667FD}"/>
                        </a:ext>
                      </a:extLst>
                    </p:cNvPr>
                    <p:cNvSpPr/>
                    <p:nvPr/>
                  </p:nvSpPr>
                  <p:spPr>
                    <a:xfrm>
                      <a:off x="4780978" y="382209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9" name="Freeform: Shape 2048">
                      <a:extLst>
                        <a:ext uri="{FF2B5EF4-FFF2-40B4-BE49-F238E27FC236}">
                          <a16:creationId xmlns:a16="http://schemas.microsoft.com/office/drawing/2014/main" id="{4826BC51-7228-2CE6-D754-AC7608759257}"/>
                        </a:ext>
                      </a:extLst>
                    </p:cNvPr>
                    <p:cNvSpPr/>
                    <p:nvPr/>
                  </p:nvSpPr>
                  <p:spPr>
                    <a:xfrm>
                      <a:off x="4780978" y="3851243"/>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0" name="Freeform: Shape 2049">
                      <a:extLst>
                        <a:ext uri="{FF2B5EF4-FFF2-40B4-BE49-F238E27FC236}">
                          <a16:creationId xmlns:a16="http://schemas.microsoft.com/office/drawing/2014/main" id="{4F2B7FE6-405F-0C6C-6443-AFC095963965}"/>
                        </a:ext>
                      </a:extLst>
                    </p:cNvPr>
                    <p:cNvSpPr/>
                    <p:nvPr/>
                  </p:nvSpPr>
                  <p:spPr>
                    <a:xfrm>
                      <a:off x="4780978" y="388038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1" name="Freeform: Shape 2050">
                      <a:extLst>
                        <a:ext uri="{FF2B5EF4-FFF2-40B4-BE49-F238E27FC236}">
                          <a16:creationId xmlns:a16="http://schemas.microsoft.com/office/drawing/2014/main" id="{CFAE73CD-7AE9-662B-A094-DED5EE130F8B}"/>
                        </a:ext>
                      </a:extLst>
                    </p:cNvPr>
                    <p:cNvSpPr/>
                    <p:nvPr/>
                  </p:nvSpPr>
                  <p:spPr>
                    <a:xfrm>
                      <a:off x="4780978" y="390944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2" name="Freeform: Shape 2051">
                      <a:extLst>
                        <a:ext uri="{FF2B5EF4-FFF2-40B4-BE49-F238E27FC236}">
                          <a16:creationId xmlns:a16="http://schemas.microsoft.com/office/drawing/2014/main" id="{F575CA66-9533-7329-8197-355FB28B5B05}"/>
                        </a:ext>
                      </a:extLst>
                    </p:cNvPr>
                    <p:cNvSpPr/>
                    <p:nvPr/>
                  </p:nvSpPr>
                  <p:spPr>
                    <a:xfrm>
                      <a:off x="4780978" y="393858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3" name="Freeform: Shape 2052">
                      <a:extLst>
                        <a:ext uri="{FF2B5EF4-FFF2-40B4-BE49-F238E27FC236}">
                          <a16:creationId xmlns:a16="http://schemas.microsoft.com/office/drawing/2014/main" id="{3CFFF279-7E6E-D48A-C9FD-A2F72306641E}"/>
                        </a:ext>
                      </a:extLst>
                    </p:cNvPr>
                    <p:cNvSpPr/>
                    <p:nvPr/>
                  </p:nvSpPr>
                  <p:spPr>
                    <a:xfrm>
                      <a:off x="4780978" y="3967733"/>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4" name="Freeform: Shape 2053">
                      <a:extLst>
                        <a:ext uri="{FF2B5EF4-FFF2-40B4-BE49-F238E27FC236}">
                          <a16:creationId xmlns:a16="http://schemas.microsoft.com/office/drawing/2014/main" id="{773309E9-D168-20F3-42BA-91A49A9E9CA7}"/>
                        </a:ext>
                      </a:extLst>
                    </p:cNvPr>
                    <p:cNvSpPr/>
                    <p:nvPr/>
                  </p:nvSpPr>
                  <p:spPr>
                    <a:xfrm>
                      <a:off x="4780978" y="3996785"/>
                      <a:ext cx="115442" cy="81248"/>
                    </a:xfrm>
                    <a:custGeom>
                      <a:avLst/>
                      <a:gdLst>
                        <a:gd name="connsiteX0" fmla="*/ 115443 w 115442"/>
                        <a:gd name="connsiteY0" fmla="*/ 81249 h 81248"/>
                        <a:gd name="connsiteX1" fmla="*/ 0 w 115442"/>
                        <a:gd name="connsiteY1" fmla="*/ 14574 h 81248"/>
                        <a:gd name="connsiteX2" fmla="*/ 0 w 115442"/>
                        <a:gd name="connsiteY2" fmla="*/ 0 h 81248"/>
                        <a:gd name="connsiteX3" fmla="*/ 115443 w 115442"/>
                        <a:gd name="connsiteY3" fmla="*/ 66675 h 81248"/>
                        <a:gd name="connsiteX4" fmla="*/ 115443 w 115442"/>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5" name="Freeform: Shape 2054">
                      <a:extLst>
                        <a:ext uri="{FF2B5EF4-FFF2-40B4-BE49-F238E27FC236}">
                          <a16:creationId xmlns:a16="http://schemas.microsoft.com/office/drawing/2014/main" id="{3ABAC38E-53D8-4904-81B1-C07580FDDC4F}"/>
                        </a:ext>
                      </a:extLst>
                    </p:cNvPr>
                    <p:cNvSpPr/>
                    <p:nvPr/>
                  </p:nvSpPr>
                  <p:spPr>
                    <a:xfrm>
                      <a:off x="4780978" y="402593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6" name="Freeform: Shape 2055">
                      <a:extLst>
                        <a:ext uri="{FF2B5EF4-FFF2-40B4-BE49-F238E27FC236}">
                          <a16:creationId xmlns:a16="http://schemas.microsoft.com/office/drawing/2014/main" id="{FE790AC5-8562-640C-8C71-FBDCAC541FF4}"/>
                        </a:ext>
                      </a:extLst>
                    </p:cNvPr>
                    <p:cNvSpPr/>
                    <p:nvPr/>
                  </p:nvSpPr>
                  <p:spPr>
                    <a:xfrm>
                      <a:off x="4780978" y="4055078"/>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7" name="Freeform: Shape 2056">
                      <a:extLst>
                        <a:ext uri="{FF2B5EF4-FFF2-40B4-BE49-F238E27FC236}">
                          <a16:creationId xmlns:a16="http://schemas.microsoft.com/office/drawing/2014/main" id="{D4B70B34-5827-005D-7B18-C45A372D8B6C}"/>
                        </a:ext>
                      </a:extLst>
                    </p:cNvPr>
                    <p:cNvSpPr/>
                    <p:nvPr/>
                  </p:nvSpPr>
                  <p:spPr>
                    <a:xfrm>
                      <a:off x="4780978" y="408412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8" name="Freeform: Shape 2057">
                      <a:extLst>
                        <a:ext uri="{FF2B5EF4-FFF2-40B4-BE49-F238E27FC236}">
                          <a16:creationId xmlns:a16="http://schemas.microsoft.com/office/drawing/2014/main" id="{DD2B61C2-4156-16EE-4E5E-5D224AFAF752}"/>
                        </a:ext>
                      </a:extLst>
                    </p:cNvPr>
                    <p:cNvSpPr/>
                    <p:nvPr/>
                  </p:nvSpPr>
                  <p:spPr>
                    <a:xfrm>
                      <a:off x="4780978" y="4113275"/>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59" name="Freeform: Shape 2058">
                      <a:extLst>
                        <a:ext uri="{FF2B5EF4-FFF2-40B4-BE49-F238E27FC236}">
                          <a16:creationId xmlns:a16="http://schemas.microsoft.com/office/drawing/2014/main" id="{8E2B3347-15AA-162D-A94D-5E1720E02CE1}"/>
                        </a:ext>
                      </a:extLst>
                    </p:cNvPr>
                    <p:cNvSpPr/>
                    <p:nvPr/>
                  </p:nvSpPr>
                  <p:spPr>
                    <a:xfrm>
                      <a:off x="4780978" y="414232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0" name="Freeform: Shape 2059">
                      <a:extLst>
                        <a:ext uri="{FF2B5EF4-FFF2-40B4-BE49-F238E27FC236}">
                          <a16:creationId xmlns:a16="http://schemas.microsoft.com/office/drawing/2014/main" id="{FC86F6A1-69E4-CB27-F98F-131B8E6E36E7}"/>
                        </a:ext>
                      </a:extLst>
                    </p:cNvPr>
                    <p:cNvSpPr/>
                    <p:nvPr/>
                  </p:nvSpPr>
                  <p:spPr>
                    <a:xfrm>
                      <a:off x="4780978" y="4171473"/>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1" name="Freeform: Shape 2060">
                      <a:extLst>
                        <a:ext uri="{FF2B5EF4-FFF2-40B4-BE49-F238E27FC236}">
                          <a16:creationId xmlns:a16="http://schemas.microsoft.com/office/drawing/2014/main" id="{840CDA5A-E9DE-1B2E-5161-68F484116C6A}"/>
                        </a:ext>
                      </a:extLst>
                    </p:cNvPr>
                    <p:cNvSpPr/>
                    <p:nvPr/>
                  </p:nvSpPr>
                  <p:spPr>
                    <a:xfrm>
                      <a:off x="4909566" y="3809047"/>
                      <a:ext cx="62483" cy="79724"/>
                    </a:xfrm>
                    <a:custGeom>
                      <a:avLst/>
                      <a:gdLst>
                        <a:gd name="connsiteX0" fmla="*/ 62484 w 62483"/>
                        <a:gd name="connsiteY0" fmla="*/ 79724 h 79724"/>
                        <a:gd name="connsiteX1" fmla="*/ 0 w 62483"/>
                        <a:gd name="connsiteY1" fmla="*/ 43625 h 79724"/>
                        <a:gd name="connsiteX2" fmla="*/ 0 w 62483"/>
                        <a:gd name="connsiteY2" fmla="*/ 0 h 79724"/>
                        <a:gd name="connsiteX3" fmla="*/ 62484 w 62483"/>
                        <a:gd name="connsiteY3" fmla="*/ 36100 h 79724"/>
                        <a:gd name="connsiteX4" fmla="*/ 62484 w 62483"/>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724">
                          <a:moveTo>
                            <a:pt x="62484" y="79724"/>
                          </a:moveTo>
                          <a:lnTo>
                            <a:pt x="0" y="43625"/>
                          </a:lnTo>
                          <a:lnTo>
                            <a:pt x="0" y="0"/>
                          </a:lnTo>
                          <a:lnTo>
                            <a:pt x="62484" y="36100"/>
                          </a:lnTo>
                          <a:lnTo>
                            <a:pt x="62484"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2" name="Freeform: Shape 2061">
                      <a:extLst>
                        <a:ext uri="{FF2B5EF4-FFF2-40B4-BE49-F238E27FC236}">
                          <a16:creationId xmlns:a16="http://schemas.microsoft.com/office/drawing/2014/main" id="{9F5E75BD-3DAC-14F4-67AC-A3FD43126E1B}"/>
                        </a:ext>
                      </a:extLst>
                    </p:cNvPr>
                    <p:cNvSpPr/>
                    <p:nvPr/>
                  </p:nvSpPr>
                  <p:spPr>
                    <a:xfrm>
                      <a:off x="4914804" y="3820286"/>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29909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29909"/>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3" name="Freeform: Shape 2062">
                      <a:extLst>
                        <a:ext uri="{FF2B5EF4-FFF2-40B4-BE49-F238E27FC236}">
                          <a16:creationId xmlns:a16="http://schemas.microsoft.com/office/drawing/2014/main" id="{D27EC52D-EFAD-669C-F755-8B5D0AB34D3A}"/>
                        </a:ext>
                      </a:extLst>
                    </p:cNvPr>
                    <p:cNvSpPr/>
                    <p:nvPr/>
                  </p:nvSpPr>
                  <p:spPr>
                    <a:xfrm>
                      <a:off x="4909566" y="3863816"/>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4" name="Freeform: Shape 2063">
                      <a:extLst>
                        <a:ext uri="{FF2B5EF4-FFF2-40B4-BE49-F238E27FC236}">
                          <a16:creationId xmlns:a16="http://schemas.microsoft.com/office/drawing/2014/main" id="{2ED7E74D-8C39-78E5-E3E4-C3098FCB3790}"/>
                        </a:ext>
                      </a:extLst>
                    </p:cNvPr>
                    <p:cNvSpPr/>
                    <p:nvPr/>
                  </p:nvSpPr>
                  <p:spPr>
                    <a:xfrm>
                      <a:off x="4909566" y="4049172"/>
                      <a:ext cx="62483" cy="79819"/>
                    </a:xfrm>
                    <a:custGeom>
                      <a:avLst/>
                      <a:gdLst>
                        <a:gd name="connsiteX0" fmla="*/ 62484 w 62483"/>
                        <a:gd name="connsiteY0" fmla="*/ 79820 h 79819"/>
                        <a:gd name="connsiteX1" fmla="*/ 0 w 62483"/>
                        <a:gd name="connsiteY1" fmla="*/ 43720 h 79819"/>
                        <a:gd name="connsiteX2" fmla="*/ 0 w 62483"/>
                        <a:gd name="connsiteY2" fmla="*/ 0 h 79819"/>
                        <a:gd name="connsiteX3" fmla="*/ 62484 w 62483"/>
                        <a:gd name="connsiteY3" fmla="*/ 36100 h 79819"/>
                        <a:gd name="connsiteX4" fmla="*/ 62484 w 62483"/>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819">
                          <a:moveTo>
                            <a:pt x="62484" y="79820"/>
                          </a:moveTo>
                          <a:lnTo>
                            <a:pt x="0" y="43720"/>
                          </a:lnTo>
                          <a:lnTo>
                            <a:pt x="0" y="0"/>
                          </a:lnTo>
                          <a:lnTo>
                            <a:pt x="62484" y="36100"/>
                          </a:lnTo>
                          <a:lnTo>
                            <a:pt x="62484"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5" name="Freeform: Shape 2064">
                      <a:extLst>
                        <a:ext uri="{FF2B5EF4-FFF2-40B4-BE49-F238E27FC236}">
                          <a16:creationId xmlns:a16="http://schemas.microsoft.com/office/drawing/2014/main" id="{83D0E79C-DE41-1DE1-1B02-621532A4B6E6}"/>
                        </a:ext>
                      </a:extLst>
                    </p:cNvPr>
                    <p:cNvSpPr/>
                    <p:nvPr/>
                  </p:nvSpPr>
                  <p:spPr>
                    <a:xfrm>
                      <a:off x="4914804" y="4060412"/>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6" name="Freeform: Shape 2065">
                      <a:extLst>
                        <a:ext uri="{FF2B5EF4-FFF2-40B4-BE49-F238E27FC236}">
                          <a16:creationId xmlns:a16="http://schemas.microsoft.com/office/drawing/2014/main" id="{EEC21153-A8ED-8EA2-44A7-12E360099694}"/>
                        </a:ext>
                      </a:extLst>
                    </p:cNvPr>
                    <p:cNvSpPr/>
                    <p:nvPr/>
                  </p:nvSpPr>
                  <p:spPr>
                    <a:xfrm>
                      <a:off x="4909566" y="4103941"/>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7" name="Freeform: Shape 2066">
                      <a:extLst>
                        <a:ext uri="{FF2B5EF4-FFF2-40B4-BE49-F238E27FC236}">
                          <a16:creationId xmlns:a16="http://schemas.microsoft.com/office/drawing/2014/main" id="{6E78625F-DDE2-C05D-B9B6-CC0937597674}"/>
                        </a:ext>
                      </a:extLst>
                    </p:cNvPr>
                    <p:cNvSpPr/>
                    <p:nvPr/>
                  </p:nvSpPr>
                  <p:spPr>
                    <a:xfrm>
                      <a:off x="4914804" y="4226909"/>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8" name="Freeform: Shape 2067">
                      <a:extLst>
                        <a:ext uri="{FF2B5EF4-FFF2-40B4-BE49-F238E27FC236}">
                          <a16:creationId xmlns:a16="http://schemas.microsoft.com/office/drawing/2014/main" id="{B8559BF3-9CE4-AD4C-98CC-553D91EE1490}"/>
                        </a:ext>
                      </a:extLst>
                    </p:cNvPr>
                    <p:cNvSpPr/>
                    <p:nvPr/>
                  </p:nvSpPr>
                  <p:spPr>
                    <a:xfrm>
                      <a:off x="4914804" y="3986783"/>
                      <a:ext cx="51911" cy="59055"/>
                    </a:xfrm>
                    <a:custGeom>
                      <a:avLst/>
                      <a:gdLst>
                        <a:gd name="connsiteX0" fmla="*/ 51911 w 51911"/>
                        <a:gd name="connsiteY0" fmla="*/ 29909 h 59055"/>
                        <a:gd name="connsiteX1" fmla="*/ 0 w 51911"/>
                        <a:gd name="connsiteY1" fmla="*/ 0 h 59055"/>
                        <a:gd name="connsiteX2" fmla="*/ 0 w 51911"/>
                        <a:gd name="connsiteY2" fmla="*/ 29051 h 59055"/>
                        <a:gd name="connsiteX3" fmla="*/ 51911 w 51911"/>
                        <a:gd name="connsiteY3" fmla="*/ 59055 h 59055"/>
                        <a:gd name="connsiteX4" fmla="*/ 51911 w 51911"/>
                        <a:gd name="connsiteY4" fmla="*/ 29909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29909"/>
                          </a:moveTo>
                          <a:lnTo>
                            <a:pt x="0" y="0"/>
                          </a:lnTo>
                          <a:lnTo>
                            <a:pt x="0" y="29051"/>
                          </a:lnTo>
                          <a:lnTo>
                            <a:pt x="51911" y="59055"/>
                          </a:lnTo>
                          <a:lnTo>
                            <a:pt x="51911" y="29909"/>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69" name="Freeform: Shape 2068">
                      <a:extLst>
                        <a:ext uri="{FF2B5EF4-FFF2-40B4-BE49-F238E27FC236}">
                          <a16:creationId xmlns:a16="http://schemas.microsoft.com/office/drawing/2014/main" id="{9F34FA39-2E72-3BB6-D587-D6B3B7069F41}"/>
                        </a:ext>
                      </a:extLst>
                    </p:cNvPr>
                    <p:cNvSpPr/>
                    <p:nvPr/>
                  </p:nvSpPr>
                  <p:spPr>
                    <a:xfrm>
                      <a:off x="4939188" y="3887342"/>
                      <a:ext cx="4000" cy="109347"/>
                    </a:xfrm>
                    <a:custGeom>
                      <a:avLst/>
                      <a:gdLst>
                        <a:gd name="connsiteX0" fmla="*/ 4000 w 4000"/>
                        <a:gd name="connsiteY0" fmla="*/ 109347 h 109347"/>
                        <a:gd name="connsiteX1" fmla="*/ 0 w 4000"/>
                        <a:gd name="connsiteY1" fmla="*/ 107061 h 109347"/>
                        <a:gd name="connsiteX2" fmla="*/ 0 w 4000"/>
                        <a:gd name="connsiteY2" fmla="*/ 0 h 109347"/>
                        <a:gd name="connsiteX3" fmla="*/ 4000 w 4000"/>
                        <a:gd name="connsiteY3" fmla="*/ 2381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7061"/>
                          </a:lnTo>
                          <a:lnTo>
                            <a:pt x="0" y="0"/>
                          </a:lnTo>
                          <a:lnTo>
                            <a:pt x="4000" y="2381"/>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70" name="Freeform: Shape 2069">
                      <a:extLst>
                        <a:ext uri="{FF2B5EF4-FFF2-40B4-BE49-F238E27FC236}">
                          <a16:creationId xmlns:a16="http://schemas.microsoft.com/office/drawing/2014/main" id="{0963FD2C-195D-C76F-8CD6-42C551D3762C}"/>
                        </a:ext>
                      </a:extLst>
                    </p:cNvPr>
                    <p:cNvSpPr/>
                    <p:nvPr/>
                  </p:nvSpPr>
                  <p:spPr>
                    <a:xfrm>
                      <a:off x="4939188" y="4129277"/>
                      <a:ext cx="4000" cy="109347"/>
                    </a:xfrm>
                    <a:custGeom>
                      <a:avLst/>
                      <a:gdLst>
                        <a:gd name="connsiteX0" fmla="*/ 4000 w 4000"/>
                        <a:gd name="connsiteY0" fmla="*/ 109347 h 109347"/>
                        <a:gd name="connsiteX1" fmla="*/ 0 w 4000"/>
                        <a:gd name="connsiteY1" fmla="*/ 106966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982" name="Graphic 3388">
                    <a:extLst>
                      <a:ext uri="{FF2B5EF4-FFF2-40B4-BE49-F238E27FC236}">
                        <a16:creationId xmlns:a16="http://schemas.microsoft.com/office/drawing/2014/main" id="{CD1A863E-B8AD-55B9-586C-E40A48FEAF5F}"/>
                      </a:ext>
                    </a:extLst>
                  </p:cNvPr>
                  <p:cNvGrpSpPr/>
                  <p:nvPr/>
                </p:nvGrpSpPr>
                <p:grpSpPr>
                  <a:xfrm>
                    <a:off x="4770024" y="4236529"/>
                    <a:ext cx="214503" cy="604837"/>
                    <a:chOff x="4770024" y="4236529"/>
                    <a:chExt cx="214503" cy="604837"/>
                  </a:xfrm>
                </p:grpSpPr>
                <p:sp>
                  <p:nvSpPr>
                    <p:cNvPr id="2017" name="Freeform: Shape 2016">
                      <a:extLst>
                        <a:ext uri="{FF2B5EF4-FFF2-40B4-BE49-F238E27FC236}">
                          <a16:creationId xmlns:a16="http://schemas.microsoft.com/office/drawing/2014/main" id="{182E0F32-DFD8-9192-9C1A-B4DBB4EBAEBA}"/>
                        </a:ext>
                      </a:extLst>
                    </p:cNvPr>
                    <p:cNvSpPr/>
                    <p:nvPr/>
                  </p:nvSpPr>
                  <p:spPr>
                    <a:xfrm>
                      <a:off x="4770024" y="4236529"/>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8" name="Freeform: Shape 2017">
                      <a:extLst>
                        <a:ext uri="{FF2B5EF4-FFF2-40B4-BE49-F238E27FC236}">
                          <a16:creationId xmlns:a16="http://schemas.microsoft.com/office/drawing/2014/main" id="{455CA85C-BE28-6C13-AD0F-EE0E29D3AFC7}"/>
                        </a:ext>
                      </a:extLst>
                    </p:cNvPr>
                    <p:cNvSpPr/>
                    <p:nvPr/>
                  </p:nvSpPr>
                  <p:spPr>
                    <a:xfrm>
                      <a:off x="4780978" y="425862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9" name="Freeform: Shape 2018">
                      <a:extLst>
                        <a:ext uri="{FF2B5EF4-FFF2-40B4-BE49-F238E27FC236}">
                          <a16:creationId xmlns:a16="http://schemas.microsoft.com/office/drawing/2014/main" id="{28BFD0E4-D3C2-72B2-B1C6-EC6A50E7400A}"/>
                        </a:ext>
                      </a:extLst>
                    </p:cNvPr>
                    <p:cNvSpPr/>
                    <p:nvPr/>
                  </p:nvSpPr>
                  <p:spPr>
                    <a:xfrm>
                      <a:off x="4780978" y="4287774"/>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0" name="Freeform: Shape 2019">
                      <a:extLst>
                        <a:ext uri="{FF2B5EF4-FFF2-40B4-BE49-F238E27FC236}">
                          <a16:creationId xmlns:a16="http://schemas.microsoft.com/office/drawing/2014/main" id="{66672CB1-A3C7-8686-FBDA-945510B4E1E6}"/>
                        </a:ext>
                      </a:extLst>
                    </p:cNvPr>
                    <p:cNvSpPr/>
                    <p:nvPr/>
                  </p:nvSpPr>
                  <p:spPr>
                    <a:xfrm>
                      <a:off x="4780978" y="4316920"/>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1" name="Freeform: Shape 2020">
                      <a:extLst>
                        <a:ext uri="{FF2B5EF4-FFF2-40B4-BE49-F238E27FC236}">
                          <a16:creationId xmlns:a16="http://schemas.microsoft.com/office/drawing/2014/main" id="{1CED0BFF-5CE1-06E7-1522-86559F2A4B06}"/>
                        </a:ext>
                      </a:extLst>
                    </p:cNvPr>
                    <p:cNvSpPr/>
                    <p:nvPr/>
                  </p:nvSpPr>
                  <p:spPr>
                    <a:xfrm>
                      <a:off x="4780978" y="434597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2" name="Freeform: Shape 2021">
                      <a:extLst>
                        <a:ext uri="{FF2B5EF4-FFF2-40B4-BE49-F238E27FC236}">
                          <a16:creationId xmlns:a16="http://schemas.microsoft.com/office/drawing/2014/main" id="{E8FEDC05-107F-DED3-FE4F-3BF98D143CED}"/>
                        </a:ext>
                      </a:extLst>
                    </p:cNvPr>
                    <p:cNvSpPr/>
                    <p:nvPr/>
                  </p:nvSpPr>
                  <p:spPr>
                    <a:xfrm>
                      <a:off x="4780978" y="4375118"/>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3" name="Freeform: Shape 2022">
                      <a:extLst>
                        <a:ext uri="{FF2B5EF4-FFF2-40B4-BE49-F238E27FC236}">
                          <a16:creationId xmlns:a16="http://schemas.microsoft.com/office/drawing/2014/main" id="{78C3DE01-F33A-4017-B70A-B215798B1573}"/>
                        </a:ext>
                      </a:extLst>
                    </p:cNvPr>
                    <p:cNvSpPr/>
                    <p:nvPr/>
                  </p:nvSpPr>
                  <p:spPr>
                    <a:xfrm>
                      <a:off x="4780978" y="4404264"/>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4" name="Freeform: Shape 2023">
                      <a:extLst>
                        <a:ext uri="{FF2B5EF4-FFF2-40B4-BE49-F238E27FC236}">
                          <a16:creationId xmlns:a16="http://schemas.microsoft.com/office/drawing/2014/main" id="{9C11F163-0946-31A9-D39A-DB275D0DE348}"/>
                        </a:ext>
                      </a:extLst>
                    </p:cNvPr>
                    <p:cNvSpPr/>
                    <p:nvPr/>
                  </p:nvSpPr>
                  <p:spPr>
                    <a:xfrm>
                      <a:off x="4780978" y="443331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5" name="Freeform: Shape 2024">
                      <a:extLst>
                        <a:ext uri="{FF2B5EF4-FFF2-40B4-BE49-F238E27FC236}">
                          <a16:creationId xmlns:a16="http://schemas.microsoft.com/office/drawing/2014/main" id="{EABEAECE-956F-D6CB-AD10-04E7387311DF}"/>
                        </a:ext>
                      </a:extLst>
                    </p:cNvPr>
                    <p:cNvSpPr/>
                    <p:nvPr/>
                  </p:nvSpPr>
                  <p:spPr>
                    <a:xfrm>
                      <a:off x="4780978" y="446246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6" name="Freeform: Shape 2025">
                      <a:extLst>
                        <a:ext uri="{FF2B5EF4-FFF2-40B4-BE49-F238E27FC236}">
                          <a16:creationId xmlns:a16="http://schemas.microsoft.com/office/drawing/2014/main" id="{E6A85230-3AB8-988E-400F-138BFF4DBE98}"/>
                        </a:ext>
                      </a:extLst>
                    </p:cNvPr>
                    <p:cNvSpPr/>
                    <p:nvPr/>
                  </p:nvSpPr>
                  <p:spPr>
                    <a:xfrm>
                      <a:off x="4780978" y="4491608"/>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7" name="Freeform: Shape 2026">
                      <a:extLst>
                        <a:ext uri="{FF2B5EF4-FFF2-40B4-BE49-F238E27FC236}">
                          <a16:creationId xmlns:a16="http://schemas.microsoft.com/office/drawing/2014/main" id="{33FFA04A-9865-B34D-1C1B-66D3BBA998AB}"/>
                        </a:ext>
                      </a:extLst>
                    </p:cNvPr>
                    <p:cNvSpPr/>
                    <p:nvPr/>
                  </p:nvSpPr>
                  <p:spPr>
                    <a:xfrm>
                      <a:off x="4780978" y="4520660"/>
                      <a:ext cx="115442" cy="81248"/>
                    </a:xfrm>
                    <a:custGeom>
                      <a:avLst/>
                      <a:gdLst>
                        <a:gd name="connsiteX0" fmla="*/ 115443 w 115442"/>
                        <a:gd name="connsiteY0" fmla="*/ 81249 h 81248"/>
                        <a:gd name="connsiteX1" fmla="*/ 0 w 115442"/>
                        <a:gd name="connsiteY1" fmla="*/ 14574 h 81248"/>
                        <a:gd name="connsiteX2" fmla="*/ 0 w 115442"/>
                        <a:gd name="connsiteY2" fmla="*/ 0 h 81248"/>
                        <a:gd name="connsiteX3" fmla="*/ 115443 w 115442"/>
                        <a:gd name="connsiteY3" fmla="*/ 66675 h 81248"/>
                        <a:gd name="connsiteX4" fmla="*/ 115443 w 115442"/>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8" name="Freeform: Shape 2027">
                      <a:extLst>
                        <a:ext uri="{FF2B5EF4-FFF2-40B4-BE49-F238E27FC236}">
                          <a16:creationId xmlns:a16="http://schemas.microsoft.com/office/drawing/2014/main" id="{EFBC8862-1FD4-5DB2-4654-3F934F6444DD}"/>
                        </a:ext>
                      </a:extLst>
                    </p:cNvPr>
                    <p:cNvSpPr/>
                    <p:nvPr/>
                  </p:nvSpPr>
                  <p:spPr>
                    <a:xfrm>
                      <a:off x="4780978" y="454980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29" name="Freeform: Shape 2028">
                      <a:extLst>
                        <a:ext uri="{FF2B5EF4-FFF2-40B4-BE49-F238E27FC236}">
                          <a16:creationId xmlns:a16="http://schemas.microsoft.com/office/drawing/2014/main" id="{2D5022B5-EDED-DEC8-C7E9-74C9B4D9567D}"/>
                        </a:ext>
                      </a:extLst>
                    </p:cNvPr>
                    <p:cNvSpPr/>
                    <p:nvPr/>
                  </p:nvSpPr>
                  <p:spPr>
                    <a:xfrm>
                      <a:off x="4780978" y="4578953"/>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0" name="Freeform: Shape 2029">
                      <a:extLst>
                        <a:ext uri="{FF2B5EF4-FFF2-40B4-BE49-F238E27FC236}">
                          <a16:creationId xmlns:a16="http://schemas.microsoft.com/office/drawing/2014/main" id="{E0F23323-1500-9D35-C3D8-54283767EC26}"/>
                        </a:ext>
                      </a:extLst>
                    </p:cNvPr>
                    <p:cNvSpPr/>
                    <p:nvPr/>
                  </p:nvSpPr>
                  <p:spPr>
                    <a:xfrm>
                      <a:off x="4780978" y="4608004"/>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1" name="Freeform: Shape 2030">
                      <a:extLst>
                        <a:ext uri="{FF2B5EF4-FFF2-40B4-BE49-F238E27FC236}">
                          <a16:creationId xmlns:a16="http://schemas.microsoft.com/office/drawing/2014/main" id="{CA40B294-41A6-A9A9-BD8F-AD1121568E2E}"/>
                        </a:ext>
                      </a:extLst>
                    </p:cNvPr>
                    <p:cNvSpPr/>
                    <p:nvPr/>
                  </p:nvSpPr>
                  <p:spPr>
                    <a:xfrm>
                      <a:off x="4780978" y="4637150"/>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2" name="Freeform: Shape 2031">
                      <a:extLst>
                        <a:ext uri="{FF2B5EF4-FFF2-40B4-BE49-F238E27FC236}">
                          <a16:creationId xmlns:a16="http://schemas.microsoft.com/office/drawing/2014/main" id="{2B4ABD6A-B2FC-0287-F51F-5AAE264C96D5}"/>
                        </a:ext>
                      </a:extLst>
                    </p:cNvPr>
                    <p:cNvSpPr/>
                    <p:nvPr/>
                  </p:nvSpPr>
                  <p:spPr>
                    <a:xfrm>
                      <a:off x="4780978" y="466620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3" name="Freeform: Shape 2032">
                      <a:extLst>
                        <a:ext uri="{FF2B5EF4-FFF2-40B4-BE49-F238E27FC236}">
                          <a16:creationId xmlns:a16="http://schemas.microsoft.com/office/drawing/2014/main" id="{5CD940F4-8FA2-55BC-F795-B2342ABEB96C}"/>
                        </a:ext>
                      </a:extLst>
                    </p:cNvPr>
                    <p:cNvSpPr/>
                    <p:nvPr/>
                  </p:nvSpPr>
                  <p:spPr>
                    <a:xfrm>
                      <a:off x="4780978" y="4695348"/>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4" name="Freeform: Shape 2033">
                      <a:extLst>
                        <a:ext uri="{FF2B5EF4-FFF2-40B4-BE49-F238E27FC236}">
                          <a16:creationId xmlns:a16="http://schemas.microsoft.com/office/drawing/2014/main" id="{A29572DD-0E5A-F16E-E724-3E6395AE6CE5}"/>
                        </a:ext>
                      </a:extLst>
                    </p:cNvPr>
                    <p:cNvSpPr/>
                    <p:nvPr/>
                  </p:nvSpPr>
                  <p:spPr>
                    <a:xfrm>
                      <a:off x="4909566" y="4332922"/>
                      <a:ext cx="62483" cy="79724"/>
                    </a:xfrm>
                    <a:custGeom>
                      <a:avLst/>
                      <a:gdLst>
                        <a:gd name="connsiteX0" fmla="*/ 62484 w 62483"/>
                        <a:gd name="connsiteY0" fmla="*/ 79724 h 79724"/>
                        <a:gd name="connsiteX1" fmla="*/ 0 w 62483"/>
                        <a:gd name="connsiteY1" fmla="*/ 43625 h 79724"/>
                        <a:gd name="connsiteX2" fmla="*/ 0 w 62483"/>
                        <a:gd name="connsiteY2" fmla="*/ 0 h 79724"/>
                        <a:gd name="connsiteX3" fmla="*/ 62484 w 62483"/>
                        <a:gd name="connsiteY3" fmla="*/ 36100 h 79724"/>
                        <a:gd name="connsiteX4" fmla="*/ 62484 w 62483"/>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724">
                          <a:moveTo>
                            <a:pt x="62484" y="79724"/>
                          </a:moveTo>
                          <a:lnTo>
                            <a:pt x="0" y="43625"/>
                          </a:lnTo>
                          <a:lnTo>
                            <a:pt x="0" y="0"/>
                          </a:lnTo>
                          <a:lnTo>
                            <a:pt x="62484" y="36100"/>
                          </a:lnTo>
                          <a:lnTo>
                            <a:pt x="62484"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5" name="Freeform: Shape 2034">
                      <a:extLst>
                        <a:ext uri="{FF2B5EF4-FFF2-40B4-BE49-F238E27FC236}">
                          <a16:creationId xmlns:a16="http://schemas.microsoft.com/office/drawing/2014/main" id="{3C9D56C8-46E0-FD0B-2D33-76124C548FBC}"/>
                        </a:ext>
                      </a:extLst>
                    </p:cNvPr>
                    <p:cNvSpPr/>
                    <p:nvPr/>
                  </p:nvSpPr>
                  <p:spPr>
                    <a:xfrm>
                      <a:off x="4914804" y="4344161"/>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29909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29909"/>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6" name="Freeform: Shape 2035">
                      <a:extLst>
                        <a:ext uri="{FF2B5EF4-FFF2-40B4-BE49-F238E27FC236}">
                          <a16:creationId xmlns:a16="http://schemas.microsoft.com/office/drawing/2014/main" id="{FF0DAB80-568B-5124-7896-5278E5C9ED9E}"/>
                        </a:ext>
                      </a:extLst>
                    </p:cNvPr>
                    <p:cNvSpPr/>
                    <p:nvPr/>
                  </p:nvSpPr>
                  <p:spPr>
                    <a:xfrm>
                      <a:off x="4909566" y="4387691"/>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7" name="Freeform: Shape 2036">
                      <a:extLst>
                        <a:ext uri="{FF2B5EF4-FFF2-40B4-BE49-F238E27FC236}">
                          <a16:creationId xmlns:a16="http://schemas.microsoft.com/office/drawing/2014/main" id="{53A03543-D154-4F62-8C37-2E33F9DE30B7}"/>
                        </a:ext>
                      </a:extLst>
                    </p:cNvPr>
                    <p:cNvSpPr/>
                    <p:nvPr/>
                  </p:nvSpPr>
                  <p:spPr>
                    <a:xfrm>
                      <a:off x="4909566" y="4573047"/>
                      <a:ext cx="62483" cy="79819"/>
                    </a:xfrm>
                    <a:custGeom>
                      <a:avLst/>
                      <a:gdLst>
                        <a:gd name="connsiteX0" fmla="*/ 62484 w 62483"/>
                        <a:gd name="connsiteY0" fmla="*/ 79820 h 79819"/>
                        <a:gd name="connsiteX1" fmla="*/ 0 w 62483"/>
                        <a:gd name="connsiteY1" fmla="*/ 43720 h 79819"/>
                        <a:gd name="connsiteX2" fmla="*/ 0 w 62483"/>
                        <a:gd name="connsiteY2" fmla="*/ 0 h 79819"/>
                        <a:gd name="connsiteX3" fmla="*/ 62484 w 62483"/>
                        <a:gd name="connsiteY3" fmla="*/ 36100 h 79819"/>
                        <a:gd name="connsiteX4" fmla="*/ 62484 w 62483"/>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819">
                          <a:moveTo>
                            <a:pt x="62484" y="79820"/>
                          </a:moveTo>
                          <a:lnTo>
                            <a:pt x="0" y="43720"/>
                          </a:lnTo>
                          <a:lnTo>
                            <a:pt x="0" y="0"/>
                          </a:lnTo>
                          <a:lnTo>
                            <a:pt x="62484" y="36100"/>
                          </a:lnTo>
                          <a:lnTo>
                            <a:pt x="62484"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8" name="Freeform: Shape 2037">
                      <a:extLst>
                        <a:ext uri="{FF2B5EF4-FFF2-40B4-BE49-F238E27FC236}">
                          <a16:creationId xmlns:a16="http://schemas.microsoft.com/office/drawing/2014/main" id="{6140066E-2B5D-9AE4-CD12-391E1960C432}"/>
                        </a:ext>
                      </a:extLst>
                    </p:cNvPr>
                    <p:cNvSpPr/>
                    <p:nvPr/>
                  </p:nvSpPr>
                  <p:spPr>
                    <a:xfrm>
                      <a:off x="4914804" y="4584287"/>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39" name="Freeform: Shape 2038">
                      <a:extLst>
                        <a:ext uri="{FF2B5EF4-FFF2-40B4-BE49-F238E27FC236}">
                          <a16:creationId xmlns:a16="http://schemas.microsoft.com/office/drawing/2014/main" id="{551159E9-096F-1C0E-C534-C219E7B0486C}"/>
                        </a:ext>
                      </a:extLst>
                    </p:cNvPr>
                    <p:cNvSpPr/>
                    <p:nvPr/>
                  </p:nvSpPr>
                  <p:spPr>
                    <a:xfrm>
                      <a:off x="4909566" y="4627816"/>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0" name="Freeform: Shape 2039">
                      <a:extLst>
                        <a:ext uri="{FF2B5EF4-FFF2-40B4-BE49-F238E27FC236}">
                          <a16:creationId xmlns:a16="http://schemas.microsoft.com/office/drawing/2014/main" id="{AA2C4DE9-C82D-C328-3162-7EC27A188750}"/>
                        </a:ext>
                      </a:extLst>
                    </p:cNvPr>
                    <p:cNvSpPr/>
                    <p:nvPr/>
                  </p:nvSpPr>
                  <p:spPr>
                    <a:xfrm>
                      <a:off x="4914804" y="4750784"/>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1" name="Freeform: Shape 2040">
                      <a:extLst>
                        <a:ext uri="{FF2B5EF4-FFF2-40B4-BE49-F238E27FC236}">
                          <a16:creationId xmlns:a16="http://schemas.microsoft.com/office/drawing/2014/main" id="{F8E21B01-9E4E-2EAB-744F-F294B3A0BD53}"/>
                        </a:ext>
                      </a:extLst>
                    </p:cNvPr>
                    <p:cNvSpPr/>
                    <p:nvPr/>
                  </p:nvSpPr>
                  <p:spPr>
                    <a:xfrm>
                      <a:off x="4914804" y="4510658"/>
                      <a:ext cx="51911" cy="59055"/>
                    </a:xfrm>
                    <a:custGeom>
                      <a:avLst/>
                      <a:gdLst>
                        <a:gd name="connsiteX0" fmla="*/ 51911 w 51911"/>
                        <a:gd name="connsiteY0" fmla="*/ 29909 h 59055"/>
                        <a:gd name="connsiteX1" fmla="*/ 0 w 51911"/>
                        <a:gd name="connsiteY1" fmla="*/ 0 h 59055"/>
                        <a:gd name="connsiteX2" fmla="*/ 0 w 51911"/>
                        <a:gd name="connsiteY2" fmla="*/ 29051 h 59055"/>
                        <a:gd name="connsiteX3" fmla="*/ 51911 w 51911"/>
                        <a:gd name="connsiteY3" fmla="*/ 59055 h 59055"/>
                        <a:gd name="connsiteX4" fmla="*/ 51911 w 51911"/>
                        <a:gd name="connsiteY4" fmla="*/ 29909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29909"/>
                          </a:moveTo>
                          <a:lnTo>
                            <a:pt x="0" y="0"/>
                          </a:lnTo>
                          <a:lnTo>
                            <a:pt x="0" y="29051"/>
                          </a:lnTo>
                          <a:lnTo>
                            <a:pt x="51911" y="59055"/>
                          </a:lnTo>
                          <a:lnTo>
                            <a:pt x="51911" y="29909"/>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2" name="Freeform: Shape 2041">
                      <a:extLst>
                        <a:ext uri="{FF2B5EF4-FFF2-40B4-BE49-F238E27FC236}">
                          <a16:creationId xmlns:a16="http://schemas.microsoft.com/office/drawing/2014/main" id="{72BF0B98-F33D-EA44-0E5B-C88CB5ADDC5D}"/>
                        </a:ext>
                      </a:extLst>
                    </p:cNvPr>
                    <p:cNvSpPr/>
                    <p:nvPr/>
                  </p:nvSpPr>
                  <p:spPr>
                    <a:xfrm>
                      <a:off x="4939188" y="4411217"/>
                      <a:ext cx="4000" cy="109347"/>
                    </a:xfrm>
                    <a:custGeom>
                      <a:avLst/>
                      <a:gdLst>
                        <a:gd name="connsiteX0" fmla="*/ 4000 w 4000"/>
                        <a:gd name="connsiteY0" fmla="*/ 109347 h 109347"/>
                        <a:gd name="connsiteX1" fmla="*/ 0 w 4000"/>
                        <a:gd name="connsiteY1" fmla="*/ 107061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7061"/>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43" name="Freeform: Shape 2042">
                      <a:extLst>
                        <a:ext uri="{FF2B5EF4-FFF2-40B4-BE49-F238E27FC236}">
                          <a16:creationId xmlns:a16="http://schemas.microsoft.com/office/drawing/2014/main" id="{A3A913BF-9963-D6A6-6A6D-6813626A3DC8}"/>
                        </a:ext>
                      </a:extLst>
                    </p:cNvPr>
                    <p:cNvSpPr/>
                    <p:nvPr/>
                  </p:nvSpPr>
                  <p:spPr>
                    <a:xfrm>
                      <a:off x="4939188" y="4653152"/>
                      <a:ext cx="4000" cy="109347"/>
                    </a:xfrm>
                    <a:custGeom>
                      <a:avLst/>
                      <a:gdLst>
                        <a:gd name="connsiteX0" fmla="*/ 4000 w 4000"/>
                        <a:gd name="connsiteY0" fmla="*/ 109347 h 109347"/>
                        <a:gd name="connsiteX1" fmla="*/ 0 w 4000"/>
                        <a:gd name="connsiteY1" fmla="*/ 106966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983" name="Graphic 3388">
                    <a:extLst>
                      <a:ext uri="{FF2B5EF4-FFF2-40B4-BE49-F238E27FC236}">
                        <a16:creationId xmlns:a16="http://schemas.microsoft.com/office/drawing/2014/main" id="{98B337F5-03B7-A51A-3026-C3E534C98F9A}"/>
                      </a:ext>
                    </a:extLst>
                  </p:cNvPr>
                  <p:cNvGrpSpPr/>
                  <p:nvPr/>
                </p:nvGrpSpPr>
                <p:grpSpPr>
                  <a:xfrm>
                    <a:off x="4512945" y="4088034"/>
                    <a:ext cx="214503" cy="604837"/>
                    <a:chOff x="4512945" y="4088034"/>
                    <a:chExt cx="214503" cy="604837"/>
                  </a:xfrm>
                </p:grpSpPr>
                <p:sp>
                  <p:nvSpPr>
                    <p:cNvPr id="1990" name="Freeform: Shape 1989">
                      <a:extLst>
                        <a:ext uri="{FF2B5EF4-FFF2-40B4-BE49-F238E27FC236}">
                          <a16:creationId xmlns:a16="http://schemas.microsoft.com/office/drawing/2014/main" id="{3DA2990F-22FF-147F-6528-D8FD8A6A97D9}"/>
                        </a:ext>
                      </a:extLst>
                    </p:cNvPr>
                    <p:cNvSpPr/>
                    <p:nvPr/>
                  </p:nvSpPr>
                  <p:spPr>
                    <a:xfrm>
                      <a:off x="4512945" y="4088034"/>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1" name="Freeform: Shape 1990">
                      <a:extLst>
                        <a:ext uri="{FF2B5EF4-FFF2-40B4-BE49-F238E27FC236}">
                          <a16:creationId xmlns:a16="http://schemas.microsoft.com/office/drawing/2014/main" id="{B59915FE-932C-55A2-9C44-15ED668B2324}"/>
                        </a:ext>
                      </a:extLst>
                    </p:cNvPr>
                    <p:cNvSpPr/>
                    <p:nvPr/>
                  </p:nvSpPr>
                  <p:spPr>
                    <a:xfrm>
                      <a:off x="4523898" y="411022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2" name="Freeform: Shape 1991">
                      <a:extLst>
                        <a:ext uri="{FF2B5EF4-FFF2-40B4-BE49-F238E27FC236}">
                          <a16:creationId xmlns:a16="http://schemas.microsoft.com/office/drawing/2014/main" id="{228F009A-1A17-8E21-89B1-E010CF87B713}"/>
                        </a:ext>
                      </a:extLst>
                    </p:cNvPr>
                    <p:cNvSpPr/>
                    <p:nvPr/>
                  </p:nvSpPr>
                  <p:spPr>
                    <a:xfrm>
                      <a:off x="4523898" y="413937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3" name="Freeform: Shape 1992">
                      <a:extLst>
                        <a:ext uri="{FF2B5EF4-FFF2-40B4-BE49-F238E27FC236}">
                          <a16:creationId xmlns:a16="http://schemas.microsoft.com/office/drawing/2014/main" id="{CB3C2A72-5101-FBA9-1436-BB292FA57587}"/>
                        </a:ext>
                      </a:extLst>
                    </p:cNvPr>
                    <p:cNvSpPr/>
                    <p:nvPr/>
                  </p:nvSpPr>
                  <p:spPr>
                    <a:xfrm>
                      <a:off x="4523898" y="416842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4" name="Freeform: Shape 1993">
                      <a:extLst>
                        <a:ext uri="{FF2B5EF4-FFF2-40B4-BE49-F238E27FC236}">
                          <a16:creationId xmlns:a16="http://schemas.microsoft.com/office/drawing/2014/main" id="{E829772D-EE77-022D-9852-172A35B16A55}"/>
                        </a:ext>
                      </a:extLst>
                    </p:cNvPr>
                    <p:cNvSpPr/>
                    <p:nvPr/>
                  </p:nvSpPr>
                  <p:spPr>
                    <a:xfrm>
                      <a:off x="4523898" y="419757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5" name="Freeform: Shape 1994">
                      <a:extLst>
                        <a:ext uri="{FF2B5EF4-FFF2-40B4-BE49-F238E27FC236}">
                          <a16:creationId xmlns:a16="http://schemas.microsoft.com/office/drawing/2014/main" id="{1FFCF2E5-D132-2932-AF86-48634761EB42}"/>
                        </a:ext>
                      </a:extLst>
                    </p:cNvPr>
                    <p:cNvSpPr/>
                    <p:nvPr/>
                  </p:nvSpPr>
                  <p:spPr>
                    <a:xfrm>
                      <a:off x="4523898" y="4226718"/>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6" name="Freeform: Shape 1995">
                      <a:extLst>
                        <a:ext uri="{FF2B5EF4-FFF2-40B4-BE49-F238E27FC236}">
                          <a16:creationId xmlns:a16="http://schemas.microsoft.com/office/drawing/2014/main" id="{AAB738C1-517B-99DC-A8EB-6DD1327DA0C0}"/>
                        </a:ext>
                      </a:extLst>
                    </p:cNvPr>
                    <p:cNvSpPr/>
                    <p:nvPr/>
                  </p:nvSpPr>
                  <p:spPr>
                    <a:xfrm>
                      <a:off x="4523898" y="425576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7" name="Freeform: Shape 1996">
                      <a:extLst>
                        <a:ext uri="{FF2B5EF4-FFF2-40B4-BE49-F238E27FC236}">
                          <a16:creationId xmlns:a16="http://schemas.microsoft.com/office/drawing/2014/main" id="{B7A576C5-706E-11C7-9786-D05B76079B0E}"/>
                        </a:ext>
                      </a:extLst>
                    </p:cNvPr>
                    <p:cNvSpPr/>
                    <p:nvPr/>
                  </p:nvSpPr>
                  <p:spPr>
                    <a:xfrm>
                      <a:off x="4523898" y="4284916"/>
                      <a:ext cx="115443" cy="81248"/>
                    </a:xfrm>
                    <a:custGeom>
                      <a:avLst/>
                      <a:gdLst>
                        <a:gd name="connsiteX0" fmla="*/ 115443 w 115443"/>
                        <a:gd name="connsiteY0" fmla="*/ 81249 h 81248"/>
                        <a:gd name="connsiteX1" fmla="*/ 0 w 115443"/>
                        <a:gd name="connsiteY1" fmla="*/ 14574 h 81248"/>
                        <a:gd name="connsiteX2" fmla="*/ 0 w 115443"/>
                        <a:gd name="connsiteY2" fmla="*/ 0 h 81248"/>
                        <a:gd name="connsiteX3" fmla="*/ 115443 w 115443"/>
                        <a:gd name="connsiteY3" fmla="*/ 66675 h 81248"/>
                        <a:gd name="connsiteX4" fmla="*/ 115443 w 115443"/>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8" name="Freeform: Shape 1997">
                      <a:extLst>
                        <a:ext uri="{FF2B5EF4-FFF2-40B4-BE49-F238E27FC236}">
                          <a16:creationId xmlns:a16="http://schemas.microsoft.com/office/drawing/2014/main" id="{A86A3E12-145B-E47B-0680-0BF0654B2401}"/>
                        </a:ext>
                      </a:extLst>
                    </p:cNvPr>
                    <p:cNvSpPr/>
                    <p:nvPr/>
                  </p:nvSpPr>
                  <p:spPr>
                    <a:xfrm>
                      <a:off x="4523898" y="4314063"/>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99" name="Freeform: Shape 1998">
                      <a:extLst>
                        <a:ext uri="{FF2B5EF4-FFF2-40B4-BE49-F238E27FC236}">
                          <a16:creationId xmlns:a16="http://schemas.microsoft.com/office/drawing/2014/main" id="{8FE9C71F-F5C5-D81A-21CA-5D72E0A4506E}"/>
                        </a:ext>
                      </a:extLst>
                    </p:cNvPr>
                    <p:cNvSpPr/>
                    <p:nvPr/>
                  </p:nvSpPr>
                  <p:spPr>
                    <a:xfrm>
                      <a:off x="4523898" y="434311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0" name="Freeform: Shape 1999">
                      <a:extLst>
                        <a:ext uri="{FF2B5EF4-FFF2-40B4-BE49-F238E27FC236}">
                          <a16:creationId xmlns:a16="http://schemas.microsoft.com/office/drawing/2014/main" id="{BD94A89E-AE90-67C4-628E-76148A61EC33}"/>
                        </a:ext>
                      </a:extLst>
                    </p:cNvPr>
                    <p:cNvSpPr/>
                    <p:nvPr/>
                  </p:nvSpPr>
                  <p:spPr>
                    <a:xfrm>
                      <a:off x="4523898" y="437226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1" name="Freeform: Shape 2000">
                      <a:extLst>
                        <a:ext uri="{FF2B5EF4-FFF2-40B4-BE49-F238E27FC236}">
                          <a16:creationId xmlns:a16="http://schemas.microsoft.com/office/drawing/2014/main" id="{F93BCECB-41DE-5468-3486-74585DCFF470}"/>
                        </a:ext>
                      </a:extLst>
                    </p:cNvPr>
                    <p:cNvSpPr/>
                    <p:nvPr/>
                  </p:nvSpPr>
                  <p:spPr>
                    <a:xfrm>
                      <a:off x="4523898" y="4401407"/>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2" name="Freeform: Shape 2001">
                      <a:extLst>
                        <a:ext uri="{FF2B5EF4-FFF2-40B4-BE49-F238E27FC236}">
                          <a16:creationId xmlns:a16="http://schemas.microsoft.com/office/drawing/2014/main" id="{75967F8D-853E-428A-ADB7-4053095574BD}"/>
                        </a:ext>
                      </a:extLst>
                    </p:cNvPr>
                    <p:cNvSpPr/>
                    <p:nvPr/>
                  </p:nvSpPr>
                  <p:spPr>
                    <a:xfrm>
                      <a:off x="4523898" y="4430458"/>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3" name="Freeform: Shape 2002">
                      <a:extLst>
                        <a:ext uri="{FF2B5EF4-FFF2-40B4-BE49-F238E27FC236}">
                          <a16:creationId xmlns:a16="http://schemas.microsoft.com/office/drawing/2014/main" id="{67B8A8B4-73DC-8992-0DE4-6DE47EF9726B}"/>
                        </a:ext>
                      </a:extLst>
                    </p:cNvPr>
                    <p:cNvSpPr/>
                    <p:nvPr/>
                  </p:nvSpPr>
                  <p:spPr>
                    <a:xfrm>
                      <a:off x="4523898" y="445960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4" name="Freeform: Shape 2003">
                      <a:extLst>
                        <a:ext uri="{FF2B5EF4-FFF2-40B4-BE49-F238E27FC236}">
                          <a16:creationId xmlns:a16="http://schemas.microsoft.com/office/drawing/2014/main" id="{4E00275B-CD76-1885-322B-C2EE73088180}"/>
                        </a:ext>
                      </a:extLst>
                    </p:cNvPr>
                    <p:cNvSpPr/>
                    <p:nvPr/>
                  </p:nvSpPr>
                  <p:spPr>
                    <a:xfrm>
                      <a:off x="4523898" y="4488656"/>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5" name="Freeform: Shape 2004">
                      <a:extLst>
                        <a:ext uri="{FF2B5EF4-FFF2-40B4-BE49-F238E27FC236}">
                          <a16:creationId xmlns:a16="http://schemas.microsoft.com/office/drawing/2014/main" id="{846C08E0-4C0A-A54D-496C-06402906B8F5}"/>
                        </a:ext>
                      </a:extLst>
                    </p:cNvPr>
                    <p:cNvSpPr/>
                    <p:nvPr/>
                  </p:nvSpPr>
                  <p:spPr>
                    <a:xfrm>
                      <a:off x="4523898" y="451780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6" name="Freeform: Shape 2005">
                      <a:extLst>
                        <a:ext uri="{FF2B5EF4-FFF2-40B4-BE49-F238E27FC236}">
                          <a16:creationId xmlns:a16="http://schemas.microsoft.com/office/drawing/2014/main" id="{F5ADD427-0C6F-4513-618E-441379E4DF60}"/>
                        </a:ext>
                      </a:extLst>
                    </p:cNvPr>
                    <p:cNvSpPr/>
                    <p:nvPr/>
                  </p:nvSpPr>
                  <p:spPr>
                    <a:xfrm>
                      <a:off x="4523898" y="454694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7" name="Freeform: Shape 2006">
                      <a:extLst>
                        <a:ext uri="{FF2B5EF4-FFF2-40B4-BE49-F238E27FC236}">
                          <a16:creationId xmlns:a16="http://schemas.microsoft.com/office/drawing/2014/main" id="{AC66FCE4-B48B-2EDD-6C4E-11766EEEB563}"/>
                        </a:ext>
                      </a:extLst>
                    </p:cNvPr>
                    <p:cNvSpPr/>
                    <p:nvPr/>
                  </p:nvSpPr>
                  <p:spPr>
                    <a:xfrm>
                      <a:off x="4652391" y="4184427"/>
                      <a:ext cx="62579" cy="79819"/>
                    </a:xfrm>
                    <a:custGeom>
                      <a:avLst/>
                      <a:gdLst>
                        <a:gd name="connsiteX0" fmla="*/ 62579 w 62579"/>
                        <a:gd name="connsiteY0" fmla="*/ 79820 h 79819"/>
                        <a:gd name="connsiteX1" fmla="*/ 0 w 62579"/>
                        <a:gd name="connsiteY1" fmla="*/ 43720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720"/>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8" name="Freeform: Shape 2007">
                      <a:extLst>
                        <a:ext uri="{FF2B5EF4-FFF2-40B4-BE49-F238E27FC236}">
                          <a16:creationId xmlns:a16="http://schemas.microsoft.com/office/drawing/2014/main" id="{76E25748-49FB-8DD4-D721-0829423F4A6B}"/>
                        </a:ext>
                      </a:extLst>
                    </p:cNvPr>
                    <p:cNvSpPr/>
                    <p:nvPr/>
                  </p:nvSpPr>
                  <p:spPr>
                    <a:xfrm>
                      <a:off x="4657725" y="4195667"/>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09" name="Freeform: Shape 2008">
                      <a:extLst>
                        <a:ext uri="{FF2B5EF4-FFF2-40B4-BE49-F238E27FC236}">
                          <a16:creationId xmlns:a16="http://schemas.microsoft.com/office/drawing/2014/main" id="{BCD8ED87-4598-C0BE-AA5E-2F83BEC23F18}"/>
                        </a:ext>
                      </a:extLst>
                    </p:cNvPr>
                    <p:cNvSpPr/>
                    <p:nvPr/>
                  </p:nvSpPr>
                  <p:spPr>
                    <a:xfrm>
                      <a:off x="4652391" y="4239196"/>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0" name="Freeform: Shape 2009">
                      <a:extLst>
                        <a:ext uri="{FF2B5EF4-FFF2-40B4-BE49-F238E27FC236}">
                          <a16:creationId xmlns:a16="http://schemas.microsoft.com/office/drawing/2014/main" id="{50FC181A-F9BD-386A-FCA7-E3127A58C0DE}"/>
                        </a:ext>
                      </a:extLst>
                    </p:cNvPr>
                    <p:cNvSpPr/>
                    <p:nvPr/>
                  </p:nvSpPr>
                  <p:spPr>
                    <a:xfrm>
                      <a:off x="4652391" y="4424648"/>
                      <a:ext cx="62579" cy="79724"/>
                    </a:xfrm>
                    <a:custGeom>
                      <a:avLst/>
                      <a:gdLst>
                        <a:gd name="connsiteX0" fmla="*/ 62579 w 62579"/>
                        <a:gd name="connsiteY0" fmla="*/ 79724 h 79724"/>
                        <a:gd name="connsiteX1" fmla="*/ 0 w 62579"/>
                        <a:gd name="connsiteY1" fmla="*/ 43624 h 79724"/>
                        <a:gd name="connsiteX2" fmla="*/ 0 w 62579"/>
                        <a:gd name="connsiteY2" fmla="*/ 0 h 79724"/>
                        <a:gd name="connsiteX3" fmla="*/ 62579 w 62579"/>
                        <a:gd name="connsiteY3" fmla="*/ 36100 h 79724"/>
                        <a:gd name="connsiteX4" fmla="*/ 62579 w 62579"/>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724">
                          <a:moveTo>
                            <a:pt x="62579" y="79724"/>
                          </a:moveTo>
                          <a:lnTo>
                            <a:pt x="0" y="43624"/>
                          </a:lnTo>
                          <a:lnTo>
                            <a:pt x="0" y="0"/>
                          </a:lnTo>
                          <a:lnTo>
                            <a:pt x="62579" y="36100"/>
                          </a:lnTo>
                          <a:lnTo>
                            <a:pt x="62579"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1" name="Freeform: Shape 2010">
                      <a:extLst>
                        <a:ext uri="{FF2B5EF4-FFF2-40B4-BE49-F238E27FC236}">
                          <a16:creationId xmlns:a16="http://schemas.microsoft.com/office/drawing/2014/main" id="{A6EF6AFE-CA54-5B5C-57D7-C419E453CB77}"/>
                        </a:ext>
                      </a:extLst>
                    </p:cNvPr>
                    <p:cNvSpPr/>
                    <p:nvPr/>
                  </p:nvSpPr>
                  <p:spPr>
                    <a:xfrm>
                      <a:off x="4657725" y="4435887"/>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2" name="Freeform: Shape 2011">
                      <a:extLst>
                        <a:ext uri="{FF2B5EF4-FFF2-40B4-BE49-F238E27FC236}">
                          <a16:creationId xmlns:a16="http://schemas.microsoft.com/office/drawing/2014/main" id="{A8DF7D55-0054-13BF-58D4-191AB9542B58}"/>
                        </a:ext>
                      </a:extLst>
                    </p:cNvPr>
                    <p:cNvSpPr/>
                    <p:nvPr/>
                  </p:nvSpPr>
                  <p:spPr>
                    <a:xfrm>
                      <a:off x="4652391" y="4479416"/>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3" name="Freeform: Shape 2012">
                      <a:extLst>
                        <a:ext uri="{FF2B5EF4-FFF2-40B4-BE49-F238E27FC236}">
                          <a16:creationId xmlns:a16="http://schemas.microsoft.com/office/drawing/2014/main" id="{CCDFA3D2-DDFA-24AF-A3E8-E84BE9F25108}"/>
                        </a:ext>
                      </a:extLst>
                    </p:cNvPr>
                    <p:cNvSpPr/>
                    <p:nvPr/>
                  </p:nvSpPr>
                  <p:spPr>
                    <a:xfrm>
                      <a:off x="4657725" y="4602384"/>
                      <a:ext cx="51911" cy="59055"/>
                    </a:xfrm>
                    <a:custGeom>
                      <a:avLst/>
                      <a:gdLst>
                        <a:gd name="connsiteX0" fmla="*/ 51911 w 51911"/>
                        <a:gd name="connsiteY0" fmla="*/ 30004 h 59055"/>
                        <a:gd name="connsiteX1" fmla="*/ 0 w 51911"/>
                        <a:gd name="connsiteY1" fmla="*/ 0 h 59055"/>
                        <a:gd name="connsiteX2" fmla="*/ 0 w 51911"/>
                        <a:gd name="connsiteY2" fmla="*/ 29146 h 59055"/>
                        <a:gd name="connsiteX3" fmla="*/ 51911 w 51911"/>
                        <a:gd name="connsiteY3" fmla="*/ 59055 h 59055"/>
                        <a:gd name="connsiteX4" fmla="*/ 51911 w 51911"/>
                        <a:gd name="connsiteY4" fmla="*/ 30004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30004"/>
                          </a:moveTo>
                          <a:lnTo>
                            <a:pt x="0" y="0"/>
                          </a:lnTo>
                          <a:lnTo>
                            <a:pt x="0" y="29146"/>
                          </a:lnTo>
                          <a:lnTo>
                            <a:pt x="51911" y="59055"/>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4" name="Freeform: Shape 2013">
                      <a:extLst>
                        <a:ext uri="{FF2B5EF4-FFF2-40B4-BE49-F238E27FC236}">
                          <a16:creationId xmlns:a16="http://schemas.microsoft.com/office/drawing/2014/main" id="{5E14F892-7F2C-5B9D-22D0-7924E990EB9F}"/>
                        </a:ext>
                      </a:extLst>
                    </p:cNvPr>
                    <p:cNvSpPr/>
                    <p:nvPr/>
                  </p:nvSpPr>
                  <p:spPr>
                    <a:xfrm>
                      <a:off x="4657725" y="4362164"/>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5" name="Freeform: Shape 2014">
                      <a:extLst>
                        <a:ext uri="{FF2B5EF4-FFF2-40B4-BE49-F238E27FC236}">
                          <a16:creationId xmlns:a16="http://schemas.microsoft.com/office/drawing/2014/main" id="{CEA8FDF3-1211-8C6E-0514-03FCC1EF1702}"/>
                        </a:ext>
                      </a:extLst>
                    </p:cNvPr>
                    <p:cNvSpPr/>
                    <p:nvPr/>
                  </p:nvSpPr>
                  <p:spPr>
                    <a:xfrm>
                      <a:off x="4682108" y="4262818"/>
                      <a:ext cx="4000" cy="109346"/>
                    </a:xfrm>
                    <a:custGeom>
                      <a:avLst/>
                      <a:gdLst>
                        <a:gd name="connsiteX0" fmla="*/ 4000 w 4000"/>
                        <a:gd name="connsiteY0" fmla="*/ 109347 h 109346"/>
                        <a:gd name="connsiteX1" fmla="*/ 0 w 4000"/>
                        <a:gd name="connsiteY1" fmla="*/ 106966 h 109346"/>
                        <a:gd name="connsiteX2" fmla="*/ 0 w 4000"/>
                        <a:gd name="connsiteY2" fmla="*/ 0 h 109346"/>
                        <a:gd name="connsiteX3" fmla="*/ 4000 w 4000"/>
                        <a:gd name="connsiteY3" fmla="*/ 2286 h 109346"/>
                        <a:gd name="connsiteX4" fmla="*/ 4000 w 4000"/>
                        <a:gd name="connsiteY4" fmla="*/ 109347 h 109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6">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016" name="Freeform: Shape 2015">
                      <a:extLst>
                        <a:ext uri="{FF2B5EF4-FFF2-40B4-BE49-F238E27FC236}">
                          <a16:creationId xmlns:a16="http://schemas.microsoft.com/office/drawing/2014/main" id="{8011A9B9-800F-4CEB-B38B-B6878C881E8F}"/>
                        </a:ext>
                      </a:extLst>
                    </p:cNvPr>
                    <p:cNvSpPr/>
                    <p:nvPr/>
                  </p:nvSpPr>
                  <p:spPr>
                    <a:xfrm>
                      <a:off x="4682108" y="4504753"/>
                      <a:ext cx="4000" cy="109251"/>
                    </a:xfrm>
                    <a:custGeom>
                      <a:avLst/>
                      <a:gdLst>
                        <a:gd name="connsiteX0" fmla="*/ 4000 w 4000"/>
                        <a:gd name="connsiteY0" fmla="*/ 109252 h 109251"/>
                        <a:gd name="connsiteX1" fmla="*/ 0 w 4000"/>
                        <a:gd name="connsiteY1" fmla="*/ 106966 h 109251"/>
                        <a:gd name="connsiteX2" fmla="*/ 0 w 4000"/>
                        <a:gd name="connsiteY2" fmla="*/ 0 h 109251"/>
                        <a:gd name="connsiteX3" fmla="*/ 4000 w 4000"/>
                        <a:gd name="connsiteY3" fmla="*/ 2286 h 109251"/>
                        <a:gd name="connsiteX4" fmla="*/ 4000 w 4000"/>
                        <a:gd name="connsiteY4" fmla="*/ 109252 h 109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251">
                          <a:moveTo>
                            <a:pt x="4000" y="109252"/>
                          </a:moveTo>
                          <a:lnTo>
                            <a:pt x="0" y="106966"/>
                          </a:lnTo>
                          <a:lnTo>
                            <a:pt x="0" y="0"/>
                          </a:lnTo>
                          <a:lnTo>
                            <a:pt x="4000" y="2286"/>
                          </a:lnTo>
                          <a:lnTo>
                            <a:pt x="4000" y="109252"/>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984" name="Freeform: Shape 1983">
                    <a:extLst>
                      <a:ext uri="{FF2B5EF4-FFF2-40B4-BE49-F238E27FC236}">
                        <a16:creationId xmlns:a16="http://schemas.microsoft.com/office/drawing/2014/main" id="{26BCDC34-38EE-17DA-C152-41DE23B90713}"/>
                      </a:ext>
                    </a:extLst>
                  </p:cNvPr>
                  <p:cNvSpPr/>
                  <p:nvPr/>
                </p:nvSpPr>
                <p:spPr>
                  <a:xfrm>
                    <a:off x="4512945" y="4623816"/>
                    <a:ext cx="471582" cy="303275"/>
                  </a:xfrm>
                  <a:custGeom>
                    <a:avLst/>
                    <a:gdLst>
                      <a:gd name="connsiteX0" fmla="*/ 471583 w 471582"/>
                      <a:gd name="connsiteY0" fmla="*/ 303276 h 303275"/>
                      <a:gd name="connsiteX1" fmla="*/ 0 w 471582"/>
                      <a:gd name="connsiteY1" fmla="*/ 30956 h 303275"/>
                      <a:gd name="connsiteX2" fmla="*/ 0 w 471582"/>
                      <a:gd name="connsiteY2" fmla="*/ 0 h 303275"/>
                      <a:gd name="connsiteX3" fmla="*/ 471583 w 471582"/>
                      <a:gd name="connsiteY3" fmla="*/ 272320 h 303275"/>
                      <a:gd name="connsiteX4" fmla="*/ 471583 w 471582"/>
                      <a:gd name="connsiteY4" fmla="*/ 303276 h 30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275">
                        <a:moveTo>
                          <a:pt x="471583" y="303276"/>
                        </a:moveTo>
                        <a:lnTo>
                          <a:pt x="0" y="30956"/>
                        </a:lnTo>
                        <a:lnTo>
                          <a:pt x="0" y="0"/>
                        </a:lnTo>
                        <a:lnTo>
                          <a:pt x="471583" y="272320"/>
                        </a:lnTo>
                        <a:lnTo>
                          <a:pt x="471583" y="30327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85" name="Freeform: Shape 1984">
                    <a:extLst>
                      <a:ext uri="{FF2B5EF4-FFF2-40B4-BE49-F238E27FC236}">
                        <a16:creationId xmlns:a16="http://schemas.microsoft.com/office/drawing/2014/main" id="{3A7DAF89-74C8-FCE8-0249-CB35DC985EAA}"/>
                      </a:ext>
                    </a:extLst>
                  </p:cNvPr>
                  <p:cNvSpPr/>
                  <p:nvPr/>
                </p:nvSpPr>
                <p:spPr>
                  <a:xfrm>
                    <a:off x="4512945" y="4677822"/>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5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5"/>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86" name="Freeform: Shape 1985">
                    <a:extLst>
                      <a:ext uri="{FF2B5EF4-FFF2-40B4-BE49-F238E27FC236}">
                        <a16:creationId xmlns:a16="http://schemas.microsoft.com/office/drawing/2014/main" id="{77808554-C0EF-7213-A9FA-A1A55E227894}"/>
                      </a:ext>
                    </a:extLst>
                  </p:cNvPr>
                  <p:cNvSpPr/>
                  <p:nvPr/>
                </p:nvSpPr>
                <p:spPr>
                  <a:xfrm>
                    <a:off x="4512945" y="4731829"/>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4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4"/>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87" name="Freeform: Shape 1986">
                    <a:extLst>
                      <a:ext uri="{FF2B5EF4-FFF2-40B4-BE49-F238E27FC236}">
                        <a16:creationId xmlns:a16="http://schemas.microsoft.com/office/drawing/2014/main" id="{680D4DD9-DF99-4D2A-063F-367873B4553C}"/>
                      </a:ext>
                    </a:extLst>
                  </p:cNvPr>
                  <p:cNvSpPr/>
                  <p:nvPr/>
                </p:nvSpPr>
                <p:spPr>
                  <a:xfrm>
                    <a:off x="4512945" y="4785741"/>
                    <a:ext cx="471582" cy="303275"/>
                  </a:xfrm>
                  <a:custGeom>
                    <a:avLst/>
                    <a:gdLst>
                      <a:gd name="connsiteX0" fmla="*/ 471583 w 471582"/>
                      <a:gd name="connsiteY0" fmla="*/ 303276 h 303275"/>
                      <a:gd name="connsiteX1" fmla="*/ 0 w 471582"/>
                      <a:gd name="connsiteY1" fmla="*/ 30956 h 303275"/>
                      <a:gd name="connsiteX2" fmla="*/ 0 w 471582"/>
                      <a:gd name="connsiteY2" fmla="*/ 0 h 303275"/>
                      <a:gd name="connsiteX3" fmla="*/ 471583 w 471582"/>
                      <a:gd name="connsiteY3" fmla="*/ 272320 h 303275"/>
                      <a:gd name="connsiteX4" fmla="*/ 471583 w 471582"/>
                      <a:gd name="connsiteY4" fmla="*/ 303276 h 30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275">
                        <a:moveTo>
                          <a:pt x="471583" y="303276"/>
                        </a:moveTo>
                        <a:lnTo>
                          <a:pt x="0" y="30956"/>
                        </a:lnTo>
                        <a:lnTo>
                          <a:pt x="0" y="0"/>
                        </a:lnTo>
                        <a:lnTo>
                          <a:pt x="471583" y="272320"/>
                        </a:lnTo>
                        <a:lnTo>
                          <a:pt x="471583" y="30327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88" name="Freeform: Shape 1987">
                    <a:extLst>
                      <a:ext uri="{FF2B5EF4-FFF2-40B4-BE49-F238E27FC236}">
                        <a16:creationId xmlns:a16="http://schemas.microsoft.com/office/drawing/2014/main" id="{E0F1053E-CFEE-AA9A-704D-ECA9755DEEB9}"/>
                      </a:ext>
                    </a:extLst>
                  </p:cNvPr>
                  <p:cNvSpPr/>
                  <p:nvPr/>
                </p:nvSpPr>
                <p:spPr>
                  <a:xfrm>
                    <a:off x="4512945" y="4839747"/>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5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5"/>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89" name="Freeform: Shape 1988">
                    <a:extLst>
                      <a:ext uri="{FF2B5EF4-FFF2-40B4-BE49-F238E27FC236}">
                        <a16:creationId xmlns:a16="http://schemas.microsoft.com/office/drawing/2014/main" id="{F711F795-40FC-0E7A-ED47-58470C882205}"/>
                      </a:ext>
                    </a:extLst>
                  </p:cNvPr>
                  <p:cNvSpPr/>
                  <p:nvPr/>
                </p:nvSpPr>
                <p:spPr>
                  <a:xfrm>
                    <a:off x="4512945" y="4893754"/>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4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4"/>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1822" name="Graphic 3388">
                <a:extLst>
                  <a:ext uri="{FF2B5EF4-FFF2-40B4-BE49-F238E27FC236}">
                    <a16:creationId xmlns:a16="http://schemas.microsoft.com/office/drawing/2014/main" id="{B8F7EF70-E16F-7E34-2FAF-664DC1CB4E3B}"/>
                  </a:ext>
                </a:extLst>
              </p:cNvPr>
              <p:cNvGrpSpPr/>
              <p:nvPr/>
            </p:nvGrpSpPr>
            <p:grpSpPr>
              <a:xfrm>
                <a:off x="6505739" y="1695464"/>
                <a:ext cx="1503330" cy="2217229"/>
                <a:chOff x="7243286" y="920686"/>
                <a:chExt cx="1503330" cy="2217229"/>
              </a:xfrm>
            </p:grpSpPr>
            <p:sp>
              <p:nvSpPr>
                <p:cNvPr id="1823" name="Freeform: Shape 1822">
                  <a:extLst>
                    <a:ext uri="{FF2B5EF4-FFF2-40B4-BE49-F238E27FC236}">
                      <a16:creationId xmlns:a16="http://schemas.microsoft.com/office/drawing/2014/main" id="{749B2DD4-2EE4-92E1-F57F-7111825E2EB0}"/>
                    </a:ext>
                  </a:extLst>
                </p:cNvPr>
                <p:cNvSpPr/>
                <p:nvPr/>
              </p:nvSpPr>
              <p:spPr>
                <a:xfrm>
                  <a:off x="7243286" y="1261681"/>
                  <a:ext cx="590645" cy="1876234"/>
                </a:xfrm>
                <a:custGeom>
                  <a:avLst/>
                  <a:gdLst>
                    <a:gd name="connsiteX0" fmla="*/ 590645 w 590645"/>
                    <a:gd name="connsiteY0" fmla="*/ 1876235 h 1876234"/>
                    <a:gd name="connsiteX1" fmla="*/ 0 w 590645"/>
                    <a:gd name="connsiteY1" fmla="*/ 1535240 h 1876234"/>
                    <a:gd name="connsiteX2" fmla="*/ 0 w 590645"/>
                    <a:gd name="connsiteY2" fmla="*/ 0 h 1876234"/>
                    <a:gd name="connsiteX3" fmla="*/ 590645 w 590645"/>
                    <a:gd name="connsiteY3" fmla="*/ 341090 h 1876234"/>
                    <a:gd name="connsiteX4" fmla="*/ 590645 w 590645"/>
                    <a:gd name="connsiteY4" fmla="*/ 1876235 h 18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645" h="1876234">
                      <a:moveTo>
                        <a:pt x="590645" y="1876235"/>
                      </a:moveTo>
                      <a:lnTo>
                        <a:pt x="0" y="1535240"/>
                      </a:lnTo>
                      <a:lnTo>
                        <a:pt x="0" y="0"/>
                      </a:lnTo>
                      <a:lnTo>
                        <a:pt x="590645" y="341090"/>
                      </a:lnTo>
                      <a:lnTo>
                        <a:pt x="590645" y="187623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4" name="Freeform: Shape 1823">
                  <a:extLst>
                    <a:ext uri="{FF2B5EF4-FFF2-40B4-BE49-F238E27FC236}">
                      <a16:creationId xmlns:a16="http://schemas.microsoft.com/office/drawing/2014/main" id="{27E5DE53-AA9B-5B4B-8F5D-3BB79E8369FD}"/>
                    </a:ext>
                  </a:extLst>
                </p:cNvPr>
                <p:cNvSpPr/>
                <p:nvPr/>
              </p:nvSpPr>
              <p:spPr>
                <a:xfrm>
                  <a:off x="7274337" y="1314259"/>
                  <a:ext cx="528542" cy="1737931"/>
                </a:xfrm>
                <a:custGeom>
                  <a:avLst/>
                  <a:gdLst>
                    <a:gd name="connsiteX0" fmla="*/ 528542 w 528542"/>
                    <a:gd name="connsiteY0" fmla="*/ 1737932 h 1737931"/>
                    <a:gd name="connsiteX1" fmla="*/ 0 w 528542"/>
                    <a:gd name="connsiteY1" fmla="*/ 1432846 h 1737931"/>
                    <a:gd name="connsiteX2" fmla="*/ 0 w 528542"/>
                    <a:gd name="connsiteY2" fmla="*/ 0 h 1737931"/>
                    <a:gd name="connsiteX3" fmla="*/ 528542 w 528542"/>
                    <a:gd name="connsiteY3" fmla="*/ 305181 h 1737931"/>
                    <a:gd name="connsiteX4" fmla="*/ 528542 w 528542"/>
                    <a:gd name="connsiteY4" fmla="*/ 1737932 h 173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2" h="1737931">
                      <a:moveTo>
                        <a:pt x="528542" y="1737932"/>
                      </a:moveTo>
                      <a:lnTo>
                        <a:pt x="0" y="1432846"/>
                      </a:lnTo>
                      <a:lnTo>
                        <a:pt x="0" y="0"/>
                      </a:lnTo>
                      <a:lnTo>
                        <a:pt x="528542" y="305181"/>
                      </a:lnTo>
                      <a:lnTo>
                        <a:pt x="528542" y="1737932"/>
                      </a:lnTo>
                      <a:close/>
                    </a:path>
                  </a:pathLst>
                </a:custGeom>
                <a:solidFill>
                  <a:srgbClr val="4D4D4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5" name="Freeform: Shape 1824">
                  <a:extLst>
                    <a:ext uri="{FF2B5EF4-FFF2-40B4-BE49-F238E27FC236}">
                      <a16:creationId xmlns:a16="http://schemas.microsoft.com/office/drawing/2014/main" id="{72090A2A-79E5-B575-7088-7BBE05A8CB6A}"/>
                    </a:ext>
                  </a:extLst>
                </p:cNvPr>
                <p:cNvSpPr/>
                <p:nvPr/>
              </p:nvSpPr>
              <p:spPr>
                <a:xfrm>
                  <a:off x="7286910" y="1337024"/>
                  <a:ext cx="502443" cy="479774"/>
                </a:xfrm>
                <a:custGeom>
                  <a:avLst/>
                  <a:gdLst>
                    <a:gd name="connsiteX0" fmla="*/ 502444 w 502443"/>
                    <a:gd name="connsiteY0" fmla="*/ 479774 h 479774"/>
                    <a:gd name="connsiteX1" fmla="*/ 0 w 502443"/>
                    <a:gd name="connsiteY1" fmla="*/ 189738 h 479774"/>
                    <a:gd name="connsiteX2" fmla="*/ 0 w 502443"/>
                    <a:gd name="connsiteY2" fmla="*/ 0 h 479774"/>
                    <a:gd name="connsiteX3" fmla="*/ 502444 w 502443"/>
                    <a:gd name="connsiteY3" fmla="*/ 290036 h 479774"/>
                    <a:gd name="connsiteX4" fmla="*/ 502444 w 502443"/>
                    <a:gd name="connsiteY4" fmla="*/ 479774 h 47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774">
                      <a:moveTo>
                        <a:pt x="502444" y="479774"/>
                      </a:moveTo>
                      <a:lnTo>
                        <a:pt x="0" y="189738"/>
                      </a:lnTo>
                      <a:lnTo>
                        <a:pt x="0" y="0"/>
                      </a:lnTo>
                      <a:lnTo>
                        <a:pt x="502444" y="290036"/>
                      </a:lnTo>
                      <a:lnTo>
                        <a:pt x="502444" y="479774"/>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6" name="Freeform: Shape 1825">
                  <a:extLst>
                    <a:ext uri="{FF2B5EF4-FFF2-40B4-BE49-F238E27FC236}">
                      <a16:creationId xmlns:a16="http://schemas.microsoft.com/office/drawing/2014/main" id="{94975502-0846-5EBE-0605-DEC4882DFB90}"/>
                    </a:ext>
                  </a:extLst>
                </p:cNvPr>
                <p:cNvSpPr/>
                <p:nvPr/>
              </p:nvSpPr>
              <p:spPr>
                <a:xfrm>
                  <a:off x="7287006" y="1426368"/>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8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2"/>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6"/>
                        <a:pt x="157924" y="110300"/>
                        <a:pt x="160020" y="103346"/>
                      </a:cubicBezTo>
                      <a:lnTo>
                        <a:pt x="169640" y="108966"/>
                      </a:lnTo>
                      <a:cubicBezTo>
                        <a:pt x="171736" y="118300"/>
                        <a:pt x="178117" y="127921"/>
                        <a:pt x="185833" y="132398"/>
                      </a:cubicBezTo>
                      <a:cubicBezTo>
                        <a:pt x="193548" y="136874"/>
                        <a:pt x="199930" y="134588"/>
                        <a:pt x="202025" y="127635"/>
                      </a:cubicBezTo>
                      <a:lnTo>
                        <a:pt x="211646" y="133255"/>
                      </a:lnTo>
                      <a:cubicBezTo>
                        <a:pt x="213741" y="142589"/>
                        <a:pt x="220123" y="152210"/>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7" name="Freeform: Shape 1826">
                  <a:extLst>
                    <a:ext uri="{FF2B5EF4-FFF2-40B4-BE49-F238E27FC236}">
                      <a16:creationId xmlns:a16="http://schemas.microsoft.com/office/drawing/2014/main" id="{BB58122E-3391-1DAE-6FF4-EB119D169F95}"/>
                    </a:ext>
                  </a:extLst>
                </p:cNvPr>
                <p:cNvSpPr/>
                <p:nvPr/>
              </p:nvSpPr>
              <p:spPr>
                <a:xfrm>
                  <a:off x="7416260" y="1496232"/>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8" name="Freeform: Shape 1827">
                  <a:extLst>
                    <a:ext uri="{FF2B5EF4-FFF2-40B4-BE49-F238E27FC236}">
                      <a16:creationId xmlns:a16="http://schemas.microsoft.com/office/drawing/2014/main" id="{6E6D48C5-5628-B1F7-0174-4A1384DA3B63}"/>
                    </a:ext>
                  </a:extLst>
                </p:cNvPr>
                <p:cNvSpPr/>
                <p:nvPr/>
              </p:nvSpPr>
              <p:spPr>
                <a:xfrm>
                  <a:off x="7458265" y="1520521"/>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29" name="Freeform: Shape 1828">
                  <a:extLst>
                    <a:ext uri="{FF2B5EF4-FFF2-40B4-BE49-F238E27FC236}">
                      <a16:creationId xmlns:a16="http://schemas.microsoft.com/office/drawing/2014/main" id="{31C8EBD4-41B1-4410-297C-DB604FC01287}"/>
                    </a:ext>
                  </a:extLst>
                </p:cNvPr>
                <p:cNvSpPr/>
                <p:nvPr/>
              </p:nvSpPr>
              <p:spPr>
                <a:xfrm>
                  <a:off x="7500556" y="1544905"/>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0" name="Freeform: Shape 1829">
                  <a:extLst>
                    <a:ext uri="{FF2B5EF4-FFF2-40B4-BE49-F238E27FC236}">
                      <a16:creationId xmlns:a16="http://schemas.microsoft.com/office/drawing/2014/main" id="{329CDCCA-9A09-649C-95D5-A8C187007FD5}"/>
                    </a:ext>
                  </a:extLst>
                </p:cNvPr>
                <p:cNvSpPr/>
                <p:nvPr/>
              </p:nvSpPr>
              <p:spPr>
                <a:xfrm>
                  <a:off x="7573708" y="1556575"/>
                  <a:ext cx="193547" cy="193452"/>
                </a:xfrm>
                <a:custGeom>
                  <a:avLst/>
                  <a:gdLst>
                    <a:gd name="connsiteX0" fmla="*/ 0 w 193547"/>
                    <a:gd name="connsiteY0" fmla="*/ 81629 h 193452"/>
                    <a:gd name="connsiteX1" fmla="*/ 193548 w 193547"/>
                    <a:gd name="connsiteY1" fmla="*/ 193453 h 193452"/>
                    <a:gd name="connsiteX2" fmla="*/ 193548 w 193547"/>
                    <a:gd name="connsiteY2" fmla="*/ 111824 h 193452"/>
                    <a:gd name="connsiteX3" fmla="*/ 0 w 193547"/>
                    <a:gd name="connsiteY3" fmla="*/ 0 h 193452"/>
                    <a:gd name="connsiteX4" fmla="*/ 0 w 193547"/>
                    <a:gd name="connsiteY4" fmla="*/ 81629 h 1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452">
                      <a:moveTo>
                        <a:pt x="0" y="81629"/>
                      </a:moveTo>
                      <a:lnTo>
                        <a:pt x="193548" y="193453"/>
                      </a:lnTo>
                      <a:lnTo>
                        <a:pt x="193548" y="111824"/>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1" name="Freeform: Shape 1830">
                  <a:extLst>
                    <a:ext uri="{FF2B5EF4-FFF2-40B4-BE49-F238E27FC236}">
                      <a16:creationId xmlns:a16="http://schemas.microsoft.com/office/drawing/2014/main" id="{688170C5-BC7E-EE37-3E03-767CFB9744B4}"/>
                    </a:ext>
                  </a:extLst>
                </p:cNvPr>
                <p:cNvSpPr/>
                <p:nvPr/>
              </p:nvSpPr>
              <p:spPr>
                <a:xfrm>
                  <a:off x="7298626" y="1357788"/>
                  <a:ext cx="70484" cy="68865"/>
                </a:xfrm>
                <a:custGeom>
                  <a:avLst/>
                  <a:gdLst>
                    <a:gd name="connsiteX0" fmla="*/ 70485 w 70484"/>
                    <a:gd name="connsiteY0" fmla="*/ 68866 h 68865"/>
                    <a:gd name="connsiteX1" fmla="*/ 0 w 70484"/>
                    <a:gd name="connsiteY1" fmla="*/ 28194 h 68865"/>
                    <a:gd name="connsiteX2" fmla="*/ 0 w 70484"/>
                    <a:gd name="connsiteY2" fmla="*/ 0 h 68865"/>
                    <a:gd name="connsiteX3" fmla="*/ 70485 w 70484"/>
                    <a:gd name="connsiteY3" fmla="*/ 40767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194"/>
                      </a:lnTo>
                      <a:lnTo>
                        <a:pt x="0" y="0"/>
                      </a:lnTo>
                      <a:lnTo>
                        <a:pt x="70485" y="40767"/>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2" name="Freeform: Shape 1831">
                  <a:extLst>
                    <a:ext uri="{FF2B5EF4-FFF2-40B4-BE49-F238E27FC236}">
                      <a16:creationId xmlns:a16="http://schemas.microsoft.com/office/drawing/2014/main" id="{FCAFC113-0337-C14A-260C-7FEBE748265F}"/>
                    </a:ext>
                  </a:extLst>
                </p:cNvPr>
                <p:cNvSpPr/>
                <p:nvPr/>
              </p:nvSpPr>
              <p:spPr>
                <a:xfrm>
                  <a:off x="7286910" y="1539335"/>
                  <a:ext cx="502443" cy="479869"/>
                </a:xfrm>
                <a:custGeom>
                  <a:avLst/>
                  <a:gdLst>
                    <a:gd name="connsiteX0" fmla="*/ 502444 w 502443"/>
                    <a:gd name="connsiteY0" fmla="*/ 479870 h 479869"/>
                    <a:gd name="connsiteX1" fmla="*/ 0 w 502443"/>
                    <a:gd name="connsiteY1" fmla="*/ 189738 h 479869"/>
                    <a:gd name="connsiteX2" fmla="*/ 0 w 502443"/>
                    <a:gd name="connsiteY2" fmla="*/ 0 h 479869"/>
                    <a:gd name="connsiteX3" fmla="*/ 502444 w 502443"/>
                    <a:gd name="connsiteY3" fmla="*/ 290132 h 479869"/>
                    <a:gd name="connsiteX4" fmla="*/ 502444 w 502443"/>
                    <a:gd name="connsiteY4" fmla="*/ 479870 h 47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869">
                      <a:moveTo>
                        <a:pt x="502444" y="479870"/>
                      </a:moveTo>
                      <a:lnTo>
                        <a:pt x="0" y="189738"/>
                      </a:lnTo>
                      <a:lnTo>
                        <a:pt x="0" y="0"/>
                      </a:lnTo>
                      <a:lnTo>
                        <a:pt x="502444" y="290132"/>
                      </a:lnTo>
                      <a:lnTo>
                        <a:pt x="502444" y="479870"/>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3" name="Freeform: Shape 1832">
                  <a:extLst>
                    <a:ext uri="{FF2B5EF4-FFF2-40B4-BE49-F238E27FC236}">
                      <a16:creationId xmlns:a16="http://schemas.microsoft.com/office/drawing/2014/main" id="{9972E403-6278-133F-2030-195028882D86}"/>
                    </a:ext>
                  </a:extLst>
                </p:cNvPr>
                <p:cNvSpPr/>
                <p:nvPr/>
              </p:nvSpPr>
              <p:spPr>
                <a:xfrm>
                  <a:off x="7287006" y="1628775"/>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8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2"/>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6"/>
                        <a:pt x="157924" y="110300"/>
                        <a:pt x="160020" y="103346"/>
                      </a:cubicBezTo>
                      <a:lnTo>
                        <a:pt x="169640" y="108966"/>
                      </a:lnTo>
                      <a:cubicBezTo>
                        <a:pt x="171736" y="118300"/>
                        <a:pt x="178117" y="127921"/>
                        <a:pt x="185833" y="132398"/>
                      </a:cubicBezTo>
                      <a:cubicBezTo>
                        <a:pt x="193548" y="136874"/>
                        <a:pt x="199930" y="134588"/>
                        <a:pt x="202025" y="127635"/>
                      </a:cubicBezTo>
                      <a:lnTo>
                        <a:pt x="211646" y="133255"/>
                      </a:lnTo>
                      <a:cubicBezTo>
                        <a:pt x="213741" y="142589"/>
                        <a:pt x="220123" y="152210"/>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4" name="Freeform: Shape 1833">
                  <a:extLst>
                    <a:ext uri="{FF2B5EF4-FFF2-40B4-BE49-F238E27FC236}">
                      <a16:creationId xmlns:a16="http://schemas.microsoft.com/office/drawing/2014/main" id="{47E426A4-E3CC-C978-43CB-D37559B7BF28}"/>
                    </a:ext>
                  </a:extLst>
                </p:cNvPr>
                <p:cNvSpPr/>
                <p:nvPr/>
              </p:nvSpPr>
              <p:spPr>
                <a:xfrm>
                  <a:off x="7416260" y="1698544"/>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5" name="Freeform: Shape 1834">
                  <a:extLst>
                    <a:ext uri="{FF2B5EF4-FFF2-40B4-BE49-F238E27FC236}">
                      <a16:creationId xmlns:a16="http://schemas.microsoft.com/office/drawing/2014/main" id="{EDD1F5B8-BA13-DD0A-4113-D23757B00E7C}"/>
                    </a:ext>
                  </a:extLst>
                </p:cNvPr>
                <p:cNvSpPr/>
                <p:nvPr/>
              </p:nvSpPr>
              <p:spPr>
                <a:xfrm>
                  <a:off x="7458265" y="1722832"/>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6" name="Freeform: Shape 1835">
                  <a:extLst>
                    <a:ext uri="{FF2B5EF4-FFF2-40B4-BE49-F238E27FC236}">
                      <a16:creationId xmlns:a16="http://schemas.microsoft.com/office/drawing/2014/main" id="{ECCE1210-018C-844D-8CF3-742EBE1B50E5}"/>
                    </a:ext>
                  </a:extLst>
                </p:cNvPr>
                <p:cNvSpPr/>
                <p:nvPr/>
              </p:nvSpPr>
              <p:spPr>
                <a:xfrm>
                  <a:off x="7500556" y="1747216"/>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7" name="Freeform: Shape 1836">
                  <a:extLst>
                    <a:ext uri="{FF2B5EF4-FFF2-40B4-BE49-F238E27FC236}">
                      <a16:creationId xmlns:a16="http://schemas.microsoft.com/office/drawing/2014/main" id="{8A6D014B-B7F6-AA5B-27C3-A838C3F0958C}"/>
                    </a:ext>
                  </a:extLst>
                </p:cNvPr>
                <p:cNvSpPr/>
                <p:nvPr/>
              </p:nvSpPr>
              <p:spPr>
                <a:xfrm>
                  <a:off x="7573708" y="1758981"/>
                  <a:ext cx="193547" cy="193357"/>
                </a:xfrm>
                <a:custGeom>
                  <a:avLst/>
                  <a:gdLst>
                    <a:gd name="connsiteX0" fmla="*/ 0 w 193547"/>
                    <a:gd name="connsiteY0" fmla="*/ 81629 h 193357"/>
                    <a:gd name="connsiteX1" fmla="*/ 193548 w 193547"/>
                    <a:gd name="connsiteY1" fmla="*/ 193358 h 193357"/>
                    <a:gd name="connsiteX2" fmla="*/ 193548 w 193547"/>
                    <a:gd name="connsiteY2" fmla="*/ 111824 h 193357"/>
                    <a:gd name="connsiteX3" fmla="*/ 0 w 193547"/>
                    <a:gd name="connsiteY3" fmla="*/ 0 h 193357"/>
                    <a:gd name="connsiteX4" fmla="*/ 0 w 193547"/>
                    <a:gd name="connsiteY4" fmla="*/ 81629 h 193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357">
                      <a:moveTo>
                        <a:pt x="0" y="81629"/>
                      </a:moveTo>
                      <a:lnTo>
                        <a:pt x="193548" y="193358"/>
                      </a:lnTo>
                      <a:lnTo>
                        <a:pt x="193548" y="111824"/>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8" name="Freeform: Shape 1837">
                  <a:extLst>
                    <a:ext uri="{FF2B5EF4-FFF2-40B4-BE49-F238E27FC236}">
                      <a16:creationId xmlns:a16="http://schemas.microsoft.com/office/drawing/2014/main" id="{02EF1D60-4FC0-CE4F-E1AC-8FE1992D43AA}"/>
                    </a:ext>
                  </a:extLst>
                </p:cNvPr>
                <p:cNvSpPr/>
                <p:nvPr/>
              </p:nvSpPr>
              <p:spPr>
                <a:xfrm>
                  <a:off x="7298626" y="1560195"/>
                  <a:ext cx="70484" cy="68865"/>
                </a:xfrm>
                <a:custGeom>
                  <a:avLst/>
                  <a:gdLst>
                    <a:gd name="connsiteX0" fmla="*/ 70485 w 70484"/>
                    <a:gd name="connsiteY0" fmla="*/ 68866 h 68865"/>
                    <a:gd name="connsiteX1" fmla="*/ 0 w 70484"/>
                    <a:gd name="connsiteY1" fmla="*/ 28099 h 68865"/>
                    <a:gd name="connsiteX2" fmla="*/ 0 w 70484"/>
                    <a:gd name="connsiteY2" fmla="*/ 0 h 68865"/>
                    <a:gd name="connsiteX3" fmla="*/ 70485 w 70484"/>
                    <a:gd name="connsiteY3" fmla="*/ 40672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099"/>
                      </a:lnTo>
                      <a:lnTo>
                        <a:pt x="0" y="0"/>
                      </a:lnTo>
                      <a:lnTo>
                        <a:pt x="70485" y="40672"/>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39" name="Freeform: Shape 1838">
                  <a:extLst>
                    <a:ext uri="{FF2B5EF4-FFF2-40B4-BE49-F238E27FC236}">
                      <a16:creationId xmlns:a16="http://schemas.microsoft.com/office/drawing/2014/main" id="{6DCE3FD6-4280-4C3C-0426-2CD284CA5E9F}"/>
                    </a:ext>
                  </a:extLst>
                </p:cNvPr>
                <p:cNvSpPr/>
                <p:nvPr/>
              </p:nvSpPr>
              <p:spPr>
                <a:xfrm>
                  <a:off x="7286910" y="1741741"/>
                  <a:ext cx="502443" cy="479774"/>
                </a:xfrm>
                <a:custGeom>
                  <a:avLst/>
                  <a:gdLst>
                    <a:gd name="connsiteX0" fmla="*/ 502444 w 502443"/>
                    <a:gd name="connsiteY0" fmla="*/ 479774 h 479774"/>
                    <a:gd name="connsiteX1" fmla="*/ 0 w 502443"/>
                    <a:gd name="connsiteY1" fmla="*/ 189738 h 479774"/>
                    <a:gd name="connsiteX2" fmla="*/ 0 w 502443"/>
                    <a:gd name="connsiteY2" fmla="*/ 0 h 479774"/>
                    <a:gd name="connsiteX3" fmla="*/ 502444 w 502443"/>
                    <a:gd name="connsiteY3" fmla="*/ 290036 h 479774"/>
                    <a:gd name="connsiteX4" fmla="*/ 502444 w 502443"/>
                    <a:gd name="connsiteY4" fmla="*/ 479774 h 47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774">
                      <a:moveTo>
                        <a:pt x="502444" y="479774"/>
                      </a:moveTo>
                      <a:lnTo>
                        <a:pt x="0" y="189738"/>
                      </a:lnTo>
                      <a:lnTo>
                        <a:pt x="0" y="0"/>
                      </a:lnTo>
                      <a:lnTo>
                        <a:pt x="502444" y="290036"/>
                      </a:lnTo>
                      <a:lnTo>
                        <a:pt x="502444" y="479774"/>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0" name="Freeform: Shape 1839">
                  <a:extLst>
                    <a:ext uri="{FF2B5EF4-FFF2-40B4-BE49-F238E27FC236}">
                      <a16:creationId xmlns:a16="http://schemas.microsoft.com/office/drawing/2014/main" id="{B0626722-D1FB-1BD8-6980-4196432613AC}"/>
                    </a:ext>
                  </a:extLst>
                </p:cNvPr>
                <p:cNvSpPr/>
                <p:nvPr/>
              </p:nvSpPr>
              <p:spPr>
                <a:xfrm>
                  <a:off x="7287006" y="1831086"/>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7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1"/>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5"/>
                        <a:pt x="157924" y="110300"/>
                        <a:pt x="160020" y="103346"/>
                      </a:cubicBezTo>
                      <a:lnTo>
                        <a:pt x="169640" y="108966"/>
                      </a:lnTo>
                      <a:cubicBezTo>
                        <a:pt x="171736" y="118300"/>
                        <a:pt x="178117" y="127921"/>
                        <a:pt x="185833" y="132397"/>
                      </a:cubicBezTo>
                      <a:cubicBezTo>
                        <a:pt x="193548" y="136874"/>
                        <a:pt x="199930" y="134588"/>
                        <a:pt x="202025" y="127635"/>
                      </a:cubicBezTo>
                      <a:lnTo>
                        <a:pt x="211646" y="133255"/>
                      </a:lnTo>
                      <a:cubicBezTo>
                        <a:pt x="213741" y="142589"/>
                        <a:pt x="220123" y="152209"/>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1" name="Freeform: Shape 1840">
                  <a:extLst>
                    <a:ext uri="{FF2B5EF4-FFF2-40B4-BE49-F238E27FC236}">
                      <a16:creationId xmlns:a16="http://schemas.microsoft.com/office/drawing/2014/main" id="{18975BB4-A842-ADCA-C9EC-52781FDC85CA}"/>
                    </a:ext>
                  </a:extLst>
                </p:cNvPr>
                <p:cNvSpPr/>
                <p:nvPr/>
              </p:nvSpPr>
              <p:spPr>
                <a:xfrm>
                  <a:off x="7416260" y="1900950"/>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2" name="Freeform: Shape 1841">
                  <a:extLst>
                    <a:ext uri="{FF2B5EF4-FFF2-40B4-BE49-F238E27FC236}">
                      <a16:creationId xmlns:a16="http://schemas.microsoft.com/office/drawing/2014/main" id="{E622C095-FF67-B21B-2762-17DCD0027608}"/>
                    </a:ext>
                  </a:extLst>
                </p:cNvPr>
                <p:cNvSpPr/>
                <p:nvPr/>
              </p:nvSpPr>
              <p:spPr>
                <a:xfrm>
                  <a:off x="7458265" y="1925239"/>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3" name="Freeform: Shape 1842">
                  <a:extLst>
                    <a:ext uri="{FF2B5EF4-FFF2-40B4-BE49-F238E27FC236}">
                      <a16:creationId xmlns:a16="http://schemas.microsoft.com/office/drawing/2014/main" id="{5BC41062-A289-B352-43E7-A9DEA6ED06D8}"/>
                    </a:ext>
                  </a:extLst>
                </p:cNvPr>
                <p:cNvSpPr/>
                <p:nvPr/>
              </p:nvSpPr>
              <p:spPr>
                <a:xfrm>
                  <a:off x="7500556" y="1949623"/>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4" name="Freeform: Shape 1843">
                  <a:extLst>
                    <a:ext uri="{FF2B5EF4-FFF2-40B4-BE49-F238E27FC236}">
                      <a16:creationId xmlns:a16="http://schemas.microsoft.com/office/drawing/2014/main" id="{C1915999-1296-5ABE-D135-A02C492E6A0F}"/>
                    </a:ext>
                  </a:extLst>
                </p:cNvPr>
                <p:cNvSpPr/>
                <p:nvPr/>
              </p:nvSpPr>
              <p:spPr>
                <a:xfrm>
                  <a:off x="7573708" y="1961292"/>
                  <a:ext cx="193547" cy="193452"/>
                </a:xfrm>
                <a:custGeom>
                  <a:avLst/>
                  <a:gdLst>
                    <a:gd name="connsiteX0" fmla="*/ 0 w 193547"/>
                    <a:gd name="connsiteY0" fmla="*/ 81629 h 193452"/>
                    <a:gd name="connsiteX1" fmla="*/ 193548 w 193547"/>
                    <a:gd name="connsiteY1" fmla="*/ 193453 h 193452"/>
                    <a:gd name="connsiteX2" fmla="*/ 193548 w 193547"/>
                    <a:gd name="connsiteY2" fmla="*/ 111823 h 193452"/>
                    <a:gd name="connsiteX3" fmla="*/ 0 w 193547"/>
                    <a:gd name="connsiteY3" fmla="*/ 0 h 193452"/>
                    <a:gd name="connsiteX4" fmla="*/ 0 w 193547"/>
                    <a:gd name="connsiteY4" fmla="*/ 81629 h 1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452">
                      <a:moveTo>
                        <a:pt x="0" y="81629"/>
                      </a:moveTo>
                      <a:lnTo>
                        <a:pt x="193548" y="193453"/>
                      </a:lnTo>
                      <a:lnTo>
                        <a:pt x="193548" y="111823"/>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5" name="Freeform: Shape 1844">
                  <a:extLst>
                    <a:ext uri="{FF2B5EF4-FFF2-40B4-BE49-F238E27FC236}">
                      <a16:creationId xmlns:a16="http://schemas.microsoft.com/office/drawing/2014/main" id="{0D2EA7C3-A0DF-1315-46A7-823A985456E9}"/>
                    </a:ext>
                  </a:extLst>
                </p:cNvPr>
                <p:cNvSpPr/>
                <p:nvPr/>
              </p:nvSpPr>
              <p:spPr>
                <a:xfrm>
                  <a:off x="7298626" y="1762506"/>
                  <a:ext cx="70484" cy="68865"/>
                </a:xfrm>
                <a:custGeom>
                  <a:avLst/>
                  <a:gdLst>
                    <a:gd name="connsiteX0" fmla="*/ 70485 w 70484"/>
                    <a:gd name="connsiteY0" fmla="*/ 68866 h 68865"/>
                    <a:gd name="connsiteX1" fmla="*/ 0 w 70484"/>
                    <a:gd name="connsiteY1" fmla="*/ 28194 h 68865"/>
                    <a:gd name="connsiteX2" fmla="*/ 0 w 70484"/>
                    <a:gd name="connsiteY2" fmla="*/ 0 h 68865"/>
                    <a:gd name="connsiteX3" fmla="*/ 70485 w 70484"/>
                    <a:gd name="connsiteY3" fmla="*/ 40767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194"/>
                      </a:lnTo>
                      <a:lnTo>
                        <a:pt x="0" y="0"/>
                      </a:lnTo>
                      <a:lnTo>
                        <a:pt x="70485" y="40767"/>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6" name="Freeform: Shape 1845">
                  <a:extLst>
                    <a:ext uri="{FF2B5EF4-FFF2-40B4-BE49-F238E27FC236}">
                      <a16:creationId xmlns:a16="http://schemas.microsoft.com/office/drawing/2014/main" id="{688074F1-286E-3983-599B-C1D0BF249745}"/>
                    </a:ext>
                  </a:extLst>
                </p:cNvPr>
                <p:cNvSpPr/>
                <p:nvPr/>
              </p:nvSpPr>
              <p:spPr>
                <a:xfrm>
                  <a:off x="7286910" y="1944052"/>
                  <a:ext cx="502443" cy="479869"/>
                </a:xfrm>
                <a:custGeom>
                  <a:avLst/>
                  <a:gdLst>
                    <a:gd name="connsiteX0" fmla="*/ 502444 w 502443"/>
                    <a:gd name="connsiteY0" fmla="*/ 479869 h 479869"/>
                    <a:gd name="connsiteX1" fmla="*/ 0 w 502443"/>
                    <a:gd name="connsiteY1" fmla="*/ 189738 h 479869"/>
                    <a:gd name="connsiteX2" fmla="*/ 0 w 502443"/>
                    <a:gd name="connsiteY2" fmla="*/ 0 h 479869"/>
                    <a:gd name="connsiteX3" fmla="*/ 502444 w 502443"/>
                    <a:gd name="connsiteY3" fmla="*/ 290131 h 479869"/>
                    <a:gd name="connsiteX4" fmla="*/ 502444 w 502443"/>
                    <a:gd name="connsiteY4" fmla="*/ 479869 h 47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869">
                      <a:moveTo>
                        <a:pt x="502444" y="479869"/>
                      </a:moveTo>
                      <a:lnTo>
                        <a:pt x="0" y="189738"/>
                      </a:lnTo>
                      <a:lnTo>
                        <a:pt x="0" y="0"/>
                      </a:lnTo>
                      <a:lnTo>
                        <a:pt x="502444" y="290131"/>
                      </a:lnTo>
                      <a:lnTo>
                        <a:pt x="502444" y="479869"/>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7" name="Freeform: Shape 1846">
                  <a:extLst>
                    <a:ext uri="{FF2B5EF4-FFF2-40B4-BE49-F238E27FC236}">
                      <a16:creationId xmlns:a16="http://schemas.microsoft.com/office/drawing/2014/main" id="{CACEE999-F905-1B04-A5FD-702AF7B6C8EE}"/>
                    </a:ext>
                  </a:extLst>
                </p:cNvPr>
                <p:cNvSpPr/>
                <p:nvPr/>
              </p:nvSpPr>
              <p:spPr>
                <a:xfrm>
                  <a:off x="7287006" y="2033492"/>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7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1"/>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5"/>
                        <a:pt x="157924" y="110300"/>
                        <a:pt x="160020" y="103346"/>
                      </a:cubicBezTo>
                      <a:lnTo>
                        <a:pt x="169640" y="108966"/>
                      </a:lnTo>
                      <a:cubicBezTo>
                        <a:pt x="171736" y="118300"/>
                        <a:pt x="178117" y="127921"/>
                        <a:pt x="185833" y="132397"/>
                      </a:cubicBezTo>
                      <a:cubicBezTo>
                        <a:pt x="193548" y="136874"/>
                        <a:pt x="199930" y="134588"/>
                        <a:pt x="202025" y="127635"/>
                      </a:cubicBezTo>
                      <a:lnTo>
                        <a:pt x="211646" y="133255"/>
                      </a:lnTo>
                      <a:cubicBezTo>
                        <a:pt x="213741" y="142589"/>
                        <a:pt x="220123" y="152209"/>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8" name="Freeform: Shape 1847">
                  <a:extLst>
                    <a:ext uri="{FF2B5EF4-FFF2-40B4-BE49-F238E27FC236}">
                      <a16:creationId xmlns:a16="http://schemas.microsoft.com/office/drawing/2014/main" id="{86168D75-B784-1B48-2052-E4EE74C4EBE0}"/>
                    </a:ext>
                  </a:extLst>
                </p:cNvPr>
                <p:cNvSpPr/>
                <p:nvPr/>
              </p:nvSpPr>
              <p:spPr>
                <a:xfrm>
                  <a:off x="7416260" y="2103261"/>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49" name="Freeform: Shape 1848">
                  <a:extLst>
                    <a:ext uri="{FF2B5EF4-FFF2-40B4-BE49-F238E27FC236}">
                      <a16:creationId xmlns:a16="http://schemas.microsoft.com/office/drawing/2014/main" id="{3E0215E5-28D8-47AC-43D7-6B56E44BCF5C}"/>
                    </a:ext>
                  </a:extLst>
                </p:cNvPr>
                <p:cNvSpPr/>
                <p:nvPr/>
              </p:nvSpPr>
              <p:spPr>
                <a:xfrm>
                  <a:off x="7458265" y="2127549"/>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0" name="Freeform: Shape 1849">
                  <a:extLst>
                    <a:ext uri="{FF2B5EF4-FFF2-40B4-BE49-F238E27FC236}">
                      <a16:creationId xmlns:a16="http://schemas.microsoft.com/office/drawing/2014/main" id="{67B58C69-005D-F601-061D-89CCEAF122B5}"/>
                    </a:ext>
                  </a:extLst>
                </p:cNvPr>
                <p:cNvSpPr/>
                <p:nvPr/>
              </p:nvSpPr>
              <p:spPr>
                <a:xfrm>
                  <a:off x="7500556" y="2151933"/>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1" name="Freeform: Shape 1850">
                  <a:extLst>
                    <a:ext uri="{FF2B5EF4-FFF2-40B4-BE49-F238E27FC236}">
                      <a16:creationId xmlns:a16="http://schemas.microsoft.com/office/drawing/2014/main" id="{F95CF6B4-D6B4-99A6-3E38-E6F200DFAB55}"/>
                    </a:ext>
                  </a:extLst>
                </p:cNvPr>
                <p:cNvSpPr/>
                <p:nvPr/>
              </p:nvSpPr>
              <p:spPr>
                <a:xfrm>
                  <a:off x="7573708" y="2163699"/>
                  <a:ext cx="193547" cy="193357"/>
                </a:xfrm>
                <a:custGeom>
                  <a:avLst/>
                  <a:gdLst>
                    <a:gd name="connsiteX0" fmla="*/ 0 w 193547"/>
                    <a:gd name="connsiteY0" fmla="*/ 81629 h 193357"/>
                    <a:gd name="connsiteX1" fmla="*/ 193548 w 193547"/>
                    <a:gd name="connsiteY1" fmla="*/ 193358 h 193357"/>
                    <a:gd name="connsiteX2" fmla="*/ 193548 w 193547"/>
                    <a:gd name="connsiteY2" fmla="*/ 111823 h 193357"/>
                    <a:gd name="connsiteX3" fmla="*/ 0 w 193547"/>
                    <a:gd name="connsiteY3" fmla="*/ 0 h 193357"/>
                    <a:gd name="connsiteX4" fmla="*/ 0 w 193547"/>
                    <a:gd name="connsiteY4" fmla="*/ 81629 h 193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357">
                      <a:moveTo>
                        <a:pt x="0" y="81629"/>
                      </a:moveTo>
                      <a:lnTo>
                        <a:pt x="193548" y="193358"/>
                      </a:lnTo>
                      <a:lnTo>
                        <a:pt x="193548" y="111823"/>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2" name="Freeform: Shape 1851">
                  <a:extLst>
                    <a:ext uri="{FF2B5EF4-FFF2-40B4-BE49-F238E27FC236}">
                      <a16:creationId xmlns:a16="http://schemas.microsoft.com/office/drawing/2014/main" id="{15C7D01D-9BBF-9CCF-BB8A-6BF535250598}"/>
                    </a:ext>
                  </a:extLst>
                </p:cNvPr>
                <p:cNvSpPr/>
                <p:nvPr/>
              </p:nvSpPr>
              <p:spPr>
                <a:xfrm>
                  <a:off x="7298626" y="1964912"/>
                  <a:ext cx="70484" cy="68865"/>
                </a:xfrm>
                <a:custGeom>
                  <a:avLst/>
                  <a:gdLst>
                    <a:gd name="connsiteX0" fmla="*/ 70485 w 70484"/>
                    <a:gd name="connsiteY0" fmla="*/ 68866 h 68865"/>
                    <a:gd name="connsiteX1" fmla="*/ 0 w 70484"/>
                    <a:gd name="connsiteY1" fmla="*/ 28099 h 68865"/>
                    <a:gd name="connsiteX2" fmla="*/ 0 w 70484"/>
                    <a:gd name="connsiteY2" fmla="*/ 0 h 68865"/>
                    <a:gd name="connsiteX3" fmla="*/ 70485 w 70484"/>
                    <a:gd name="connsiteY3" fmla="*/ 40672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099"/>
                      </a:lnTo>
                      <a:lnTo>
                        <a:pt x="0" y="0"/>
                      </a:lnTo>
                      <a:lnTo>
                        <a:pt x="70485" y="40672"/>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3" name="Freeform: Shape 1852">
                  <a:extLst>
                    <a:ext uri="{FF2B5EF4-FFF2-40B4-BE49-F238E27FC236}">
                      <a16:creationId xmlns:a16="http://schemas.microsoft.com/office/drawing/2014/main" id="{DD81EAC5-FF29-7229-A788-09DB57721BA7}"/>
                    </a:ext>
                  </a:extLst>
                </p:cNvPr>
                <p:cNvSpPr/>
                <p:nvPr/>
              </p:nvSpPr>
              <p:spPr>
                <a:xfrm>
                  <a:off x="7286910" y="2606611"/>
                  <a:ext cx="502443" cy="419861"/>
                </a:xfrm>
                <a:custGeom>
                  <a:avLst/>
                  <a:gdLst>
                    <a:gd name="connsiteX0" fmla="*/ 502444 w 502443"/>
                    <a:gd name="connsiteY0" fmla="*/ 290036 h 419861"/>
                    <a:gd name="connsiteX1" fmla="*/ 0 w 502443"/>
                    <a:gd name="connsiteY1" fmla="*/ 0 h 419861"/>
                    <a:gd name="connsiteX2" fmla="*/ 0 w 502443"/>
                    <a:gd name="connsiteY2" fmla="*/ 129730 h 419861"/>
                    <a:gd name="connsiteX3" fmla="*/ 502444 w 502443"/>
                    <a:gd name="connsiteY3" fmla="*/ 419862 h 419861"/>
                    <a:gd name="connsiteX4" fmla="*/ 502444 w 502443"/>
                    <a:gd name="connsiteY4" fmla="*/ 290036 h 419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1">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4" name="Freeform: Shape 1853">
                  <a:extLst>
                    <a:ext uri="{FF2B5EF4-FFF2-40B4-BE49-F238E27FC236}">
                      <a16:creationId xmlns:a16="http://schemas.microsoft.com/office/drawing/2014/main" id="{A5A87D71-AC68-98E3-84F8-69003D48424B}"/>
                    </a:ext>
                  </a:extLst>
                </p:cNvPr>
                <p:cNvSpPr/>
                <p:nvPr/>
              </p:nvSpPr>
              <p:spPr>
                <a:xfrm>
                  <a:off x="7286910" y="2456402"/>
                  <a:ext cx="502443" cy="419766"/>
                </a:xfrm>
                <a:custGeom>
                  <a:avLst/>
                  <a:gdLst>
                    <a:gd name="connsiteX0" fmla="*/ 502444 w 502443"/>
                    <a:gd name="connsiteY0" fmla="*/ 290036 h 419766"/>
                    <a:gd name="connsiteX1" fmla="*/ 0 w 502443"/>
                    <a:gd name="connsiteY1" fmla="*/ 0 h 419766"/>
                    <a:gd name="connsiteX2" fmla="*/ 0 w 502443"/>
                    <a:gd name="connsiteY2" fmla="*/ 129730 h 419766"/>
                    <a:gd name="connsiteX3" fmla="*/ 502444 w 502443"/>
                    <a:gd name="connsiteY3" fmla="*/ 419767 h 419766"/>
                    <a:gd name="connsiteX4" fmla="*/ 502444 w 502443"/>
                    <a:gd name="connsiteY4" fmla="*/ 290036 h 419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766">
                      <a:moveTo>
                        <a:pt x="502444" y="290036"/>
                      </a:moveTo>
                      <a:lnTo>
                        <a:pt x="0" y="0"/>
                      </a:lnTo>
                      <a:lnTo>
                        <a:pt x="0" y="129730"/>
                      </a:lnTo>
                      <a:lnTo>
                        <a:pt x="502444" y="419767"/>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5" name="Freeform: Shape 1854">
                  <a:extLst>
                    <a:ext uri="{FF2B5EF4-FFF2-40B4-BE49-F238E27FC236}">
                      <a16:creationId xmlns:a16="http://schemas.microsoft.com/office/drawing/2014/main" id="{3DDAE0C5-09C0-64A5-0C0B-8B845E95AB9A}"/>
                    </a:ext>
                  </a:extLst>
                </p:cNvPr>
                <p:cNvSpPr/>
                <p:nvPr/>
              </p:nvSpPr>
              <p:spPr>
                <a:xfrm>
                  <a:off x="7286910" y="2306097"/>
                  <a:ext cx="502443" cy="419862"/>
                </a:xfrm>
                <a:custGeom>
                  <a:avLst/>
                  <a:gdLst>
                    <a:gd name="connsiteX0" fmla="*/ 502444 w 502443"/>
                    <a:gd name="connsiteY0" fmla="*/ 290036 h 419862"/>
                    <a:gd name="connsiteX1" fmla="*/ 0 w 502443"/>
                    <a:gd name="connsiteY1" fmla="*/ 0 h 419862"/>
                    <a:gd name="connsiteX2" fmla="*/ 0 w 502443"/>
                    <a:gd name="connsiteY2" fmla="*/ 129730 h 419862"/>
                    <a:gd name="connsiteX3" fmla="*/ 502444 w 502443"/>
                    <a:gd name="connsiteY3" fmla="*/ 419862 h 419862"/>
                    <a:gd name="connsiteX4" fmla="*/ 502444 w 502443"/>
                    <a:gd name="connsiteY4" fmla="*/ 290036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6" name="Freeform: Shape 1855">
                  <a:extLst>
                    <a:ext uri="{FF2B5EF4-FFF2-40B4-BE49-F238E27FC236}">
                      <a16:creationId xmlns:a16="http://schemas.microsoft.com/office/drawing/2014/main" id="{3EB15D22-E571-14AB-7549-D426C38B02FE}"/>
                    </a:ext>
                  </a:extLst>
                </p:cNvPr>
                <p:cNvSpPr/>
                <p:nvPr/>
              </p:nvSpPr>
              <p:spPr>
                <a:xfrm>
                  <a:off x="7286910" y="2155793"/>
                  <a:ext cx="502443" cy="419862"/>
                </a:xfrm>
                <a:custGeom>
                  <a:avLst/>
                  <a:gdLst>
                    <a:gd name="connsiteX0" fmla="*/ 502444 w 502443"/>
                    <a:gd name="connsiteY0" fmla="*/ 290131 h 419862"/>
                    <a:gd name="connsiteX1" fmla="*/ 0 w 502443"/>
                    <a:gd name="connsiteY1" fmla="*/ 0 h 419862"/>
                    <a:gd name="connsiteX2" fmla="*/ 0 w 502443"/>
                    <a:gd name="connsiteY2" fmla="*/ 129826 h 419862"/>
                    <a:gd name="connsiteX3" fmla="*/ 502444 w 502443"/>
                    <a:gd name="connsiteY3" fmla="*/ 419862 h 419862"/>
                    <a:gd name="connsiteX4" fmla="*/ 502444 w 502443"/>
                    <a:gd name="connsiteY4" fmla="*/ 290131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131"/>
                      </a:moveTo>
                      <a:lnTo>
                        <a:pt x="0" y="0"/>
                      </a:lnTo>
                      <a:lnTo>
                        <a:pt x="0" y="129826"/>
                      </a:lnTo>
                      <a:lnTo>
                        <a:pt x="502444" y="419862"/>
                      </a:lnTo>
                      <a:lnTo>
                        <a:pt x="502444" y="290131"/>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7" name="Freeform: Shape 1856">
                  <a:extLst>
                    <a:ext uri="{FF2B5EF4-FFF2-40B4-BE49-F238E27FC236}">
                      <a16:creationId xmlns:a16="http://schemas.microsoft.com/office/drawing/2014/main" id="{CCE05D15-0B8A-BDC5-6126-7A296102AF1A}"/>
                    </a:ext>
                  </a:extLst>
                </p:cNvPr>
                <p:cNvSpPr/>
                <p:nvPr/>
              </p:nvSpPr>
              <p:spPr>
                <a:xfrm>
                  <a:off x="7416355" y="2314955"/>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58" name="Freeform: Shape 1857">
                  <a:extLst>
                    <a:ext uri="{FF2B5EF4-FFF2-40B4-BE49-F238E27FC236}">
                      <a16:creationId xmlns:a16="http://schemas.microsoft.com/office/drawing/2014/main" id="{C9807482-70CF-7946-7033-CF8DC7291C86}"/>
                    </a:ext>
                  </a:extLst>
                </p:cNvPr>
                <p:cNvSpPr/>
                <p:nvPr/>
              </p:nvSpPr>
              <p:spPr>
                <a:xfrm>
                  <a:off x="7298626" y="2181701"/>
                  <a:ext cx="103536" cy="151161"/>
                </a:xfrm>
                <a:custGeom>
                  <a:avLst/>
                  <a:gdLst>
                    <a:gd name="connsiteX0" fmla="*/ 103537 w 103536"/>
                    <a:gd name="connsiteY0" fmla="*/ 151162 h 151161"/>
                    <a:gd name="connsiteX1" fmla="*/ 0 w 103536"/>
                    <a:gd name="connsiteY1" fmla="*/ 91440 h 151161"/>
                    <a:gd name="connsiteX2" fmla="*/ 0 w 103536"/>
                    <a:gd name="connsiteY2" fmla="*/ 0 h 151161"/>
                    <a:gd name="connsiteX3" fmla="*/ 103537 w 103536"/>
                    <a:gd name="connsiteY3" fmla="*/ 59817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440"/>
                      </a:lnTo>
                      <a:lnTo>
                        <a:pt x="0" y="0"/>
                      </a:lnTo>
                      <a:lnTo>
                        <a:pt x="103537" y="59817"/>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59" name="Graphic 3388">
                  <a:extLst>
                    <a:ext uri="{FF2B5EF4-FFF2-40B4-BE49-F238E27FC236}">
                      <a16:creationId xmlns:a16="http://schemas.microsoft.com/office/drawing/2014/main" id="{7D39D6F1-FF8A-084E-52B3-F8BA642C10B6}"/>
                    </a:ext>
                  </a:extLst>
                </p:cNvPr>
                <p:cNvGrpSpPr/>
                <p:nvPr/>
              </p:nvGrpSpPr>
              <p:grpSpPr>
                <a:xfrm>
                  <a:off x="7416355" y="2266092"/>
                  <a:ext cx="359569" cy="234505"/>
                  <a:chOff x="7416355" y="2266092"/>
                  <a:chExt cx="359569" cy="234505"/>
                </a:xfrm>
                <a:solidFill>
                  <a:srgbClr val="FFFFFF"/>
                </a:solidFill>
              </p:grpSpPr>
              <p:sp>
                <p:nvSpPr>
                  <p:cNvPr id="1963" name="Freeform: Shape 1962">
                    <a:extLst>
                      <a:ext uri="{FF2B5EF4-FFF2-40B4-BE49-F238E27FC236}">
                        <a16:creationId xmlns:a16="http://schemas.microsoft.com/office/drawing/2014/main" id="{669D7B5D-5EB0-2DEE-978A-652E4AD511A7}"/>
                      </a:ext>
                    </a:extLst>
                  </p:cNvPr>
                  <p:cNvSpPr/>
                  <p:nvPr/>
                </p:nvSpPr>
                <p:spPr>
                  <a:xfrm>
                    <a:off x="7416355" y="226609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4" name="Freeform: Shape 1963">
                    <a:extLst>
                      <a:ext uri="{FF2B5EF4-FFF2-40B4-BE49-F238E27FC236}">
                        <a16:creationId xmlns:a16="http://schemas.microsoft.com/office/drawing/2014/main" id="{25223469-DF1B-6772-6569-AFC46AC5A46A}"/>
                      </a:ext>
                    </a:extLst>
                  </p:cNvPr>
                  <p:cNvSpPr/>
                  <p:nvPr/>
                </p:nvSpPr>
                <p:spPr>
                  <a:xfrm>
                    <a:off x="7458360" y="2290381"/>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5" name="Freeform: Shape 1964">
                    <a:extLst>
                      <a:ext uri="{FF2B5EF4-FFF2-40B4-BE49-F238E27FC236}">
                        <a16:creationId xmlns:a16="http://schemas.microsoft.com/office/drawing/2014/main" id="{05022D92-1296-28F0-66C0-C96DD21A70C2}"/>
                      </a:ext>
                    </a:extLst>
                  </p:cNvPr>
                  <p:cNvSpPr/>
                  <p:nvPr/>
                </p:nvSpPr>
                <p:spPr>
                  <a:xfrm>
                    <a:off x="7500366" y="2314575"/>
                    <a:ext cx="23336" cy="40386"/>
                  </a:xfrm>
                  <a:custGeom>
                    <a:avLst/>
                    <a:gdLst>
                      <a:gd name="connsiteX0" fmla="*/ 23336 w 23336"/>
                      <a:gd name="connsiteY0" fmla="*/ 13525 h 40386"/>
                      <a:gd name="connsiteX1" fmla="*/ 0 w 23336"/>
                      <a:gd name="connsiteY1" fmla="*/ 0 h 40386"/>
                      <a:gd name="connsiteX2" fmla="*/ 0 w 23336"/>
                      <a:gd name="connsiteY2" fmla="*/ 26956 h 40386"/>
                      <a:gd name="connsiteX3" fmla="*/ 23336 w 23336"/>
                      <a:gd name="connsiteY3" fmla="*/ 40386 h 40386"/>
                      <a:gd name="connsiteX4" fmla="*/ 23336 w 23336"/>
                      <a:gd name="connsiteY4" fmla="*/ 13525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13525"/>
                        </a:moveTo>
                        <a:lnTo>
                          <a:pt x="0" y="0"/>
                        </a:lnTo>
                        <a:lnTo>
                          <a:pt x="0" y="26956"/>
                        </a:lnTo>
                        <a:lnTo>
                          <a:pt x="23336" y="40386"/>
                        </a:lnTo>
                        <a:lnTo>
                          <a:pt x="23336" y="13525"/>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6" name="Freeform: Shape 1965">
                    <a:extLst>
                      <a:ext uri="{FF2B5EF4-FFF2-40B4-BE49-F238E27FC236}">
                        <a16:creationId xmlns:a16="http://schemas.microsoft.com/office/drawing/2014/main" id="{44A5689E-11F9-B861-012D-C1357529BDEF}"/>
                      </a:ext>
                    </a:extLst>
                  </p:cNvPr>
                  <p:cNvSpPr/>
                  <p:nvPr/>
                </p:nvSpPr>
                <p:spPr>
                  <a:xfrm>
                    <a:off x="7542466" y="2338863"/>
                    <a:ext cx="23241" cy="40385"/>
                  </a:xfrm>
                  <a:custGeom>
                    <a:avLst/>
                    <a:gdLst>
                      <a:gd name="connsiteX0" fmla="*/ 23241 w 23241"/>
                      <a:gd name="connsiteY0" fmla="*/ 13430 h 40385"/>
                      <a:gd name="connsiteX1" fmla="*/ 0 w 23241"/>
                      <a:gd name="connsiteY1" fmla="*/ 0 h 40385"/>
                      <a:gd name="connsiteX2" fmla="*/ 0 w 23241"/>
                      <a:gd name="connsiteY2" fmla="*/ 26860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860"/>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7" name="Freeform: Shape 1966">
                    <a:extLst>
                      <a:ext uri="{FF2B5EF4-FFF2-40B4-BE49-F238E27FC236}">
                        <a16:creationId xmlns:a16="http://schemas.microsoft.com/office/drawing/2014/main" id="{B046702D-4F48-85B0-882F-8DCE4399EB5E}"/>
                      </a:ext>
                    </a:extLst>
                  </p:cNvPr>
                  <p:cNvSpPr/>
                  <p:nvPr/>
                </p:nvSpPr>
                <p:spPr>
                  <a:xfrm>
                    <a:off x="7584471" y="2363152"/>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8" name="Freeform: Shape 1967">
                    <a:extLst>
                      <a:ext uri="{FF2B5EF4-FFF2-40B4-BE49-F238E27FC236}">
                        <a16:creationId xmlns:a16="http://schemas.microsoft.com/office/drawing/2014/main" id="{8389A7F9-7E3D-DF9A-FA0C-8B73E673BD91}"/>
                      </a:ext>
                    </a:extLst>
                  </p:cNvPr>
                  <p:cNvSpPr/>
                  <p:nvPr/>
                </p:nvSpPr>
                <p:spPr>
                  <a:xfrm>
                    <a:off x="7626572" y="2387441"/>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9" name="Freeform: Shape 1968">
                    <a:extLst>
                      <a:ext uri="{FF2B5EF4-FFF2-40B4-BE49-F238E27FC236}">
                        <a16:creationId xmlns:a16="http://schemas.microsoft.com/office/drawing/2014/main" id="{1039F1F2-9667-C5E3-5053-7017F492AB16}"/>
                      </a:ext>
                    </a:extLst>
                  </p:cNvPr>
                  <p:cNvSpPr/>
                  <p:nvPr/>
                </p:nvSpPr>
                <p:spPr>
                  <a:xfrm>
                    <a:off x="7668577" y="2411729"/>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70" name="Freeform: Shape 1969">
                    <a:extLst>
                      <a:ext uri="{FF2B5EF4-FFF2-40B4-BE49-F238E27FC236}">
                        <a16:creationId xmlns:a16="http://schemas.microsoft.com/office/drawing/2014/main" id="{AE1C6388-AB6D-9E5E-C6BB-A84C8353AD4A}"/>
                      </a:ext>
                    </a:extLst>
                  </p:cNvPr>
                  <p:cNvSpPr/>
                  <p:nvPr/>
                </p:nvSpPr>
                <p:spPr>
                  <a:xfrm>
                    <a:off x="7710677" y="2436018"/>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71" name="Freeform: Shape 1970">
                    <a:extLst>
                      <a:ext uri="{FF2B5EF4-FFF2-40B4-BE49-F238E27FC236}">
                        <a16:creationId xmlns:a16="http://schemas.microsoft.com/office/drawing/2014/main" id="{A86D078B-1D98-EDEC-6EBB-7E58215DE4DF}"/>
                      </a:ext>
                    </a:extLst>
                  </p:cNvPr>
                  <p:cNvSpPr/>
                  <p:nvPr/>
                </p:nvSpPr>
                <p:spPr>
                  <a:xfrm>
                    <a:off x="7752683" y="2460307"/>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860" name="Freeform: Shape 1859">
                  <a:extLst>
                    <a:ext uri="{FF2B5EF4-FFF2-40B4-BE49-F238E27FC236}">
                      <a16:creationId xmlns:a16="http://schemas.microsoft.com/office/drawing/2014/main" id="{40E5AD00-F757-7DAB-7AB9-2A749A7AFC5A}"/>
                    </a:ext>
                  </a:extLst>
                </p:cNvPr>
                <p:cNvSpPr/>
                <p:nvPr/>
              </p:nvSpPr>
              <p:spPr>
                <a:xfrm>
                  <a:off x="7286910" y="2306097"/>
                  <a:ext cx="502443" cy="419862"/>
                </a:xfrm>
                <a:custGeom>
                  <a:avLst/>
                  <a:gdLst>
                    <a:gd name="connsiteX0" fmla="*/ 502444 w 502443"/>
                    <a:gd name="connsiteY0" fmla="*/ 290036 h 419862"/>
                    <a:gd name="connsiteX1" fmla="*/ 0 w 502443"/>
                    <a:gd name="connsiteY1" fmla="*/ 0 h 419862"/>
                    <a:gd name="connsiteX2" fmla="*/ 0 w 502443"/>
                    <a:gd name="connsiteY2" fmla="*/ 129730 h 419862"/>
                    <a:gd name="connsiteX3" fmla="*/ 502444 w 502443"/>
                    <a:gd name="connsiteY3" fmla="*/ 419862 h 419862"/>
                    <a:gd name="connsiteX4" fmla="*/ 502444 w 502443"/>
                    <a:gd name="connsiteY4" fmla="*/ 290036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61" name="Freeform: Shape 1860">
                  <a:extLst>
                    <a:ext uri="{FF2B5EF4-FFF2-40B4-BE49-F238E27FC236}">
                      <a16:creationId xmlns:a16="http://schemas.microsoft.com/office/drawing/2014/main" id="{8B969852-5B8E-87BB-E918-9FCF517940AA}"/>
                    </a:ext>
                  </a:extLst>
                </p:cNvPr>
                <p:cNvSpPr/>
                <p:nvPr/>
              </p:nvSpPr>
              <p:spPr>
                <a:xfrm>
                  <a:off x="7416355" y="2465260"/>
                  <a:ext cx="359568" cy="233743"/>
                </a:xfrm>
                <a:custGeom>
                  <a:avLst/>
                  <a:gdLst>
                    <a:gd name="connsiteX0" fmla="*/ 359569 w 359568"/>
                    <a:gd name="connsiteY0" fmla="*/ 207645 h 233743"/>
                    <a:gd name="connsiteX1" fmla="*/ 0 w 359568"/>
                    <a:gd name="connsiteY1" fmla="*/ 0 h 233743"/>
                    <a:gd name="connsiteX2" fmla="*/ 0 w 359568"/>
                    <a:gd name="connsiteY2" fmla="*/ 26098 h 233743"/>
                    <a:gd name="connsiteX3" fmla="*/ 359569 w 359568"/>
                    <a:gd name="connsiteY3" fmla="*/ 233743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8"/>
                      </a:lnTo>
                      <a:lnTo>
                        <a:pt x="359569" y="233743"/>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62" name="Freeform: Shape 1861">
                  <a:extLst>
                    <a:ext uri="{FF2B5EF4-FFF2-40B4-BE49-F238E27FC236}">
                      <a16:creationId xmlns:a16="http://schemas.microsoft.com/office/drawing/2014/main" id="{2460A623-4E59-59F7-A72A-07AEB6976E25}"/>
                    </a:ext>
                  </a:extLst>
                </p:cNvPr>
                <p:cNvSpPr/>
                <p:nvPr/>
              </p:nvSpPr>
              <p:spPr>
                <a:xfrm>
                  <a:off x="7298626" y="2332005"/>
                  <a:ext cx="103536" cy="151161"/>
                </a:xfrm>
                <a:custGeom>
                  <a:avLst/>
                  <a:gdLst>
                    <a:gd name="connsiteX0" fmla="*/ 103537 w 103536"/>
                    <a:gd name="connsiteY0" fmla="*/ 151162 h 151161"/>
                    <a:gd name="connsiteX1" fmla="*/ 0 w 103536"/>
                    <a:gd name="connsiteY1" fmla="*/ 91345 h 151161"/>
                    <a:gd name="connsiteX2" fmla="*/ 0 w 103536"/>
                    <a:gd name="connsiteY2" fmla="*/ 0 h 151161"/>
                    <a:gd name="connsiteX3" fmla="*/ 103537 w 103536"/>
                    <a:gd name="connsiteY3" fmla="*/ 59722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345"/>
                      </a:lnTo>
                      <a:lnTo>
                        <a:pt x="0" y="0"/>
                      </a:lnTo>
                      <a:lnTo>
                        <a:pt x="103537" y="59722"/>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63" name="Graphic 3388">
                  <a:extLst>
                    <a:ext uri="{FF2B5EF4-FFF2-40B4-BE49-F238E27FC236}">
                      <a16:creationId xmlns:a16="http://schemas.microsoft.com/office/drawing/2014/main" id="{74D9FA9D-E1F9-940A-6C74-D9F089E31963}"/>
                    </a:ext>
                  </a:extLst>
                </p:cNvPr>
                <p:cNvGrpSpPr/>
                <p:nvPr/>
              </p:nvGrpSpPr>
              <p:grpSpPr>
                <a:xfrm>
                  <a:off x="7416355" y="2416301"/>
                  <a:ext cx="359569" cy="234505"/>
                  <a:chOff x="7416355" y="2416301"/>
                  <a:chExt cx="359569" cy="234505"/>
                </a:xfrm>
                <a:solidFill>
                  <a:srgbClr val="FFFFFF"/>
                </a:solidFill>
              </p:grpSpPr>
              <p:sp>
                <p:nvSpPr>
                  <p:cNvPr id="1954" name="Freeform: Shape 1953">
                    <a:extLst>
                      <a:ext uri="{FF2B5EF4-FFF2-40B4-BE49-F238E27FC236}">
                        <a16:creationId xmlns:a16="http://schemas.microsoft.com/office/drawing/2014/main" id="{30C07F3F-A1F1-84A3-8A58-2340A51422D8}"/>
                      </a:ext>
                    </a:extLst>
                  </p:cNvPr>
                  <p:cNvSpPr/>
                  <p:nvPr/>
                </p:nvSpPr>
                <p:spPr>
                  <a:xfrm>
                    <a:off x="7416355" y="2416301"/>
                    <a:ext cx="23241" cy="40386"/>
                  </a:xfrm>
                  <a:custGeom>
                    <a:avLst/>
                    <a:gdLst>
                      <a:gd name="connsiteX0" fmla="*/ 23241 w 23241"/>
                      <a:gd name="connsiteY0" fmla="*/ 13430 h 40386"/>
                      <a:gd name="connsiteX1" fmla="*/ 0 w 23241"/>
                      <a:gd name="connsiteY1" fmla="*/ 0 h 40386"/>
                      <a:gd name="connsiteX2" fmla="*/ 0 w 23241"/>
                      <a:gd name="connsiteY2" fmla="*/ 26861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861"/>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5" name="Freeform: Shape 1954">
                    <a:extLst>
                      <a:ext uri="{FF2B5EF4-FFF2-40B4-BE49-F238E27FC236}">
                        <a16:creationId xmlns:a16="http://schemas.microsoft.com/office/drawing/2014/main" id="{BCC9889D-45DD-D155-A324-C996DF173142}"/>
                      </a:ext>
                    </a:extLst>
                  </p:cNvPr>
                  <p:cNvSpPr/>
                  <p:nvPr/>
                </p:nvSpPr>
                <p:spPr>
                  <a:xfrm>
                    <a:off x="7458360" y="2440590"/>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6" name="Freeform: Shape 1955">
                    <a:extLst>
                      <a:ext uri="{FF2B5EF4-FFF2-40B4-BE49-F238E27FC236}">
                        <a16:creationId xmlns:a16="http://schemas.microsoft.com/office/drawing/2014/main" id="{AC583DDD-4F95-6F3A-1C4A-4783FEA18783}"/>
                      </a:ext>
                    </a:extLst>
                  </p:cNvPr>
                  <p:cNvSpPr/>
                  <p:nvPr/>
                </p:nvSpPr>
                <p:spPr>
                  <a:xfrm>
                    <a:off x="7500366" y="2464879"/>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7" name="Freeform: Shape 1956">
                    <a:extLst>
                      <a:ext uri="{FF2B5EF4-FFF2-40B4-BE49-F238E27FC236}">
                        <a16:creationId xmlns:a16="http://schemas.microsoft.com/office/drawing/2014/main" id="{B6B0F508-F52E-B6E7-DD75-7EFBA4003CB5}"/>
                      </a:ext>
                    </a:extLst>
                  </p:cNvPr>
                  <p:cNvSpPr/>
                  <p:nvPr/>
                </p:nvSpPr>
                <p:spPr>
                  <a:xfrm>
                    <a:off x="7542466" y="2489168"/>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8" name="Freeform: Shape 1957">
                    <a:extLst>
                      <a:ext uri="{FF2B5EF4-FFF2-40B4-BE49-F238E27FC236}">
                        <a16:creationId xmlns:a16="http://schemas.microsoft.com/office/drawing/2014/main" id="{13E9A187-A581-FA1C-B3C4-2ECCFCF7A6BC}"/>
                      </a:ext>
                    </a:extLst>
                  </p:cNvPr>
                  <p:cNvSpPr/>
                  <p:nvPr/>
                </p:nvSpPr>
                <p:spPr>
                  <a:xfrm>
                    <a:off x="7584471" y="2513457"/>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9" name="Freeform: Shape 1958">
                    <a:extLst>
                      <a:ext uri="{FF2B5EF4-FFF2-40B4-BE49-F238E27FC236}">
                        <a16:creationId xmlns:a16="http://schemas.microsoft.com/office/drawing/2014/main" id="{AECF1889-C005-F8D9-35CD-AB90F3A8F5E8}"/>
                      </a:ext>
                    </a:extLst>
                  </p:cNvPr>
                  <p:cNvSpPr/>
                  <p:nvPr/>
                </p:nvSpPr>
                <p:spPr>
                  <a:xfrm>
                    <a:off x="7626572" y="2537745"/>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0" name="Freeform: Shape 1959">
                    <a:extLst>
                      <a:ext uri="{FF2B5EF4-FFF2-40B4-BE49-F238E27FC236}">
                        <a16:creationId xmlns:a16="http://schemas.microsoft.com/office/drawing/2014/main" id="{BC089131-1E1F-879E-DA6E-9E2089D2A90F}"/>
                      </a:ext>
                    </a:extLst>
                  </p:cNvPr>
                  <p:cNvSpPr/>
                  <p:nvPr/>
                </p:nvSpPr>
                <p:spPr>
                  <a:xfrm>
                    <a:off x="7668577" y="2561939"/>
                    <a:ext cx="23241" cy="40386"/>
                  </a:xfrm>
                  <a:custGeom>
                    <a:avLst/>
                    <a:gdLst>
                      <a:gd name="connsiteX0" fmla="*/ 23241 w 23241"/>
                      <a:gd name="connsiteY0" fmla="*/ 13430 h 40386"/>
                      <a:gd name="connsiteX1" fmla="*/ 0 w 23241"/>
                      <a:gd name="connsiteY1" fmla="*/ 0 h 40386"/>
                      <a:gd name="connsiteX2" fmla="*/ 0 w 23241"/>
                      <a:gd name="connsiteY2" fmla="*/ 26956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1" name="Freeform: Shape 1960">
                    <a:extLst>
                      <a:ext uri="{FF2B5EF4-FFF2-40B4-BE49-F238E27FC236}">
                        <a16:creationId xmlns:a16="http://schemas.microsoft.com/office/drawing/2014/main" id="{76E84638-B3E9-89D8-4542-5C6065DD7EE7}"/>
                      </a:ext>
                    </a:extLst>
                  </p:cNvPr>
                  <p:cNvSpPr/>
                  <p:nvPr/>
                </p:nvSpPr>
                <p:spPr>
                  <a:xfrm>
                    <a:off x="7710677" y="2586228"/>
                    <a:ext cx="23241" cy="40385"/>
                  </a:xfrm>
                  <a:custGeom>
                    <a:avLst/>
                    <a:gdLst>
                      <a:gd name="connsiteX0" fmla="*/ 23241 w 23241"/>
                      <a:gd name="connsiteY0" fmla="*/ 13430 h 40385"/>
                      <a:gd name="connsiteX1" fmla="*/ 0 w 23241"/>
                      <a:gd name="connsiteY1" fmla="*/ 0 h 40385"/>
                      <a:gd name="connsiteX2" fmla="*/ 0 w 23241"/>
                      <a:gd name="connsiteY2" fmla="*/ 26860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860"/>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62" name="Freeform: Shape 1961">
                    <a:extLst>
                      <a:ext uri="{FF2B5EF4-FFF2-40B4-BE49-F238E27FC236}">
                        <a16:creationId xmlns:a16="http://schemas.microsoft.com/office/drawing/2014/main" id="{78AB1F62-56EA-FAAE-10CF-559D065EAF6C}"/>
                      </a:ext>
                    </a:extLst>
                  </p:cNvPr>
                  <p:cNvSpPr/>
                  <p:nvPr/>
                </p:nvSpPr>
                <p:spPr>
                  <a:xfrm>
                    <a:off x="7752683" y="2610516"/>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864" name="Freeform: Shape 1863">
                  <a:extLst>
                    <a:ext uri="{FF2B5EF4-FFF2-40B4-BE49-F238E27FC236}">
                      <a16:creationId xmlns:a16="http://schemas.microsoft.com/office/drawing/2014/main" id="{9D67DA21-FC7C-5CF8-E74F-A679C7E65868}"/>
                    </a:ext>
                  </a:extLst>
                </p:cNvPr>
                <p:cNvSpPr/>
                <p:nvPr/>
              </p:nvSpPr>
              <p:spPr>
                <a:xfrm>
                  <a:off x="7286910" y="2456402"/>
                  <a:ext cx="502443" cy="419766"/>
                </a:xfrm>
                <a:custGeom>
                  <a:avLst/>
                  <a:gdLst>
                    <a:gd name="connsiteX0" fmla="*/ 502444 w 502443"/>
                    <a:gd name="connsiteY0" fmla="*/ 290036 h 419766"/>
                    <a:gd name="connsiteX1" fmla="*/ 0 w 502443"/>
                    <a:gd name="connsiteY1" fmla="*/ 0 h 419766"/>
                    <a:gd name="connsiteX2" fmla="*/ 0 w 502443"/>
                    <a:gd name="connsiteY2" fmla="*/ 129730 h 419766"/>
                    <a:gd name="connsiteX3" fmla="*/ 502444 w 502443"/>
                    <a:gd name="connsiteY3" fmla="*/ 419767 h 419766"/>
                    <a:gd name="connsiteX4" fmla="*/ 502444 w 502443"/>
                    <a:gd name="connsiteY4" fmla="*/ 290036 h 419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766">
                      <a:moveTo>
                        <a:pt x="502444" y="290036"/>
                      </a:moveTo>
                      <a:lnTo>
                        <a:pt x="0" y="0"/>
                      </a:lnTo>
                      <a:lnTo>
                        <a:pt x="0" y="129730"/>
                      </a:lnTo>
                      <a:lnTo>
                        <a:pt x="502444" y="419767"/>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65" name="Freeform: Shape 1864">
                  <a:extLst>
                    <a:ext uri="{FF2B5EF4-FFF2-40B4-BE49-F238E27FC236}">
                      <a16:creationId xmlns:a16="http://schemas.microsoft.com/office/drawing/2014/main" id="{8EACF3AE-EF21-F6AB-0B6A-B402383A63A6}"/>
                    </a:ext>
                  </a:extLst>
                </p:cNvPr>
                <p:cNvSpPr/>
                <p:nvPr/>
              </p:nvSpPr>
              <p:spPr>
                <a:xfrm>
                  <a:off x="7416355" y="2615469"/>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66" name="Freeform: Shape 1865">
                  <a:extLst>
                    <a:ext uri="{FF2B5EF4-FFF2-40B4-BE49-F238E27FC236}">
                      <a16:creationId xmlns:a16="http://schemas.microsoft.com/office/drawing/2014/main" id="{7F0910FE-0CA5-B3DC-8A67-392AD6FF9C66}"/>
                    </a:ext>
                  </a:extLst>
                </p:cNvPr>
                <p:cNvSpPr/>
                <p:nvPr/>
              </p:nvSpPr>
              <p:spPr>
                <a:xfrm>
                  <a:off x="7298626" y="2482310"/>
                  <a:ext cx="103536" cy="151066"/>
                </a:xfrm>
                <a:custGeom>
                  <a:avLst/>
                  <a:gdLst>
                    <a:gd name="connsiteX0" fmla="*/ 103537 w 103536"/>
                    <a:gd name="connsiteY0" fmla="*/ 151067 h 151066"/>
                    <a:gd name="connsiteX1" fmla="*/ 0 w 103536"/>
                    <a:gd name="connsiteY1" fmla="*/ 91345 h 151066"/>
                    <a:gd name="connsiteX2" fmla="*/ 0 w 103536"/>
                    <a:gd name="connsiteY2" fmla="*/ 0 h 151066"/>
                    <a:gd name="connsiteX3" fmla="*/ 103537 w 103536"/>
                    <a:gd name="connsiteY3" fmla="*/ 59722 h 151066"/>
                    <a:gd name="connsiteX4" fmla="*/ 103537 w 103536"/>
                    <a:gd name="connsiteY4" fmla="*/ 151067 h 15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066">
                      <a:moveTo>
                        <a:pt x="103537" y="151067"/>
                      </a:moveTo>
                      <a:lnTo>
                        <a:pt x="0" y="91345"/>
                      </a:lnTo>
                      <a:lnTo>
                        <a:pt x="0" y="0"/>
                      </a:lnTo>
                      <a:lnTo>
                        <a:pt x="103537" y="59722"/>
                      </a:lnTo>
                      <a:lnTo>
                        <a:pt x="103537" y="151067"/>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67" name="Graphic 3388">
                  <a:extLst>
                    <a:ext uri="{FF2B5EF4-FFF2-40B4-BE49-F238E27FC236}">
                      <a16:creationId xmlns:a16="http://schemas.microsoft.com/office/drawing/2014/main" id="{4387BADD-B101-8C2C-277C-1FE94705C24C}"/>
                    </a:ext>
                  </a:extLst>
                </p:cNvPr>
                <p:cNvGrpSpPr/>
                <p:nvPr/>
              </p:nvGrpSpPr>
              <p:grpSpPr>
                <a:xfrm>
                  <a:off x="7416355" y="2566606"/>
                  <a:ext cx="359569" cy="234505"/>
                  <a:chOff x="7416355" y="2566606"/>
                  <a:chExt cx="359569" cy="234505"/>
                </a:xfrm>
                <a:solidFill>
                  <a:srgbClr val="FFFFFF"/>
                </a:solidFill>
              </p:grpSpPr>
              <p:sp>
                <p:nvSpPr>
                  <p:cNvPr id="1945" name="Freeform: Shape 1944">
                    <a:extLst>
                      <a:ext uri="{FF2B5EF4-FFF2-40B4-BE49-F238E27FC236}">
                        <a16:creationId xmlns:a16="http://schemas.microsoft.com/office/drawing/2014/main" id="{E26A6350-D99B-3E2F-56F5-85B445E3714E}"/>
                      </a:ext>
                    </a:extLst>
                  </p:cNvPr>
                  <p:cNvSpPr/>
                  <p:nvPr/>
                </p:nvSpPr>
                <p:spPr>
                  <a:xfrm>
                    <a:off x="7416355" y="2566606"/>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6" name="Freeform: Shape 1945">
                    <a:extLst>
                      <a:ext uri="{FF2B5EF4-FFF2-40B4-BE49-F238E27FC236}">
                        <a16:creationId xmlns:a16="http://schemas.microsoft.com/office/drawing/2014/main" id="{7455268A-1515-3490-999A-99F293DF192E}"/>
                      </a:ext>
                    </a:extLst>
                  </p:cNvPr>
                  <p:cNvSpPr/>
                  <p:nvPr/>
                </p:nvSpPr>
                <p:spPr>
                  <a:xfrm>
                    <a:off x="7458360" y="2590895"/>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7" name="Freeform: Shape 1946">
                    <a:extLst>
                      <a:ext uri="{FF2B5EF4-FFF2-40B4-BE49-F238E27FC236}">
                        <a16:creationId xmlns:a16="http://schemas.microsoft.com/office/drawing/2014/main" id="{99B9EF6B-A226-24C5-4009-B70F91B00D22}"/>
                      </a:ext>
                    </a:extLst>
                  </p:cNvPr>
                  <p:cNvSpPr/>
                  <p:nvPr/>
                </p:nvSpPr>
                <p:spPr>
                  <a:xfrm>
                    <a:off x="7500366" y="2615183"/>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8" name="Freeform: Shape 1947">
                    <a:extLst>
                      <a:ext uri="{FF2B5EF4-FFF2-40B4-BE49-F238E27FC236}">
                        <a16:creationId xmlns:a16="http://schemas.microsoft.com/office/drawing/2014/main" id="{26B47F0B-E909-F603-73D7-CC289940436F}"/>
                      </a:ext>
                    </a:extLst>
                  </p:cNvPr>
                  <p:cNvSpPr/>
                  <p:nvPr/>
                </p:nvSpPr>
                <p:spPr>
                  <a:xfrm>
                    <a:off x="7542466" y="2639377"/>
                    <a:ext cx="23241" cy="40385"/>
                  </a:xfrm>
                  <a:custGeom>
                    <a:avLst/>
                    <a:gdLst>
                      <a:gd name="connsiteX0" fmla="*/ 23241 w 23241"/>
                      <a:gd name="connsiteY0" fmla="*/ 13430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9" name="Freeform: Shape 1948">
                    <a:extLst>
                      <a:ext uri="{FF2B5EF4-FFF2-40B4-BE49-F238E27FC236}">
                        <a16:creationId xmlns:a16="http://schemas.microsoft.com/office/drawing/2014/main" id="{B6E14834-0FB7-3D37-A674-3078D81EAEAA}"/>
                      </a:ext>
                    </a:extLst>
                  </p:cNvPr>
                  <p:cNvSpPr/>
                  <p:nvPr/>
                </p:nvSpPr>
                <p:spPr>
                  <a:xfrm>
                    <a:off x="7584471" y="2663666"/>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0" name="Freeform: Shape 1949">
                    <a:extLst>
                      <a:ext uri="{FF2B5EF4-FFF2-40B4-BE49-F238E27FC236}">
                        <a16:creationId xmlns:a16="http://schemas.microsoft.com/office/drawing/2014/main" id="{24396766-A391-7153-8C29-4812341B7ECE}"/>
                      </a:ext>
                    </a:extLst>
                  </p:cNvPr>
                  <p:cNvSpPr/>
                  <p:nvPr/>
                </p:nvSpPr>
                <p:spPr>
                  <a:xfrm>
                    <a:off x="7626572" y="2687954"/>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1" name="Freeform: Shape 1950">
                    <a:extLst>
                      <a:ext uri="{FF2B5EF4-FFF2-40B4-BE49-F238E27FC236}">
                        <a16:creationId xmlns:a16="http://schemas.microsoft.com/office/drawing/2014/main" id="{1307F003-D60D-C5C4-E2C1-16A660E6DD84}"/>
                      </a:ext>
                    </a:extLst>
                  </p:cNvPr>
                  <p:cNvSpPr/>
                  <p:nvPr/>
                </p:nvSpPr>
                <p:spPr>
                  <a:xfrm>
                    <a:off x="7668577" y="2712243"/>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2" name="Freeform: Shape 1951">
                    <a:extLst>
                      <a:ext uri="{FF2B5EF4-FFF2-40B4-BE49-F238E27FC236}">
                        <a16:creationId xmlns:a16="http://schemas.microsoft.com/office/drawing/2014/main" id="{0E794F9A-4C7C-402E-8D4F-8363ABB56B0A}"/>
                      </a:ext>
                    </a:extLst>
                  </p:cNvPr>
                  <p:cNvSpPr/>
                  <p:nvPr/>
                </p:nvSpPr>
                <p:spPr>
                  <a:xfrm>
                    <a:off x="7710677" y="273653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53" name="Freeform: Shape 1952">
                    <a:extLst>
                      <a:ext uri="{FF2B5EF4-FFF2-40B4-BE49-F238E27FC236}">
                        <a16:creationId xmlns:a16="http://schemas.microsoft.com/office/drawing/2014/main" id="{FCC58AFE-5F76-84EB-4EA8-1AD70BF6EFE0}"/>
                      </a:ext>
                    </a:extLst>
                  </p:cNvPr>
                  <p:cNvSpPr/>
                  <p:nvPr/>
                </p:nvSpPr>
                <p:spPr>
                  <a:xfrm>
                    <a:off x="7752683" y="2760821"/>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868" name="Freeform: Shape 1867">
                  <a:extLst>
                    <a:ext uri="{FF2B5EF4-FFF2-40B4-BE49-F238E27FC236}">
                      <a16:creationId xmlns:a16="http://schemas.microsoft.com/office/drawing/2014/main" id="{CFA72BF2-315F-DEC8-8944-0A86B13751FE}"/>
                    </a:ext>
                  </a:extLst>
                </p:cNvPr>
                <p:cNvSpPr/>
                <p:nvPr/>
              </p:nvSpPr>
              <p:spPr>
                <a:xfrm>
                  <a:off x="7286910" y="2606611"/>
                  <a:ext cx="502443" cy="419861"/>
                </a:xfrm>
                <a:custGeom>
                  <a:avLst/>
                  <a:gdLst>
                    <a:gd name="connsiteX0" fmla="*/ 502444 w 502443"/>
                    <a:gd name="connsiteY0" fmla="*/ 290036 h 419861"/>
                    <a:gd name="connsiteX1" fmla="*/ 0 w 502443"/>
                    <a:gd name="connsiteY1" fmla="*/ 0 h 419861"/>
                    <a:gd name="connsiteX2" fmla="*/ 0 w 502443"/>
                    <a:gd name="connsiteY2" fmla="*/ 129730 h 419861"/>
                    <a:gd name="connsiteX3" fmla="*/ 502444 w 502443"/>
                    <a:gd name="connsiteY3" fmla="*/ 419862 h 419861"/>
                    <a:gd name="connsiteX4" fmla="*/ 502444 w 502443"/>
                    <a:gd name="connsiteY4" fmla="*/ 290036 h 419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1">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69" name="Freeform: Shape 1868">
                  <a:extLst>
                    <a:ext uri="{FF2B5EF4-FFF2-40B4-BE49-F238E27FC236}">
                      <a16:creationId xmlns:a16="http://schemas.microsoft.com/office/drawing/2014/main" id="{E95AA765-41D1-ABE2-F0F6-3482FD31DEDD}"/>
                    </a:ext>
                  </a:extLst>
                </p:cNvPr>
                <p:cNvSpPr/>
                <p:nvPr/>
              </p:nvSpPr>
              <p:spPr>
                <a:xfrm>
                  <a:off x="7416355" y="2765774"/>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70" name="Freeform: Shape 1869">
                  <a:extLst>
                    <a:ext uri="{FF2B5EF4-FFF2-40B4-BE49-F238E27FC236}">
                      <a16:creationId xmlns:a16="http://schemas.microsoft.com/office/drawing/2014/main" id="{FE897D74-EDEC-D71C-62D7-E9651B4BA1EC}"/>
                    </a:ext>
                  </a:extLst>
                </p:cNvPr>
                <p:cNvSpPr/>
                <p:nvPr/>
              </p:nvSpPr>
              <p:spPr>
                <a:xfrm>
                  <a:off x="7298626" y="2632519"/>
                  <a:ext cx="103536" cy="151161"/>
                </a:xfrm>
                <a:custGeom>
                  <a:avLst/>
                  <a:gdLst>
                    <a:gd name="connsiteX0" fmla="*/ 103537 w 103536"/>
                    <a:gd name="connsiteY0" fmla="*/ 151162 h 151161"/>
                    <a:gd name="connsiteX1" fmla="*/ 0 w 103536"/>
                    <a:gd name="connsiteY1" fmla="*/ 91440 h 151161"/>
                    <a:gd name="connsiteX2" fmla="*/ 0 w 103536"/>
                    <a:gd name="connsiteY2" fmla="*/ 0 h 151161"/>
                    <a:gd name="connsiteX3" fmla="*/ 103537 w 103536"/>
                    <a:gd name="connsiteY3" fmla="*/ 59817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440"/>
                      </a:lnTo>
                      <a:lnTo>
                        <a:pt x="0" y="0"/>
                      </a:lnTo>
                      <a:lnTo>
                        <a:pt x="103537" y="59817"/>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71" name="Graphic 3388">
                  <a:extLst>
                    <a:ext uri="{FF2B5EF4-FFF2-40B4-BE49-F238E27FC236}">
                      <a16:creationId xmlns:a16="http://schemas.microsoft.com/office/drawing/2014/main" id="{26980A41-F9F2-4888-1A22-43C18325E0FC}"/>
                    </a:ext>
                  </a:extLst>
                </p:cNvPr>
                <p:cNvGrpSpPr/>
                <p:nvPr/>
              </p:nvGrpSpPr>
              <p:grpSpPr>
                <a:xfrm>
                  <a:off x="7416355" y="2716815"/>
                  <a:ext cx="359569" cy="234505"/>
                  <a:chOff x="7416355" y="2716815"/>
                  <a:chExt cx="359569" cy="234505"/>
                </a:xfrm>
                <a:solidFill>
                  <a:srgbClr val="FFFFFF"/>
                </a:solidFill>
              </p:grpSpPr>
              <p:sp>
                <p:nvSpPr>
                  <p:cNvPr id="1936" name="Freeform: Shape 1935">
                    <a:extLst>
                      <a:ext uri="{FF2B5EF4-FFF2-40B4-BE49-F238E27FC236}">
                        <a16:creationId xmlns:a16="http://schemas.microsoft.com/office/drawing/2014/main" id="{1529D6FB-675C-9282-E6EB-7FB9A5DC5F30}"/>
                      </a:ext>
                    </a:extLst>
                  </p:cNvPr>
                  <p:cNvSpPr/>
                  <p:nvPr/>
                </p:nvSpPr>
                <p:spPr>
                  <a:xfrm>
                    <a:off x="7416355" y="2716815"/>
                    <a:ext cx="23241" cy="40386"/>
                  </a:xfrm>
                  <a:custGeom>
                    <a:avLst/>
                    <a:gdLst>
                      <a:gd name="connsiteX0" fmla="*/ 23241 w 23241"/>
                      <a:gd name="connsiteY0" fmla="*/ 13430 h 40386"/>
                      <a:gd name="connsiteX1" fmla="*/ 0 w 23241"/>
                      <a:gd name="connsiteY1" fmla="*/ 0 h 40386"/>
                      <a:gd name="connsiteX2" fmla="*/ 0 w 23241"/>
                      <a:gd name="connsiteY2" fmla="*/ 26956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7" name="Freeform: Shape 1936">
                    <a:extLst>
                      <a:ext uri="{FF2B5EF4-FFF2-40B4-BE49-F238E27FC236}">
                        <a16:creationId xmlns:a16="http://schemas.microsoft.com/office/drawing/2014/main" id="{57BE624B-3CC0-AB05-AA3A-A0BF288EFCF1}"/>
                      </a:ext>
                    </a:extLst>
                  </p:cNvPr>
                  <p:cNvSpPr/>
                  <p:nvPr/>
                </p:nvSpPr>
                <p:spPr>
                  <a:xfrm>
                    <a:off x="7458360" y="2741104"/>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8" name="Freeform: Shape 1937">
                    <a:extLst>
                      <a:ext uri="{FF2B5EF4-FFF2-40B4-BE49-F238E27FC236}">
                        <a16:creationId xmlns:a16="http://schemas.microsoft.com/office/drawing/2014/main" id="{B934682C-69C6-1060-069A-61BB0A5E6293}"/>
                      </a:ext>
                    </a:extLst>
                  </p:cNvPr>
                  <p:cNvSpPr/>
                  <p:nvPr/>
                </p:nvSpPr>
                <p:spPr>
                  <a:xfrm>
                    <a:off x="7500366" y="2765393"/>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9" name="Freeform: Shape 1938">
                    <a:extLst>
                      <a:ext uri="{FF2B5EF4-FFF2-40B4-BE49-F238E27FC236}">
                        <a16:creationId xmlns:a16="http://schemas.microsoft.com/office/drawing/2014/main" id="{82535926-F2C7-4C8D-2280-CD0B1CFC87F0}"/>
                      </a:ext>
                    </a:extLst>
                  </p:cNvPr>
                  <p:cNvSpPr/>
                  <p:nvPr/>
                </p:nvSpPr>
                <p:spPr>
                  <a:xfrm>
                    <a:off x="7542466" y="278968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0" name="Freeform: Shape 1939">
                    <a:extLst>
                      <a:ext uri="{FF2B5EF4-FFF2-40B4-BE49-F238E27FC236}">
                        <a16:creationId xmlns:a16="http://schemas.microsoft.com/office/drawing/2014/main" id="{C83FCCF9-D6FB-3E2A-AB03-AEC65A3B5AE7}"/>
                      </a:ext>
                    </a:extLst>
                  </p:cNvPr>
                  <p:cNvSpPr/>
                  <p:nvPr/>
                </p:nvSpPr>
                <p:spPr>
                  <a:xfrm>
                    <a:off x="7584471" y="2813970"/>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1" name="Freeform: Shape 1940">
                    <a:extLst>
                      <a:ext uri="{FF2B5EF4-FFF2-40B4-BE49-F238E27FC236}">
                        <a16:creationId xmlns:a16="http://schemas.microsoft.com/office/drawing/2014/main" id="{6870CEE3-8BB6-4D41-CFEA-BE929CB07FB6}"/>
                      </a:ext>
                    </a:extLst>
                  </p:cNvPr>
                  <p:cNvSpPr/>
                  <p:nvPr/>
                </p:nvSpPr>
                <p:spPr>
                  <a:xfrm>
                    <a:off x="7626572" y="2838259"/>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2" name="Freeform: Shape 1941">
                    <a:extLst>
                      <a:ext uri="{FF2B5EF4-FFF2-40B4-BE49-F238E27FC236}">
                        <a16:creationId xmlns:a16="http://schemas.microsoft.com/office/drawing/2014/main" id="{7F1BE9C7-BE27-9C0D-4320-9A573E4916D2}"/>
                      </a:ext>
                    </a:extLst>
                  </p:cNvPr>
                  <p:cNvSpPr/>
                  <p:nvPr/>
                </p:nvSpPr>
                <p:spPr>
                  <a:xfrm>
                    <a:off x="7668577" y="2862453"/>
                    <a:ext cx="23241" cy="40385"/>
                  </a:xfrm>
                  <a:custGeom>
                    <a:avLst/>
                    <a:gdLst>
                      <a:gd name="connsiteX0" fmla="*/ 23241 w 23241"/>
                      <a:gd name="connsiteY0" fmla="*/ 13525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525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525"/>
                        </a:moveTo>
                        <a:lnTo>
                          <a:pt x="0" y="0"/>
                        </a:lnTo>
                        <a:lnTo>
                          <a:pt x="0" y="26956"/>
                        </a:lnTo>
                        <a:lnTo>
                          <a:pt x="23241" y="40386"/>
                        </a:lnTo>
                        <a:lnTo>
                          <a:pt x="23241" y="13525"/>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3" name="Freeform: Shape 1942">
                    <a:extLst>
                      <a:ext uri="{FF2B5EF4-FFF2-40B4-BE49-F238E27FC236}">
                        <a16:creationId xmlns:a16="http://schemas.microsoft.com/office/drawing/2014/main" id="{D96C299A-6BD4-D024-3552-FEB370009358}"/>
                      </a:ext>
                    </a:extLst>
                  </p:cNvPr>
                  <p:cNvSpPr/>
                  <p:nvPr/>
                </p:nvSpPr>
                <p:spPr>
                  <a:xfrm>
                    <a:off x="7710677" y="2886741"/>
                    <a:ext cx="23241" cy="40385"/>
                  </a:xfrm>
                  <a:custGeom>
                    <a:avLst/>
                    <a:gdLst>
                      <a:gd name="connsiteX0" fmla="*/ 23241 w 23241"/>
                      <a:gd name="connsiteY0" fmla="*/ 13430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44" name="Freeform: Shape 1943">
                    <a:extLst>
                      <a:ext uri="{FF2B5EF4-FFF2-40B4-BE49-F238E27FC236}">
                        <a16:creationId xmlns:a16="http://schemas.microsoft.com/office/drawing/2014/main" id="{0689206E-7BE2-D052-673F-CDAB9CE7085B}"/>
                      </a:ext>
                    </a:extLst>
                  </p:cNvPr>
                  <p:cNvSpPr/>
                  <p:nvPr/>
                </p:nvSpPr>
                <p:spPr>
                  <a:xfrm>
                    <a:off x="7752683" y="2911030"/>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872" name="Freeform: Shape 1871">
                  <a:extLst>
                    <a:ext uri="{FF2B5EF4-FFF2-40B4-BE49-F238E27FC236}">
                      <a16:creationId xmlns:a16="http://schemas.microsoft.com/office/drawing/2014/main" id="{63B58269-785D-7586-7CB0-AE395D955D5D}"/>
                    </a:ext>
                  </a:extLst>
                </p:cNvPr>
                <p:cNvSpPr/>
                <p:nvPr/>
              </p:nvSpPr>
              <p:spPr>
                <a:xfrm>
                  <a:off x="7766494" y="1222724"/>
                  <a:ext cx="658177" cy="380047"/>
                </a:xfrm>
                <a:custGeom>
                  <a:avLst/>
                  <a:gdLst>
                    <a:gd name="connsiteX0" fmla="*/ 590741 w 658177"/>
                    <a:gd name="connsiteY0" fmla="*/ 0 h 380047"/>
                    <a:gd name="connsiteX1" fmla="*/ 0 w 658177"/>
                    <a:gd name="connsiteY1" fmla="*/ 341090 h 380047"/>
                    <a:gd name="connsiteX2" fmla="*/ 67437 w 658177"/>
                    <a:gd name="connsiteY2" fmla="*/ 380047 h 380047"/>
                    <a:gd name="connsiteX3" fmla="*/ 658177 w 658177"/>
                    <a:gd name="connsiteY3" fmla="*/ 38957 h 380047"/>
                    <a:gd name="connsiteX4" fmla="*/ 590741 w 658177"/>
                    <a:gd name="connsiteY4" fmla="*/ 0 h 380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177" h="380047">
                      <a:moveTo>
                        <a:pt x="590741" y="0"/>
                      </a:moveTo>
                      <a:lnTo>
                        <a:pt x="0" y="341090"/>
                      </a:lnTo>
                      <a:lnTo>
                        <a:pt x="67437" y="380047"/>
                      </a:lnTo>
                      <a:lnTo>
                        <a:pt x="658177" y="38957"/>
                      </a:lnTo>
                      <a:lnTo>
                        <a:pt x="590741" y="0"/>
                      </a:lnTo>
                      <a:close/>
                    </a:path>
                  </a:pathLst>
                </a:custGeom>
                <a:solidFill>
                  <a:srgbClr val="D6D6D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73" name="Freeform: Shape 1872">
                  <a:extLst>
                    <a:ext uri="{FF2B5EF4-FFF2-40B4-BE49-F238E27FC236}">
                      <a16:creationId xmlns:a16="http://schemas.microsoft.com/office/drawing/2014/main" id="{C3D63B5D-C9E0-4CA5-3EB4-5D50B223D7D3}"/>
                    </a:ext>
                  </a:extLst>
                </p:cNvPr>
                <p:cNvSpPr/>
                <p:nvPr/>
              </p:nvSpPr>
              <p:spPr>
                <a:xfrm>
                  <a:off x="7243286" y="920686"/>
                  <a:ext cx="658082" cy="379952"/>
                </a:xfrm>
                <a:custGeom>
                  <a:avLst/>
                  <a:gdLst>
                    <a:gd name="connsiteX0" fmla="*/ 590645 w 658082"/>
                    <a:gd name="connsiteY0" fmla="*/ 0 h 379952"/>
                    <a:gd name="connsiteX1" fmla="*/ 0 w 658082"/>
                    <a:gd name="connsiteY1" fmla="*/ 340995 h 379952"/>
                    <a:gd name="connsiteX2" fmla="*/ 67437 w 658082"/>
                    <a:gd name="connsiteY2" fmla="*/ 379952 h 379952"/>
                    <a:gd name="connsiteX3" fmla="*/ 658082 w 658082"/>
                    <a:gd name="connsiteY3" fmla="*/ 38957 h 379952"/>
                    <a:gd name="connsiteX4" fmla="*/ 590645 w 658082"/>
                    <a:gd name="connsiteY4" fmla="*/ 0 h 379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82" h="379952">
                      <a:moveTo>
                        <a:pt x="590645" y="0"/>
                      </a:moveTo>
                      <a:lnTo>
                        <a:pt x="0" y="340995"/>
                      </a:lnTo>
                      <a:lnTo>
                        <a:pt x="67437" y="379952"/>
                      </a:lnTo>
                      <a:lnTo>
                        <a:pt x="658082" y="38957"/>
                      </a:lnTo>
                      <a:lnTo>
                        <a:pt x="590645" y="0"/>
                      </a:lnTo>
                      <a:close/>
                    </a:path>
                  </a:pathLst>
                </a:custGeom>
                <a:solidFill>
                  <a:srgbClr val="D6D6D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74" name="Freeform: Shape 1873">
                  <a:extLst>
                    <a:ext uri="{FF2B5EF4-FFF2-40B4-BE49-F238E27FC236}">
                      <a16:creationId xmlns:a16="http://schemas.microsoft.com/office/drawing/2014/main" id="{A8FE9F2A-F9C5-8B08-8B4C-0CE017B1E093}"/>
                    </a:ext>
                  </a:extLst>
                </p:cNvPr>
                <p:cNvSpPr/>
                <p:nvPr/>
              </p:nvSpPr>
              <p:spPr>
                <a:xfrm>
                  <a:off x="7310723" y="935164"/>
                  <a:ext cx="1046511" cy="604170"/>
                </a:xfrm>
                <a:custGeom>
                  <a:avLst/>
                  <a:gdLst>
                    <a:gd name="connsiteX0" fmla="*/ 455771 w 1046511"/>
                    <a:gd name="connsiteY0" fmla="*/ 604171 h 604170"/>
                    <a:gd name="connsiteX1" fmla="*/ 0 w 1046511"/>
                    <a:gd name="connsiteY1" fmla="*/ 341090 h 604170"/>
                    <a:gd name="connsiteX2" fmla="*/ 590645 w 1046511"/>
                    <a:gd name="connsiteY2" fmla="*/ 0 h 604170"/>
                    <a:gd name="connsiteX3" fmla="*/ 1046512 w 1046511"/>
                    <a:gd name="connsiteY3" fmla="*/ 263176 h 604170"/>
                    <a:gd name="connsiteX4" fmla="*/ 455771 w 1046511"/>
                    <a:gd name="connsiteY4" fmla="*/ 604171 h 60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6511" h="604170">
                      <a:moveTo>
                        <a:pt x="455771" y="604171"/>
                      </a:moveTo>
                      <a:lnTo>
                        <a:pt x="0" y="341090"/>
                      </a:lnTo>
                      <a:lnTo>
                        <a:pt x="590645" y="0"/>
                      </a:lnTo>
                      <a:lnTo>
                        <a:pt x="1046512" y="263176"/>
                      </a:lnTo>
                      <a:lnTo>
                        <a:pt x="455771" y="604171"/>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75" name="Freeform: Shape 1874">
                  <a:extLst>
                    <a:ext uri="{FF2B5EF4-FFF2-40B4-BE49-F238E27FC236}">
                      <a16:creationId xmlns:a16="http://schemas.microsoft.com/office/drawing/2014/main" id="{7651CEC8-BCA4-D899-880A-78CEC8100F6D}"/>
                    </a:ext>
                  </a:extLst>
                </p:cNvPr>
                <p:cNvSpPr/>
                <p:nvPr/>
              </p:nvSpPr>
              <p:spPr>
                <a:xfrm>
                  <a:off x="7310723" y="1276254"/>
                  <a:ext cx="455771" cy="287559"/>
                </a:xfrm>
                <a:custGeom>
                  <a:avLst/>
                  <a:gdLst>
                    <a:gd name="connsiteX0" fmla="*/ 0 w 455771"/>
                    <a:gd name="connsiteY0" fmla="*/ 0 h 287559"/>
                    <a:gd name="connsiteX1" fmla="*/ 0 w 455771"/>
                    <a:gd name="connsiteY1" fmla="*/ 24384 h 287559"/>
                    <a:gd name="connsiteX2" fmla="*/ 455771 w 455771"/>
                    <a:gd name="connsiteY2" fmla="*/ 287560 h 287559"/>
                    <a:gd name="connsiteX3" fmla="*/ 455771 w 455771"/>
                    <a:gd name="connsiteY3" fmla="*/ 263081 h 287559"/>
                    <a:gd name="connsiteX4" fmla="*/ 0 w 455771"/>
                    <a:gd name="connsiteY4" fmla="*/ 0 h 287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 h="287559">
                      <a:moveTo>
                        <a:pt x="0" y="0"/>
                      </a:moveTo>
                      <a:lnTo>
                        <a:pt x="0" y="24384"/>
                      </a:lnTo>
                      <a:lnTo>
                        <a:pt x="455771" y="287560"/>
                      </a:lnTo>
                      <a:lnTo>
                        <a:pt x="455771" y="263081"/>
                      </a:lnTo>
                      <a:lnTo>
                        <a:pt x="0" y="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76" name="Freeform: Shape 1875">
                  <a:extLst>
                    <a:ext uri="{FF2B5EF4-FFF2-40B4-BE49-F238E27FC236}">
                      <a16:creationId xmlns:a16="http://schemas.microsoft.com/office/drawing/2014/main" id="{D72D1285-10A7-2058-EA0D-B45163A8D10D}"/>
                    </a:ext>
                  </a:extLst>
                </p:cNvPr>
                <p:cNvSpPr/>
                <p:nvPr/>
              </p:nvSpPr>
              <p:spPr>
                <a:xfrm>
                  <a:off x="7766494" y="1198340"/>
                  <a:ext cx="590740" cy="365474"/>
                </a:xfrm>
                <a:custGeom>
                  <a:avLst/>
                  <a:gdLst>
                    <a:gd name="connsiteX0" fmla="*/ 0 w 590740"/>
                    <a:gd name="connsiteY0" fmla="*/ 340995 h 365474"/>
                    <a:gd name="connsiteX1" fmla="*/ 0 w 590740"/>
                    <a:gd name="connsiteY1" fmla="*/ 365474 h 365474"/>
                    <a:gd name="connsiteX2" fmla="*/ 590741 w 590740"/>
                    <a:gd name="connsiteY2" fmla="*/ 24384 h 365474"/>
                    <a:gd name="connsiteX3" fmla="*/ 590741 w 590740"/>
                    <a:gd name="connsiteY3" fmla="*/ 0 h 365474"/>
                    <a:gd name="connsiteX4" fmla="*/ 0 w 590740"/>
                    <a:gd name="connsiteY4" fmla="*/ 340995 h 36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740" h="365474">
                      <a:moveTo>
                        <a:pt x="0" y="340995"/>
                      </a:moveTo>
                      <a:lnTo>
                        <a:pt x="0" y="365474"/>
                      </a:lnTo>
                      <a:lnTo>
                        <a:pt x="590741" y="24384"/>
                      </a:lnTo>
                      <a:lnTo>
                        <a:pt x="590741" y="0"/>
                      </a:lnTo>
                      <a:lnTo>
                        <a:pt x="0" y="340995"/>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77" name="Graphic 3388">
                  <a:extLst>
                    <a:ext uri="{FF2B5EF4-FFF2-40B4-BE49-F238E27FC236}">
                      <a16:creationId xmlns:a16="http://schemas.microsoft.com/office/drawing/2014/main" id="{C74B6225-BC61-5696-DDE9-106C4E283669}"/>
                    </a:ext>
                  </a:extLst>
                </p:cNvPr>
                <p:cNvGrpSpPr/>
                <p:nvPr/>
              </p:nvGrpSpPr>
              <p:grpSpPr>
                <a:xfrm>
                  <a:off x="7646003" y="1030033"/>
                  <a:ext cx="533114" cy="307848"/>
                  <a:chOff x="7646003" y="1030033"/>
                  <a:chExt cx="533114" cy="307848"/>
                </a:xfrm>
              </p:grpSpPr>
              <p:sp>
                <p:nvSpPr>
                  <p:cNvPr id="1919" name="Freeform: Shape 1918">
                    <a:extLst>
                      <a:ext uri="{FF2B5EF4-FFF2-40B4-BE49-F238E27FC236}">
                        <a16:creationId xmlns:a16="http://schemas.microsoft.com/office/drawing/2014/main" id="{30DAEB91-B8DE-E28B-17F0-AEFEE24C6E6D}"/>
                      </a:ext>
                    </a:extLst>
                  </p:cNvPr>
                  <p:cNvSpPr/>
                  <p:nvPr/>
                </p:nvSpPr>
                <p:spPr>
                  <a:xfrm>
                    <a:off x="7697724" y="1060561"/>
                    <a:ext cx="431292" cy="248888"/>
                  </a:xfrm>
                  <a:custGeom>
                    <a:avLst/>
                    <a:gdLst>
                      <a:gd name="connsiteX0" fmla="*/ 368141 w 431292"/>
                      <a:gd name="connsiteY0" fmla="*/ 212455 h 248888"/>
                      <a:gd name="connsiteX1" fmla="*/ 63151 w 431292"/>
                      <a:gd name="connsiteY1" fmla="*/ 212455 h 248888"/>
                      <a:gd name="connsiteX2" fmla="*/ 63151 w 431292"/>
                      <a:gd name="connsiteY2" fmla="*/ 36433 h 248888"/>
                      <a:gd name="connsiteX3" fmla="*/ 368141 w 431292"/>
                      <a:gd name="connsiteY3" fmla="*/ 36433 h 248888"/>
                      <a:gd name="connsiteX4" fmla="*/ 368141 w 431292"/>
                      <a:gd name="connsiteY4" fmla="*/ 212455 h 24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292" h="248888">
                        <a:moveTo>
                          <a:pt x="368141" y="212455"/>
                        </a:moveTo>
                        <a:cubicBezTo>
                          <a:pt x="283940" y="261033"/>
                          <a:pt x="147447" y="261033"/>
                          <a:pt x="63151" y="212455"/>
                        </a:cubicBezTo>
                        <a:cubicBezTo>
                          <a:pt x="-21050" y="163878"/>
                          <a:pt x="-21050" y="85011"/>
                          <a:pt x="63151" y="36433"/>
                        </a:cubicBezTo>
                        <a:cubicBezTo>
                          <a:pt x="147352" y="-12144"/>
                          <a:pt x="283845" y="-12144"/>
                          <a:pt x="368141" y="36433"/>
                        </a:cubicBezTo>
                        <a:cubicBezTo>
                          <a:pt x="452342" y="85011"/>
                          <a:pt x="452342" y="163878"/>
                          <a:pt x="368141" y="212455"/>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20" name="Graphic 3388">
                    <a:extLst>
                      <a:ext uri="{FF2B5EF4-FFF2-40B4-BE49-F238E27FC236}">
                        <a16:creationId xmlns:a16="http://schemas.microsoft.com/office/drawing/2014/main" id="{C4926431-C002-97D0-DBA2-E4C926413891}"/>
                      </a:ext>
                    </a:extLst>
                  </p:cNvPr>
                  <p:cNvGrpSpPr/>
                  <p:nvPr/>
                </p:nvGrpSpPr>
                <p:grpSpPr>
                  <a:xfrm>
                    <a:off x="7646003" y="1030033"/>
                    <a:ext cx="533114" cy="307848"/>
                    <a:chOff x="7646003" y="1030033"/>
                    <a:chExt cx="533114" cy="307848"/>
                  </a:xfrm>
                </p:grpSpPr>
                <p:sp>
                  <p:nvSpPr>
                    <p:cNvPr id="1921" name="Freeform: Shape 1920">
                      <a:extLst>
                        <a:ext uri="{FF2B5EF4-FFF2-40B4-BE49-F238E27FC236}">
                          <a16:creationId xmlns:a16="http://schemas.microsoft.com/office/drawing/2014/main" id="{54C1B0E3-73FC-D14F-67B9-0ADBB6527EA9}"/>
                        </a:ext>
                      </a:extLst>
                    </p:cNvPr>
                    <p:cNvSpPr/>
                    <p:nvPr/>
                  </p:nvSpPr>
                  <p:spPr>
                    <a:xfrm>
                      <a:off x="7725060" y="1076182"/>
                      <a:ext cx="376713" cy="217551"/>
                    </a:xfrm>
                    <a:custGeom>
                      <a:avLst/>
                      <a:gdLst>
                        <a:gd name="connsiteX0" fmla="*/ 321564 w 376713"/>
                        <a:gd name="connsiteY0" fmla="*/ 185690 h 217551"/>
                        <a:gd name="connsiteX1" fmla="*/ 55150 w 376713"/>
                        <a:gd name="connsiteY1" fmla="*/ 185690 h 217551"/>
                        <a:gd name="connsiteX2" fmla="*/ 55150 w 376713"/>
                        <a:gd name="connsiteY2" fmla="*/ 31861 h 217551"/>
                        <a:gd name="connsiteX3" fmla="*/ 321564 w 376713"/>
                        <a:gd name="connsiteY3" fmla="*/ 31861 h 217551"/>
                        <a:gd name="connsiteX4" fmla="*/ 321564 w 376713"/>
                        <a:gd name="connsiteY4" fmla="*/ 185690 h 217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713" h="217551">
                          <a:moveTo>
                            <a:pt x="321564" y="185690"/>
                          </a:moveTo>
                          <a:cubicBezTo>
                            <a:pt x="248031" y="228171"/>
                            <a:pt x="128683" y="228171"/>
                            <a:pt x="55150" y="185690"/>
                          </a:cubicBezTo>
                          <a:cubicBezTo>
                            <a:pt x="-18383" y="143208"/>
                            <a:pt x="-18383" y="74343"/>
                            <a:pt x="55150" y="31861"/>
                          </a:cubicBezTo>
                          <a:cubicBezTo>
                            <a:pt x="128683" y="-10620"/>
                            <a:pt x="248031" y="-10620"/>
                            <a:pt x="321564" y="31861"/>
                          </a:cubicBezTo>
                          <a:cubicBezTo>
                            <a:pt x="395097" y="74343"/>
                            <a:pt x="395097" y="143208"/>
                            <a:pt x="321564" y="185690"/>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22" name="Graphic 3388">
                      <a:extLst>
                        <a:ext uri="{FF2B5EF4-FFF2-40B4-BE49-F238E27FC236}">
                          <a16:creationId xmlns:a16="http://schemas.microsoft.com/office/drawing/2014/main" id="{754F5E93-D17C-9B8B-7896-A149CA3586F1}"/>
                        </a:ext>
                      </a:extLst>
                    </p:cNvPr>
                    <p:cNvGrpSpPr/>
                    <p:nvPr/>
                  </p:nvGrpSpPr>
                  <p:grpSpPr>
                    <a:xfrm>
                      <a:off x="7646003" y="1030033"/>
                      <a:ext cx="533114" cy="307848"/>
                      <a:chOff x="7646003" y="1030033"/>
                      <a:chExt cx="533114" cy="307848"/>
                    </a:xfrm>
                    <a:solidFill>
                      <a:srgbClr val="3B3B3B"/>
                    </a:solidFill>
                  </p:grpSpPr>
                  <p:sp>
                    <p:nvSpPr>
                      <p:cNvPr id="1923" name="Freeform: Shape 1922">
                        <a:extLst>
                          <a:ext uri="{FF2B5EF4-FFF2-40B4-BE49-F238E27FC236}">
                            <a16:creationId xmlns:a16="http://schemas.microsoft.com/office/drawing/2014/main" id="{BF818B75-C1A3-9BC1-330B-EB72FEA59A85}"/>
                          </a:ext>
                        </a:extLst>
                      </p:cNvPr>
                      <p:cNvSpPr/>
                      <p:nvPr/>
                    </p:nvSpPr>
                    <p:spPr>
                      <a:xfrm>
                        <a:off x="7891081" y="1030033"/>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4" name="Freeform: Shape 1923">
                        <a:extLst>
                          <a:ext uri="{FF2B5EF4-FFF2-40B4-BE49-F238E27FC236}">
                            <a16:creationId xmlns:a16="http://schemas.microsoft.com/office/drawing/2014/main" id="{8298DB33-E1D5-0B7F-FEB3-75FD36706F1C}"/>
                          </a:ext>
                        </a:extLst>
                      </p:cNvPr>
                      <p:cNvSpPr/>
                      <p:nvPr/>
                    </p:nvSpPr>
                    <p:spPr>
                      <a:xfrm>
                        <a:off x="7870698" y="1041844"/>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5" name="Freeform: Shape 1924">
                        <a:extLst>
                          <a:ext uri="{FF2B5EF4-FFF2-40B4-BE49-F238E27FC236}">
                            <a16:creationId xmlns:a16="http://schemas.microsoft.com/office/drawing/2014/main" id="{0ABDDE90-23C8-41B7-E644-17037EDF57B6}"/>
                          </a:ext>
                        </a:extLst>
                      </p:cNvPr>
                      <p:cNvSpPr/>
                      <p:nvPr/>
                    </p:nvSpPr>
                    <p:spPr>
                      <a:xfrm>
                        <a:off x="7850219" y="1053655"/>
                        <a:ext cx="288130" cy="166306"/>
                      </a:xfrm>
                      <a:custGeom>
                        <a:avLst/>
                        <a:gdLst>
                          <a:gd name="connsiteX0" fmla="*/ 275463 w 288130"/>
                          <a:gd name="connsiteY0" fmla="*/ 166307 h 166306"/>
                          <a:gd name="connsiteX1" fmla="*/ 0 w 288130"/>
                          <a:gd name="connsiteY1" fmla="*/ 7239 h 166306"/>
                          <a:gd name="connsiteX2" fmla="*/ 12668 w 288130"/>
                          <a:gd name="connsiteY2" fmla="*/ 0 h 166306"/>
                          <a:gd name="connsiteX3" fmla="*/ 288131 w 288130"/>
                          <a:gd name="connsiteY3" fmla="*/ 158972 h 166306"/>
                          <a:gd name="connsiteX4" fmla="*/ 275463 w 288130"/>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0" h="166306">
                            <a:moveTo>
                              <a:pt x="275463" y="166307"/>
                            </a:moveTo>
                            <a:lnTo>
                              <a:pt x="0" y="7239"/>
                            </a:lnTo>
                            <a:lnTo>
                              <a:pt x="12668" y="0"/>
                            </a:lnTo>
                            <a:lnTo>
                              <a:pt x="288131" y="158972"/>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6" name="Freeform: Shape 1925">
                        <a:extLst>
                          <a:ext uri="{FF2B5EF4-FFF2-40B4-BE49-F238E27FC236}">
                            <a16:creationId xmlns:a16="http://schemas.microsoft.com/office/drawing/2014/main" id="{84DE9B9C-E044-7EBC-C7C1-51F2142943E8}"/>
                          </a:ext>
                        </a:extLst>
                      </p:cNvPr>
                      <p:cNvSpPr/>
                      <p:nvPr/>
                    </p:nvSpPr>
                    <p:spPr>
                      <a:xfrm>
                        <a:off x="7829835" y="1065466"/>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8972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7" name="Freeform: Shape 1926">
                        <a:extLst>
                          <a:ext uri="{FF2B5EF4-FFF2-40B4-BE49-F238E27FC236}">
                            <a16:creationId xmlns:a16="http://schemas.microsoft.com/office/drawing/2014/main" id="{EA352F9A-53B1-D19C-55F6-A590E03FBC41}"/>
                          </a:ext>
                        </a:extLst>
                      </p:cNvPr>
                      <p:cNvSpPr/>
                      <p:nvPr/>
                    </p:nvSpPr>
                    <p:spPr>
                      <a:xfrm>
                        <a:off x="7809357" y="1077182"/>
                        <a:ext cx="288131" cy="166306"/>
                      </a:xfrm>
                      <a:custGeom>
                        <a:avLst/>
                        <a:gdLst>
                          <a:gd name="connsiteX0" fmla="*/ 275463 w 288131"/>
                          <a:gd name="connsiteY0" fmla="*/ 166307 h 166306"/>
                          <a:gd name="connsiteX1" fmla="*/ 0 w 288131"/>
                          <a:gd name="connsiteY1" fmla="*/ 7334 h 166306"/>
                          <a:gd name="connsiteX2" fmla="*/ 12668 w 288131"/>
                          <a:gd name="connsiteY2" fmla="*/ 0 h 166306"/>
                          <a:gd name="connsiteX3" fmla="*/ 288131 w 288131"/>
                          <a:gd name="connsiteY3" fmla="*/ 159068 h 166306"/>
                          <a:gd name="connsiteX4" fmla="*/ 275463 w 288131"/>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7"/>
                            </a:moveTo>
                            <a:lnTo>
                              <a:pt x="0" y="7334"/>
                            </a:lnTo>
                            <a:lnTo>
                              <a:pt x="12668" y="0"/>
                            </a:lnTo>
                            <a:lnTo>
                              <a:pt x="288131"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8" name="Freeform: Shape 1927">
                        <a:extLst>
                          <a:ext uri="{FF2B5EF4-FFF2-40B4-BE49-F238E27FC236}">
                            <a16:creationId xmlns:a16="http://schemas.microsoft.com/office/drawing/2014/main" id="{BB2A6913-1521-86D2-0FD8-0281C35D718A}"/>
                          </a:ext>
                        </a:extLst>
                      </p:cNvPr>
                      <p:cNvSpPr/>
                      <p:nvPr/>
                    </p:nvSpPr>
                    <p:spPr>
                      <a:xfrm>
                        <a:off x="7788973" y="1088993"/>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29" name="Freeform: Shape 1928">
                        <a:extLst>
                          <a:ext uri="{FF2B5EF4-FFF2-40B4-BE49-F238E27FC236}">
                            <a16:creationId xmlns:a16="http://schemas.microsoft.com/office/drawing/2014/main" id="{440A9A7D-5191-E3CF-4C21-A460043E3B94}"/>
                          </a:ext>
                        </a:extLst>
                      </p:cNvPr>
                      <p:cNvSpPr/>
                      <p:nvPr/>
                    </p:nvSpPr>
                    <p:spPr>
                      <a:xfrm>
                        <a:off x="7768590" y="1100804"/>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7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0" name="Freeform: Shape 1929">
                        <a:extLst>
                          <a:ext uri="{FF2B5EF4-FFF2-40B4-BE49-F238E27FC236}">
                            <a16:creationId xmlns:a16="http://schemas.microsoft.com/office/drawing/2014/main" id="{F750F102-7835-9A68-7198-DD8DE60F7566}"/>
                          </a:ext>
                        </a:extLst>
                      </p:cNvPr>
                      <p:cNvSpPr/>
                      <p:nvPr/>
                    </p:nvSpPr>
                    <p:spPr>
                      <a:xfrm>
                        <a:off x="7748111" y="1112615"/>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1" name="Freeform: Shape 1930">
                        <a:extLst>
                          <a:ext uri="{FF2B5EF4-FFF2-40B4-BE49-F238E27FC236}">
                            <a16:creationId xmlns:a16="http://schemas.microsoft.com/office/drawing/2014/main" id="{56552011-0196-B66D-891D-85EC2DD50509}"/>
                          </a:ext>
                        </a:extLst>
                      </p:cNvPr>
                      <p:cNvSpPr/>
                      <p:nvPr/>
                    </p:nvSpPr>
                    <p:spPr>
                      <a:xfrm>
                        <a:off x="7727727" y="1124426"/>
                        <a:ext cx="288035" cy="166306"/>
                      </a:xfrm>
                      <a:custGeom>
                        <a:avLst/>
                        <a:gdLst>
                          <a:gd name="connsiteX0" fmla="*/ 275463 w 288035"/>
                          <a:gd name="connsiteY0" fmla="*/ 166307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7"/>
                            </a:moveTo>
                            <a:lnTo>
                              <a:pt x="0" y="7239"/>
                            </a:lnTo>
                            <a:lnTo>
                              <a:pt x="12573" y="0"/>
                            </a:lnTo>
                            <a:lnTo>
                              <a:pt x="288036" y="158972"/>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2" name="Freeform: Shape 1931">
                        <a:extLst>
                          <a:ext uri="{FF2B5EF4-FFF2-40B4-BE49-F238E27FC236}">
                            <a16:creationId xmlns:a16="http://schemas.microsoft.com/office/drawing/2014/main" id="{89FF5666-7C47-B01B-A991-75A3612F4BAE}"/>
                          </a:ext>
                        </a:extLst>
                      </p:cNvPr>
                      <p:cNvSpPr/>
                      <p:nvPr/>
                    </p:nvSpPr>
                    <p:spPr>
                      <a:xfrm>
                        <a:off x="7707249" y="1136141"/>
                        <a:ext cx="288035" cy="166306"/>
                      </a:xfrm>
                      <a:custGeom>
                        <a:avLst/>
                        <a:gdLst>
                          <a:gd name="connsiteX0" fmla="*/ 275463 w 288035"/>
                          <a:gd name="connsiteY0" fmla="*/ 166306 h 166306"/>
                          <a:gd name="connsiteX1" fmla="*/ 0 w 288035"/>
                          <a:gd name="connsiteY1" fmla="*/ 7334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334"/>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3" name="Freeform: Shape 1932">
                        <a:extLst>
                          <a:ext uri="{FF2B5EF4-FFF2-40B4-BE49-F238E27FC236}">
                            <a16:creationId xmlns:a16="http://schemas.microsoft.com/office/drawing/2014/main" id="{73B86F82-5023-7F4C-8897-133E7172E2DE}"/>
                          </a:ext>
                        </a:extLst>
                      </p:cNvPr>
                      <p:cNvSpPr/>
                      <p:nvPr/>
                    </p:nvSpPr>
                    <p:spPr>
                      <a:xfrm>
                        <a:off x="7686865" y="1147953"/>
                        <a:ext cx="288036" cy="166306"/>
                      </a:xfrm>
                      <a:custGeom>
                        <a:avLst/>
                        <a:gdLst>
                          <a:gd name="connsiteX0" fmla="*/ 275463 w 288036"/>
                          <a:gd name="connsiteY0" fmla="*/ 166307 h 166306"/>
                          <a:gd name="connsiteX1" fmla="*/ 0 w 288036"/>
                          <a:gd name="connsiteY1" fmla="*/ 7334 h 166306"/>
                          <a:gd name="connsiteX2" fmla="*/ 12573 w 288036"/>
                          <a:gd name="connsiteY2" fmla="*/ 0 h 166306"/>
                          <a:gd name="connsiteX3" fmla="*/ 288036 w 288036"/>
                          <a:gd name="connsiteY3" fmla="*/ 159068 h 166306"/>
                          <a:gd name="connsiteX4" fmla="*/ 275463 w 288036"/>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7"/>
                            </a:moveTo>
                            <a:lnTo>
                              <a:pt x="0" y="7334"/>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4" name="Freeform: Shape 1933">
                        <a:extLst>
                          <a:ext uri="{FF2B5EF4-FFF2-40B4-BE49-F238E27FC236}">
                            <a16:creationId xmlns:a16="http://schemas.microsoft.com/office/drawing/2014/main" id="{855DFC8E-198F-76C8-6F4F-76C3842FB29F}"/>
                          </a:ext>
                        </a:extLst>
                      </p:cNvPr>
                      <p:cNvSpPr/>
                      <p:nvPr/>
                    </p:nvSpPr>
                    <p:spPr>
                      <a:xfrm>
                        <a:off x="7666386" y="1159763"/>
                        <a:ext cx="288131" cy="166306"/>
                      </a:xfrm>
                      <a:custGeom>
                        <a:avLst/>
                        <a:gdLst>
                          <a:gd name="connsiteX0" fmla="*/ 275463 w 288131"/>
                          <a:gd name="connsiteY0" fmla="*/ 166307 h 166306"/>
                          <a:gd name="connsiteX1" fmla="*/ 0 w 288131"/>
                          <a:gd name="connsiteY1" fmla="*/ 7239 h 166306"/>
                          <a:gd name="connsiteX2" fmla="*/ 12668 w 288131"/>
                          <a:gd name="connsiteY2" fmla="*/ 0 h 166306"/>
                          <a:gd name="connsiteX3" fmla="*/ 288131 w 288131"/>
                          <a:gd name="connsiteY3" fmla="*/ 159068 h 166306"/>
                          <a:gd name="connsiteX4" fmla="*/ 275463 w 288131"/>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7"/>
                            </a:moveTo>
                            <a:lnTo>
                              <a:pt x="0" y="7239"/>
                            </a:lnTo>
                            <a:lnTo>
                              <a:pt x="12668" y="0"/>
                            </a:lnTo>
                            <a:lnTo>
                              <a:pt x="288131"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35" name="Freeform: Shape 1934">
                        <a:extLst>
                          <a:ext uri="{FF2B5EF4-FFF2-40B4-BE49-F238E27FC236}">
                            <a16:creationId xmlns:a16="http://schemas.microsoft.com/office/drawing/2014/main" id="{98FB1E72-EA7E-7B81-0991-DE2E0D107B0E}"/>
                          </a:ext>
                        </a:extLst>
                      </p:cNvPr>
                      <p:cNvSpPr/>
                      <p:nvPr/>
                    </p:nvSpPr>
                    <p:spPr>
                      <a:xfrm>
                        <a:off x="7646003" y="1171575"/>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7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1878" name="Graphic 3388">
                  <a:extLst>
                    <a:ext uri="{FF2B5EF4-FFF2-40B4-BE49-F238E27FC236}">
                      <a16:creationId xmlns:a16="http://schemas.microsoft.com/office/drawing/2014/main" id="{FE754D0E-F7EC-D263-A9BD-2A34ABEBE420}"/>
                    </a:ext>
                  </a:extLst>
                </p:cNvPr>
                <p:cNvGrpSpPr/>
                <p:nvPr/>
              </p:nvGrpSpPr>
              <p:grpSpPr>
                <a:xfrm>
                  <a:off x="7833931" y="1261681"/>
                  <a:ext cx="590740" cy="1876234"/>
                  <a:chOff x="7833931" y="1261681"/>
                  <a:chExt cx="590740" cy="1876234"/>
                </a:xfrm>
              </p:grpSpPr>
              <p:sp>
                <p:nvSpPr>
                  <p:cNvPr id="1880" name="Freeform: Shape 1879">
                    <a:extLst>
                      <a:ext uri="{FF2B5EF4-FFF2-40B4-BE49-F238E27FC236}">
                        <a16:creationId xmlns:a16="http://schemas.microsoft.com/office/drawing/2014/main" id="{C4CBED11-82DB-88E7-68A1-62988C65AF14}"/>
                      </a:ext>
                    </a:extLst>
                  </p:cNvPr>
                  <p:cNvSpPr/>
                  <p:nvPr/>
                </p:nvSpPr>
                <p:spPr>
                  <a:xfrm>
                    <a:off x="7833931" y="1261681"/>
                    <a:ext cx="590740" cy="1876234"/>
                  </a:xfrm>
                  <a:custGeom>
                    <a:avLst/>
                    <a:gdLst>
                      <a:gd name="connsiteX0" fmla="*/ 590740 w 590740"/>
                      <a:gd name="connsiteY0" fmla="*/ 1535240 h 1876234"/>
                      <a:gd name="connsiteX1" fmla="*/ 0 w 590740"/>
                      <a:gd name="connsiteY1" fmla="*/ 1876235 h 1876234"/>
                      <a:gd name="connsiteX2" fmla="*/ 0 w 590740"/>
                      <a:gd name="connsiteY2" fmla="*/ 341090 h 1876234"/>
                      <a:gd name="connsiteX3" fmla="*/ 590740 w 590740"/>
                      <a:gd name="connsiteY3" fmla="*/ 0 h 1876234"/>
                      <a:gd name="connsiteX4" fmla="*/ 590740 w 590740"/>
                      <a:gd name="connsiteY4" fmla="*/ 1535240 h 18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740" h="1876234">
                        <a:moveTo>
                          <a:pt x="590740" y="1535240"/>
                        </a:moveTo>
                        <a:lnTo>
                          <a:pt x="0" y="1876235"/>
                        </a:lnTo>
                        <a:lnTo>
                          <a:pt x="0" y="341090"/>
                        </a:lnTo>
                        <a:lnTo>
                          <a:pt x="590740" y="0"/>
                        </a:lnTo>
                        <a:lnTo>
                          <a:pt x="590740" y="1535240"/>
                        </a:lnTo>
                        <a:close/>
                      </a:path>
                    </a:pathLst>
                  </a:custGeom>
                  <a:solidFill>
                    <a:srgbClr val="5E5E5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81" name="Freeform: Shape 1880">
                    <a:extLst>
                      <a:ext uri="{FF2B5EF4-FFF2-40B4-BE49-F238E27FC236}">
                        <a16:creationId xmlns:a16="http://schemas.microsoft.com/office/drawing/2014/main" id="{96059C9F-34FC-2077-6FE0-483DECAFB034}"/>
                      </a:ext>
                    </a:extLst>
                  </p:cNvPr>
                  <p:cNvSpPr/>
                  <p:nvPr/>
                </p:nvSpPr>
                <p:spPr>
                  <a:xfrm>
                    <a:off x="7867840" y="1328793"/>
                    <a:ext cx="522732" cy="1742010"/>
                  </a:xfrm>
                  <a:custGeom>
                    <a:avLst/>
                    <a:gdLst>
                      <a:gd name="connsiteX0" fmla="*/ 0 w 522732"/>
                      <a:gd name="connsiteY0" fmla="*/ 1728446 h 1742010"/>
                      <a:gd name="connsiteX1" fmla="*/ 0 w 522732"/>
                      <a:gd name="connsiteY1" fmla="*/ 315412 h 1742010"/>
                      <a:gd name="connsiteX2" fmla="*/ 18955 w 522732"/>
                      <a:gd name="connsiteY2" fmla="*/ 282551 h 1742010"/>
                      <a:gd name="connsiteX3" fmla="*/ 503777 w 522732"/>
                      <a:gd name="connsiteY3" fmla="*/ 2611 h 1742010"/>
                      <a:gd name="connsiteX4" fmla="*/ 522732 w 522732"/>
                      <a:gd name="connsiteY4" fmla="*/ 13565 h 1742010"/>
                      <a:gd name="connsiteX5" fmla="*/ 522732 w 522732"/>
                      <a:gd name="connsiteY5" fmla="*/ 1426599 h 1742010"/>
                      <a:gd name="connsiteX6" fmla="*/ 503777 w 522732"/>
                      <a:gd name="connsiteY6" fmla="*/ 1459460 h 1742010"/>
                      <a:gd name="connsiteX7" fmla="*/ 18955 w 522732"/>
                      <a:gd name="connsiteY7" fmla="*/ 1739400 h 1742010"/>
                      <a:gd name="connsiteX8" fmla="*/ 0 w 522732"/>
                      <a:gd name="connsiteY8" fmla="*/ 1728446 h 17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732" h="1742010">
                        <a:moveTo>
                          <a:pt x="0" y="1728446"/>
                        </a:moveTo>
                        <a:lnTo>
                          <a:pt x="0" y="315412"/>
                        </a:lnTo>
                        <a:cubicBezTo>
                          <a:pt x="0" y="303315"/>
                          <a:pt x="8477" y="288552"/>
                          <a:pt x="18955" y="282551"/>
                        </a:cubicBezTo>
                        <a:lnTo>
                          <a:pt x="503777" y="2611"/>
                        </a:lnTo>
                        <a:cubicBezTo>
                          <a:pt x="514255" y="-3485"/>
                          <a:pt x="522732" y="1468"/>
                          <a:pt x="522732" y="13565"/>
                        </a:cubicBezTo>
                        <a:lnTo>
                          <a:pt x="522732" y="1426599"/>
                        </a:lnTo>
                        <a:cubicBezTo>
                          <a:pt x="522732" y="1438695"/>
                          <a:pt x="514255" y="1453459"/>
                          <a:pt x="503777" y="1459460"/>
                        </a:cubicBezTo>
                        <a:lnTo>
                          <a:pt x="18955" y="1739400"/>
                        </a:lnTo>
                        <a:cubicBezTo>
                          <a:pt x="8477" y="1745496"/>
                          <a:pt x="0" y="1740543"/>
                          <a:pt x="0" y="1728446"/>
                        </a:cubicBez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82" name="Freeform: Shape 1881">
                    <a:extLst>
                      <a:ext uri="{FF2B5EF4-FFF2-40B4-BE49-F238E27FC236}">
                        <a16:creationId xmlns:a16="http://schemas.microsoft.com/office/drawing/2014/main" id="{4342AFC5-2FE5-FCB1-8236-47820037B770}"/>
                      </a:ext>
                    </a:extLst>
                  </p:cNvPr>
                  <p:cNvSpPr/>
                  <p:nvPr/>
                </p:nvSpPr>
                <p:spPr>
                  <a:xfrm>
                    <a:off x="7876413" y="1339799"/>
                    <a:ext cx="505777" cy="1720111"/>
                  </a:xfrm>
                  <a:custGeom>
                    <a:avLst/>
                    <a:gdLst>
                      <a:gd name="connsiteX0" fmla="*/ 10477 w 505777"/>
                      <a:gd name="connsiteY0" fmla="*/ 1718678 h 1720111"/>
                      <a:gd name="connsiteX1" fmla="*/ 0 w 505777"/>
                      <a:gd name="connsiteY1" fmla="*/ 1712582 h 1720111"/>
                      <a:gd name="connsiteX2" fmla="*/ 0 w 505777"/>
                      <a:gd name="connsiteY2" fmla="*/ 299548 h 1720111"/>
                      <a:gd name="connsiteX3" fmla="*/ 10477 w 505777"/>
                      <a:gd name="connsiteY3" fmla="*/ 281356 h 1720111"/>
                      <a:gd name="connsiteX4" fmla="*/ 495300 w 505777"/>
                      <a:gd name="connsiteY4" fmla="*/ 1416 h 1720111"/>
                      <a:gd name="connsiteX5" fmla="*/ 505778 w 505777"/>
                      <a:gd name="connsiteY5" fmla="*/ 7512 h 1720111"/>
                      <a:gd name="connsiteX6" fmla="*/ 505778 w 505777"/>
                      <a:gd name="connsiteY6" fmla="*/ 1420546 h 1720111"/>
                      <a:gd name="connsiteX7" fmla="*/ 495300 w 505777"/>
                      <a:gd name="connsiteY7" fmla="*/ 1438738 h 1720111"/>
                      <a:gd name="connsiteX8" fmla="*/ 10477 w 505777"/>
                      <a:gd name="connsiteY8" fmla="*/ 1718678 h 172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777" h="1720111">
                        <a:moveTo>
                          <a:pt x="10477" y="1718678"/>
                        </a:moveTo>
                        <a:cubicBezTo>
                          <a:pt x="4667" y="1722012"/>
                          <a:pt x="0" y="1719345"/>
                          <a:pt x="0" y="1712582"/>
                        </a:cubicBezTo>
                        <a:lnTo>
                          <a:pt x="0" y="299548"/>
                        </a:lnTo>
                        <a:cubicBezTo>
                          <a:pt x="0" y="292881"/>
                          <a:pt x="4667" y="284689"/>
                          <a:pt x="10477" y="281356"/>
                        </a:cubicBezTo>
                        <a:lnTo>
                          <a:pt x="495300" y="1416"/>
                        </a:lnTo>
                        <a:cubicBezTo>
                          <a:pt x="501110" y="-1918"/>
                          <a:pt x="505778" y="844"/>
                          <a:pt x="505778" y="7512"/>
                        </a:cubicBezTo>
                        <a:lnTo>
                          <a:pt x="505778" y="1420546"/>
                        </a:lnTo>
                        <a:cubicBezTo>
                          <a:pt x="505778" y="1427213"/>
                          <a:pt x="501110" y="1435405"/>
                          <a:pt x="495300" y="1438738"/>
                        </a:cubicBezTo>
                        <a:lnTo>
                          <a:pt x="10477" y="1718678"/>
                        </a:lnTo>
                        <a:close/>
                      </a:path>
                    </a:pathLst>
                  </a:custGeom>
                  <a:solidFill>
                    <a:srgbClr val="5E5E5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83" name="Graphic 3388">
                    <a:extLst>
                      <a:ext uri="{FF2B5EF4-FFF2-40B4-BE49-F238E27FC236}">
                        <a16:creationId xmlns:a16="http://schemas.microsoft.com/office/drawing/2014/main" id="{7592CA2F-4CCE-5719-7423-9BF2435AD3A0}"/>
                      </a:ext>
                    </a:extLst>
                  </p:cNvPr>
                  <p:cNvGrpSpPr/>
                  <p:nvPr/>
                </p:nvGrpSpPr>
                <p:grpSpPr>
                  <a:xfrm>
                    <a:off x="8207216" y="2600039"/>
                    <a:ext cx="149732" cy="224217"/>
                    <a:chOff x="8207216" y="2600039"/>
                    <a:chExt cx="149732" cy="224217"/>
                  </a:xfrm>
                </p:grpSpPr>
                <p:sp>
                  <p:nvSpPr>
                    <p:cNvPr id="1902" name="Freeform: Shape 1901">
                      <a:extLst>
                        <a:ext uri="{FF2B5EF4-FFF2-40B4-BE49-F238E27FC236}">
                          <a16:creationId xmlns:a16="http://schemas.microsoft.com/office/drawing/2014/main" id="{5544AAF2-DFA5-7093-174E-8C3AC04D33BA}"/>
                        </a:ext>
                      </a:extLst>
                    </p:cNvPr>
                    <p:cNvSpPr/>
                    <p:nvPr/>
                  </p:nvSpPr>
                  <p:spPr>
                    <a:xfrm>
                      <a:off x="8207216" y="2615333"/>
                      <a:ext cx="149732" cy="193343"/>
                    </a:xfrm>
                    <a:custGeom>
                      <a:avLst/>
                      <a:gdLst>
                        <a:gd name="connsiteX0" fmla="*/ 149733 w 149732"/>
                        <a:gd name="connsiteY0" fmla="*/ 53476 h 193343"/>
                        <a:gd name="connsiteX1" fmla="*/ 74866 w 149732"/>
                        <a:gd name="connsiteY1" fmla="*/ 183111 h 193343"/>
                        <a:gd name="connsiteX2" fmla="*/ 0 w 149732"/>
                        <a:gd name="connsiteY2" fmla="*/ 139868 h 193343"/>
                        <a:gd name="connsiteX3" fmla="*/ 74866 w 149732"/>
                        <a:gd name="connsiteY3" fmla="*/ 10232 h 193343"/>
                        <a:gd name="connsiteX4" fmla="*/ 149733 w 149732"/>
                        <a:gd name="connsiteY4" fmla="*/ 53476 h 193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32" h="193343">
                          <a:moveTo>
                            <a:pt x="149733" y="53476"/>
                          </a:moveTo>
                          <a:cubicBezTo>
                            <a:pt x="149733" y="101196"/>
                            <a:pt x="116205" y="159299"/>
                            <a:pt x="74866" y="183111"/>
                          </a:cubicBezTo>
                          <a:cubicBezTo>
                            <a:pt x="33528" y="207019"/>
                            <a:pt x="0" y="187588"/>
                            <a:pt x="0" y="139868"/>
                          </a:cubicBezTo>
                          <a:cubicBezTo>
                            <a:pt x="0" y="92147"/>
                            <a:pt x="33528" y="34045"/>
                            <a:pt x="74866" y="10232"/>
                          </a:cubicBezTo>
                          <a:cubicBezTo>
                            <a:pt x="116205" y="-13675"/>
                            <a:pt x="149733" y="5756"/>
                            <a:pt x="149733" y="53476"/>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03" name="Graphic 3388">
                      <a:extLst>
                        <a:ext uri="{FF2B5EF4-FFF2-40B4-BE49-F238E27FC236}">
                          <a16:creationId xmlns:a16="http://schemas.microsoft.com/office/drawing/2014/main" id="{03083EB2-9485-94E7-2B23-C4227DF5C0A3}"/>
                        </a:ext>
                      </a:extLst>
                    </p:cNvPr>
                    <p:cNvGrpSpPr/>
                    <p:nvPr/>
                  </p:nvGrpSpPr>
                  <p:grpSpPr>
                    <a:xfrm>
                      <a:off x="8213788" y="2600039"/>
                      <a:ext cx="135254" cy="224217"/>
                      <a:chOff x="8213788" y="2600039"/>
                      <a:chExt cx="135254" cy="224217"/>
                    </a:xfrm>
                  </p:grpSpPr>
                  <p:sp>
                    <p:nvSpPr>
                      <p:cNvPr id="1904" name="Freeform: Shape 1903">
                        <a:extLst>
                          <a:ext uri="{FF2B5EF4-FFF2-40B4-BE49-F238E27FC236}">
                            <a16:creationId xmlns:a16="http://schemas.microsoft.com/office/drawing/2014/main" id="{F9D9B1A6-2237-2E83-0896-062D679262D4}"/>
                          </a:ext>
                        </a:extLst>
                      </p:cNvPr>
                      <p:cNvSpPr/>
                      <p:nvPr/>
                    </p:nvSpPr>
                    <p:spPr>
                      <a:xfrm>
                        <a:off x="8216646" y="2627591"/>
                        <a:ext cx="130873" cy="168827"/>
                      </a:xfrm>
                      <a:custGeom>
                        <a:avLst/>
                        <a:gdLst>
                          <a:gd name="connsiteX0" fmla="*/ 130873 w 130873"/>
                          <a:gd name="connsiteY0" fmla="*/ 46647 h 168827"/>
                          <a:gd name="connsiteX1" fmla="*/ 65437 w 130873"/>
                          <a:gd name="connsiteY1" fmla="*/ 159899 h 168827"/>
                          <a:gd name="connsiteX2" fmla="*/ 0 w 130873"/>
                          <a:gd name="connsiteY2" fmla="*/ 122180 h 168827"/>
                          <a:gd name="connsiteX3" fmla="*/ 65437 w 130873"/>
                          <a:gd name="connsiteY3" fmla="*/ 8928 h 168827"/>
                          <a:gd name="connsiteX4" fmla="*/ 130873 w 130873"/>
                          <a:gd name="connsiteY4" fmla="*/ 46647 h 168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73" h="168827">
                            <a:moveTo>
                              <a:pt x="130873" y="46647"/>
                            </a:moveTo>
                            <a:cubicBezTo>
                              <a:pt x="130873" y="88367"/>
                              <a:pt x="101632" y="139040"/>
                              <a:pt x="65437" y="159899"/>
                            </a:cubicBezTo>
                            <a:cubicBezTo>
                              <a:pt x="29337" y="180759"/>
                              <a:pt x="0" y="163805"/>
                              <a:pt x="0" y="122180"/>
                            </a:cubicBezTo>
                            <a:cubicBezTo>
                              <a:pt x="0" y="80556"/>
                              <a:pt x="29242" y="29788"/>
                              <a:pt x="65437" y="8928"/>
                            </a:cubicBezTo>
                            <a:cubicBezTo>
                              <a:pt x="101536" y="-11932"/>
                              <a:pt x="130873" y="5023"/>
                              <a:pt x="130873" y="46647"/>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905" name="Graphic 3388">
                        <a:extLst>
                          <a:ext uri="{FF2B5EF4-FFF2-40B4-BE49-F238E27FC236}">
                            <a16:creationId xmlns:a16="http://schemas.microsoft.com/office/drawing/2014/main" id="{23878F55-4ECB-99C2-5849-15A74114885A}"/>
                          </a:ext>
                        </a:extLst>
                      </p:cNvPr>
                      <p:cNvGrpSpPr/>
                      <p:nvPr/>
                    </p:nvGrpSpPr>
                    <p:grpSpPr>
                      <a:xfrm>
                        <a:off x="8213788" y="2600039"/>
                        <a:ext cx="135254" cy="224217"/>
                        <a:chOff x="8213788" y="2600039"/>
                        <a:chExt cx="135254" cy="224217"/>
                      </a:xfrm>
                      <a:solidFill>
                        <a:srgbClr val="3B3B3B"/>
                      </a:solidFill>
                    </p:grpSpPr>
                    <p:sp>
                      <p:nvSpPr>
                        <p:cNvPr id="1906" name="Freeform: Shape 1905">
                          <a:extLst>
                            <a:ext uri="{FF2B5EF4-FFF2-40B4-BE49-F238E27FC236}">
                              <a16:creationId xmlns:a16="http://schemas.microsoft.com/office/drawing/2014/main" id="{40565E13-6C8D-BFA6-F678-7ADD5FB15FA8}"/>
                            </a:ext>
                          </a:extLst>
                        </p:cNvPr>
                        <p:cNvSpPr/>
                        <p:nvPr/>
                      </p:nvSpPr>
                      <p:spPr>
                        <a:xfrm>
                          <a:off x="8213788" y="2600039"/>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07" name="Freeform: Shape 1906">
                          <a:extLst>
                            <a:ext uri="{FF2B5EF4-FFF2-40B4-BE49-F238E27FC236}">
                              <a16:creationId xmlns:a16="http://schemas.microsoft.com/office/drawing/2014/main" id="{7940962F-B5BC-8B57-C544-3828470ABDB6}"/>
                            </a:ext>
                          </a:extLst>
                        </p:cNvPr>
                        <p:cNvSpPr/>
                        <p:nvPr/>
                      </p:nvSpPr>
                      <p:spPr>
                        <a:xfrm>
                          <a:off x="8213788" y="2611564"/>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08" name="Freeform: Shape 1907">
                          <a:extLst>
                            <a:ext uri="{FF2B5EF4-FFF2-40B4-BE49-F238E27FC236}">
                              <a16:creationId xmlns:a16="http://schemas.microsoft.com/office/drawing/2014/main" id="{03136C74-11F2-C012-E8BD-1404BD02C40C}"/>
                            </a:ext>
                          </a:extLst>
                        </p:cNvPr>
                        <p:cNvSpPr/>
                        <p:nvPr/>
                      </p:nvSpPr>
                      <p:spPr>
                        <a:xfrm>
                          <a:off x="8213788" y="2623184"/>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09" name="Freeform: Shape 1908">
                          <a:extLst>
                            <a:ext uri="{FF2B5EF4-FFF2-40B4-BE49-F238E27FC236}">
                              <a16:creationId xmlns:a16="http://schemas.microsoft.com/office/drawing/2014/main" id="{97727F21-C976-B9FC-EF0C-D2F20A7DB7F1}"/>
                            </a:ext>
                          </a:extLst>
                        </p:cNvPr>
                        <p:cNvSpPr/>
                        <p:nvPr/>
                      </p:nvSpPr>
                      <p:spPr>
                        <a:xfrm>
                          <a:off x="8213788" y="2634805"/>
                          <a:ext cx="135254" cy="85153"/>
                        </a:xfrm>
                        <a:custGeom>
                          <a:avLst/>
                          <a:gdLst>
                            <a:gd name="connsiteX0" fmla="*/ 135255 w 135254"/>
                            <a:gd name="connsiteY0" fmla="*/ 7144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0" name="Freeform: Shape 1909">
                          <a:extLst>
                            <a:ext uri="{FF2B5EF4-FFF2-40B4-BE49-F238E27FC236}">
                              <a16:creationId xmlns:a16="http://schemas.microsoft.com/office/drawing/2014/main" id="{39B278BC-2738-AA7A-2C0D-86737A74C3EF}"/>
                            </a:ext>
                          </a:extLst>
                        </p:cNvPr>
                        <p:cNvSpPr/>
                        <p:nvPr/>
                      </p:nvSpPr>
                      <p:spPr>
                        <a:xfrm>
                          <a:off x="8213788" y="2646330"/>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1" name="Freeform: Shape 1910">
                          <a:extLst>
                            <a:ext uri="{FF2B5EF4-FFF2-40B4-BE49-F238E27FC236}">
                              <a16:creationId xmlns:a16="http://schemas.microsoft.com/office/drawing/2014/main" id="{37055BEF-4CA0-3AB3-65CD-0E4793528028}"/>
                            </a:ext>
                          </a:extLst>
                        </p:cNvPr>
                        <p:cNvSpPr/>
                        <p:nvPr/>
                      </p:nvSpPr>
                      <p:spPr>
                        <a:xfrm>
                          <a:off x="8213788" y="2657951"/>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2" name="Freeform: Shape 1911">
                          <a:extLst>
                            <a:ext uri="{FF2B5EF4-FFF2-40B4-BE49-F238E27FC236}">
                              <a16:creationId xmlns:a16="http://schemas.microsoft.com/office/drawing/2014/main" id="{8B59C739-61ED-20F9-F790-731CAB72441A}"/>
                            </a:ext>
                          </a:extLst>
                        </p:cNvPr>
                        <p:cNvSpPr/>
                        <p:nvPr/>
                      </p:nvSpPr>
                      <p:spPr>
                        <a:xfrm>
                          <a:off x="8213788" y="2669476"/>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3" name="Freeform: Shape 1912">
                          <a:extLst>
                            <a:ext uri="{FF2B5EF4-FFF2-40B4-BE49-F238E27FC236}">
                              <a16:creationId xmlns:a16="http://schemas.microsoft.com/office/drawing/2014/main" id="{6FDCDED4-8A6B-6120-F97E-C0BEABB9F609}"/>
                            </a:ext>
                          </a:extLst>
                        </p:cNvPr>
                        <p:cNvSpPr/>
                        <p:nvPr/>
                      </p:nvSpPr>
                      <p:spPr>
                        <a:xfrm>
                          <a:off x="8213788" y="2681096"/>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4" name="Freeform: Shape 1913">
                          <a:extLst>
                            <a:ext uri="{FF2B5EF4-FFF2-40B4-BE49-F238E27FC236}">
                              <a16:creationId xmlns:a16="http://schemas.microsoft.com/office/drawing/2014/main" id="{DC7FAC5D-D3CC-0284-3980-AD91FA3CDF53}"/>
                            </a:ext>
                          </a:extLst>
                        </p:cNvPr>
                        <p:cNvSpPr/>
                        <p:nvPr/>
                      </p:nvSpPr>
                      <p:spPr>
                        <a:xfrm>
                          <a:off x="8213788" y="2692717"/>
                          <a:ext cx="135254" cy="85153"/>
                        </a:xfrm>
                        <a:custGeom>
                          <a:avLst/>
                          <a:gdLst>
                            <a:gd name="connsiteX0" fmla="*/ 135255 w 135254"/>
                            <a:gd name="connsiteY0" fmla="*/ 7049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049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049"/>
                              </a:moveTo>
                              <a:lnTo>
                                <a:pt x="0" y="85154"/>
                              </a:lnTo>
                              <a:lnTo>
                                <a:pt x="0" y="78010"/>
                              </a:lnTo>
                              <a:lnTo>
                                <a:pt x="135255" y="0"/>
                              </a:lnTo>
                              <a:lnTo>
                                <a:pt x="135255" y="7049"/>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5" name="Freeform: Shape 1914">
                          <a:extLst>
                            <a:ext uri="{FF2B5EF4-FFF2-40B4-BE49-F238E27FC236}">
                              <a16:creationId xmlns:a16="http://schemas.microsoft.com/office/drawing/2014/main" id="{820D01FD-2A04-E29B-4761-2035570B84A2}"/>
                            </a:ext>
                          </a:extLst>
                        </p:cNvPr>
                        <p:cNvSpPr/>
                        <p:nvPr/>
                      </p:nvSpPr>
                      <p:spPr>
                        <a:xfrm>
                          <a:off x="8213788" y="2704242"/>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6" name="Freeform: Shape 1915">
                          <a:extLst>
                            <a:ext uri="{FF2B5EF4-FFF2-40B4-BE49-F238E27FC236}">
                              <a16:creationId xmlns:a16="http://schemas.microsoft.com/office/drawing/2014/main" id="{3A95A922-AF50-4D68-483D-CF053ECB0CE0}"/>
                            </a:ext>
                          </a:extLst>
                        </p:cNvPr>
                        <p:cNvSpPr/>
                        <p:nvPr/>
                      </p:nvSpPr>
                      <p:spPr>
                        <a:xfrm>
                          <a:off x="8213788" y="2715863"/>
                          <a:ext cx="135254" cy="85153"/>
                        </a:xfrm>
                        <a:custGeom>
                          <a:avLst/>
                          <a:gdLst>
                            <a:gd name="connsiteX0" fmla="*/ 135255 w 135254"/>
                            <a:gd name="connsiteY0" fmla="*/ 7144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7" name="Freeform: Shape 1916">
                          <a:extLst>
                            <a:ext uri="{FF2B5EF4-FFF2-40B4-BE49-F238E27FC236}">
                              <a16:creationId xmlns:a16="http://schemas.microsoft.com/office/drawing/2014/main" id="{0E0681DE-22D3-9A6A-E026-A9E843C6D34C}"/>
                            </a:ext>
                          </a:extLst>
                        </p:cNvPr>
                        <p:cNvSpPr/>
                        <p:nvPr/>
                      </p:nvSpPr>
                      <p:spPr>
                        <a:xfrm>
                          <a:off x="8213788" y="2727388"/>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18" name="Freeform: Shape 1917">
                          <a:extLst>
                            <a:ext uri="{FF2B5EF4-FFF2-40B4-BE49-F238E27FC236}">
                              <a16:creationId xmlns:a16="http://schemas.microsoft.com/office/drawing/2014/main" id="{A613B309-9795-B3B4-DC06-A28C23EBBA01}"/>
                            </a:ext>
                          </a:extLst>
                        </p:cNvPr>
                        <p:cNvSpPr/>
                        <p:nvPr/>
                      </p:nvSpPr>
                      <p:spPr>
                        <a:xfrm>
                          <a:off x="8213788" y="2739008"/>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1884" name="Graphic 3388">
                    <a:extLst>
                      <a:ext uri="{FF2B5EF4-FFF2-40B4-BE49-F238E27FC236}">
                        <a16:creationId xmlns:a16="http://schemas.microsoft.com/office/drawing/2014/main" id="{93347C91-B4E0-3F07-01F6-8628801D580F}"/>
                      </a:ext>
                    </a:extLst>
                  </p:cNvPr>
                  <p:cNvGrpSpPr/>
                  <p:nvPr/>
                </p:nvGrpSpPr>
                <p:grpSpPr>
                  <a:xfrm>
                    <a:off x="8207216" y="1402556"/>
                    <a:ext cx="149732" cy="224122"/>
                    <a:chOff x="8207216" y="1402556"/>
                    <a:chExt cx="149732" cy="224122"/>
                  </a:xfrm>
                </p:grpSpPr>
                <p:sp>
                  <p:nvSpPr>
                    <p:cNvPr id="1885" name="Freeform: Shape 1884">
                      <a:extLst>
                        <a:ext uri="{FF2B5EF4-FFF2-40B4-BE49-F238E27FC236}">
                          <a16:creationId xmlns:a16="http://schemas.microsoft.com/office/drawing/2014/main" id="{22769CFC-1CE8-9327-BAC1-B5E4718E2B4F}"/>
                        </a:ext>
                      </a:extLst>
                    </p:cNvPr>
                    <p:cNvSpPr/>
                    <p:nvPr/>
                  </p:nvSpPr>
                  <p:spPr>
                    <a:xfrm>
                      <a:off x="8207216" y="1417850"/>
                      <a:ext cx="149732" cy="193343"/>
                    </a:xfrm>
                    <a:custGeom>
                      <a:avLst/>
                      <a:gdLst>
                        <a:gd name="connsiteX0" fmla="*/ 149733 w 149732"/>
                        <a:gd name="connsiteY0" fmla="*/ 53476 h 193343"/>
                        <a:gd name="connsiteX1" fmla="*/ 74866 w 149732"/>
                        <a:gd name="connsiteY1" fmla="*/ 183111 h 193343"/>
                        <a:gd name="connsiteX2" fmla="*/ 0 w 149732"/>
                        <a:gd name="connsiteY2" fmla="*/ 139868 h 193343"/>
                        <a:gd name="connsiteX3" fmla="*/ 74866 w 149732"/>
                        <a:gd name="connsiteY3" fmla="*/ 10232 h 193343"/>
                        <a:gd name="connsiteX4" fmla="*/ 149733 w 149732"/>
                        <a:gd name="connsiteY4" fmla="*/ 53476 h 193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32" h="193343">
                          <a:moveTo>
                            <a:pt x="149733" y="53476"/>
                          </a:moveTo>
                          <a:cubicBezTo>
                            <a:pt x="149733" y="101196"/>
                            <a:pt x="116205" y="159299"/>
                            <a:pt x="74866" y="183111"/>
                          </a:cubicBezTo>
                          <a:cubicBezTo>
                            <a:pt x="33528" y="207019"/>
                            <a:pt x="0" y="187588"/>
                            <a:pt x="0" y="139868"/>
                          </a:cubicBezTo>
                          <a:cubicBezTo>
                            <a:pt x="0" y="92147"/>
                            <a:pt x="33528" y="34045"/>
                            <a:pt x="74866" y="10232"/>
                          </a:cubicBezTo>
                          <a:cubicBezTo>
                            <a:pt x="116205" y="-13675"/>
                            <a:pt x="149733" y="5756"/>
                            <a:pt x="149733" y="53476"/>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86" name="Graphic 3388">
                      <a:extLst>
                        <a:ext uri="{FF2B5EF4-FFF2-40B4-BE49-F238E27FC236}">
                          <a16:creationId xmlns:a16="http://schemas.microsoft.com/office/drawing/2014/main" id="{B5F3CA33-2512-C390-7EB3-2B1AF3164607}"/>
                        </a:ext>
                      </a:extLst>
                    </p:cNvPr>
                    <p:cNvGrpSpPr/>
                    <p:nvPr/>
                  </p:nvGrpSpPr>
                  <p:grpSpPr>
                    <a:xfrm>
                      <a:off x="8213788" y="1402556"/>
                      <a:ext cx="135254" cy="224122"/>
                      <a:chOff x="8213788" y="1402556"/>
                      <a:chExt cx="135254" cy="224122"/>
                    </a:xfrm>
                  </p:grpSpPr>
                  <p:sp>
                    <p:nvSpPr>
                      <p:cNvPr id="1887" name="Freeform: Shape 1886">
                        <a:extLst>
                          <a:ext uri="{FF2B5EF4-FFF2-40B4-BE49-F238E27FC236}">
                            <a16:creationId xmlns:a16="http://schemas.microsoft.com/office/drawing/2014/main" id="{7D990793-EC46-B439-194F-9D792F487F36}"/>
                          </a:ext>
                        </a:extLst>
                      </p:cNvPr>
                      <p:cNvSpPr/>
                      <p:nvPr/>
                    </p:nvSpPr>
                    <p:spPr>
                      <a:xfrm>
                        <a:off x="8216646" y="1430108"/>
                        <a:ext cx="130873" cy="168827"/>
                      </a:xfrm>
                      <a:custGeom>
                        <a:avLst/>
                        <a:gdLst>
                          <a:gd name="connsiteX0" fmla="*/ 130873 w 130873"/>
                          <a:gd name="connsiteY0" fmla="*/ 46647 h 168827"/>
                          <a:gd name="connsiteX1" fmla="*/ 65437 w 130873"/>
                          <a:gd name="connsiteY1" fmla="*/ 159899 h 168827"/>
                          <a:gd name="connsiteX2" fmla="*/ 0 w 130873"/>
                          <a:gd name="connsiteY2" fmla="*/ 122180 h 168827"/>
                          <a:gd name="connsiteX3" fmla="*/ 65437 w 130873"/>
                          <a:gd name="connsiteY3" fmla="*/ 8928 h 168827"/>
                          <a:gd name="connsiteX4" fmla="*/ 130873 w 130873"/>
                          <a:gd name="connsiteY4" fmla="*/ 46647 h 168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73" h="168827">
                            <a:moveTo>
                              <a:pt x="130873" y="46647"/>
                            </a:moveTo>
                            <a:cubicBezTo>
                              <a:pt x="130873" y="88367"/>
                              <a:pt x="101632" y="139040"/>
                              <a:pt x="65437" y="159899"/>
                            </a:cubicBezTo>
                            <a:cubicBezTo>
                              <a:pt x="29337" y="180759"/>
                              <a:pt x="0" y="163805"/>
                              <a:pt x="0" y="122180"/>
                            </a:cubicBezTo>
                            <a:cubicBezTo>
                              <a:pt x="0" y="80556"/>
                              <a:pt x="29242" y="29788"/>
                              <a:pt x="65437" y="8928"/>
                            </a:cubicBezTo>
                            <a:cubicBezTo>
                              <a:pt x="101536" y="-11932"/>
                              <a:pt x="130873" y="5023"/>
                              <a:pt x="130873" y="46647"/>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888" name="Graphic 3388">
                        <a:extLst>
                          <a:ext uri="{FF2B5EF4-FFF2-40B4-BE49-F238E27FC236}">
                            <a16:creationId xmlns:a16="http://schemas.microsoft.com/office/drawing/2014/main" id="{12DB19B6-3E6A-AD98-C3AE-239F698FE9DB}"/>
                          </a:ext>
                        </a:extLst>
                      </p:cNvPr>
                      <p:cNvGrpSpPr/>
                      <p:nvPr/>
                    </p:nvGrpSpPr>
                    <p:grpSpPr>
                      <a:xfrm>
                        <a:off x="8213788" y="1402556"/>
                        <a:ext cx="135254" cy="224122"/>
                        <a:chOff x="8213788" y="1402556"/>
                        <a:chExt cx="135254" cy="224122"/>
                      </a:xfrm>
                      <a:solidFill>
                        <a:srgbClr val="3B3B3B"/>
                      </a:solidFill>
                    </p:grpSpPr>
                    <p:sp>
                      <p:nvSpPr>
                        <p:cNvPr id="1889" name="Freeform: Shape 1888">
                          <a:extLst>
                            <a:ext uri="{FF2B5EF4-FFF2-40B4-BE49-F238E27FC236}">
                              <a16:creationId xmlns:a16="http://schemas.microsoft.com/office/drawing/2014/main" id="{4C99B000-B689-E3B4-1265-AE4604873301}"/>
                            </a:ext>
                          </a:extLst>
                        </p:cNvPr>
                        <p:cNvSpPr/>
                        <p:nvPr/>
                      </p:nvSpPr>
                      <p:spPr>
                        <a:xfrm>
                          <a:off x="8213788" y="1402556"/>
                          <a:ext cx="135254" cy="85153"/>
                        </a:xfrm>
                        <a:custGeom>
                          <a:avLst/>
                          <a:gdLst>
                            <a:gd name="connsiteX0" fmla="*/ 135255 w 135254"/>
                            <a:gd name="connsiteY0" fmla="*/ 7048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048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048"/>
                              </a:moveTo>
                              <a:lnTo>
                                <a:pt x="0" y="85154"/>
                              </a:lnTo>
                              <a:lnTo>
                                <a:pt x="0" y="78010"/>
                              </a:lnTo>
                              <a:lnTo>
                                <a:pt x="135255" y="0"/>
                              </a:lnTo>
                              <a:lnTo>
                                <a:pt x="135255" y="7048"/>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0" name="Freeform: Shape 1889">
                          <a:extLst>
                            <a:ext uri="{FF2B5EF4-FFF2-40B4-BE49-F238E27FC236}">
                              <a16:creationId xmlns:a16="http://schemas.microsoft.com/office/drawing/2014/main" id="{21462C7E-09C7-DCA5-7854-23F33DADE635}"/>
                            </a:ext>
                          </a:extLst>
                        </p:cNvPr>
                        <p:cNvSpPr/>
                        <p:nvPr/>
                      </p:nvSpPr>
                      <p:spPr>
                        <a:xfrm>
                          <a:off x="8213788" y="1414081"/>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1" name="Freeform: Shape 1890">
                          <a:extLst>
                            <a:ext uri="{FF2B5EF4-FFF2-40B4-BE49-F238E27FC236}">
                              <a16:creationId xmlns:a16="http://schemas.microsoft.com/office/drawing/2014/main" id="{55904C37-A147-A4FB-25C4-4B3C23AD11B0}"/>
                            </a:ext>
                          </a:extLst>
                        </p:cNvPr>
                        <p:cNvSpPr/>
                        <p:nvPr/>
                      </p:nvSpPr>
                      <p:spPr>
                        <a:xfrm>
                          <a:off x="8213788" y="1425702"/>
                          <a:ext cx="135254" cy="85153"/>
                        </a:xfrm>
                        <a:custGeom>
                          <a:avLst/>
                          <a:gdLst>
                            <a:gd name="connsiteX0" fmla="*/ 135255 w 135254"/>
                            <a:gd name="connsiteY0" fmla="*/ 7144 h 85153"/>
                            <a:gd name="connsiteX1" fmla="*/ 0 w 135254"/>
                            <a:gd name="connsiteY1" fmla="*/ 85154 h 85153"/>
                            <a:gd name="connsiteX2" fmla="*/ 0 w 135254"/>
                            <a:gd name="connsiteY2" fmla="*/ 78105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2" name="Freeform: Shape 1891">
                          <a:extLst>
                            <a:ext uri="{FF2B5EF4-FFF2-40B4-BE49-F238E27FC236}">
                              <a16:creationId xmlns:a16="http://schemas.microsoft.com/office/drawing/2014/main" id="{69FDA9BE-AFFB-0805-A389-06E4120F30DA}"/>
                            </a:ext>
                          </a:extLst>
                        </p:cNvPr>
                        <p:cNvSpPr/>
                        <p:nvPr/>
                      </p:nvSpPr>
                      <p:spPr>
                        <a:xfrm>
                          <a:off x="8213788" y="1437227"/>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3" name="Freeform: Shape 1892">
                          <a:extLst>
                            <a:ext uri="{FF2B5EF4-FFF2-40B4-BE49-F238E27FC236}">
                              <a16:creationId xmlns:a16="http://schemas.microsoft.com/office/drawing/2014/main" id="{9FBC2787-223E-0823-8420-57727B0100BA}"/>
                            </a:ext>
                          </a:extLst>
                        </p:cNvPr>
                        <p:cNvSpPr/>
                        <p:nvPr/>
                      </p:nvSpPr>
                      <p:spPr>
                        <a:xfrm>
                          <a:off x="8213788" y="1448847"/>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4" name="Freeform: Shape 1893">
                          <a:extLst>
                            <a:ext uri="{FF2B5EF4-FFF2-40B4-BE49-F238E27FC236}">
                              <a16:creationId xmlns:a16="http://schemas.microsoft.com/office/drawing/2014/main" id="{C38659B9-33B6-161B-27BA-6BDFE73816DE}"/>
                            </a:ext>
                          </a:extLst>
                        </p:cNvPr>
                        <p:cNvSpPr/>
                        <p:nvPr/>
                      </p:nvSpPr>
                      <p:spPr>
                        <a:xfrm>
                          <a:off x="8213788" y="1460372"/>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5" name="Freeform: Shape 1894">
                          <a:extLst>
                            <a:ext uri="{FF2B5EF4-FFF2-40B4-BE49-F238E27FC236}">
                              <a16:creationId xmlns:a16="http://schemas.microsoft.com/office/drawing/2014/main" id="{BA91880A-B3DD-0A40-74E3-FC5197DFA638}"/>
                            </a:ext>
                          </a:extLst>
                        </p:cNvPr>
                        <p:cNvSpPr/>
                        <p:nvPr/>
                      </p:nvSpPr>
                      <p:spPr>
                        <a:xfrm>
                          <a:off x="8213788" y="1471993"/>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6" name="Freeform: Shape 1895">
                          <a:extLst>
                            <a:ext uri="{FF2B5EF4-FFF2-40B4-BE49-F238E27FC236}">
                              <a16:creationId xmlns:a16="http://schemas.microsoft.com/office/drawing/2014/main" id="{60940FAA-EF0E-D920-16E7-EE0A92F1A8FC}"/>
                            </a:ext>
                          </a:extLst>
                        </p:cNvPr>
                        <p:cNvSpPr/>
                        <p:nvPr/>
                      </p:nvSpPr>
                      <p:spPr>
                        <a:xfrm>
                          <a:off x="8213788" y="1483614"/>
                          <a:ext cx="135254" cy="85153"/>
                        </a:xfrm>
                        <a:custGeom>
                          <a:avLst/>
                          <a:gdLst>
                            <a:gd name="connsiteX0" fmla="*/ 135255 w 135254"/>
                            <a:gd name="connsiteY0" fmla="*/ 7144 h 85153"/>
                            <a:gd name="connsiteX1" fmla="*/ 0 w 135254"/>
                            <a:gd name="connsiteY1" fmla="*/ 85153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3"/>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7" name="Freeform: Shape 1896">
                          <a:extLst>
                            <a:ext uri="{FF2B5EF4-FFF2-40B4-BE49-F238E27FC236}">
                              <a16:creationId xmlns:a16="http://schemas.microsoft.com/office/drawing/2014/main" id="{263D2512-480C-AD50-9D11-CF66549F1EC7}"/>
                            </a:ext>
                          </a:extLst>
                        </p:cNvPr>
                        <p:cNvSpPr/>
                        <p:nvPr/>
                      </p:nvSpPr>
                      <p:spPr>
                        <a:xfrm>
                          <a:off x="8213788" y="1495139"/>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8" name="Freeform: Shape 1897">
                          <a:extLst>
                            <a:ext uri="{FF2B5EF4-FFF2-40B4-BE49-F238E27FC236}">
                              <a16:creationId xmlns:a16="http://schemas.microsoft.com/office/drawing/2014/main" id="{669B0387-ED0C-4EB1-0076-5AFBC28914B5}"/>
                            </a:ext>
                          </a:extLst>
                        </p:cNvPr>
                        <p:cNvSpPr/>
                        <p:nvPr/>
                      </p:nvSpPr>
                      <p:spPr>
                        <a:xfrm>
                          <a:off x="8213788" y="1506759"/>
                          <a:ext cx="135254" cy="85153"/>
                        </a:xfrm>
                        <a:custGeom>
                          <a:avLst/>
                          <a:gdLst>
                            <a:gd name="connsiteX0" fmla="*/ 135255 w 135254"/>
                            <a:gd name="connsiteY0" fmla="*/ 7144 h 85153"/>
                            <a:gd name="connsiteX1" fmla="*/ 0 w 135254"/>
                            <a:gd name="connsiteY1" fmla="*/ 85153 h 85153"/>
                            <a:gd name="connsiteX2" fmla="*/ 0 w 135254"/>
                            <a:gd name="connsiteY2" fmla="*/ 78105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3"/>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99" name="Freeform: Shape 1898">
                          <a:extLst>
                            <a:ext uri="{FF2B5EF4-FFF2-40B4-BE49-F238E27FC236}">
                              <a16:creationId xmlns:a16="http://schemas.microsoft.com/office/drawing/2014/main" id="{92D36D09-74CF-D775-503F-BF638A470D8B}"/>
                            </a:ext>
                          </a:extLst>
                        </p:cNvPr>
                        <p:cNvSpPr/>
                        <p:nvPr/>
                      </p:nvSpPr>
                      <p:spPr>
                        <a:xfrm>
                          <a:off x="8213788" y="1518285"/>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00" name="Freeform: Shape 1899">
                          <a:extLst>
                            <a:ext uri="{FF2B5EF4-FFF2-40B4-BE49-F238E27FC236}">
                              <a16:creationId xmlns:a16="http://schemas.microsoft.com/office/drawing/2014/main" id="{0EBC95D0-0D41-0E42-ECE0-211C0F94A3EF}"/>
                            </a:ext>
                          </a:extLst>
                        </p:cNvPr>
                        <p:cNvSpPr/>
                        <p:nvPr/>
                      </p:nvSpPr>
                      <p:spPr>
                        <a:xfrm>
                          <a:off x="8213788" y="1529905"/>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901" name="Freeform: Shape 1900">
                          <a:extLst>
                            <a:ext uri="{FF2B5EF4-FFF2-40B4-BE49-F238E27FC236}">
                              <a16:creationId xmlns:a16="http://schemas.microsoft.com/office/drawing/2014/main" id="{64FF130D-EE29-55E9-F42F-0CD040395FE9}"/>
                            </a:ext>
                          </a:extLst>
                        </p:cNvPr>
                        <p:cNvSpPr/>
                        <p:nvPr/>
                      </p:nvSpPr>
                      <p:spPr>
                        <a:xfrm>
                          <a:off x="8213788" y="1541430"/>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sp>
              <p:nvSpPr>
                <p:cNvPr id="1879" name="Freeform: Shape 1878">
                  <a:extLst>
                    <a:ext uri="{FF2B5EF4-FFF2-40B4-BE49-F238E27FC236}">
                      <a16:creationId xmlns:a16="http://schemas.microsoft.com/office/drawing/2014/main" id="{76E47652-9142-DA76-8AE5-814C20C91AC8}"/>
                    </a:ext>
                  </a:extLst>
                </p:cNvPr>
                <p:cNvSpPr/>
                <p:nvPr/>
              </p:nvSpPr>
              <p:spPr>
                <a:xfrm>
                  <a:off x="7833931" y="2626613"/>
                  <a:ext cx="912685" cy="511302"/>
                </a:xfrm>
                <a:custGeom>
                  <a:avLst/>
                  <a:gdLst>
                    <a:gd name="connsiteX0" fmla="*/ 0 w 912685"/>
                    <a:gd name="connsiteY0" fmla="*/ 511302 h 511302"/>
                    <a:gd name="connsiteX1" fmla="*/ 354521 w 912685"/>
                    <a:gd name="connsiteY1" fmla="*/ 511302 h 511302"/>
                    <a:gd name="connsiteX2" fmla="*/ 912686 w 912685"/>
                    <a:gd name="connsiteY2" fmla="*/ 169926 h 511302"/>
                    <a:gd name="connsiteX3" fmla="*/ 590740 w 912685"/>
                    <a:gd name="connsiteY3" fmla="*/ 0 h 511302"/>
                    <a:gd name="connsiteX4" fmla="*/ 590740 w 912685"/>
                    <a:gd name="connsiteY4" fmla="*/ 170307 h 511302"/>
                    <a:gd name="connsiteX5" fmla="*/ 0 w 912685"/>
                    <a:gd name="connsiteY5" fmla="*/ 511302 h 51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685" h="511302">
                      <a:moveTo>
                        <a:pt x="0" y="511302"/>
                      </a:moveTo>
                      <a:lnTo>
                        <a:pt x="354521" y="511302"/>
                      </a:lnTo>
                      <a:lnTo>
                        <a:pt x="912686" y="169926"/>
                      </a:lnTo>
                      <a:lnTo>
                        <a:pt x="590740" y="0"/>
                      </a:lnTo>
                      <a:lnTo>
                        <a:pt x="590740" y="170307"/>
                      </a:lnTo>
                      <a:lnTo>
                        <a:pt x="0" y="511302"/>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1667" name="Group 1666">
              <a:extLst>
                <a:ext uri="{FF2B5EF4-FFF2-40B4-BE49-F238E27FC236}">
                  <a16:creationId xmlns:a16="http://schemas.microsoft.com/office/drawing/2014/main" id="{C8E4E024-BA38-8177-2D2D-F0812C93EB65}"/>
                </a:ext>
              </a:extLst>
            </p:cNvPr>
            <p:cNvGrpSpPr/>
            <p:nvPr/>
          </p:nvGrpSpPr>
          <p:grpSpPr>
            <a:xfrm>
              <a:off x="4749033" y="2225593"/>
              <a:ext cx="165453" cy="520065"/>
              <a:chOff x="5269093" y="3410795"/>
              <a:chExt cx="344646" cy="952120"/>
            </a:xfrm>
          </p:grpSpPr>
          <p:sp>
            <p:nvSpPr>
              <p:cNvPr id="1718" name="Freeform: Shape 1717">
                <a:extLst>
                  <a:ext uri="{FF2B5EF4-FFF2-40B4-BE49-F238E27FC236}">
                    <a16:creationId xmlns:a16="http://schemas.microsoft.com/office/drawing/2014/main" id="{66EAB078-36B4-18F3-C977-043DE0C96E1C}"/>
                  </a:ext>
                </a:extLst>
              </p:cNvPr>
              <p:cNvSpPr/>
              <p:nvPr/>
            </p:nvSpPr>
            <p:spPr>
              <a:xfrm>
                <a:off x="5332059" y="3588082"/>
                <a:ext cx="144365" cy="235954"/>
              </a:xfrm>
              <a:custGeom>
                <a:avLst/>
                <a:gdLst>
                  <a:gd name="connsiteX0" fmla="*/ 104 w 105799"/>
                  <a:gd name="connsiteY0" fmla="*/ 157595 h 172920"/>
                  <a:gd name="connsiteX1" fmla="*/ 22785 w 105799"/>
                  <a:gd name="connsiteY1" fmla="*/ 171937 h 172920"/>
                  <a:gd name="connsiteX2" fmla="*/ 92305 w 105799"/>
                  <a:gd name="connsiteY2" fmla="*/ 132960 h 172920"/>
                  <a:gd name="connsiteX3" fmla="*/ 105695 w 105799"/>
                  <a:gd name="connsiteY3" fmla="*/ 14266 h 172920"/>
                  <a:gd name="connsiteX4" fmla="*/ 103836 w 105799"/>
                  <a:gd name="connsiteY4" fmla="*/ 7071 h 172920"/>
                  <a:gd name="connsiteX5" fmla="*/ 97356 w 105799"/>
                  <a:gd name="connsiteY5" fmla="*/ 3307 h 172920"/>
                  <a:gd name="connsiteX6" fmla="*/ 71721 w 105799"/>
                  <a:gd name="connsiteY6" fmla="*/ 114 h 172920"/>
                  <a:gd name="connsiteX7" fmla="*/ 73436 w 105799"/>
                  <a:gd name="connsiteY7" fmla="*/ 19 h 172920"/>
                  <a:gd name="connsiteX8" fmla="*/ 64621 w 105799"/>
                  <a:gd name="connsiteY8" fmla="*/ 10073 h 172920"/>
                  <a:gd name="connsiteX9" fmla="*/ 57616 w 105799"/>
                  <a:gd name="connsiteY9" fmla="*/ 103179 h 172920"/>
                  <a:gd name="connsiteX10" fmla="*/ 104 w 105799"/>
                  <a:gd name="connsiteY10" fmla="*/ 157642 h 172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799" h="172920">
                    <a:moveTo>
                      <a:pt x="104" y="157595"/>
                    </a:moveTo>
                    <a:cubicBezTo>
                      <a:pt x="-1564" y="167506"/>
                      <a:pt x="17305" y="175844"/>
                      <a:pt x="22785" y="171937"/>
                    </a:cubicBezTo>
                    <a:lnTo>
                      <a:pt x="92305" y="132960"/>
                    </a:lnTo>
                    <a:cubicBezTo>
                      <a:pt x="92305" y="132960"/>
                      <a:pt x="103836" y="26941"/>
                      <a:pt x="105695" y="14266"/>
                    </a:cubicBezTo>
                    <a:cubicBezTo>
                      <a:pt x="106076" y="11693"/>
                      <a:pt x="105409" y="9120"/>
                      <a:pt x="103836" y="7071"/>
                    </a:cubicBezTo>
                    <a:cubicBezTo>
                      <a:pt x="102264" y="5022"/>
                      <a:pt x="99929" y="3688"/>
                      <a:pt x="97356" y="3307"/>
                    </a:cubicBezTo>
                    <a:lnTo>
                      <a:pt x="71721" y="114"/>
                    </a:lnTo>
                    <a:cubicBezTo>
                      <a:pt x="71006" y="19"/>
                      <a:pt x="74151" y="-29"/>
                      <a:pt x="73436" y="19"/>
                    </a:cubicBezTo>
                    <a:cubicBezTo>
                      <a:pt x="68862" y="495"/>
                      <a:pt x="65050" y="5498"/>
                      <a:pt x="64621" y="10073"/>
                    </a:cubicBezTo>
                    <a:lnTo>
                      <a:pt x="57616" y="103179"/>
                    </a:lnTo>
                    <a:lnTo>
                      <a:pt x="104" y="157642"/>
                    </a:ln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9" name="Freeform: Shape 1718">
                <a:extLst>
                  <a:ext uri="{FF2B5EF4-FFF2-40B4-BE49-F238E27FC236}">
                    <a16:creationId xmlns:a16="http://schemas.microsoft.com/office/drawing/2014/main" id="{5E3C9C30-9F17-AE80-E490-321C3A37102F}"/>
                  </a:ext>
                </a:extLst>
              </p:cNvPr>
              <p:cNvSpPr/>
              <p:nvPr/>
            </p:nvSpPr>
            <p:spPr>
              <a:xfrm>
                <a:off x="5540449" y="4266506"/>
                <a:ext cx="53484" cy="96409"/>
              </a:xfrm>
              <a:custGeom>
                <a:avLst/>
                <a:gdLst>
                  <a:gd name="connsiteX0" fmla="*/ 27403 w 39196"/>
                  <a:gd name="connsiteY0" fmla="*/ 16777 h 70654"/>
                  <a:gd name="connsiteX1" fmla="*/ 7581 w 39196"/>
                  <a:gd name="connsiteY1" fmla="*/ 433 h 70654"/>
                  <a:gd name="connsiteX2" fmla="*/ 481 w 39196"/>
                  <a:gd name="connsiteY2" fmla="*/ 25115 h 70654"/>
                  <a:gd name="connsiteX3" fmla="*/ 3006 w 39196"/>
                  <a:gd name="connsiteY3" fmla="*/ 31024 h 70654"/>
                  <a:gd name="connsiteX4" fmla="*/ 6056 w 39196"/>
                  <a:gd name="connsiteY4" fmla="*/ 43460 h 70654"/>
                  <a:gd name="connsiteX5" fmla="*/ 7628 w 39196"/>
                  <a:gd name="connsiteY5" fmla="*/ 53991 h 70654"/>
                  <a:gd name="connsiteX6" fmla="*/ 23400 w 39196"/>
                  <a:gd name="connsiteY6" fmla="*/ 69668 h 70654"/>
                  <a:gd name="connsiteX7" fmla="*/ 36170 w 39196"/>
                  <a:gd name="connsiteY7" fmla="*/ 65141 h 70654"/>
                  <a:gd name="connsiteX8" fmla="*/ 36456 w 39196"/>
                  <a:gd name="connsiteY8" fmla="*/ 40268 h 70654"/>
                  <a:gd name="connsiteX9" fmla="*/ 27403 w 39196"/>
                  <a:gd name="connsiteY9" fmla="*/ 16777 h 70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196" h="70654">
                    <a:moveTo>
                      <a:pt x="27403" y="16777"/>
                    </a:moveTo>
                    <a:cubicBezTo>
                      <a:pt x="23877" y="5436"/>
                      <a:pt x="15014" y="-1902"/>
                      <a:pt x="7581" y="433"/>
                    </a:cubicBezTo>
                    <a:cubicBezTo>
                      <a:pt x="148" y="2720"/>
                      <a:pt x="-806" y="13203"/>
                      <a:pt x="481" y="25115"/>
                    </a:cubicBezTo>
                    <a:cubicBezTo>
                      <a:pt x="719" y="27355"/>
                      <a:pt x="2006" y="29213"/>
                      <a:pt x="3006" y="31024"/>
                    </a:cubicBezTo>
                    <a:cubicBezTo>
                      <a:pt x="5103" y="34836"/>
                      <a:pt x="6104" y="39124"/>
                      <a:pt x="6056" y="43460"/>
                    </a:cubicBezTo>
                    <a:cubicBezTo>
                      <a:pt x="6056" y="46796"/>
                      <a:pt x="6532" y="50370"/>
                      <a:pt x="7628" y="53991"/>
                    </a:cubicBezTo>
                    <a:cubicBezTo>
                      <a:pt x="10011" y="61710"/>
                      <a:pt x="17730" y="66856"/>
                      <a:pt x="23400" y="69668"/>
                    </a:cubicBezTo>
                    <a:cubicBezTo>
                      <a:pt x="28165" y="72050"/>
                      <a:pt x="33931" y="69953"/>
                      <a:pt x="36170" y="65141"/>
                    </a:cubicBezTo>
                    <a:cubicBezTo>
                      <a:pt x="39315" y="58422"/>
                      <a:pt x="40888" y="48321"/>
                      <a:pt x="36456" y="40268"/>
                    </a:cubicBezTo>
                    <a:cubicBezTo>
                      <a:pt x="34646" y="36980"/>
                      <a:pt x="28070" y="18921"/>
                      <a:pt x="27403" y="16777"/>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0" name="Freeform: Shape 1719">
                <a:extLst>
                  <a:ext uri="{FF2B5EF4-FFF2-40B4-BE49-F238E27FC236}">
                    <a16:creationId xmlns:a16="http://schemas.microsoft.com/office/drawing/2014/main" id="{25D27B23-0AE3-7591-17F8-32843DDDCFB2}"/>
                  </a:ext>
                </a:extLst>
              </p:cNvPr>
              <p:cNvSpPr/>
              <p:nvPr/>
            </p:nvSpPr>
            <p:spPr>
              <a:xfrm>
                <a:off x="5389842" y="4228060"/>
                <a:ext cx="89950" cy="78456"/>
              </a:xfrm>
              <a:custGeom>
                <a:avLst/>
                <a:gdLst>
                  <a:gd name="connsiteX0" fmla="*/ 48957 w 65920"/>
                  <a:gd name="connsiteY0" fmla="*/ 38567 h 57497"/>
                  <a:gd name="connsiteX1" fmla="*/ 42667 w 65920"/>
                  <a:gd name="connsiteY1" fmla="*/ 44952 h 57497"/>
                  <a:gd name="connsiteX2" fmla="*/ 25895 w 65920"/>
                  <a:gd name="connsiteY2" fmla="*/ 54482 h 57497"/>
                  <a:gd name="connsiteX3" fmla="*/ 5310 w 65920"/>
                  <a:gd name="connsiteY3" fmla="*/ 56865 h 57497"/>
                  <a:gd name="connsiteX4" fmla="*/ 1308 w 65920"/>
                  <a:gd name="connsiteY4" fmla="*/ 45858 h 57497"/>
                  <a:gd name="connsiteX5" fmla="*/ 23465 w 65920"/>
                  <a:gd name="connsiteY5" fmla="*/ 24177 h 57497"/>
                  <a:gd name="connsiteX6" fmla="*/ 26371 w 65920"/>
                  <a:gd name="connsiteY6" fmla="*/ 21699 h 57497"/>
                  <a:gd name="connsiteX7" fmla="*/ 33614 w 65920"/>
                  <a:gd name="connsiteY7" fmla="*/ 7834 h 57497"/>
                  <a:gd name="connsiteX8" fmla="*/ 34710 w 65920"/>
                  <a:gd name="connsiteY8" fmla="*/ 2068 h 57497"/>
                  <a:gd name="connsiteX9" fmla="*/ 62918 w 65920"/>
                  <a:gd name="connsiteY9" fmla="*/ 5356 h 57497"/>
                  <a:gd name="connsiteX10" fmla="*/ 65920 w 65920"/>
                  <a:gd name="connsiteY10" fmla="*/ 24892 h 57497"/>
                  <a:gd name="connsiteX11" fmla="*/ 60631 w 65920"/>
                  <a:gd name="connsiteY11" fmla="*/ 33183 h 57497"/>
                  <a:gd name="connsiteX12" fmla="*/ 49005 w 65920"/>
                  <a:gd name="connsiteY12" fmla="*/ 38567 h 5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920" h="57497">
                    <a:moveTo>
                      <a:pt x="48957" y="38567"/>
                    </a:moveTo>
                    <a:cubicBezTo>
                      <a:pt x="47146" y="39854"/>
                      <a:pt x="44526" y="42951"/>
                      <a:pt x="42667" y="44952"/>
                    </a:cubicBezTo>
                    <a:cubicBezTo>
                      <a:pt x="38284" y="49574"/>
                      <a:pt x="32137" y="52290"/>
                      <a:pt x="25895" y="54482"/>
                    </a:cubicBezTo>
                    <a:cubicBezTo>
                      <a:pt x="17270" y="57532"/>
                      <a:pt x="10314" y="58151"/>
                      <a:pt x="5310" y="56865"/>
                    </a:cubicBezTo>
                    <a:cubicBezTo>
                      <a:pt x="498" y="55626"/>
                      <a:pt x="-1551" y="49908"/>
                      <a:pt x="1308" y="45858"/>
                    </a:cubicBezTo>
                    <a:cubicBezTo>
                      <a:pt x="4024" y="41903"/>
                      <a:pt x="16651" y="30133"/>
                      <a:pt x="23465" y="24177"/>
                    </a:cubicBezTo>
                    <a:cubicBezTo>
                      <a:pt x="27372" y="20746"/>
                      <a:pt x="23465" y="24177"/>
                      <a:pt x="26371" y="21699"/>
                    </a:cubicBezTo>
                    <a:cubicBezTo>
                      <a:pt x="30469" y="18173"/>
                      <a:pt x="33090" y="13218"/>
                      <a:pt x="33614" y="7834"/>
                    </a:cubicBezTo>
                    <a:cubicBezTo>
                      <a:pt x="33900" y="4879"/>
                      <a:pt x="34234" y="2259"/>
                      <a:pt x="34710" y="2068"/>
                    </a:cubicBezTo>
                    <a:cubicBezTo>
                      <a:pt x="45241" y="-1935"/>
                      <a:pt x="60250" y="257"/>
                      <a:pt x="62918" y="5356"/>
                    </a:cubicBezTo>
                    <a:cubicBezTo>
                      <a:pt x="62918" y="5356"/>
                      <a:pt x="65920" y="21032"/>
                      <a:pt x="65920" y="24892"/>
                    </a:cubicBezTo>
                    <a:cubicBezTo>
                      <a:pt x="65920" y="27370"/>
                      <a:pt x="65158" y="31468"/>
                      <a:pt x="60631" y="33183"/>
                    </a:cubicBezTo>
                    <a:cubicBezTo>
                      <a:pt x="57820" y="34279"/>
                      <a:pt x="53246" y="35518"/>
                      <a:pt x="49005" y="38567"/>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1" name="Freeform: Shape 1720">
                <a:extLst>
                  <a:ext uri="{FF2B5EF4-FFF2-40B4-BE49-F238E27FC236}">
                    <a16:creationId xmlns:a16="http://schemas.microsoft.com/office/drawing/2014/main" id="{89F48EF1-6511-A13B-6D2F-B16620F18F0D}"/>
                  </a:ext>
                </a:extLst>
              </p:cNvPr>
              <p:cNvSpPr/>
              <p:nvPr/>
            </p:nvSpPr>
            <p:spPr>
              <a:xfrm>
                <a:off x="5420495" y="3814760"/>
                <a:ext cx="165750" cy="476151"/>
              </a:xfrm>
              <a:custGeom>
                <a:avLst/>
                <a:gdLst>
                  <a:gd name="connsiteX0" fmla="*/ 121458 w 121471"/>
                  <a:gd name="connsiteY0" fmla="*/ 59658 h 348949"/>
                  <a:gd name="connsiteX1" fmla="*/ 116264 w 121471"/>
                  <a:gd name="connsiteY1" fmla="*/ 341551 h 348949"/>
                  <a:gd name="connsiteX2" fmla="*/ 86436 w 121471"/>
                  <a:gd name="connsiteY2" fmla="*/ 342933 h 348949"/>
                  <a:gd name="connsiteX3" fmla="*/ 62945 w 121471"/>
                  <a:gd name="connsiteY3" fmla="*/ 86961 h 348949"/>
                  <a:gd name="connsiteX4" fmla="*/ 57131 w 121471"/>
                  <a:gd name="connsiteY4" fmla="*/ 78241 h 348949"/>
                  <a:gd name="connsiteX5" fmla="*/ 54940 w 121471"/>
                  <a:gd name="connsiteY5" fmla="*/ 77098 h 348949"/>
                  <a:gd name="connsiteX6" fmla="*/ 47887 w 121471"/>
                  <a:gd name="connsiteY6" fmla="*/ 84960 h 348949"/>
                  <a:gd name="connsiteX7" fmla="*/ 50175 w 121471"/>
                  <a:gd name="connsiteY7" fmla="*/ 162294 h 348949"/>
                  <a:gd name="connsiteX8" fmla="*/ 42122 w 121471"/>
                  <a:gd name="connsiteY8" fmla="*/ 312199 h 348949"/>
                  <a:gd name="connsiteX9" fmla="*/ 9292 w 121471"/>
                  <a:gd name="connsiteY9" fmla="*/ 311055 h 348949"/>
                  <a:gd name="connsiteX10" fmla="*/ 0 w 121471"/>
                  <a:gd name="connsiteY10" fmla="*/ 41170 h 348949"/>
                  <a:gd name="connsiteX11" fmla="*/ 1096 w 121471"/>
                  <a:gd name="connsiteY11" fmla="*/ 1669 h 348949"/>
                  <a:gd name="connsiteX12" fmla="*/ 22967 w 121471"/>
                  <a:gd name="connsiteY12" fmla="*/ 49 h 348949"/>
                  <a:gd name="connsiteX13" fmla="*/ 78764 w 121471"/>
                  <a:gd name="connsiteY13" fmla="*/ 2669 h 348949"/>
                  <a:gd name="connsiteX14" fmla="*/ 119361 w 121471"/>
                  <a:gd name="connsiteY14" fmla="*/ 5481 h 348949"/>
                  <a:gd name="connsiteX15" fmla="*/ 121458 w 121471"/>
                  <a:gd name="connsiteY15" fmla="*/ 59610 h 34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471" h="348949">
                    <a:moveTo>
                      <a:pt x="121458" y="59658"/>
                    </a:moveTo>
                    <a:cubicBezTo>
                      <a:pt x="121506" y="159245"/>
                      <a:pt x="121696" y="267218"/>
                      <a:pt x="116264" y="341551"/>
                    </a:cubicBezTo>
                    <a:cubicBezTo>
                      <a:pt x="115692" y="349604"/>
                      <a:pt x="87675" y="352510"/>
                      <a:pt x="86436" y="342933"/>
                    </a:cubicBezTo>
                    <a:cubicBezTo>
                      <a:pt x="70712" y="223667"/>
                      <a:pt x="62945" y="86961"/>
                      <a:pt x="62945" y="86961"/>
                    </a:cubicBezTo>
                    <a:cubicBezTo>
                      <a:pt x="62563" y="83244"/>
                      <a:pt x="60372" y="80004"/>
                      <a:pt x="57131" y="78241"/>
                    </a:cubicBezTo>
                    <a:lnTo>
                      <a:pt x="54940" y="77098"/>
                    </a:lnTo>
                    <a:cubicBezTo>
                      <a:pt x="48888" y="73857"/>
                      <a:pt x="47887" y="78098"/>
                      <a:pt x="47887" y="84960"/>
                    </a:cubicBezTo>
                    <a:lnTo>
                      <a:pt x="50175" y="162294"/>
                    </a:lnTo>
                    <a:cubicBezTo>
                      <a:pt x="50175" y="162294"/>
                      <a:pt x="50699" y="266742"/>
                      <a:pt x="42122" y="312199"/>
                    </a:cubicBezTo>
                    <a:cubicBezTo>
                      <a:pt x="40740" y="319537"/>
                      <a:pt x="10149" y="319537"/>
                      <a:pt x="9292" y="311055"/>
                    </a:cubicBezTo>
                    <a:cubicBezTo>
                      <a:pt x="1001" y="227765"/>
                      <a:pt x="0" y="41170"/>
                      <a:pt x="0" y="41170"/>
                    </a:cubicBezTo>
                    <a:lnTo>
                      <a:pt x="1096" y="1669"/>
                    </a:lnTo>
                    <a:cubicBezTo>
                      <a:pt x="1096" y="192"/>
                      <a:pt x="10007" y="-142"/>
                      <a:pt x="22967" y="49"/>
                    </a:cubicBezTo>
                    <a:cubicBezTo>
                      <a:pt x="38596" y="335"/>
                      <a:pt x="60086" y="1526"/>
                      <a:pt x="78764" y="2669"/>
                    </a:cubicBezTo>
                    <a:cubicBezTo>
                      <a:pt x="101016" y="4051"/>
                      <a:pt x="119361" y="5481"/>
                      <a:pt x="119361" y="5481"/>
                    </a:cubicBezTo>
                    <a:cubicBezTo>
                      <a:pt x="120839" y="20062"/>
                      <a:pt x="121410" y="30449"/>
                      <a:pt x="121458" y="59610"/>
                    </a:cubicBezTo>
                    <a:close/>
                  </a:path>
                </a:pathLst>
              </a:custGeom>
              <a:solidFill>
                <a:srgbClr val="34373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2" name="Freeform: Shape 1721">
                <a:extLst>
                  <a:ext uri="{FF2B5EF4-FFF2-40B4-BE49-F238E27FC236}">
                    <a16:creationId xmlns:a16="http://schemas.microsoft.com/office/drawing/2014/main" id="{C20417DC-3E4D-8718-5038-E5BCEE0B3B43}"/>
                  </a:ext>
                </a:extLst>
              </p:cNvPr>
              <p:cNvSpPr/>
              <p:nvPr/>
            </p:nvSpPr>
            <p:spPr>
              <a:xfrm>
                <a:off x="5421015" y="3795450"/>
                <a:ext cx="31422" cy="56047"/>
              </a:xfrm>
              <a:custGeom>
                <a:avLst/>
                <a:gdLst>
                  <a:gd name="connsiteX0" fmla="*/ 9863 w 23028"/>
                  <a:gd name="connsiteY0" fmla="*/ 36119 h 41074"/>
                  <a:gd name="connsiteX1" fmla="*/ 0 w 23028"/>
                  <a:gd name="connsiteY1" fmla="*/ 41075 h 41074"/>
                  <a:gd name="connsiteX2" fmla="*/ 715 w 23028"/>
                  <a:gd name="connsiteY2" fmla="*/ 1669 h 41074"/>
                  <a:gd name="connsiteX3" fmla="*/ 22586 w 23028"/>
                  <a:gd name="connsiteY3" fmla="*/ 49 h 41074"/>
                  <a:gd name="connsiteX4" fmla="*/ 9863 w 23028"/>
                  <a:gd name="connsiteY4" fmla="*/ 36072 h 4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28" h="41074">
                    <a:moveTo>
                      <a:pt x="9863" y="36119"/>
                    </a:moveTo>
                    <a:cubicBezTo>
                      <a:pt x="6718" y="38454"/>
                      <a:pt x="3669" y="40026"/>
                      <a:pt x="0" y="41075"/>
                    </a:cubicBezTo>
                    <a:lnTo>
                      <a:pt x="715" y="1669"/>
                    </a:lnTo>
                    <a:cubicBezTo>
                      <a:pt x="715" y="192"/>
                      <a:pt x="9625" y="-142"/>
                      <a:pt x="22586" y="49"/>
                    </a:cubicBezTo>
                    <a:cubicBezTo>
                      <a:pt x="24492" y="14582"/>
                      <a:pt x="20251" y="28209"/>
                      <a:pt x="9863" y="36072"/>
                    </a:cubicBezTo>
                    <a:close/>
                  </a:path>
                </a:pathLst>
              </a:custGeom>
              <a:solidFill>
                <a:srgbClr val="34373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3" name="Freeform: Shape 1722">
                <a:extLst>
                  <a:ext uri="{FF2B5EF4-FFF2-40B4-BE49-F238E27FC236}">
                    <a16:creationId xmlns:a16="http://schemas.microsoft.com/office/drawing/2014/main" id="{8ACE2CFC-7AC1-C49B-5446-DAFF8DC37834}"/>
                  </a:ext>
                </a:extLst>
              </p:cNvPr>
              <p:cNvSpPr/>
              <p:nvPr/>
            </p:nvSpPr>
            <p:spPr>
              <a:xfrm>
                <a:off x="5476884" y="3913624"/>
                <a:ext cx="23193" cy="145022"/>
              </a:xfrm>
              <a:custGeom>
                <a:avLst/>
                <a:gdLst>
                  <a:gd name="connsiteX0" fmla="*/ 16997 w 16997"/>
                  <a:gd name="connsiteY0" fmla="*/ 6456 h 106280"/>
                  <a:gd name="connsiteX1" fmla="*/ 5466 w 16997"/>
                  <a:gd name="connsiteY1" fmla="*/ 452 h 106280"/>
                  <a:gd name="connsiteX2" fmla="*/ 273 w 16997"/>
                  <a:gd name="connsiteY2" fmla="*/ 8600 h 106280"/>
                  <a:gd name="connsiteX3" fmla="*/ 8706 w 16997"/>
                  <a:gd name="connsiteY3" fmla="*/ 106281 h 106280"/>
                  <a:gd name="connsiteX4" fmla="*/ 16950 w 16997"/>
                  <a:gd name="connsiteY4" fmla="*/ 6456 h 10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7" h="106280">
                    <a:moveTo>
                      <a:pt x="16997" y="6456"/>
                    </a:moveTo>
                    <a:lnTo>
                      <a:pt x="5466" y="452"/>
                    </a:lnTo>
                    <a:cubicBezTo>
                      <a:pt x="2512" y="-1073"/>
                      <a:pt x="-1014" y="1167"/>
                      <a:pt x="273" y="8600"/>
                    </a:cubicBezTo>
                    <a:lnTo>
                      <a:pt x="8706" y="106281"/>
                    </a:lnTo>
                    <a:lnTo>
                      <a:pt x="16950" y="6456"/>
                    </a:lnTo>
                    <a:close/>
                  </a:path>
                </a:pathLst>
              </a:custGeom>
              <a:solidFill>
                <a:srgbClr val="1E263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4" name="Freeform: Shape 1723">
                <a:extLst>
                  <a:ext uri="{FF2B5EF4-FFF2-40B4-BE49-F238E27FC236}">
                    <a16:creationId xmlns:a16="http://schemas.microsoft.com/office/drawing/2014/main" id="{ED558BA2-274B-75D6-448D-65D89938A619}"/>
                  </a:ext>
                </a:extLst>
              </p:cNvPr>
              <p:cNvSpPr/>
              <p:nvPr/>
            </p:nvSpPr>
            <p:spPr>
              <a:xfrm>
                <a:off x="5416334" y="3548681"/>
                <a:ext cx="197331" cy="315385"/>
              </a:xfrm>
              <a:custGeom>
                <a:avLst/>
                <a:gdLst>
                  <a:gd name="connsiteX0" fmla="*/ 125842 w 144615"/>
                  <a:gd name="connsiteY0" fmla="*/ 217012 h 231131"/>
                  <a:gd name="connsiteX1" fmla="*/ 0 w 144615"/>
                  <a:gd name="connsiteY1" fmla="*/ 208626 h 231131"/>
                  <a:gd name="connsiteX2" fmla="*/ 7290 w 144615"/>
                  <a:gd name="connsiteY2" fmla="*/ 162740 h 231131"/>
                  <a:gd name="connsiteX3" fmla="*/ 9196 w 144615"/>
                  <a:gd name="connsiteY3" fmla="*/ 122667 h 231131"/>
                  <a:gd name="connsiteX4" fmla="*/ 2668 w 144615"/>
                  <a:gd name="connsiteY4" fmla="*/ 43140 h 231131"/>
                  <a:gd name="connsiteX5" fmla="*/ 43647 w 144615"/>
                  <a:gd name="connsiteY5" fmla="*/ 1876 h 231131"/>
                  <a:gd name="connsiteX6" fmla="*/ 55559 w 144615"/>
                  <a:gd name="connsiteY6" fmla="*/ 4925 h 231131"/>
                  <a:gd name="connsiteX7" fmla="*/ 69806 w 144615"/>
                  <a:gd name="connsiteY7" fmla="*/ 65 h 231131"/>
                  <a:gd name="connsiteX8" fmla="*/ 83624 w 144615"/>
                  <a:gd name="connsiteY8" fmla="*/ 8070 h 231131"/>
                  <a:gd name="connsiteX9" fmla="*/ 99920 w 144615"/>
                  <a:gd name="connsiteY9" fmla="*/ 17505 h 231131"/>
                  <a:gd name="connsiteX10" fmla="*/ 101207 w 144615"/>
                  <a:gd name="connsiteY10" fmla="*/ 18267 h 231131"/>
                  <a:gd name="connsiteX11" fmla="*/ 105876 w 144615"/>
                  <a:gd name="connsiteY11" fmla="*/ 21031 h 231131"/>
                  <a:gd name="connsiteX12" fmla="*/ 144615 w 144615"/>
                  <a:gd name="connsiteY12" fmla="*/ 70300 h 231131"/>
                  <a:gd name="connsiteX13" fmla="*/ 122887 w 144615"/>
                  <a:gd name="connsiteY13" fmla="*/ 115519 h 231131"/>
                  <a:gd name="connsiteX14" fmla="*/ 124698 w 144615"/>
                  <a:gd name="connsiteY14" fmla="*/ 178083 h 231131"/>
                  <a:gd name="connsiteX15" fmla="*/ 125794 w 144615"/>
                  <a:gd name="connsiteY15" fmla="*/ 217012 h 23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615" h="231131">
                    <a:moveTo>
                      <a:pt x="125842" y="217012"/>
                    </a:moveTo>
                    <a:cubicBezTo>
                      <a:pt x="114835" y="242695"/>
                      <a:pt x="13866" y="229353"/>
                      <a:pt x="0" y="208626"/>
                    </a:cubicBezTo>
                    <a:lnTo>
                      <a:pt x="7290" y="162740"/>
                    </a:lnTo>
                    <a:cubicBezTo>
                      <a:pt x="9673" y="149541"/>
                      <a:pt x="10292" y="136008"/>
                      <a:pt x="9196" y="122667"/>
                    </a:cubicBezTo>
                    <a:lnTo>
                      <a:pt x="2668" y="43140"/>
                    </a:lnTo>
                    <a:cubicBezTo>
                      <a:pt x="2668" y="17600"/>
                      <a:pt x="25111" y="-30"/>
                      <a:pt x="43647" y="1876"/>
                    </a:cubicBezTo>
                    <a:cubicBezTo>
                      <a:pt x="47649" y="2257"/>
                      <a:pt x="51699" y="3305"/>
                      <a:pt x="55559" y="4925"/>
                    </a:cubicBezTo>
                    <a:cubicBezTo>
                      <a:pt x="57084" y="5497"/>
                      <a:pt x="68377" y="-697"/>
                      <a:pt x="69806" y="65"/>
                    </a:cubicBezTo>
                    <a:lnTo>
                      <a:pt x="83624" y="8070"/>
                    </a:lnTo>
                    <a:lnTo>
                      <a:pt x="99920" y="17505"/>
                    </a:lnTo>
                    <a:cubicBezTo>
                      <a:pt x="100302" y="17743"/>
                      <a:pt x="100778" y="18029"/>
                      <a:pt x="101207" y="18267"/>
                    </a:cubicBezTo>
                    <a:cubicBezTo>
                      <a:pt x="102827" y="19173"/>
                      <a:pt x="104352" y="20078"/>
                      <a:pt x="105876" y="21031"/>
                    </a:cubicBezTo>
                    <a:cubicBezTo>
                      <a:pt x="125556" y="32991"/>
                      <a:pt x="144615" y="47000"/>
                      <a:pt x="144615" y="70300"/>
                    </a:cubicBezTo>
                    <a:lnTo>
                      <a:pt x="122887" y="115519"/>
                    </a:lnTo>
                    <a:lnTo>
                      <a:pt x="124698" y="178083"/>
                    </a:lnTo>
                    <a:cubicBezTo>
                      <a:pt x="124698" y="178083"/>
                      <a:pt x="127271" y="213629"/>
                      <a:pt x="125794" y="217012"/>
                    </a:cubicBezTo>
                    <a:close/>
                  </a:path>
                </a:pathLst>
              </a:custGeom>
              <a:solidFill>
                <a:schemeClr val="accent1">
                  <a:lumMod val="20000"/>
                  <a:lumOff val="8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5" name="Freeform: Shape 1724">
                <a:extLst>
                  <a:ext uri="{FF2B5EF4-FFF2-40B4-BE49-F238E27FC236}">
                    <a16:creationId xmlns:a16="http://schemas.microsoft.com/office/drawing/2014/main" id="{3C357613-0977-0BA9-7F9A-08243A3487AA}"/>
                  </a:ext>
                </a:extLst>
              </p:cNvPr>
              <p:cNvSpPr/>
              <p:nvPr/>
            </p:nvSpPr>
            <p:spPr>
              <a:xfrm>
                <a:off x="5452485" y="3790509"/>
                <a:ext cx="137319" cy="55203"/>
              </a:xfrm>
              <a:custGeom>
                <a:avLst/>
                <a:gdLst>
                  <a:gd name="connsiteX0" fmla="*/ 99539 w 100635"/>
                  <a:gd name="connsiteY0" fmla="*/ 25016 h 40456"/>
                  <a:gd name="connsiteX1" fmla="*/ 51937 w 100635"/>
                  <a:gd name="connsiteY1" fmla="*/ 39739 h 40456"/>
                  <a:gd name="connsiteX2" fmla="*/ 0 w 100635"/>
                  <a:gd name="connsiteY2" fmla="*/ 36928 h 40456"/>
                  <a:gd name="connsiteX3" fmla="*/ 100635 w 100635"/>
                  <a:gd name="connsiteY3" fmla="*/ 0 h 40456"/>
                  <a:gd name="connsiteX4" fmla="*/ 99539 w 100635"/>
                  <a:gd name="connsiteY4" fmla="*/ 25016 h 40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35" h="40456">
                    <a:moveTo>
                      <a:pt x="99539" y="25016"/>
                    </a:moveTo>
                    <a:cubicBezTo>
                      <a:pt x="99539" y="25016"/>
                      <a:pt x="80241" y="37738"/>
                      <a:pt x="51937" y="39739"/>
                    </a:cubicBezTo>
                    <a:cubicBezTo>
                      <a:pt x="29685" y="41312"/>
                      <a:pt x="13628" y="40264"/>
                      <a:pt x="0" y="36928"/>
                    </a:cubicBezTo>
                    <a:lnTo>
                      <a:pt x="100635" y="0"/>
                    </a:lnTo>
                    <a:lnTo>
                      <a:pt x="99539" y="25016"/>
                    </a:ln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6" name="Freeform: Shape 1725">
                <a:extLst>
                  <a:ext uri="{FF2B5EF4-FFF2-40B4-BE49-F238E27FC236}">
                    <a16:creationId xmlns:a16="http://schemas.microsoft.com/office/drawing/2014/main" id="{948A2A50-2935-30CE-3CB8-EFD57AC61AF9}"/>
                  </a:ext>
                </a:extLst>
              </p:cNvPr>
              <p:cNvSpPr/>
              <p:nvPr/>
            </p:nvSpPr>
            <p:spPr>
              <a:xfrm>
                <a:off x="5484783" y="3497080"/>
                <a:ext cx="60676" cy="87977"/>
              </a:xfrm>
              <a:custGeom>
                <a:avLst/>
                <a:gdLst>
                  <a:gd name="connsiteX0" fmla="*/ 40227 w 44467"/>
                  <a:gd name="connsiteY0" fmla="*/ 56464 h 64474"/>
                  <a:gd name="connsiteX1" fmla="*/ 44468 w 44467"/>
                  <a:gd name="connsiteY1" fmla="*/ 52224 h 64474"/>
                  <a:gd name="connsiteX2" fmla="*/ 38750 w 44467"/>
                  <a:gd name="connsiteY2" fmla="*/ 48840 h 64474"/>
                  <a:gd name="connsiteX3" fmla="*/ 38750 w 44467"/>
                  <a:gd name="connsiteY3" fmla="*/ 0 h 64474"/>
                  <a:gd name="connsiteX4" fmla="*/ 5443 w 44467"/>
                  <a:gd name="connsiteY4" fmla="*/ 0 h 64474"/>
                  <a:gd name="connsiteX5" fmla="*/ 5443 w 44467"/>
                  <a:gd name="connsiteY5" fmla="*/ 46744 h 64474"/>
                  <a:gd name="connsiteX6" fmla="*/ 2393 w 44467"/>
                  <a:gd name="connsiteY6" fmla="*/ 47792 h 64474"/>
                  <a:gd name="connsiteX7" fmla="*/ 4252 w 44467"/>
                  <a:gd name="connsiteY7" fmla="*/ 63564 h 64474"/>
                  <a:gd name="connsiteX8" fmla="*/ 40227 w 44467"/>
                  <a:gd name="connsiteY8" fmla="*/ 56417 h 6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467" h="64474">
                    <a:moveTo>
                      <a:pt x="40227" y="56464"/>
                    </a:moveTo>
                    <a:cubicBezTo>
                      <a:pt x="39798" y="56226"/>
                      <a:pt x="44468" y="52224"/>
                      <a:pt x="44468" y="52224"/>
                    </a:cubicBezTo>
                    <a:lnTo>
                      <a:pt x="38750" y="48840"/>
                    </a:lnTo>
                    <a:lnTo>
                      <a:pt x="38750" y="0"/>
                    </a:lnTo>
                    <a:lnTo>
                      <a:pt x="5443" y="0"/>
                    </a:lnTo>
                    <a:lnTo>
                      <a:pt x="5443" y="46744"/>
                    </a:lnTo>
                    <a:cubicBezTo>
                      <a:pt x="5443" y="46744"/>
                      <a:pt x="3394" y="47411"/>
                      <a:pt x="2393" y="47792"/>
                    </a:cubicBezTo>
                    <a:cubicBezTo>
                      <a:pt x="-4135" y="50508"/>
                      <a:pt x="4823" y="59562"/>
                      <a:pt x="4252" y="63564"/>
                    </a:cubicBezTo>
                    <a:cubicBezTo>
                      <a:pt x="3728" y="67424"/>
                      <a:pt x="41084" y="57846"/>
                      <a:pt x="40227" y="56417"/>
                    </a:cubicBezTo>
                    <a:close/>
                  </a:path>
                </a:pathLst>
              </a:custGeom>
              <a:solidFill>
                <a:srgbClr val="E3CB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7" name="Freeform: Shape 1726">
                <a:extLst>
                  <a:ext uri="{FF2B5EF4-FFF2-40B4-BE49-F238E27FC236}">
                    <a16:creationId xmlns:a16="http://schemas.microsoft.com/office/drawing/2014/main" id="{74018C65-0044-44D0-F3A9-30C07A2E612A}"/>
                  </a:ext>
                </a:extLst>
              </p:cNvPr>
              <p:cNvSpPr/>
              <p:nvPr/>
            </p:nvSpPr>
            <p:spPr>
              <a:xfrm>
                <a:off x="5529987" y="3661968"/>
                <a:ext cx="36865" cy="135645"/>
              </a:xfrm>
              <a:custGeom>
                <a:avLst/>
                <a:gdLst>
                  <a:gd name="connsiteX0" fmla="*/ 48 w 27017"/>
                  <a:gd name="connsiteY0" fmla="*/ 94727 h 99408"/>
                  <a:gd name="connsiteX1" fmla="*/ 20299 w 27017"/>
                  <a:gd name="connsiteY1" fmla="*/ 99063 h 99408"/>
                  <a:gd name="connsiteX2" fmla="*/ 27017 w 27017"/>
                  <a:gd name="connsiteY2" fmla="*/ 81718 h 99408"/>
                  <a:gd name="connsiteX3" fmla="*/ 21776 w 27017"/>
                  <a:gd name="connsiteY3" fmla="*/ 0 h 99408"/>
                  <a:gd name="connsiteX4" fmla="*/ 9816 w 27017"/>
                  <a:gd name="connsiteY4" fmla="*/ 66232 h 99408"/>
                  <a:gd name="connsiteX5" fmla="*/ 0 w 27017"/>
                  <a:gd name="connsiteY5" fmla="*/ 94631 h 99408"/>
                  <a:gd name="connsiteX6" fmla="*/ 48 w 27017"/>
                  <a:gd name="connsiteY6" fmla="*/ 94727 h 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17" h="99408">
                    <a:moveTo>
                      <a:pt x="48" y="94727"/>
                    </a:moveTo>
                    <a:cubicBezTo>
                      <a:pt x="5956" y="94012"/>
                      <a:pt x="15105" y="101016"/>
                      <a:pt x="20299" y="99063"/>
                    </a:cubicBezTo>
                    <a:lnTo>
                      <a:pt x="27017" y="81718"/>
                    </a:lnTo>
                    <a:lnTo>
                      <a:pt x="21776" y="0"/>
                    </a:lnTo>
                    <a:lnTo>
                      <a:pt x="9816" y="66232"/>
                    </a:lnTo>
                    <a:lnTo>
                      <a:pt x="0" y="94631"/>
                    </a:lnTo>
                    <a:cubicBezTo>
                      <a:pt x="0" y="94631"/>
                      <a:pt x="0" y="94727"/>
                      <a:pt x="48" y="94727"/>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8" name="Freeform: Shape 1727">
                <a:extLst>
                  <a:ext uri="{FF2B5EF4-FFF2-40B4-BE49-F238E27FC236}">
                    <a16:creationId xmlns:a16="http://schemas.microsoft.com/office/drawing/2014/main" id="{6369D214-0723-F12D-D5BE-76043AE33B76}"/>
                  </a:ext>
                </a:extLst>
              </p:cNvPr>
              <p:cNvSpPr/>
              <p:nvPr/>
            </p:nvSpPr>
            <p:spPr>
              <a:xfrm>
                <a:off x="5456645" y="3576663"/>
                <a:ext cx="47657" cy="265796"/>
              </a:xfrm>
              <a:custGeom>
                <a:avLst/>
                <a:gdLst>
                  <a:gd name="connsiteX0" fmla="*/ 0 w 34926"/>
                  <a:gd name="connsiteY0" fmla="*/ 191693 h 194790"/>
                  <a:gd name="connsiteX1" fmla="*/ 7052 w 34926"/>
                  <a:gd name="connsiteY1" fmla="*/ 194790 h 194790"/>
                  <a:gd name="connsiteX2" fmla="*/ 34927 w 34926"/>
                  <a:gd name="connsiteY2" fmla="*/ 4336 h 194790"/>
                  <a:gd name="connsiteX3" fmla="*/ 28494 w 34926"/>
                  <a:gd name="connsiteY3" fmla="*/ 0 h 194790"/>
                  <a:gd name="connsiteX4" fmla="*/ 0 w 34926"/>
                  <a:gd name="connsiteY4" fmla="*/ 191693 h 194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26" h="194790">
                    <a:moveTo>
                      <a:pt x="0" y="191693"/>
                    </a:moveTo>
                    <a:cubicBezTo>
                      <a:pt x="2240" y="192789"/>
                      <a:pt x="4574" y="193837"/>
                      <a:pt x="7052" y="194790"/>
                    </a:cubicBezTo>
                    <a:cubicBezTo>
                      <a:pt x="12865" y="27112"/>
                      <a:pt x="34069" y="5146"/>
                      <a:pt x="34927" y="4336"/>
                    </a:cubicBezTo>
                    <a:lnTo>
                      <a:pt x="28494" y="0"/>
                    </a:lnTo>
                    <a:cubicBezTo>
                      <a:pt x="27303" y="2430"/>
                      <a:pt x="6099" y="22633"/>
                      <a:pt x="0" y="191693"/>
                    </a:cubicBez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29" name="Freeform: Shape 1728">
                <a:extLst>
                  <a:ext uri="{FF2B5EF4-FFF2-40B4-BE49-F238E27FC236}">
                    <a16:creationId xmlns:a16="http://schemas.microsoft.com/office/drawing/2014/main" id="{DAF03A99-664D-448C-2C56-D1517CFB5CE5}"/>
                  </a:ext>
                </a:extLst>
              </p:cNvPr>
              <p:cNvSpPr/>
              <p:nvPr/>
            </p:nvSpPr>
            <p:spPr>
              <a:xfrm>
                <a:off x="5481158" y="3555272"/>
                <a:ext cx="17035" cy="40701"/>
              </a:xfrm>
              <a:custGeom>
                <a:avLst/>
                <a:gdLst>
                  <a:gd name="connsiteX0" fmla="*/ 2239 w 12484"/>
                  <a:gd name="connsiteY0" fmla="*/ 29828 h 29828"/>
                  <a:gd name="connsiteX1" fmla="*/ 12484 w 12484"/>
                  <a:gd name="connsiteY1" fmla="*/ 17011 h 29828"/>
                  <a:gd name="connsiteX2" fmla="*/ 8386 w 12484"/>
                  <a:gd name="connsiteY2" fmla="*/ 9435 h 29828"/>
                  <a:gd name="connsiteX3" fmla="*/ 8100 w 12484"/>
                  <a:gd name="connsiteY3" fmla="*/ 0 h 29828"/>
                  <a:gd name="connsiteX4" fmla="*/ 5527 w 12484"/>
                  <a:gd name="connsiteY4" fmla="*/ 1430 h 29828"/>
                  <a:gd name="connsiteX5" fmla="*/ 0 w 12484"/>
                  <a:gd name="connsiteY5" fmla="*/ 10531 h 29828"/>
                  <a:gd name="connsiteX6" fmla="*/ 2239 w 12484"/>
                  <a:gd name="connsiteY6" fmla="*/ 29828 h 2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84" h="29828">
                    <a:moveTo>
                      <a:pt x="2239" y="29828"/>
                    </a:moveTo>
                    <a:lnTo>
                      <a:pt x="12484" y="17011"/>
                    </a:lnTo>
                    <a:cubicBezTo>
                      <a:pt x="12484" y="17011"/>
                      <a:pt x="8529" y="13294"/>
                      <a:pt x="8386" y="9435"/>
                    </a:cubicBezTo>
                    <a:lnTo>
                      <a:pt x="8100" y="0"/>
                    </a:lnTo>
                    <a:lnTo>
                      <a:pt x="5527" y="1430"/>
                    </a:lnTo>
                    <a:cubicBezTo>
                      <a:pt x="2478" y="3097"/>
                      <a:pt x="0" y="6623"/>
                      <a:pt x="0" y="10531"/>
                    </a:cubicBezTo>
                    <a:cubicBezTo>
                      <a:pt x="0" y="22205"/>
                      <a:pt x="2239" y="29828"/>
                      <a:pt x="2239" y="29828"/>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30" name="Freeform: Shape 1729">
                <a:extLst>
                  <a:ext uri="{FF2B5EF4-FFF2-40B4-BE49-F238E27FC236}">
                    <a16:creationId xmlns:a16="http://schemas.microsoft.com/office/drawing/2014/main" id="{C44E20C2-0056-7E01-784F-F9B8312C7357}"/>
                  </a:ext>
                </a:extLst>
              </p:cNvPr>
              <p:cNvSpPr/>
              <p:nvPr/>
            </p:nvSpPr>
            <p:spPr>
              <a:xfrm>
                <a:off x="5498192" y="3561254"/>
                <a:ext cx="47269" cy="40571"/>
              </a:xfrm>
              <a:custGeom>
                <a:avLst/>
                <a:gdLst>
                  <a:gd name="connsiteX0" fmla="*/ 0 w 34641"/>
                  <a:gd name="connsiteY0" fmla="*/ 29733 h 29733"/>
                  <a:gd name="connsiteX1" fmla="*/ 0 w 34641"/>
                  <a:gd name="connsiteY1" fmla="*/ 12627 h 29733"/>
                  <a:gd name="connsiteX2" fmla="*/ 21538 w 34641"/>
                  <a:gd name="connsiteY2" fmla="*/ 9196 h 29733"/>
                  <a:gd name="connsiteX3" fmla="*/ 28875 w 34641"/>
                  <a:gd name="connsiteY3" fmla="*/ 0 h 29733"/>
                  <a:gd name="connsiteX4" fmla="*/ 34641 w 34641"/>
                  <a:gd name="connsiteY4" fmla="*/ 5194 h 29733"/>
                  <a:gd name="connsiteX5" fmla="*/ 0 w 34641"/>
                  <a:gd name="connsiteY5" fmla="*/ 29733 h 2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41" h="29733">
                    <a:moveTo>
                      <a:pt x="0" y="29733"/>
                    </a:moveTo>
                    <a:lnTo>
                      <a:pt x="0" y="12627"/>
                    </a:lnTo>
                    <a:cubicBezTo>
                      <a:pt x="0" y="12627"/>
                      <a:pt x="12198" y="14867"/>
                      <a:pt x="21538" y="9196"/>
                    </a:cubicBezTo>
                    <a:cubicBezTo>
                      <a:pt x="26255" y="6290"/>
                      <a:pt x="28875" y="0"/>
                      <a:pt x="28875" y="0"/>
                    </a:cubicBezTo>
                    <a:lnTo>
                      <a:pt x="34641" y="5194"/>
                    </a:lnTo>
                    <a:cubicBezTo>
                      <a:pt x="32354" y="26731"/>
                      <a:pt x="0" y="29733"/>
                      <a:pt x="0" y="29733"/>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31" name="Freeform: Shape 1730">
                <a:extLst>
                  <a:ext uri="{FF2B5EF4-FFF2-40B4-BE49-F238E27FC236}">
                    <a16:creationId xmlns:a16="http://schemas.microsoft.com/office/drawing/2014/main" id="{A2423E3D-3CD6-080E-FD7B-EB1E97F87074}"/>
                  </a:ext>
                </a:extLst>
              </p:cNvPr>
              <p:cNvSpPr/>
              <p:nvPr/>
            </p:nvSpPr>
            <p:spPr>
              <a:xfrm>
                <a:off x="5514325" y="3490073"/>
                <a:ext cx="55256" cy="48588"/>
              </a:xfrm>
              <a:custGeom>
                <a:avLst/>
                <a:gdLst>
                  <a:gd name="connsiteX0" fmla="*/ 7760 w 40495"/>
                  <a:gd name="connsiteY0" fmla="*/ 5469 h 35608"/>
                  <a:gd name="connsiteX1" fmla="*/ 3662 w 40495"/>
                  <a:gd name="connsiteY1" fmla="*/ 33153 h 35608"/>
                  <a:gd name="connsiteX2" fmla="*/ 30203 w 40495"/>
                  <a:gd name="connsiteY2" fmla="*/ 24338 h 35608"/>
                  <a:gd name="connsiteX3" fmla="*/ 40495 w 40495"/>
                  <a:gd name="connsiteY3" fmla="*/ 2276 h 35608"/>
                  <a:gd name="connsiteX4" fmla="*/ 7760 w 40495"/>
                  <a:gd name="connsiteY4" fmla="*/ 5517 h 35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95" h="35608">
                    <a:moveTo>
                      <a:pt x="7760" y="5469"/>
                    </a:moveTo>
                    <a:cubicBezTo>
                      <a:pt x="-673" y="15571"/>
                      <a:pt x="-2532" y="27959"/>
                      <a:pt x="3662" y="33153"/>
                    </a:cubicBezTo>
                    <a:cubicBezTo>
                      <a:pt x="9857" y="38347"/>
                      <a:pt x="20149" y="35250"/>
                      <a:pt x="30203" y="24338"/>
                    </a:cubicBezTo>
                    <a:cubicBezTo>
                      <a:pt x="39209" y="14522"/>
                      <a:pt x="40495" y="2276"/>
                      <a:pt x="40495" y="2276"/>
                    </a:cubicBezTo>
                    <a:cubicBezTo>
                      <a:pt x="40495" y="2276"/>
                      <a:pt x="16242" y="-4585"/>
                      <a:pt x="7760" y="5517"/>
                    </a:cubicBezTo>
                    <a:close/>
                  </a:path>
                </a:pathLst>
              </a:custGeom>
              <a:solidFill>
                <a:srgbClr val="636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32" name="Freeform: Shape 1731">
                <a:extLst>
                  <a:ext uri="{FF2B5EF4-FFF2-40B4-BE49-F238E27FC236}">
                    <a16:creationId xmlns:a16="http://schemas.microsoft.com/office/drawing/2014/main" id="{83FBCA5D-B545-3476-6843-5FF3EA915E32}"/>
                  </a:ext>
                </a:extLst>
              </p:cNvPr>
              <p:cNvSpPr/>
              <p:nvPr/>
            </p:nvSpPr>
            <p:spPr>
              <a:xfrm>
                <a:off x="5492210" y="3505858"/>
                <a:ext cx="45447" cy="59074"/>
              </a:xfrm>
              <a:custGeom>
                <a:avLst/>
                <a:gdLst>
                  <a:gd name="connsiteX0" fmla="*/ 0 w 33306"/>
                  <a:gd name="connsiteY0" fmla="*/ 0 h 43293"/>
                  <a:gd name="connsiteX1" fmla="*/ 0 w 33306"/>
                  <a:gd name="connsiteY1" fmla="*/ 38358 h 43293"/>
                  <a:gd name="connsiteX2" fmla="*/ 14771 w 33306"/>
                  <a:gd name="connsiteY2" fmla="*/ 42169 h 43293"/>
                  <a:gd name="connsiteX3" fmla="*/ 33307 w 33306"/>
                  <a:gd name="connsiteY3" fmla="*/ 21490 h 43293"/>
                  <a:gd name="connsiteX4" fmla="*/ 33307 w 33306"/>
                  <a:gd name="connsiteY4" fmla="*/ 0 h 43293"/>
                  <a:gd name="connsiteX5" fmla="*/ 0 w 33306"/>
                  <a:gd name="connsiteY5" fmla="*/ 0 h 4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306" h="43293">
                    <a:moveTo>
                      <a:pt x="0" y="0"/>
                    </a:moveTo>
                    <a:lnTo>
                      <a:pt x="0" y="38358"/>
                    </a:lnTo>
                    <a:cubicBezTo>
                      <a:pt x="0" y="42312"/>
                      <a:pt x="8100" y="44886"/>
                      <a:pt x="14771" y="42169"/>
                    </a:cubicBezTo>
                    <a:cubicBezTo>
                      <a:pt x="24920" y="38024"/>
                      <a:pt x="33307" y="30067"/>
                      <a:pt x="33307" y="21490"/>
                    </a:cubicBezTo>
                    <a:lnTo>
                      <a:pt x="33307" y="0"/>
                    </a:lnTo>
                    <a:lnTo>
                      <a:pt x="0" y="0"/>
                    </a:lnTo>
                    <a:close/>
                  </a:path>
                </a:pathLst>
              </a:custGeom>
              <a:solidFill>
                <a:srgbClr val="C69E8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33" name="Freeform: Shape 1732">
                <a:extLst>
                  <a:ext uri="{FF2B5EF4-FFF2-40B4-BE49-F238E27FC236}">
                    <a16:creationId xmlns:a16="http://schemas.microsoft.com/office/drawing/2014/main" id="{1A362A2B-29B7-0735-8721-E4C54350CC43}"/>
                  </a:ext>
                </a:extLst>
              </p:cNvPr>
              <p:cNvSpPr/>
              <p:nvPr/>
            </p:nvSpPr>
            <p:spPr>
              <a:xfrm>
                <a:off x="5461185" y="3429556"/>
                <a:ext cx="100834" cy="128177"/>
              </a:xfrm>
              <a:custGeom>
                <a:avLst/>
                <a:gdLst>
                  <a:gd name="connsiteX0" fmla="*/ 1343 w 73897"/>
                  <a:gd name="connsiteY0" fmla="*/ 68020 h 93935"/>
                  <a:gd name="connsiteX1" fmla="*/ 41559 w 73897"/>
                  <a:gd name="connsiteY1" fmla="*/ 90034 h 93935"/>
                  <a:gd name="connsiteX2" fmla="*/ 65527 w 73897"/>
                  <a:gd name="connsiteY2" fmla="*/ 64399 h 93935"/>
                  <a:gd name="connsiteX3" fmla="*/ 73722 w 73897"/>
                  <a:gd name="connsiteY3" fmla="*/ 42862 h 93935"/>
                  <a:gd name="connsiteX4" fmla="*/ 39844 w 73897"/>
                  <a:gd name="connsiteY4" fmla="*/ 168 h 93935"/>
                  <a:gd name="connsiteX5" fmla="*/ 1296 w 73897"/>
                  <a:gd name="connsiteY5" fmla="*/ 68020 h 9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97" h="93935">
                    <a:moveTo>
                      <a:pt x="1343" y="68020"/>
                    </a:moveTo>
                    <a:cubicBezTo>
                      <a:pt x="6489" y="95228"/>
                      <a:pt x="24501" y="97992"/>
                      <a:pt x="41559" y="90034"/>
                    </a:cubicBezTo>
                    <a:cubicBezTo>
                      <a:pt x="53043" y="84650"/>
                      <a:pt x="62906" y="76359"/>
                      <a:pt x="65527" y="64399"/>
                    </a:cubicBezTo>
                    <a:cubicBezTo>
                      <a:pt x="67242" y="56632"/>
                      <a:pt x="73198" y="49294"/>
                      <a:pt x="73722" y="42862"/>
                    </a:cubicBezTo>
                    <a:cubicBezTo>
                      <a:pt x="75724" y="18179"/>
                      <a:pt x="60333" y="1836"/>
                      <a:pt x="39844" y="168"/>
                    </a:cubicBezTo>
                    <a:cubicBezTo>
                      <a:pt x="-6805" y="-3644"/>
                      <a:pt x="-467" y="58586"/>
                      <a:pt x="1296" y="68020"/>
                    </a:cubicBez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734" name="Graphic 212">
                <a:extLst>
                  <a:ext uri="{FF2B5EF4-FFF2-40B4-BE49-F238E27FC236}">
                    <a16:creationId xmlns:a16="http://schemas.microsoft.com/office/drawing/2014/main" id="{C6718179-86DC-C189-989B-5064996A169E}"/>
                  </a:ext>
                </a:extLst>
              </p:cNvPr>
              <p:cNvGrpSpPr/>
              <p:nvPr/>
            </p:nvGrpSpPr>
            <p:grpSpPr>
              <a:xfrm>
                <a:off x="5451490" y="3410795"/>
                <a:ext cx="122481" cy="98073"/>
                <a:chOff x="5715658" y="3909894"/>
                <a:chExt cx="89761" cy="71873"/>
              </a:xfrm>
              <a:solidFill>
                <a:srgbClr val="AB824C"/>
              </a:solidFill>
            </p:grpSpPr>
            <p:sp>
              <p:nvSpPr>
                <p:cNvPr id="1817" name="Freeform: Shape 1816">
                  <a:extLst>
                    <a:ext uri="{FF2B5EF4-FFF2-40B4-BE49-F238E27FC236}">
                      <a16:creationId xmlns:a16="http://schemas.microsoft.com/office/drawing/2014/main" id="{639EFF6F-151F-751D-4FE0-623F80D69CBC}"/>
                    </a:ext>
                  </a:extLst>
                </p:cNvPr>
                <p:cNvSpPr/>
                <p:nvPr/>
              </p:nvSpPr>
              <p:spPr>
                <a:xfrm>
                  <a:off x="5715658" y="3909894"/>
                  <a:ext cx="89761" cy="60390"/>
                </a:xfrm>
                <a:custGeom>
                  <a:avLst/>
                  <a:gdLst>
                    <a:gd name="connsiteX0" fmla="*/ 89594 w 89761"/>
                    <a:gd name="connsiteY0" fmla="*/ 34994 h 60390"/>
                    <a:gd name="connsiteX1" fmla="*/ 32749 w 89761"/>
                    <a:gd name="connsiteY1" fmla="*/ 1734 h 60390"/>
                    <a:gd name="connsiteX2" fmla="*/ 538 w 89761"/>
                    <a:gd name="connsiteY2" fmla="*/ 20032 h 60390"/>
                    <a:gd name="connsiteX3" fmla="*/ 9067 w 89761"/>
                    <a:gd name="connsiteY3" fmla="*/ 44571 h 60390"/>
                    <a:gd name="connsiteX4" fmla="*/ 9544 w 89761"/>
                    <a:gd name="connsiteY4" fmla="*/ 42570 h 60390"/>
                    <a:gd name="connsiteX5" fmla="*/ 17453 w 89761"/>
                    <a:gd name="connsiteY5" fmla="*/ 37185 h 60390"/>
                    <a:gd name="connsiteX6" fmla="*/ 44327 w 89761"/>
                    <a:gd name="connsiteY6" fmla="*/ 41188 h 60390"/>
                    <a:gd name="connsiteX7" fmla="*/ 56240 w 89761"/>
                    <a:gd name="connsiteY7" fmla="*/ 39758 h 60390"/>
                    <a:gd name="connsiteX8" fmla="*/ 63054 w 89761"/>
                    <a:gd name="connsiteY8" fmla="*/ 34755 h 60390"/>
                    <a:gd name="connsiteX9" fmla="*/ 55811 w 89761"/>
                    <a:gd name="connsiteY9" fmla="*/ 43094 h 60390"/>
                    <a:gd name="connsiteX10" fmla="*/ 54429 w 89761"/>
                    <a:gd name="connsiteY10" fmla="*/ 51671 h 60390"/>
                    <a:gd name="connsiteX11" fmla="*/ 55001 w 89761"/>
                    <a:gd name="connsiteY11" fmla="*/ 53577 h 60390"/>
                    <a:gd name="connsiteX12" fmla="*/ 75395 w 89761"/>
                    <a:gd name="connsiteY12" fmla="*/ 41188 h 60390"/>
                    <a:gd name="connsiteX13" fmla="*/ 86402 w 89761"/>
                    <a:gd name="connsiteY13" fmla="*/ 47382 h 60390"/>
                    <a:gd name="connsiteX14" fmla="*/ 86402 w 89761"/>
                    <a:gd name="connsiteY14" fmla="*/ 60391 h 60390"/>
                    <a:gd name="connsiteX15" fmla="*/ 89451 w 89761"/>
                    <a:gd name="connsiteY15" fmla="*/ 35041 h 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761" h="60390">
                      <a:moveTo>
                        <a:pt x="89594" y="34994"/>
                      </a:moveTo>
                      <a:cubicBezTo>
                        <a:pt x="87736" y="13837"/>
                        <a:pt x="62863" y="-6080"/>
                        <a:pt x="32749" y="1734"/>
                      </a:cubicBezTo>
                      <a:cubicBezTo>
                        <a:pt x="16881" y="5832"/>
                        <a:pt x="2968" y="8215"/>
                        <a:pt x="538" y="20032"/>
                      </a:cubicBezTo>
                      <a:cubicBezTo>
                        <a:pt x="-2607" y="35518"/>
                        <a:pt x="9067" y="44571"/>
                        <a:pt x="9067" y="44571"/>
                      </a:cubicBezTo>
                      <a:lnTo>
                        <a:pt x="9544" y="42570"/>
                      </a:lnTo>
                      <a:cubicBezTo>
                        <a:pt x="10353" y="38996"/>
                        <a:pt x="13832" y="36852"/>
                        <a:pt x="17453" y="37185"/>
                      </a:cubicBezTo>
                      <a:cubicBezTo>
                        <a:pt x="25077" y="37852"/>
                        <a:pt x="35989" y="37328"/>
                        <a:pt x="44327" y="41188"/>
                      </a:cubicBezTo>
                      <a:cubicBezTo>
                        <a:pt x="48187" y="42999"/>
                        <a:pt x="52761" y="42284"/>
                        <a:pt x="56240" y="39758"/>
                      </a:cubicBezTo>
                      <a:lnTo>
                        <a:pt x="63054" y="34755"/>
                      </a:lnTo>
                      <a:lnTo>
                        <a:pt x="55811" y="43094"/>
                      </a:lnTo>
                      <a:cubicBezTo>
                        <a:pt x="53762" y="45476"/>
                        <a:pt x="53286" y="48764"/>
                        <a:pt x="54429" y="51671"/>
                      </a:cubicBezTo>
                      <a:cubicBezTo>
                        <a:pt x="54667" y="52243"/>
                        <a:pt x="54810" y="52957"/>
                        <a:pt x="55001" y="53577"/>
                      </a:cubicBezTo>
                      <a:lnTo>
                        <a:pt x="75395" y="41188"/>
                      </a:lnTo>
                      <a:cubicBezTo>
                        <a:pt x="80207" y="38234"/>
                        <a:pt x="86402" y="41712"/>
                        <a:pt x="86402" y="47382"/>
                      </a:cubicBezTo>
                      <a:lnTo>
                        <a:pt x="86402" y="60391"/>
                      </a:lnTo>
                      <a:cubicBezTo>
                        <a:pt x="88927" y="54530"/>
                        <a:pt x="90452" y="46334"/>
                        <a:pt x="89451" y="35041"/>
                      </a:cubicBezTo>
                      <a:close/>
                    </a:path>
                  </a:pathLst>
                </a:custGeom>
                <a:solidFill>
                  <a:srgbClr val="AB824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8" name="Freeform: Shape 1817">
                  <a:extLst>
                    <a:ext uri="{FF2B5EF4-FFF2-40B4-BE49-F238E27FC236}">
                      <a16:creationId xmlns:a16="http://schemas.microsoft.com/office/drawing/2014/main" id="{9876F8EF-318B-11D2-C740-ECEBE68BC483}"/>
                    </a:ext>
                  </a:extLst>
                </p:cNvPr>
                <p:cNvSpPr/>
                <p:nvPr/>
              </p:nvSpPr>
              <p:spPr>
                <a:xfrm>
                  <a:off x="5770802" y="3949985"/>
                  <a:ext cx="31353" cy="31782"/>
                </a:xfrm>
                <a:custGeom>
                  <a:avLst/>
                  <a:gdLst>
                    <a:gd name="connsiteX0" fmla="*/ 20394 w 31353"/>
                    <a:gd name="connsiteY0" fmla="*/ 1097 h 31782"/>
                    <a:gd name="connsiteX1" fmla="*/ 0 w 31353"/>
                    <a:gd name="connsiteY1" fmla="*/ 13486 h 31782"/>
                    <a:gd name="connsiteX2" fmla="*/ 1191 w 31353"/>
                    <a:gd name="connsiteY2" fmla="*/ 19442 h 31782"/>
                    <a:gd name="connsiteX3" fmla="*/ 9244 w 31353"/>
                    <a:gd name="connsiteY3" fmla="*/ 24874 h 31782"/>
                    <a:gd name="connsiteX4" fmla="*/ 14819 w 31353"/>
                    <a:gd name="connsiteY4" fmla="*/ 21729 h 31782"/>
                    <a:gd name="connsiteX5" fmla="*/ 21966 w 31353"/>
                    <a:gd name="connsiteY5" fmla="*/ 20204 h 31782"/>
                    <a:gd name="connsiteX6" fmla="*/ 22490 w 31353"/>
                    <a:gd name="connsiteY6" fmla="*/ 31783 h 31782"/>
                    <a:gd name="connsiteX7" fmla="*/ 31353 w 31353"/>
                    <a:gd name="connsiteY7" fmla="*/ 20252 h 31782"/>
                    <a:gd name="connsiteX8" fmla="*/ 31353 w 31353"/>
                    <a:gd name="connsiteY8" fmla="*/ 7244 h 31782"/>
                    <a:gd name="connsiteX9" fmla="*/ 20346 w 31353"/>
                    <a:gd name="connsiteY9" fmla="*/ 1049 h 3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353" h="31782">
                      <a:moveTo>
                        <a:pt x="20394" y="1097"/>
                      </a:moveTo>
                      <a:lnTo>
                        <a:pt x="0" y="13486"/>
                      </a:lnTo>
                      <a:cubicBezTo>
                        <a:pt x="524" y="15249"/>
                        <a:pt x="1000" y="17202"/>
                        <a:pt x="1191" y="19442"/>
                      </a:cubicBezTo>
                      <a:cubicBezTo>
                        <a:pt x="1525" y="23444"/>
                        <a:pt x="5432" y="26113"/>
                        <a:pt x="9244" y="24874"/>
                      </a:cubicBezTo>
                      <a:cubicBezTo>
                        <a:pt x="11579" y="24111"/>
                        <a:pt x="13771" y="23111"/>
                        <a:pt x="14819" y="21729"/>
                      </a:cubicBezTo>
                      <a:cubicBezTo>
                        <a:pt x="17392" y="18441"/>
                        <a:pt x="21538" y="17822"/>
                        <a:pt x="21966" y="20204"/>
                      </a:cubicBezTo>
                      <a:cubicBezTo>
                        <a:pt x="23110" y="26637"/>
                        <a:pt x="23015" y="30020"/>
                        <a:pt x="22490" y="31783"/>
                      </a:cubicBezTo>
                      <a:cubicBezTo>
                        <a:pt x="25397" y="29639"/>
                        <a:pt x="28875" y="26065"/>
                        <a:pt x="31353" y="20252"/>
                      </a:cubicBezTo>
                      <a:lnTo>
                        <a:pt x="31353" y="7244"/>
                      </a:lnTo>
                      <a:cubicBezTo>
                        <a:pt x="31353" y="1621"/>
                        <a:pt x="25159" y="-1857"/>
                        <a:pt x="20346" y="1049"/>
                      </a:cubicBezTo>
                      <a:close/>
                    </a:path>
                  </a:pathLst>
                </a:custGeom>
                <a:solidFill>
                  <a:srgbClr val="AB824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1735" name="Freeform: Shape 1734">
                <a:extLst>
                  <a:ext uri="{FF2B5EF4-FFF2-40B4-BE49-F238E27FC236}">
                    <a16:creationId xmlns:a16="http://schemas.microsoft.com/office/drawing/2014/main" id="{99704067-0587-386D-5B6E-F5D3A5F1BA25}"/>
                  </a:ext>
                </a:extLst>
              </p:cNvPr>
              <p:cNvSpPr/>
              <p:nvPr/>
            </p:nvSpPr>
            <p:spPr>
              <a:xfrm>
                <a:off x="5534029" y="3487905"/>
                <a:ext cx="28325" cy="32394"/>
              </a:xfrm>
              <a:custGeom>
                <a:avLst/>
                <a:gdLst>
                  <a:gd name="connsiteX0" fmla="*/ 3375 w 20758"/>
                  <a:gd name="connsiteY0" fmla="*/ 6914 h 23740"/>
                  <a:gd name="connsiteX1" fmla="*/ 2755 w 20758"/>
                  <a:gd name="connsiteY1" fmla="*/ 22639 h 23740"/>
                  <a:gd name="connsiteX2" fmla="*/ 17384 w 20758"/>
                  <a:gd name="connsiteY2" fmla="*/ 16826 h 23740"/>
                  <a:gd name="connsiteX3" fmla="*/ 18003 w 20758"/>
                  <a:gd name="connsiteY3" fmla="*/ 1101 h 23740"/>
                  <a:gd name="connsiteX4" fmla="*/ 3375 w 20758"/>
                  <a:gd name="connsiteY4" fmla="*/ 6914 h 23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58" h="23740">
                    <a:moveTo>
                      <a:pt x="3375" y="6914"/>
                    </a:moveTo>
                    <a:cubicBezTo>
                      <a:pt x="-866" y="12871"/>
                      <a:pt x="-1152" y="19923"/>
                      <a:pt x="2755" y="22639"/>
                    </a:cubicBezTo>
                    <a:cubicBezTo>
                      <a:pt x="6615" y="25402"/>
                      <a:pt x="13190" y="22782"/>
                      <a:pt x="17384" y="16826"/>
                    </a:cubicBezTo>
                    <a:cubicBezTo>
                      <a:pt x="21624" y="10869"/>
                      <a:pt x="21910" y="3817"/>
                      <a:pt x="18003" y="1101"/>
                    </a:cubicBezTo>
                    <a:cubicBezTo>
                      <a:pt x="14143" y="-1662"/>
                      <a:pt x="7568" y="958"/>
                      <a:pt x="3375" y="6914"/>
                    </a:cubicBez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736" name="Graphic 212">
                <a:extLst>
                  <a:ext uri="{FF2B5EF4-FFF2-40B4-BE49-F238E27FC236}">
                    <a16:creationId xmlns:a16="http://schemas.microsoft.com/office/drawing/2014/main" id="{FAC23255-AE56-434B-FEB7-D7A7D59B6418}"/>
                  </a:ext>
                </a:extLst>
              </p:cNvPr>
              <p:cNvGrpSpPr/>
              <p:nvPr/>
            </p:nvGrpSpPr>
            <p:grpSpPr>
              <a:xfrm>
                <a:off x="5393584" y="3618840"/>
                <a:ext cx="220155" cy="233139"/>
                <a:chOff x="5673221" y="4062375"/>
                <a:chExt cx="161342" cy="170857"/>
              </a:xfrm>
              <a:solidFill>
                <a:schemeClr val="accent1">
                  <a:lumMod val="20000"/>
                  <a:lumOff val="80000"/>
                </a:schemeClr>
              </a:solidFill>
            </p:grpSpPr>
            <p:sp>
              <p:nvSpPr>
                <p:cNvPr id="1815" name="Freeform: Shape 1814">
                  <a:extLst>
                    <a:ext uri="{FF2B5EF4-FFF2-40B4-BE49-F238E27FC236}">
                      <a16:creationId xmlns:a16="http://schemas.microsoft.com/office/drawing/2014/main" id="{6B3128ED-1E2F-4292-6F4F-C7665C5AD2B8}"/>
                    </a:ext>
                  </a:extLst>
                </p:cNvPr>
                <p:cNvSpPr/>
                <p:nvPr/>
              </p:nvSpPr>
              <p:spPr>
                <a:xfrm>
                  <a:off x="5673221" y="4070669"/>
                  <a:ext cx="157503" cy="162563"/>
                </a:xfrm>
                <a:custGeom>
                  <a:avLst/>
                  <a:gdLst>
                    <a:gd name="connsiteX0" fmla="*/ 59033 w 157503"/>
                    <a:gd name="connsiteY0" fmla="*/ 153252 h 162563"/>
                    <a:gd name="connsiteX1" fmla="*/ 149805 w 157503"/>
                    <a:gd name="connsiteY1" fmla="*/ 122328 h 162563"/>
                    <a:gd name="connsiteX2" fmla="*/ 157476 w 157503"/>
                    <a:gd name="connsiteY2" fmla="*/ 6778 h 162563"/>
                    <a:gd name="connsiteX3" fmla="*/ 152950 w 157503"/>
                    <a:gd name="connsiteY3" fmla="*/ 1441 h 162563"/>
                    <a:gd name="connsiteX4" fmla="*/ 132270 w 157503"/>
                    <a:gd name="connsiteY4" fmla="*/ 12 h 162563"/>
                    <a:gd name="connsiteX5" fmla="*/ 127076 w 157503"/>
                    <a:gd name="connsiteY5" fmla="*/ 4634 h 162563"/>
                    <a:gd name="connsiteX6" fmla="*/ 124646 w 157503"/>
                    <a:gd name="connsiteY6" fmla="*/ 99170 h 162563"/>
                    <a:gd name="connsiteX7" fmla="*/ 119738 w 157503"/>
                    <a:gd name="connsiteY7" fmla="*/ 105603 h 162563"/>
                    <a:gd name="connsiteX8" fmla="*/ 52743 w 157503"/>
                    <a:gd name="connsiteY8" fmla="*/ 131905 h 162563"/>
                    <a:gd name="connsiteX9" fmla="*/ 48360 w 157503"/>
                    <a:gd name="connsiteY9" fmla="*/ 132906 h 162563"/>
                    <a:gd name="connsiteX10" fmla="*/ 12670 w 157503"/>
                    <a:gd name="connsiteY10" fmla="*/ 134049 h 162563"/>
                    <a:gd name="connsiteX11" fmla="*/ 4046 w 157503"/>
                    <a:gd name="connsiteY11" fmla="*/ 157207 h 162563"/>
                    <a:gd name="connsiteX12" fmla="*/ 29681 w 157503"/>
                    <a:gd name="connsiteY12" fmla="*/ 162258 h 162563"/>
                    <a:gd name="connsiteX13" fmla="*/ 59033 w 157503"/>
                    <a:gd name="connsiteY13" fmla="*/ 153300 h 16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503" h="162563">
                      <a:moveTo>
                        <a:pt x="59033" y="153252"/>
                      </a:moveTo>
                      <a:cubicBezTo>
                        <a:pt x="79332" y="150107"/>
                        <a:pt x="136129" y="138290"/>
                        <a:pt x="149805" y="122328"/>
                      </a:cubicBezTo>
                      <a:cubicBezTo>
                        <a:pt x="155809" y="115276"/>
                        <a:pt x="157476" y="6778"/>
                        <a:pt x="157476" y="6778"/>
                      </a:cubicBezTo>
                      <a:cubicBezTo>
                        <a:pt x="157762" y="4062"/>
                        <a:pt x="155713" y="1632"/>
                        <a:pt x="152950" y="1441"/>
                      </a:cubicBezTo>
                      <a:lnTo>
                        <a:pt x="132270" y="12"/>
                      </a:lnTo>
                      <a:cubicBezTo>
                        <a:pt x="129554" y="-179"/>
                        <a:pt x="127219" y="1918"/>
                        <a:pt x="127076" y="4634"/>
                      </a:cubicBezTo>
                      <a:cubicBezTo>
                        <a:pt x="126552" y="15784"/>
                        <a:pt x="124980" y="86305"/>
                        <a:pt x="124646" y="99170"/>
                      </a:cubicBezTo>
                      <a:cubicBezTo>
                        <a:pt x="124551" y="102172"/>
                        <a:pt x="122597" y="104745"/>
                        <a:pt x="119738" y="105603"/>
                      </a:cubicBezTo>
                      <a:cubicBezTo>
                        <a:pt x="106539" y="109653"/>
                        <a:pt x="74519" y="124853"/>
                        <a:pt x="52743" y="131905"/>
                      </a:cubicBezTo>
                      <a:cubicBezTo>
                        <a:pt x="50742" y="132572"/>
                        <a:pt x="49503" y="132715"/>
                        <a:pt x="48360" y="132906"/>
                      </a:cubicBezTo>
                      <a:cubicBezTo>
                        <a:pt x="37639" y="134478"/>
                        <a:pt x="14957" y="123471"/>
                        <a:pt x="12670" y="134049"/>
                      </a:cubicBezTo>
                      <a:cubicBezTo>
                        <a:pt x="12670" y="134049"/>
                        <a:pt x="-8676" y="145438"/>
                        <a:pt x="4046" y="157207"/>
                      </a:cubicBezTo>
                      <a:cubicBezTo>
                        <a:pt x="6238" y="159208"/>
                        <a:pt x="15243" y="163783"/>
                        <a:pt x="29681" y="162258"/>
                      </a:cubicBezTo>
                      <a:cubicBezTo>
                        <a:pt x="40164" y="161162"/>
                        <a:pt x="56412" y="153681"/>
                        <a:pt x="59033" y="15330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6" name="Freeform: Shape 1815">
                  <a:extLst>
                    <a:ext uri="{FF2B5EF4-FFF2-40B4-BE49-F238E27FC236}">
                      <a16:creationId xmlns:a16="http://schemas.microsoft.com/office/drawing/2014/main" id="{2C33C165-2DA2-7F47-8131-D3A9CCD06F03}"/>
                    </a:ext>
                  </a:extLst>
                </p:cNvPr>
                <p:cNvSpPr/>
                <p:nvPr/>
              </p:nvSpPr>
              <p:spPr>
                <a:xfrm>
                  <a:off x="5725964" y="4062375"/>
                  <a:ext cx="108599" cy="161641"/>
                </a:xfrm>
                <a:custGeom>
                  <a:avLst/>
                  <a:gdLst>
                    <a:gd name="connsiteX0" fmla="*/ 0 w 108599"/>
                    <a:gd name="connsiteY0" fmla="*/ 140151 h 161641"/>
                    <a:gd name="connsiteX1" fmla="*/ 5242 w 108599"/>
                    <a:gd name="connsiteY1" fmla="*/ 161641 h 161641"/>
                    <a:gd name="connsiteX2" fmla="*/ 100302 w 108599"/>
                    <a:gd name="connsiteY2" fmla="*/ 133433 h 161641"/>
                    <a:gd name="connsiteX3" fmla="*/ 108593 w 108599"/>
                    <a:gd name="connsiteY3" fmla="*/ 19456 h 161641"/>
                    <a:gd name="connsiteX4" fmla="*/ 88866 w 108599"/>
                    <a:gd name="connsiteY4" fmla="*/ 15 h 161641"/>
                    <a:gd name="connsiteX5" fmla="*/ 70712 w 108599"/>
                    <a:gd name="connsiteY5" fmla="*/ 17931 h 161641"/>
                    <a:gd name="connsiteX6" fmla="*/ 67519 w 108599"/>
                    <a:gd name="connsiteY6" fmla="*/ 107273 h 161641"/>
                    <a:gd name="connsiteX7" fmla="*/ 65708 w 108599"/>
                    <a:gd name="connsiteY7" fmla="*/ 109704 h 161641"/>
                    <a:gd name="connsiteX8" fmla="*/ 0 w 108599"/>
                    <a:gd name="connsiteY8" fmla="*/ 140151 h 16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99" h="161641">
                      <a:moveTo>
                        <a:pt x="0" y="140151"/>
                      </a:moveTo>
                      <a:cubicBezTo>
                        <a:pt x="4003" y="144297"/>
                        <a:pt x="8482" y="157162"/>
                        <a:pt x="5242" y="161641"/>
                      </a:cubicBezTo>
                      <a:cubicBezTo>
                        <a:pt x="5242" y="161641"/>
                        <a:pt x="81623" y="152874"/>
                        <a:pt x="100302" y="133433"/>
                      </a:cubicBezTo>
                      <a:cubicBezTo>
                        <a:pt x="109641" y="123712"/>
                        <a:pt x="107687" y="52858"/>
                        <a:pt x="108593" y="19456"/>
                      </a:cubicBezTo>
                      <a:cubicBezTo>
                        <a:pt x="108879" y="8496"/>
                        <a:pt x="99825" y="-414"/>
                        <a:pt x="88866" y="15"/>
                      </a:cubicBezTo>
                      <a:cubicBezTo>
                        <a:pt x="79098" y="444"/>
                        <a:pt x="71236" y="8163"/>
                        <a:pt x="70712" y="17931"/>
                      </a:cubicBezTo>
                      <a:cubicBezTo>
                        <a:pt x="69568" y="39850"/>
                        <a:pt x="67757" y="98601"/>
                        <a:pt x="67519" y="107273"/>
                      </a:cubicBezTo>
                      <a:cubicBezTo>
                        <a:pt x="67519" y="108417"/>
                        <a:pt x="66709" y="109179"/>
                        <a:pt x="65708" y="109704"/>
                      </a:cubicBezTo>
                      <a:cubicBezTo>
                        <a:pt x="61372" y="112086"/>
                        <a:pt x="0" y="140151"/>
                        <a:pt x="0" y="14015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737" name="Graphic 212">
                <a:extLst>
                  <a:ext uri="{FF2B5EF4-FFF2-40B4-BE49-F238E27FC236}">
                    <a16:creationId xmlns:a16="http://schemas.microsoft.com/office/drawing/2014/main" id="{60F2B592-2CC8-26C0-57AE-7EF541D77B80}"/>
                  </a:ext>
                </a:extLst>
              </p:cNvPr>
              <p:cNvGrpSpPr/>
              <p:nvPr/>
            </p:nvGrpSpPr>
            <p:grpSpPr>
              <a:xfrm>
                <a:off x="5269093" y="3649429"/>
                <a:ext cx="280798" cy="224380"/>
                <a:chOff x="5581980" y="4084793"/>
                <a:chExt cx="205784" cy="164438"/>
              </a:xfrm>
            </p:grpSpPr>
            <p:grpSp>
              <p:nvGrpSpPr>
                <p:cNvPr id="1739" name="Graphic 212">
                  <a:extLst>
                    <a:ext uri="{FF2B5EF4-FFF2-40B4-BE49-F238E27FC236}">
                      <a16:creationId xmlns:a16="http://schemas.microsoft.com/office/drawing/2014/main" id="{0654D98A-89CB-DCCB-74C0-A2D70B08EA64}"/>
                    </a:ext>
                  </a:extLst>
                </p:cNvPr>
                <p:cNvGrpSpPr/>
                <p:nvPr/>
              </p:nvGrpSpPr>
              <p:grpSpPr>
                <a:xfrm>
                  <a:off x="5582256" y="4126313"/>
                  <a:ext cx="205508" cy="122455"/>
                  <a:chOff x="5582256" y="4126313"/>
                  <a:chExt cx="205508" cy="122455"/>
                </a:xfrm>
              </p:grpSpPr>
              <p:sp>
                <p:nvSpPr>
                  <p:cNvPr id="1743" name="Freeform: Shape 1742">
                    <a:extLst>
                      <a:ext uri="{FF2B5EF4-FFF2-40B4-BE49-F238E27FC236}">
                        <a16:creationId xmlns:a16="http://schemas.microsoft.com/office/drawing/2014/main" id="{5636C917-63D0-FD01-DFD5-8E2614EDB154}"/>
                      </a:ext>
                    </a:extLst>
                  </p:cNvPr>
                  <p:cNvSpPr/>
                  <p:nvPr/>
                </p:nvSpPr>
                <p:spPr>
                  <a:xfrm>
                    <a:off x="5582256" y="4126313"/>
                    <a:ext cx="205508" cy="122455"/>
                  </a:xfrm>
                  <a:custGeom>
                    <a:avLst/>
                    <a:gdLst>
                      <a:gd name="connsiteX0" fmla="*/ 205128 w 205508"/>
                      <a:gd name="connsiteY0" fmla="*/ 63444 h 122455"/>
                      <a:gd name="connsiteX1" fmla="*/ 200601 w 205508"/>
                      <a:gd name="connsiteY1" fmla="*/ 56677 h 122455"/>
                      <a:gd name="connsiteX2" fmla="*/ 83670 w 205508"/>
                      <a:gd name="connsiteY2" fmla="*/ 1500 h 122455"/>
                      <a:gd name="connsiteX3" fmla="*/ 67993 w 205508"/>
                      <a:gd name="connsiteY3" fmla="*/ 2786 h 122455"/>
                      <a:gd name="connsiteX4" fmla="*/ 3381 w 205508"/>
                      <a:gd name="connsiteY4" fmla="*/ 47624 h 122455"/>
                      <a:gd name="connsiteX5" fmla="*/ 93 w 205508"/>
                      <a:gd name="connsiteY5" fmla="*/ 55296 h 122455"/>
                      <a:gd name="connsiteX6" fmla="*/ 427 w 205508"/>
                      <a:gd name="connsiteY6" fmla="*/ 59679 h 122455"/>
                      <a:gd name="connsiteX7" fmla="*/ 4905 w 205508"/>
                      <a:gd name="connsiteY7" fmla="*/ 65826 h 122455"/>
                      <a:gd name="connsiteX8" fmla="*/ 121884 w 205508"/>
                      <a:gd name="connsiteY8" fmla="*/ 120956 h 122455"/>
                      <a:gd name="connsiteX9" fmla="*/ 137561 w 205508"/>
                      <a:gd name="connsiteY9" fmla="*/ 119670 h 122455"/>
                      <a:gd name="connsiteX10" fmla="*/ 202126 w 205508"/>
                      <a:gd name="connsiteY10" fmla="*/ 74832 h 122455"/>
                      <a:gd name="connsiteX11" fmla="*/ 205509 w 205508"/>
                      <a:gd name="connsiteY11" fmla="*/ 68351 h 122455"/>
                      <a:gd name="connsiteX12" fmla="*/ 205509 w 205508"/>
                      <a:gd name="connsiteY12" fmla="*/ 68018 h 122455"/>
                      <a:gd name="connsiteX13" fmla="*/ 205461 w 205508"/>
                      <a:gd name="connsiteY13" fmla="*/ 67446 h 122455"/>
                      <a:gd name="connsiteX14" fmla="*/ 205128 w 205508"/>
                      <a:gd name="connsiteY14" fmla="*/ 63539 h 12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5508" h="122455">
                        <a:moveTo>
                          <a:pt x="205128" y="63444"/>
                        </a:moveTo>
                        <a:cubicBezTo>
                          <a:pt x="205032" y="60680"/>
                          <a:pt x="203460" y="58012"/>
                          <a:pt x="200601" y="56677"/>
                        </a:cubicBezTo>
                        <a:lnTo>
                          <a:pt x="83670" y="1500"/>
                        </a:lnTo>
                        <a:cubicBezTo>
                          <a:pt x="78571" y="-883"/>
                          <a:pt x="72615" y="-406"/>
                          <a:pt x="67993" y="2786"/>
                        </a:cubicBezTo>
                        <a:lnTo>
                          <a:pt x="3381" y="47624"/>
                        </a:lnTo>
                        <a:cubicBezTo>
                          <a:pt x="712" y="49482"/>
                          <a:pt x="-336" y="52484"/>
                          <a:pt x="93" y="55296"/>
                        </a:cubicBezTo>
                        <a:lnTo>
                          <a:pt x="427" y="59679"/>
                        </a:lnTo>
                        <a:cubicBezTo>
                          <a:pt x="760" y="62205"/>
                          <a:pt x="2285" y="64587"/>
                          <a:pt x="4905" y="65826"/>
                        </a:cubicBezTo>
                        <a:lnTo>
                          <a:pt x="121884" y="120956"/>
                        </a:lnTo>
                        <a:cubicBezTo>
                          <a:pt x="126983" y="123339"/>
                          <a:pt x="132939" y="122862"/>
                          <a:pt x="137561" y="119670"/>
                        </a:cubicBezTo>
                        <a:lnTo>
                          <a:pt x="202126" y="74832"/>
                        </a:lnTo>
                        <a:cubicBezTo>
                          <a:pt x="204413" y="73259"/>
                          <a:pt x="205509" y="70782"/>
                          <a:pt x="205509" y="68351"/>
                        </a:cubicBezTo>
                        <a:cubicBezTo>
                          <a:pt x="205509" y="68161"/>
                          <a:pt x="205509" y="68066"/>
                          <a:pt x="205509" y="68018"/>
                        </a:cubicBezTo>
                        <a:cubicBezTo>
                          <a:pt x="205509" y="67827"/>
                          <a:pt x="205509" y="67637"/>
                          <a:pt x="205461" y="67446"/>
                        </a:cubicBezTo>
                        <a:lnTo>
                          <a:pt x="205128" y="63539"/>
                        </a:lnTo>
                        <a:close/>
                      </a:path>
                    </a:pathLst>
                  </a:custGeom>
                  <a:solidFill>
                    <a:srgbClr val="C0C6C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44" name="Freeform: Shape 1743">
                    <a:extLst>
                      <a:ext uri="{FF2B5EF4-FFF2-40B4-BE49-F238E27FC236}">
                        <a16:creationId xmlns:a16="http://schemas.microsoft.com/office/drawing/2014/main" id="{B861839B-86F3-EFC1-4309-7A789C56683E}"/>
                      </a:ext>
                    </a:extLst>
                  </p:cNvPr>
                  <p:cNvSpPr/>
                  <p:nvPr/>
                </p:nvSpPr>
                <p:spPr>
                  <a:xfrm>
                    <a:off x="5584017" y="4185325"/>
                    <a:ext cx="202461" cy="62083"/>
                  </a:xfrm>
                  <a:custGeom>
                    <a:avLst/>
                    <a:gdLst>
                      <a:gd name="connsiteX0" fmla="*/ 200031 w 202461"/>
                      <a:gd name="connsiteY0" fmla="*/ 11245 h 62083"/>
                      <a:gd name="connsiteX1" fmla="*/ 135467 w 202461"/>
                      <a:gd name="connsiteY1" fmla="*/ 56083 h 62083"/>
                      <a:gd name="connsiteX2" fmla="*/ 119790 w 202461"/>
                      <a:gd name="connsiteY2" fmla="*/ 57370 h 62083"/>
                      <a:gd name="connsiteX3" fmla="*/ 2811 w 202461"/>
                      <a:gd name="connsiteY3" fmla="*/ 2240 h 62083"/>
                      <a:gd name="connsiteX4" fmla="*/ 0 w 202461"/>
                      <a:gd name="connsiteY4" fmla="*/ 0 h 62083"/>
                      <a:gd name="connsiteX5" fmla="*/ 0 w 202461"/>
                      <a:gd name="connsiteY5" fmla="*/ 477 h 62083"/>
                      <a:gd name="connsiteX6" fmla="*/ 3764 w 202461"/>
                      <a:gd name="connsiteY6" fmla="*/ 5575 h 62083"/>
                      <a:gd name="connsiteX7" fmla="*/ 120743 w 202461"/>
                      <a:gd name="connsiteY7" fmla="*/ 60705 h 62083"/>
                      <a:gd name="connsiteX8" fmla="*/ 128081 w 202461"/>
                      <a:gd name="connsiteY8" fmla="*/ 62039 h 62083"/>
                      <a:gd name="connsiteX9" fmla="*/ 135085 w 202461"/>
                      <a:gd name="connsiteY9" fmla="*/ 59514 h 62083"/>
                      <a:gd name="connsiteX10" fmla="*/ 199650 w 202461"/>
                      <a:gd name="connsiteY10" fmla="*/ 14676 h 62083"/>
                      <a:gd name="connsiteX11" fmla="*/ 202462 w 202461"/>
                      <a:gd name="connsiteY11" fmla="*/ 9292 h 62083"/>
                      <a:gd name="connsiteX12" fmla="*/ 202462 w 202461"/>
                      <a:gd name="connsiteY12" fmla="*/ 8958 h 62083"/>
                      <a:gd name="connsiteX13" fmla="*/ 202462 w 202461"/>
                      <a:gd name="connsiteY13" fmla="*/ 8577 h 62083"/>
                      <a:gd name="connsiteX14" fmla="*/ 200079 w 202461"/>
                      <a:gd name="connsiteY14" fmla="*/ 11245 h 6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461" h="62083">
                        <a:moveTo>
                          <a:pt x="200031" y="11245"/>
                        </a:moveTo>
                        <a:lnTo>
                          <a:pt x="135467" y="56083"/>
                        </a:lnTo>
                        <a:cubicBezTo>
                          <a:pt x="130845" y="59276"/>
                          <a:pt x="124841" y="59800"/>
                          <a:pt x="119790" y="57370"/>
                        </a:cubicBezTo>
                        <a:lnTo>
                          <a:pt x="2811" y="2240"/>
                        </a:lnTo>
                        <a:cubicBezTo>
                          <a:pt x="1668" y="1715"/>
                          <a:pt x="715" y="905"/>
                          <a:pt x="0" y="0"/>
                        </a:cubicBezTo>
                        <a:lnTo>
                          <a:pt x="0" y="477"/>
                        </a:lnTo>
                        <a:cubicBezTo>
                          <a:pt x="334" y="2764"/>
                          <a:pt x="1715" y="4622"/>
                          <a:pt x="3764" y="5575"/>
                        </a:cubicBezTo>
                        <a:lnTo>
                          <a:pt x="120743" y="60705"/>
                        </a:lnTo>
                        <a:cubicBezTo>
                          <a:pt x="123030" y="61801"/>
                          <a:pt x="125556" y="62230"/>
                          <a:pt x="128081" y="62039"/>
                        </a:cubicBezTo>
                        <a:cubicBezTo>
                          <a:pt x="130606" y="61849"/>
                          <a:pt x="133037" y="60943"/>
                          <a:pt x="135085" y="59514"/>
                        </a:cubicBezTo>
                        <a:lnTo>
                          <a:pt x="199650" y="14676"/>
                        </a:lnTo>
                        <a:cubicBezTo>
                          <a:pt x="201461" y="13437"/>
                          <a:pt x="202462" y="11483"/>
                          <a:pt x="202462" y="9292"/>
                        </a:cubicBezTo>
                        <a:lnTo>
                          <a:pt x="202462" y="8958"/>
                        </a:lnTo>
                        <a:cubicBezTo>
                          <a:pt x="202462" y="8958"/>
                          <a:pt x="202462" y="8720"/>
                          <a:pt x="202462" y="8577"/>
                        </a:cubicBezTo>
                        <a:cubicBezTo>
                          <a:pt x="201890" y="9577"/>
                          <a:pt x="201128" y="10483"/>
                          <a:pt x="200079" y="11245"/>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745" name="Graphic 212">
                    <a:extLst>
                      <a:ext uri="{FF2B5EF4-FFF2-40B4-BE49-F238E27FC236}">
                        <a16:creationId xmlns:a16="http://schemas.microsoft.com/office/drawing/2014/main" id="{234D8BB0-BB48-A1D7-9681-4E37891101AF}"/>
                      </a:ext>
                    </a:extLst>
                  </p:cNvPr>
                  <p:cNvGrpSpPr/>
                  <p:nvPr/>
                </p:nvGrpSpPr>
                <p:grpSpPr>
                  <a:xfrm>
                    <a:off x="5604722" y="4150611"/>
                    <a:ext cx="129605" cy="78881"/>
                    <a:chOff x="5604722" y="4150611"/>
                    <a:chExt cx="129605" cy="78881"/>
                  </a:xfrm>
                </p:grpSpPr>
                <p:sp>
                  <p:nvSpPr>
                    <p:cNvPr id="1746" name="Freeform: Shape 1745">
                      <a:extLst>
                        <a:ext uri="{FF2B5EF4-FFF2-40B4-BE49-F238E27FC236}">
                          <a16:creationId xmlns:a16="http://schemas.microsoft.com/office/drawing/2014/main" id="{1DCD4E76-81D4-F879-B94B-63E8E303C298}"/>
                        </a:ext>
                      </a:extLst>
                    </p:cNvPr>
                    <p:cNvSpPr/>
                    <p:nvPr/>
                  </p:nvSpPr>
                  <p:spPr>
                    <a:xfrm>
                      <a:off x="5604722" y="4160790"/>
                      <a:ext cx="129031" cy="68702"/>
                    </a:xfrm>
                    <a:custGeom>
                      <a:avLst/>
                      <a:gdLst>
                        <a:gd name="connsiteX0" fmla="*/ 127818 w 129031"/>
                        <a:gd name="connsiteY0" fmla="*/ 50742 h 68702"/>
                        <a:gd name="connsiteX1" fmla="*/ 103469 w 129031"/>
                        <a:gd name="connsiteY1" fmla="*/ 67658 h 68702"/>
                        <a:gd name="connsiteX2" fmla="*/ 97561 w 129031"/>
                        <a:gd name="connsiteY2" fmla="*/ 68134 h 68702"/>
                        <a:gd name="connsiteX3" fmla="*/ 1690 w 129031"/>
                        <a:gd name="connsiteY3" fmla="*/ 23011 h 68702"/>
                        <a:gd name="connsiteX4" fmla="*/ 1261 w 129031"/>
                        <a:gd name="connsiteY4" fmla="*/ 17912 h 68702"/>
                        <a:gd name="connsiteX5" fmla="*/ 25563 w 129031"/>
                        <a:gd name="connsiteY5" fmla="*/ 1044 h 68702"/>
                        <a:gd name="connsiteX6" fmla="*/ 31471 w 129031"/>
                        <a:gd name="connsiteY6" fmla="*/ 568 h 68702"/>
                        <a:gd name="connsiteX7" fmla="*/ 127341 w 129031"/>
                        <a:gd name="connsiteY7" fmla="*/ 45692 h 68702"/>
                        <a:gd name="connsiteX8" fmla="*/ 127770 w 129031"/>
                        <a:gd name="connsiteY8" fmla="*/ 50790 h 6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031" h="68702">
                          <a:moveTo>
                            <a:pt x="127818" y="50742"/>
                          </a:moveTo>
                          <a:lnTo>
                            <a:pt x="103469" y="67658"/>
                          </a:lnTo>
                          <a:cubicBezTo>
                            <a:pt x="101706" y="68849"/>
                            <a:pt x="99467" y="69040"/>
                            <a:pt x="97561" y="68134"/>
                          </a:cubicBezTo>
                          <a:lnTo>
                            <a:pt x="1690" y="23011"/>
                          </a:lnTo>
                          <a:cubicBezTo>
                            <a:pt x="-359" y="22058"/>
                            <a:pt x="-597" y="19199"/>
                            <a:pt x="1261" y="17912"/>
                          </a:cubicBezTo>
                          <a:lnTo>
                            <a:pt x="25563" y="1044"/>
                          </a:lnTo>
                          <a:cubicBezTo>
                            <a:pt x="27326" y="-147"/>
                            <a:pt x="29565" y="-338"/>
                            <a:pt x="31471" y="568"/>
                          </a:cubicBezTo>
                          <a:lnTo>
                            <a:pt x="127341" y="45692"/>
                          </a:lnTo>
                          <a:cubicBezTo>
                            <a:pt x="129390" y="46645"/>
                            <a:pt x="129628" y="49504"/>
                            <a:pt x="127770" y="50790"/>
                          </a:cubicBezTo>
                          <a:close/>
                        </a:path>
                      </a:pathLst>
                    </a:custGeom>
                    <a:solidFill>
                      <a:srgbClr val="A0A9A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747" name="Graphic 212">
                      <a:extLst>
                        <a:ext uri="{FF2B5EF4-FFF2-40B4-BE49-F238E27FC236}">
                          <a16:creationId xmlns:a16="http://schemas.microsoft.com/office/drawing/2014/main" id="{BF87C354-EF13-7997-EC9F-99461F222569}"/>
                        </a:ext>
                      </a:extLst>
                    </p:cNvPr>
                    <p:cNvGrpSpPr/>
                    <p:nvPr/>
                  </p:nvGrpSpPr>
                  <p:grpSpPr>
                    <a:xfrm>
                      <a:off x="5610608" y="4150611"/>
                      <a:ext cx="123719" cy="75174"/>
                      <a:chOff x="5610608" y="4150611"/>
                      <a:chExt cx="123719" cy="75174"/>
                    </a:xfrm>
                  </p:grpSpPr>
                  <p:grpSp>
                    <p:nvGrpSpPr>
                      <p:cNvPr id="1748" name="Graphic 212">
                        <a:extLst>
                          <a:ext uri="{FF2B5EF4-FFF2-40B4-BE49-F238E27FC236}">
                            <a16:creationId xmlns:a16="http://schemas.microsoft.com/office/drawing/2014/main" id="{5AB8F7EA-FD5A-FD17-E8C4-AB0F7B6F978A}"/>
                          </a:ext>
                        </a:extLst>
                      </p:cNvPr>
                      <p:cNvGrpSpPr/>
                      <p:nvPr/>
                    </p:nvGrpSpPr>
                    <p:grpSpPr>
                      <a:xfrm>
                        <a:off x="5631587" y="4150611"/>
                        <a:ext cx="102740" cy="61404"/>
                        <a:chOff x="5631587" y="4150611"/>
                        <a:chExt cx="102740" cy="61404"/>
                      </a:xfrm>
                    </p:grpSpPr>
                    <p:sp>
                      <p:nvSpPr>
                        <p:cNvPr id="1802" name="Freeform: Shape 1801">
                          <a:extLst>
                            <a:ext uri="{FF2B5EF4-FFF2-40B4-BE49-F238E27FC236}">
                              <a16:creationId xmlns:a16="http://schemas.microsoft.com/office/drawing/2014/main" id="{B626FED5-FB92-FA4D-18E3-A72AD8BA211E}"/>
                            </a:ext>
                          </a:extLst>
                        </p:cNvPr>
                        <p:cNvSpPr/>
                        <p:nvPr/>
                      </p:nvSpPr>
                      <p:spPr>
                        <a:xfrm>
                          <a:off x="5721548" y="4207381"/>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3" name="Freeform: Shape 1802">
                          <a:extLst>
                            <a:ext uri="{FF2B5EF4-FFF2-40B4-BE49-F238E27FC236}">
                              <a16:creationId xmlns:a16="http://schemas.microsoft.com/office/drawing/2014/main" id="{240F52AF-3457-A695-8178-8A96C44047FC}"/>
                            </a:ext>
                          </a:extLst>
                        </p:cNvPr>
                        <p:cNvSpPr/>
                        <p:nvPr/>
                      </p:nvSpPr>
                      <p:spPr>
                        <a:xfrm>
                          <a:off x="5707340" y="4200757"/>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8"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4" name="Freeform: Shape 1803">
                          <a:extLst>
                            <a:ext uri="{FF2B5EF4-FFF2-40B4-BE49-F238E27FC236}">
                              <a16:creationId xmlns:a16="http://schemas.microsoft.com/office/drawing/2014/main" id="{81F05AC4-888A-8F40-130C-4B9E3BD1BED0}"/>
                            </a:ext>
                          </a:extLst>
                        </p:cNvPr>
                        <p:cNvSpPr/>
                        <p:nvPr/>
                      </p:nvSpPr>
                      <p:spPr>
                        <a:xfrm>
                          <a:off x="5672571" y="4150611"/>
                          <a:ext cx="61756" cy="34933"/>
                        </a:xfrm>
                        <a:custGeom>
                          <a:avLst/>
                          <a:gdLst>
                            <a:gd name="connsiteX0" fmla="*/ 31617 w 61756"/>
                            <a:gd name="connsiteY0" fmla="*/ 1312 h 34933"/>
                            <a:gd name="connsiteX1" fmla="*/ 58396 w 61756"/>
                            <a:gd name="connsiteY1" fmla="*/ 13749 h 34933"/>
                            <a:gd name="connsiteX2" fmla="*/ 59968 w 61756"/>
                            <a:gd name="connsiteY2" fmla="*/ 20324 h 34933"/>
                            <a:gd name="connsiteX3" fmla="*/ 39003 w 61756"/>
                            <a:gd name="connsiteY3" fmla="*/ 33714 h 34933"/>
                            <a:gd name="connsiteX4" fmla="*/ 31474 w 61756"/>
                            <a:gd name="connsiteY4" fmla="*/ 34190 h 34933"/>
                            <a:gd name="connsiteX5" fmla="*/ 3361 w 61756"/>
                            <a:gd name="connsiteY5" fmla="*/ 20992 h 34933"/>
                            <a:gd name="connsiteX6" fmla="*/ 1789 w 61756"/>
                            <a:gd name="connsiteY6" fmla="*/ 14416 h 34933"/>
                            <a:gd name="connsiteX7" fmla="*/ 22278 w 61756"/>
                            <a:gd name="connsiteY7" fmla="*/ 1455 h 34933"/>
                            <a:gd name="connsiteX8" fmla="*/ 31617 w 61756"/>
                            <a:gd name="connsiteY8" fmla="*/ 1265 h 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56" h="34933">
                              <a:moveTo>
                                <a:pt x="31617" y="1312"/>
                              </a:moveTo>
                              <a:lnTo>
                                <a:pt x="58396" y="13749"/>
                              </a:lnTo>
                              <a:cubicBezTo>
                                <a:pt x="62160" y="15512"/>
                                <a:pt x="62875" y="18466"/>
                                <a:pt x="59968" y="20324"/>
                              </a:cubicBezTo>
                              <a:lnTo>
                                <a:pt x="39003" y="33714"/>
                              </a:lnTo>
                              <a:cubicBezTo>
                                <a:pt x="36763" y="35143"/>
                                <a:pt x="33904" y="35334"/>
                                <a:pt x="31474" y="34190"/>
                              </a:cubicBezTo>
                              <a:lnTo>
                                <a:pt x="3361" y="20992"/>
                              </a:lnTo>
                              <a:cubicBezTo>
                                <a:pt x="-403" y="19229"/>
                                <a:pt x="-1118" y="16274"/>
                                <a:pt x="1789" y="14416"/>
                              </a:cubicBezTo>
                              <a:lnTo>
                                <a:pt x="22278" y="1455"/>
                              </a:lnTo>
                              <a:cubicBezTo>
                                <a:pt x="25184" y="-403"/>
                                <a:pt x="27853" y="-498"/>
                                <a:pt x="31617" y="1265"/>
                              </a:cubicBezTo>
                              <a:close/>
                            </a:path>
                          </a:pathLst>
                        </a:custGeom>
                        <a:solidFill>
                          <a:srgbClr val="A0A9A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5" name="Freeform: Shape 1804">
                          <a:extLst>
                            <a:ext uri="{FF2B5EF4-FFF2-40B4-BE49-F238E27FC236}">
                              <a16:creationId xmlns:a16="http://schemas.microsoft.com/office/drawing/2014/main" id="{E15B918A-205A-BD6F-649E-5F6E5DCEEDFD}"/>
                            </a:ext>
                          </a:extLst>
                        </p:cNvPr>
                        <p:cNvSpPr/>
                        <p:nvPr/>
                      </p:nvSpPr>
                      <p:spPr>
                        <a:xfrm>
                          <a:off x="5714496" y="420409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6" name="Freeform: Shape 1805">
                          <a:extLst>
                            <a:ext uri="{FF2B5EF4-FFF2-40B4-BE49-F238E27FC236}">
                              <a16:creationId xmlns:a16="http://schemas.microsoft.com/office/drawing/2014/main" id="{B53E9F74-A47F-0D2E-B6D3-01B5644C7B7A}"/>
                            </a:ext>
                          </a:extLst>
                        </p:cNvPr>
                        <p:cNvSpPr/>
                        <p:nvPr/>
                      </p:nvSpPr>
                      <p:spPr>
                        <a:xfrm>
                          <a:off x="5664408" y="4180602"/>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8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7" name="Freeform: Shape 1806">
                          <a:extLst>
                            <a:ext uri="{FF2B5EF4-FFF2-40B4-BE49-F238E27FC236}">
                              <a16:creationId xmlns:a16="http://schemas.microsoft.com/office/drawing/2014/main" id="{2B28613A-E2A1-2B6D-11EC-30BCF9C202F9}"/>
                            </a:ext>
                          </a:extLst>
                        </p:cNvPr>
                        <p:cNvSpPr/>
                        <p:nvPr/>
                      </p:nvSpPr>
                      <p:spPr>
                        <a:xfrm>
                          <a:off x="5700335" y="4197422"/>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8" name="Freeform: Shape 1807">
                          <a:extLst>
                            <a:ext uri="{FF2B5EF4-FFF2-40B4-BE49-F238E27FC236}">
                              <a16:creationId xmlns:a16="http://schemas.microsoft.com/office/drawing/2014/main" id="{AB5D4510-E87D-23C6-0A13-AFB7C7C1CB98}"/>
                            </a:ext>
                          </a:extLst>
                        </p:cNvPr>
                        <p:cNvSpPr/>
                        <p:nvPr/>
                      </p:nvSpPr>
                      <p:spPr>
                        <a:xfrm>
                          <a:off x="5650551" y="4174026"/>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9" name="Freeform: Shape 1808">
                          <a:extLst>
                            <a:ext uri="{FF2B5EF4-FFF2-40B4-BE49-F238E27FC236}">
                              <a16:creationId xmlns:a16="http://schemas.microsoft.com/office/drawing/2014/main" id="{F408BE75-8327-813D-55B2-991D972970C7}"/>
                            </a:ext>
                          </a:extLst>
                        </p:cNvPr>
                        <p:cNvSpPr/>
                        <p:nvPr/>
                      </p:nvSpPr>
                      <p:spPr>
                        <a:xfrm>
                          <a:off x="5643547" y="4170738"/>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0" name="Freeform: Shape 1809">
                          <a:extLst>
                            <a:ext uri="{FF2B5EF4-FFF2-40B4-BE49-F238E27FC236}">
                              <a16:creationId xmlns:a16="http://schemas.microsoft.com/office/drawing/2014/main" id="{7D87412F-DAB9-049C-BEED-229AE60CD7F3}"/>
                            </a:ext>
                          </a:extLst>
                        </p:cNvPr>
                        <p:cNvSpPr/>
                        <p:nvPr/>
                      </p:nvSpPr>
                      <p:spPr>
                        <a:xfrm>
                          <a:off x="5631587" y="416525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5" y="4724"/>
                                <a:pt x="3891"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1" name="Freeform: Shape 1810">
                          <a:extLst>
                            <a:ext uri="{FF2B5EF4-FFF2-40B4-BE49-F238E27FC236}">
                              <a16:creationId xmlns:a16="http://schemas.microsoft.com/office/drawing/2014/main" id="{71FD7620-F740-D5ED-33AE-37DB3C31756D}"/>
                            </a:ext>
                          </a:extLst>
                        </p:cNvPr>
                        <p:cNvSpPr/>
                        <p:nvPr/>
                      </p:nvSpPr>
                      <p:spPr>
                        <a:xfrm>
                          <a:off x="5657508" y="4177314"/>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2" name="Freeform: Shape 1811">
                          <a:extLst>
                            <a:ext uri="{FF2B5EF4-FFF2-40B4-BE49-F238E27FC236}">
                              <a16:creationId xmlns:a16="http://schemas.microsoft.com/office/drawing/2014/main" id="{D956A5C3-20BE-D9BC-DE16-A9B6E74DFF4B}"/>
                            </a:ext>
                          </a:extLst>
                        </p:cNvPr>
                        <p:cNvSpPr/>
                        <p:nvPr/>
                      </p:nvSpPr>
                      <p:spPr>
                        <a:xfrm>
                          <a:off x="5672508" y="4184318"/>
                          <a:ext cx="28243" cy="13926"/>
                        </a:xfrm>
                        <a:custGeom>
                          <a:avLst/>
                          <a:gdLst>
                            <a:gd name="connsiteX0" fmla="*/ 4568 w 28243"/>
                            <a:gd name="connsiteY0" fmla="*/ 197 h 13926"/>
                            <a:gd name="connsiteX1" fmla="*/ 27773 w 28243"/>
                            <a:gd name="connsiteY1" fmla="*/ 11109 h 13926"/>
                            <a:gd name="connsiteX2" fmla="*/ 28011 w 28243"/>
                            <a:gd name="connsiteY2" fmla="*/ 12014 h 13926"/>
                            <a:gd name="connsiteX3" fmla="*/ 25343 w 28243"/>
                            <a:gd name="connsiteY3" fmla="*/ 13729 h 13926"/>
                            <a:gd name="connsiteX4" fmla="*/ 23675 w 28243"/>
                            <a:gd name="connsiteY4" fmla="*/ 13729 h 13926"/>
                            <a:gd name="connsiteX5" fmla="*/ 470 w 28243"/>
                            <a:gd name="connsiteY5" fmla="*/ 2818 h 13926"/>
                            <a:gd name="connsiteX6" fmla="*/ 232 w 28243"/>
                            <a:gd name="connsiteY6" fmla="*/ 1912 h 13926"/>
                            <a:gd name="connsiteX7" fmla="*/ 2900 w 28243"/>
                            <a:gd name="connsiteY7" fmla="*/ 197 h 13926"/>
                            <a:gd name="connsiteX8" fmla="*/ 4568 w 28243"/>
                            <a:gd name="connsiteY8" fmla="*/ 197 h 1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43" h="13926">
                              <a:moveTo>
                                <a:pt x="4568" y="197"/>
                              </a:moveTo>
                              <a:lnTo>
                                <a:pt x="27773" y="11109"/>
                              </a:lnTo>
                              <a:cubicBezTo>
                                <a:pt x="28297" y="11347"/>
                                <a:pt x="28393" y="11776"/>
                                <a:pt x="28011" y="12014"/>
                              </a:cubicBezTo>
                              <a:lnTo>
                                <a:pt x="25343" y="13729"/>
                              </a:lnTo>
                              <a:cubicBezTo>
                                <a:pt x="24914" y="13968"/>
                                <a:pt x="24200" y="14015"/>
                                <a:pt x="23675" y="13729"/>
                              </a:cubicBezTo>
                              <a:lnTo>
                                <a:pt x="470" y="2818"/>
                              </a:lnTo>
                              <a:cubicBezTo>
                                <a:pt x="-54" y="2579"/>
                                <a:pt x="-149" y="2151"/>
                                <a:pt x="232" y="1912"/>
                              </a:cubicBezTo>
                              <a:lnTo>
                                <a:pt x="2900" y="197"/>
                              </a:lnTo>
                              <a:cubicBezTo>
                                <a:pt x="3329"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3" name="Freeform: Shape 1812">
                          <a:extLst>
                            <a:ext uri="{FF2B5EF4-FFF2-40B4-BE49-F238E27FC236}">
                              <a16:creationId xmlns:a16="http://schemas.microsoft.com/office/drawing/2014/main" id="{2578CC2C-B362-9828-E16E-A00A3D2940CF}"/>
                            </a:ext>
                          </a:extLst>
                        </p:cNvPr>
                        <p:cNvSpPr/>
                        <p:nvPr/>
                      </p:nvSpPr>
                      <p:spPr>
                        <a:xfrm>
                          <a:off x="5638150" y="4169899"/>
                          <a:ext cx="4758" cy="2453"/>
                        </a:xfrm>
                        <a:custGeom>
                          <a:avLst/>
                          <a:gdLst>
                            <a:gd name="connsiteX0" fmla="*/ 1903 w 4758"/>
                            <a:gd name="connsiteY0" fmla="*/ 179 h 2453"/>
                            <a:gd name="connsiteX1" fmla="*/ 4333 w 4758"/>
                            <a:gd name="connsiteY1" fmla="*/ 1322 h 2453"/>
                            <a:gd name="connsiteX2" fmla="*/ 4524 w 4758"/>
                            <a:gd name="connsiteY2" fmla="*/ 2132 h 2453"/>
                            <a:gd name="connsiteX3" fmla="*/ 4333 w 4758"/>
                            <a:gd name="connsiteY3" fmla="*/ 2275 h 2453"/>
                            <a:gd name="connsiteX4" fmla="*/ 2856 w 4758"/>
                            <a:gd name="connsiteY4" fmla="*/ 2275 h 2453"/>
                            <a:gd name="connsiteX5" fmla="*/ 426 w 4758"/>
                            <a:gd name="connsiteY5" fmla="*/ 1132 h 2453"/>
                            <a:gd name="connsiteX6" fmla="*/ 235 w 4758"/>
                            <a:gd name="connsiteY6" fmla="*/ 322 h 2453"/>
                            <a:gd name="connsiteX7" fmla="*/ 426 w 4758"/>
                            <a:gd name="connsiteY7" fmla="*/ 179 h 2453"/>
                            <a:gd name="connsiteX8" fmla="*/ 1903 w 4758"/>
                            <a:gd name="connsiteY8" fmla="*/ 179 h 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8" h="2453">
                              <a:moveTo>
                                <a:pt x="1903" y="179"/>
                              </a:moveTo>
                              <a:lnTo>
                                <a:pt x="4333" y="1322"/>
                              </a:lnTo>
                              <a:cubicBezTo>
                                <a:pt x="4810" y="1561"/>
                                <a:pt x="4905" y="1894"/>
                                <a:pt x="4524" y="2132"/>
                              </a:cubicBezTo>
                              <a:lnTo>
                                <a:pt x="4333" y="2275"/>
                              </a:lnTo>
                              <a:cubicBezTo>
                                <a:pt x="3952" y="2514"/>
                                <a:pt x="3285" y="2514"/>
                                <a:pt x="2856" y="2275"/>
                              </a:cubicBezTo>
                              <a:lnTo>
                                <a:pt x="426" y="1132"/>
                              </a:lnTo>
                              <a:cubicBezTo>
                                <a:pt x="-51" y="893"/>
                                <a:pt x="-146" y="560"/>
                                <a:pt x="235" y="322"/>
                              </a:cubicBezTo>
                              <a:lnTo>
                                <a:pt x="426" y="179"/>
                              </a:lnTo>
                              <a:cubicBezTo>
                                <a:pt x="807" y="-60"/>
                                <a:pt x="1474" y="-60"/>
                                <a:pt x="190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14" name="Freeform: Shape 1813">
                          <a:extLst>
                            <a:ext uri="{FF2B5EF4-FFF2-40B4-BE49-F238E27FC236}">
                              <a16:creationId xmlns:a16="http://schemas.microsoft.com/office/drawing/2014/main" id="{D07B3AC4-A01A-AB43-315B-F14196DECF1B}"/>
                            </a:ext>
                          </a:extLst>
                        </p:cNvPr>
                        <p:cNvSpPr/>
                        <p:nvPr/>
                      </p:nvSpPr>
                      <p:spPr>
                        <a:xfrm>
                          <a:off x="5640866" y="4168184"/>
                          <a:ext cx="4758" cy="2453"/>
                        </a:xfrm>
                        <a:custGeom>
                          <a:avLst/>
                          <a:gdLst>
                            <a:gd name="connsiteX0" fmla="*/ 1903 w 4758"/>
                            <a:gd name="connsiteY0" fmla="*/ 179 h 2453"/>
                            <a:gd name="connsiteX1" fmla="*/ 4333 w 4758"/>
                            <a:gd name="connsiteY1" fmla="*/ 1322 h 2453"/>
                            <a:gd name="connsiteX2" fmla="*/ 4524 w 4758"/>
                            <a:gd name="connsiteY2" fmla="*/ 2132 h 2453"/>
                            <a:gd name="connsiteX3" fmla="*/ 4333 w 4758"/>
                            <a:gd name="connsiteY3" fmla="*/ 2275 h 2453"/>
                            <a:gd name="connsiteX4" fmla="*/ 2856 w 4758"/>
                            <a:gd name="connsiteY4" fmla="*/ 2275 h 2453"/>
                            <a:gd name="connsiteX5" fmla="*/ 426 w 4758"/>
                            <a:gd name="connsiteY5" fmla="*/ 1132 h 2453"/>
                            <a:gd name="connsiteX6" fmla="*/ 235 w 4758"/>
                            <a:gd name="connsiteY6" fmla="*/ 322 h 2453"/>
                            <a:gd name="connsiteX7" fmla="*/ 426 w 4758"/>
                            <a:gd name="connsiteY7" fmla="*/ 179 h 2453"/>
                            <a:gd name="connsiteX8" fmla="*/ 1903 w 4758"/>
                            <a:gd name="connsiteY8" fmla="*/ 179 h 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8" h="2453">
                              <a:moveTo>
                                <a:pt x="1903" y="179"/>
                              </a:moveTo>
                              <a:lnTo>
                                <a:pt x="4333" y="1322"/>
                              </a:lnTo>
                              <a:cubicBezTo>
                                <a:pt x="4810" y="1560"/>
                                <a:pt x="4905" y="1894"/>
                                <a:pt x="4524" y="2132"/>
                              </a:cubicBezTo>
                              <a:lnTo>
                                <a:pt x="4333" y="2275"/>
                              </a:lnTo>
                              <a:cubicBezTo>
                                <a:pt x="3952" y="2514"/>
                                <a:pt x="3285" y="2514"/>
                                <a:pt x="2856" y="2275"/>
                              </a:cubicBezTo>
                              <a:lnTo>
                                <a:pt x="426" y="1132"/>
                              </a:lnTo>
                              <a:cubicBezTo>
                                <a:pt x="-51" y="893"/>
                                <a:pt x="-146" y="560"/>
                                <a:pt x="235" y="322"/>
                              </a:cubicBezTo>
                              <a:lnTo>
                                <a:pt x="426" y="179"/>
                              </a:lnTo>
                              <a:cubicBezTo>
                                <a:pt x="807" y="-60"/>
                                <a:pt x="1474" y="-60"/>
                                <a:pt x="190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749" name="Graphic 212">
                        <a:extLst>
                          <a:ext uri="{FF2B5EF4-FFF2-40B4-BE49-F238E27FC236}">
                            <a16:creationId xmlns:a16="http://schemas.microsoft.com/office/drawing/2014/main" id="{B3D74C35-43B8-77EC-6EB6-8FD97DDE80AC}"/>
                          </a:ext>
                        </a:extLst>
                      </p:cNvPr>
                      <p:cNvGrpSpPr/>
                      <p:nvPr/>
                    </p:nvGrpSpPr>
                    <p:grpSpPr>
                      <a:xfrm>
                        <a:off x="5610608" y="4179190"/>
                        <a:ext cx="97805" cy="46595"/>
                        <a:chOff x="5610608" y="4179190"/>
                        <a:chExt cx="97805" cy="46595"/>
                      </a:xfrm>
                      <a:solidFill>
                        <a:srgbClr val="EEEFEF"/>
                      </a:solidFill>
                    </p:grpSpPr>
                    <p:sp>
                      <p:nvSpPr>
                        <p:cNvPr id="1789" name="Freeform: Shape 1788">
                          <a:extLst>
                            <a:ext uri="{FF2B5EF4-FFF2-40B4-BE49-F238E27FC236}">
                              <a16:creationId xmlns:a16="http://schemas.microsoft.com/office/drawing/2014/main" id="{9FA5BA4B-A90A-85D1-093E-282D0F139202}"/>
                            </a:ext>
                          </a:extLst>
                        </p:cNvPr>
                        <p:cNvSpPr/>
                        <p:nvPr/>
                      </p:nvSpPr>
                      <p:spPr>
                        <a:xfrm>
                          <a:off x="5699916" y="4221151"/>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0" name="Freeform: Shape 1789">
                          <a:extLst>
                            <a:ext uri="{FF2B5EF4-FFF2-40B4-BE49-F238E27FC236}">
                              <a16:creationId xmlns:a16="http://schemas.microsoft.com/office/drawing/2014/main" id="{844BD6F0-0EF6-99A6-B592-43589AE9DEA1}"/>
                            </a:ext>
                          </a:extLst>
                        </p:cNvPr>
                        <p:cNvSpPr/>
                        <p:nvPr/>
                      </p:nvSpPr>
                      <p:spPr>
                        <a:xfrm>
                          <a:off x="5685764" y="4214480"/>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9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1"/>
                                <a:pt x="270" y="1912"/>
                              </a:cubicBezTo>
                              <a:lnTo>
                                <a:pt x="2939"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1" name="Freeform: Shape 1790">
                          <a:extLst>
                            <a:ext uri="{FF2B5EF4-FFF2-40B4-BE49-F238E27FC236}">
                              <a16:creationId xmlns:a16="http://schemas.microsoft.com/office/drawing/2014/main" id="{EEAEB562-04BD-E7D6-7AE8-EAA3501BF312}"/>
                            </a:ext>
                          </a:extLst>
                        </p:cNvPr>
                        <p:cNvSpPr/>
                        <p:nvPr/>
                      </p:nvSpPr>
                      <p:spPr>
                        <a:xfrm>
                          <a:off x="5693007" y="421786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2" name="Freeform: Shape 1791">
                          <a:extLst>
                            <a:ext uri="{FF2B5EF4-FFF2-40B4-BE49-F238E27FC236}">
                              <a16:creationId xmlns:a16="http://schemas.microsoft.com/office/drawing/2014/main" id="{CBBCA535-BC26-8603-0F22-49BA0323EA9F}"/>
                            </a:ext>
                          </a:extLst>
                        </p:cNvPr>
                        <p:cNvSpPr/>
                        <p:nvPr/>
                      </p:nvSpPr>
                      <p:spPr>
                        <a:xfrm>
                          <a:off x="5678559" y="4211097"/>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3" name="Freeform: Shape 1792">
                          <a:extLst>
                            <a:ext uri="{FF2B5EF4-FFF2-40B4-BE49-F238E27FC236}">
                              <a16:creationId xmlns:a16="http://schemas.microsoft.com/office/drawing/2014/main" id="{354EFC25-259A-4029-49FC-EC3DEF7944BF}"/>
                            </a:ext>
                          </a:extLst>
                        </p:cNvPr>
                        <p:cNvSpPr/>
                        <p:nvPr/>
                      </p:nvSpPr>
                      <p:spPr>
                        <a:xfrm>
                          <a:off x="5671374" y="4207762"/>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4" name="Freeform: Shape 1793">
                          <a:extLst>
                            <a:ext uri="{FF2B5EF4-FFF2-40B4-BE49-F238E27FC236}">
                              <a16:creationId xmlns:a16="http://schemas.microsoft.com/office/drawing/2014/main" id="{72E3D657-FC08-77A4-0650-8A2002C35D4B}"/>
                            </a:ext>
                          </a:extLst>
                        </p:cNvPr>
                        <p:cNvSpPr/>
                        <p:nvPr/>
                      </p:nvSpPr>
                      <p:spPr>
                        <a:xfrm>
                          <a:off x="5664226" y="4204379"/>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5" name="Freeform: Shape 1794">
                          <a:extLst>
                            <a:ext uri="{FF2B5EF4-FFF2-40B4-BE49-F238E27FC236}">
                              <a16:creationId xmlns:a16="http://schemas.microsoft.com/office/drawing/2014/main" id="{3C60E3AC-2E3D-E5F8-FB7B-C8B9313D1940}"/>
                            </a:ext>
                          </a:extLst>
                        </p:cNvPr>
                        <p:cNvSpPr/>
                        <p:nvPr/>
                      </p:nvSpPr>
                      <p:spPr>
                        <a:xfrm>
                          <a:off x="5656984" y="420099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6" name="Freeform: Shape 1795">
                          <a:extLst>
                            <a:ext uri="{FF2B5EF4-FFF2-40B4-BE49-F238E27FC236}">
                              <a16:creationId xmlns:a16="http://schemas.microsoft.com/office/drawing/2014/main" id="{FD75AECA-AA92-9142-F781-364A705CC8E2}"/>
                            </a:ext>
                          </a:extLst>
                        </p:cNvPr>
                        <p:cNvSpPr/>
                        <p:nvPr/>
                      </p:nvSpPr>
                      <p:spPr>
                        <a:xfrm>
                          <a:off x="5649836" y="419761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7" name="Freeform: Shape 1796">
                          <a:extLst>
                            <a:ext uri="{FF2B5EF4-FFF2-40B4-BE49-F238E27FC236}">
                              <a16:creationId xmlns:a16="http://schemas.microsoft.com/office/drawing/2014/main" id="{AE41D907-2767-5647-1D2D-BA055D5B4642}"/>
                            </a:ext>
                          </a:extLst>
                        </p:cNvPr>
                        <p:cNvSpPr/>
                        <p:nvPr/>
                      </p:nvSpPr>
                      <p:spPr>
                        <a:xfrm>
                          <a:off x="5642594" y="419422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8" name="Freeform: Shape 1797">
                          <a:extLst>
                            <a:ext uri="{FF2B5EF4-FFF2-40B4-BE49-F238E27FC236}">
                              <a16:creationId xmlns:a16="http://schemas.microsoft.com/office/drawing/2014/main" id="{996C0DFE-7716-B4CA-7F92-CFCDE37ACEA0}"/>
                            </a:ext>
                          </a:extLst>
                        </p:cNvPr>
                        <p:cNvSpPr/>
                        <p:nvPr/>
                      </p:nvSpPr>
                      <p:spPr>
                        <a:xfrm>
                          <a:off x="5635399" y="419084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99" name="Freeform: Shape 1798">
                          <a:extLst>
                            <a:ext uri="{FF2B5EF4-FFF2-40B4-BE49-F238E27FC236}">
                              <a16:creationId xmlns:a16="http://schemas.microsoft.com/office/drawing/2014/main" id="{B796B123-B75A-733F-671F-BE46ABF9840D}"/>
                            </a:ext>
                          </a:extLst>
                        </p:cNvPr>
                        <p:cNvSpPr/>
                        <p:nvPr/>
                      </p:nvSpPr>
                      <p:spPr>
                        <a:xfrm>
                          <a:off x="5628251" y="418746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0" name="Freeform: Shape 1799">
                          <a:extLst>
                            <a:ext uri="{FF2B5EF4-FFF2-40B4-BE49-F238E27FC236}">
                              <a16:creationId xmlns:a16="http://schemas.microsoft.com/office/drawing/2014/main" id="{2B686ED2-5AAC-687A-C86E-CF4F0D5690A4}"/>
                            </a:ext>
                          </a:extLst>
                        </p:cNvPr>
                        <p:cNvSpPr/>
                        <p:nvPr/>
                      </p:nvSpPr>
                      <p:spPr>
                        <a:xfrm>
                          <a:off x="5621104" y="4184128"/>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1" y="4438"/>
                              </a:cubicBezTo>
                              <a:lnTo>
                                <a:pt x="461" y="2818"/>
                              </a:lnTo>
                              <a:cubicBezTo>
                                <a:pt x="-63" y="2580"/>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801" name="Freeform: Shape 1800">
                          <a:extLst>
                            <a:ext uri="{FF2B5EF4-FFF2-40B4-BE49-F238E27FC236}">
                              <a16:creationId xmlns:a16="http://schemas.microsoft.com/office/drawing/2014/main" id="{A92401B4-741D-A29C-8F38-C995F5D1AD54}"/>
                            </a:ext>
                          </a:extLst>
                        </p:cNvPr>
                        <p:cNvSpPr/>
                        <p:nvPr/>
                      </p:nvSpPr>
                      <p:spPr>
                        <a:xfrm>
                          <a:off x="5610608" y="4179190"/>
                          <a:ext cx="11286" cy="5884"/>
                        </a:xfrm>
                        <a:custGeom>
                          <a:avLst/>
                          <a:gdLst>
                            <a:gd name="connsiteX0" fmla="*/ 4381 w 11286"/>
                            <a:gd name="connsiteY0" fmla="*/ 179 h 5884"/>
                            <a:gd name="connsiteX1" fmla="*/ 10861 w 11286"/>
                            <a:gd name="connsiteY1" fmla="*/ 3228 h 5884"/>
                            <a:gd name="connsiteX2" fmla="*/ 11052 w 11286"/>
                            <a:gd name="connsiteY2" fmla="*/ 4086 h 5884"/>
                            <a:gd name="connsiteX3" fmla="*/ 8526 w 11286"/>
                            <a:gd name="connsiteY3" fmla="*/ 5706 h 5884"/>
                            <a:gd name="connsiteX4" fmla="*/ 6906 w 11286"/>
                            <a:gd name="connsiteY4" fmla="*/ 5706 h 5884"/>
                            <a:gd name="connsiteX5" fmla="*/ 426 w 11286"/>
                            <a:gd name="connsiteY5" fmla="*/ 2656 h 5884"/>
                            <a:gd name="connsiteX6" fmla="*/ 235 w 11286"/>
                            <a:gd name="connsiteY6" fmla="*/ 1799 h 5884"/>
                            <a:gd name="connsiteX7" fmla="*/ 2761 w 11286"/>
                            <a:gd name="connsiteY7" fmla="*/ 179 h 5884"/>
                            <a:gd name="connsiteX8" fmla="*/ 4381 w 11286"/>
                            <a:gd name="connsiteY8" fmla="*/ 179 h 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86" h="5884">
                              <a:moveTo>
                                <a:pt x="4381" y="179"/>
                              </a:moveTo>
                              <a:lnTo>
                                <a:pt x="10861" y="3228"/>
                              </a:lnTo>
                              <a:cubicBezTo>
                                <a:pt x="11338" y="3467"/>
                                <a:pt x="11433" y="3848"/>
                                <a:pt x="11052" y="4086"/>
                              </a:cubicBezTo>
                              <a:lnTo>
                                <a:pt x="8526" y="5706"/>
                              </a:lnTo>
                              <a:cubicBezTo>
                                <a:pt x="8145" y="5944"/>
                                <a:pt x="7430" y="5944"/>
                                <a:pt x="6906" y="5706"/>
                              </a:cubicBezTo>
                              <a:lnTo>
                                <a:pt x="426" y="2656"/>
                              </a:lnTo>
                              <a:cubicBezTo>
                                <a:pt x="-51" y="2418"/>
                                <a:pt x="-146" y="2037"/>
                                <a:pt x="235" y="1799"/>
                              </a:cubicBezTo>
                              <a:lnTo>
                                <a:pt x="2761" y="179"/>
                              </a:lnTo>
                              <a:cubicBezTo>
                                <a:pt x="3142" y="-60"/>
                                <a:pt x="3857" y="-60"/>
                                <a:pt x="4381"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750" name="Graphic 212">
                        <a:extLst>
                          <a:ext uri="{FF2B5EF4-FFF2-40B4-BE49-F238E27FC236}">
                            <a16:creationId xmlns:a16="http://schemas.microsoft.com/office/drawing/2014/main" id="{82A2D227-F78B-0A72-03C8-1F0954E3A593}"/>
                          </a:ext>
                        </a:extLst>
                      </p:cNvPr>
                      <p:cNvGrpSpPr/>
                      <p:nvPr/>
                    </p:nvGrpSpPr>
                    <p:grpSpPr>
                      <a:xfrm>
                        <a:off x="5615519" y="4175551"/>
                        <a:ext cx="97862" cy="46547"/>
                        <a:chOff x="5615519" y="4175551"/>
                        <a:chExt cx="97862" cy="46547"/>
                      </a:xfrm>
                      <a:solidFill>
                        <a:srgbClr val="EEEFEF"/>
                      </a:solidFill>
                    </p:grpSpPr>
                    <p:sp>
                      <p:nvSpPr>
                        <p:cNvPr id="1776" name="Freeform: Shape 1775">
                          <a:extLst>
                            <a:ext uri="{FF2B5EF4-FFF2-40B4-BE49-F238E27FC236}">
                              <a16:creationId xmlns:a16="http://schemas.microsoft.com/office/drawing/2014/main" id="{103855B5-7BD2-A3F0-56D6-EDAD6F48F43D}"/>
                            </a:ext>
                          </a:extLst>
                        </p:cNvPr>
                        <p:cNvSpPr/>
                        <p:nvPr/>
                      </p:nvSpPr>
                      <p:spPr>
                        <a:xfrm>
                          <a:off x="5687384" y="420928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7" name="Freeform: Shape 1776">
                          <a:extLst>
                            <a:ext uri="{FF2B5EF4-FFF2-40B4-BE49-F238E27FC236}">
                              <a16:creationId xmlns:a16="http://schemas.microsoft.com/office/drawing/2014/main" id="{30142F8C-5116-AF6E-4B46-D0B3A7828948}"/>
                            </a:ext>
                          </a:extLst>
                        </p:cNvPr>
                        <p:cNvSpPr/>
                        <p:nvPr/>
                      </p:nvSpPr>
                      <p:spPr>
                        <a:xfrm>
                          <a:off x="5694627" y="4212670"/>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8" name="Freeform: Shape 1777">
                          <a:extLst>
                            <a:ext uri="{FF2B5EF4-FFF2-40B4-BE49-F238E27FC236}">
                              <a16:creationId xmlns:a16="http://schemas.microsoft.com/office/drawing/2014/main" id="{E7C3B31D-E396-C205-7946-479720CEDE4A}"/>
                            </a:ext>
                          </a:extLst>
                        </p:cNvPr>
                        <p:cNvSpPr/>
                        <p:nvPr/>
                      </p:nvSpPr>
                      <p:spPr>
                        <a:xfrm>
                          <a:off x="5680180" y="4205903"/>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8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9" name="Freeform: Shape 1778">
                          <a:extLst>
                            <a:ext uri="{FF2B5EF4-FFF2-40B4-BE49-F238E27FC236}">
                              <a16:creationId xmlns:a16="http://schemas.microsoft.com/office/drawing/2014/main" id="{3C2B3896-4D7A-89B2-F441-9DFF4024ED12}"/>
                            </a:ext>
                          </a:extLst>
                        </p:cNvPr>
                        <p:cNvSpPr/>
                        <p:nvPr/>
                      </p:nvSpPr>
                      <p:spPr>
                        <a:xfrm>
                          <a:off x="5673032" y="4202520"/>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0" name="Freeform: Shape 1779">
                          <a:extLst>
                            <a:ext uri="{FF2B5EF4-FFF2-40B4-BE49-F238E27FC236}">
                              <a16:creationId xmlns:a16="http://schemas.microsoft.com/office/drawing/2014/main" id="{E60B7010-5FB5-6082-0E92-87334F02066D}"/>
                            </a:ext>
                          </a:extLst>
                        </p:cNvPr>
                        <p:cNvSpPr/>
                        <p:nvPr/>
                      </p:nvSpPr>
                      <p:spPr>
                        <a:xfrm>
                          <a:off x="5665837" y="4199137"/>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1" name="Freeform: Shape 1780">
                          <a:extLst>
                            <a:ext uri="{FF2B5EF4-FFF2-40B4-BE49-F238E27FC236}">
                              <a16:creationId xmlns:a16="http://schemas.microsoft.com/office/drawing/2014/main" id="{F6618A19-AA40-46A7-7E76-A11BF774AC79}"/>
                            </a:ext>
                          </a:extLst>
                        </p:cNvPr>
                        <p:cNvSpPr/>
                        <p:nvPr/>
                      </p:nvSpPr>
                      <p:spPr>
                        <a:xfrm>
                          <a:off x="5658652" y="4195754"/>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2" name="Freeform: Shape 1781">
                          <a:extLst>
                            <a:ext uri="{FF2B5EF4-FFF2-40B4-BE49-F238E27FC236}">
                              <a16:creationId xmlns:a16="http://schemas.microsoft.com/office/drawing/2014/main" id="{D16CD081-DD13-C78F-FEBD-48ABA9DFC771}"/>
                            </a:ext>
                          </a:extLst>
                        </p:cNvPr>
                        <p:cNvSpPr/>
                        <p:nvPr/>
                      </p:nvSpPr>
                      <p:spPr>
                        <a:xfrm>
                          <a:off x="5651409" y="4192371"/>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3" name="Freeform: Shape 1782">
                          <a:extLst>
                            <a:ext uri="{FF2B5EF4-FFF2-40B4-BE49-F238E27FC236}">
                              <a16:creationId xmlns:a16="http://schemas.microsoft.com/office/drawing/2014/main" id="{AF09CDA4-87B0-689E-838D-24E317191DC7}"/>
                            </a:ext>
                          </a:extLst>
                        </p:cNvPr>
                        <p:cNvSpPr/>
                        <p:nvPr/>
                      </p:nvSpPr>
                      <p:spPr>
                        <a:xfrm>
                          <a:off x="5644214" y="418903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4" name="Freeform: Shape 1783">
                          <a:extLst>
                            <a:ext uri="{FF2B5EF4-FFF2-40B4-BE49-F238E27FC236}">
                              <a16:creationId xmlns:a16="http://schemas.microsoft.com/office/drawing/2014/main" id="{5E738BB4-599B-15D0-39C5-0C5B18E14517}"/>
                            </a:ext>
                          </a:extLst>
                        </p:cNvPr>
                        <p:cNvSpPr/>
                        <p:nvPr/>
                      </p:nvSpPr>
                      <p:spPr>
                        <a:xfrm>
                          <a:off x="5637019" y="418565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5" name="Freeform: Shape 1784">
                          <a:extLst>
                            <a:ext uri="{FF2B5EF4-FFF2-40B4-BE49-F238E27FC236}">
                              <a16:creationId xmlns:a16="http://schemas.microsoft.com/office/drawing/2014/main" id="{79006990-D933-801B-CCFC-074364E5646D}"/>
                            </a:ext>
                          </a:extLst>
                        </p:cNvPr>
                        <p:cNvSpPr/>
                        <p:nvPr/>
                      </p:nvSpPr>
                      <p:spPr>
                        <a:xfrm>
                          <a:off x="5629814" y="4182269"/>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6" name="Freeform: Shape 1785">
                          <a:extLst>
                            <a:ext uri="{FF2B5EF4-FFF2-40B4-BE49-F238E27FC236}">
                              <a16:creationId xmlns:a16="http://schemas.microsoft.com/office/drawing/2014/main" id="{A8F5DF85-A8FD-BA6A-8D44-96792A759614}"/>
                            </a:ext>
                          </a:extLst>
                        </p:cNvPr>
                        <p:cNvSpPr/>
                        <p:nvPr/>
                      </p:nvSpPr>
                      <p:spPr>
                        <a:xfrm>
                          <a:off x="5622676" y="4178886"/>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7" name="Freeform: Shape 1786">
                          <a:extLst>
                            <a:ext uri="{FF2B5EF4-FFF2-40B4-BE49-F238E27FC236}">
                              <a16:creationId xmlns:a16="http://schemas.microsoft.com/office/drawing/2014/main" id="{7349F998-04BF-7A95-69A4-41B0AA4D4754}"/>
                            </a:ext>
                          </a:extLst>
                        </p:cNvPr>
                        <p:cNvSpPr/>
                        <p:nvPr/>
                      </p:nvSpPr>
                      <p:spPr>
                        <a:xfrm>
                          <a:off x="5615519" y="4175551"/>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88" name="Freeform: Shape 1787">
                          <a:extLst>
                            <a:ext uri="{FF2B5EF4-FFF2-40B4-BE49-F238E27FC236}">
                              <a16:creationId xmlns:a16="http://schemas.microsoft.com/office/drawing/2014/main" id="{FA0B387E-6E6D-AE1B-CE65-4DF4FC6AA1C9}"/>
                            </a:ext>
                          </a:extLst>
                        </p:cNvPr>
                        <p:cNvSpPr/>
                        <p:nvPr/>
                      </p:nvSpPr>
                      <p:spPr>
                        <a:xfrm>
                          <a:off x="5702143" y="4216214"/>
                          <a:ext cx="11238" cy="5884"/>
                        </a:xfrm>
                        <a:custGeom>
                          <a:avLst/>
                          <a:gdLst>
                            <a:gd name="connsiteX0" fmla="*/ 4333 w 11238"/>
                            <a:gd name="connsiteY0" fmla="*/ 179 h 5884"/>
                            <a:gd name="connsiteX1" fmla="*/ 10813 w 11238"/>
                            <a:gd name="connsiteY1" fmla="*/ 3228 h 5884"/>
                            <a:gd name="connsiteX2" fmla="*/ 11004 w 11238"/>
                            <a:gd name="connsiteY2" fmla="*/ 4086 h 5884"/>
                            <a:gd name="connsiteX3" fmla="*/ 8478 w 11238"/>
                            <a:gd name="connsiteY3" fmla="*/ 5706 h 5884"/>
                            <a:gd name="connsiteX4" fmla="*/ 6906 w 11238"/>
                            <a:gd name="connsiteY4" fmla="*/ 5706 h 5884"/>
                            <a:gd name="connsiteX5" fmla="*/ 426 w 11238"/>
                            <a:gd name="connsiteY5" fmla="*/ 2656 h 5884"/>
                            <a:gd name="connsiteX6" fmla="*/ 235 w 11238"/>
                            <a:gd name="connsiteY6" fmla="*/ 1799 h 5884"/>
                            <a:gd name="connsiteX7" fmla="*/ 2761 w 11238"/>
                            <a:gd name="connsiteY7" fmla="*/ 179 h 5884"/>
                            <a:gd name="connsiteX8" fmla="*/ 4333 w 11238"/>
                            <a:gd name="connsiteY8" fmla="*/ 179 h 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38" h="5884">
                              <a:moveTo>
                                <a:pt x="4333" y="179"/>
                              </a:moveTo>
                              <a:lnTo>
                                <a:pt x="10813" y="3228"/>
                              </a:lnTo>
                              <a:cubicBezTo>
                                <a:pt x="11290" y="3466"/>
                                <a:pt x="11385" y="3848"/>
                                <a:pt x="11004" y="4086"/>
                              </a:cubicBezTo>
                              <a:lnTo>
                                <a:pt x="8478" y="5706"/>
                              </a:lnTo>
                              <a:cubicBezTo>
                                <a:pt x="8097" y="5944"/>
                                <a:pt x="7383" y="5944"/>
                                <a:pt x="6906" y="5706"/>
                              </a:cubicBezTo>
                              <a:lnTo>
                                <a:pt x="426" y="2656"/>
                              </a:lnTo>
                              <a:cubicBezTo>
                                <a:pt x="-51" y="2418"/>
                                <a:pt x="-146" y="2037"/>
                                <a:pt x="235" y="1799"/>
                              </a:cubicBezTo>
                              <a:lnTo>
                                <a:pt x="2761" y="179"/>
                              </a:lnTo>
                              <a:cubicBezTo>
                                <a:pt x="3142" y="-60"/>
                                <a:pt x="3856" y="-60"/>
                                <a:pt x="433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751" name="Graphic 212">
                        <a:extLst>
                          <a:ext uri="{FF2B5EF4-FFF2-40B4-BE49-F238E27FC236}">
                            <a16:creationId xmlns:a16="http://schemas.microsoft.com/office/drawing/2014/main" id="{5DA7C259-9E66-7F48-E106-03FFA5C5FFC2}"/>
                          </a:ext>
                        </a:extLst>
                      </p:cNvPr>
                      <p:cNvGrpSpPr/>
                      <p:nvPr/>
                    </p:nvGrpSpPr>
                    <p:grpSpPr>
                      <a:xfrm>
                        <a:off x="5621457" y="4172377"/>
                        <a:ext cx="97323" cy="46196"/>
                        <a:chOff x="5621457" y="4172377"/>
                        <a:chExt cx="97323" cy="46196"/>
                      </a:xfrm>
                      <a:solidFill>
                        <a:srgbClr val="EEEFEF"/>
                      </a:solidFill>
                    </p:grpSpPr>
                    <p:sp>
                      <p:nvSpPr>
                        <p:cNvPr id="1764" name="Freeform: Shape 1763">
                          <a:extLst>
                            <a:ext uri="{FF2B5EF4-FFF2-40B4-BE49-F238E27FC236}">
                              <a16:creationId xmlns:a16="http://schemas.microsoft.com/office/drawing/2014/main" id="{7A246807-5240-40D5-8857-46F55C073703}"/>
                            </a:ext>
                          </a:extLst>
                        </p:cNvPr>
                        <p:cNvSpPr/>
                        <p:nvPr/>
                      </p:nvSpPr>
                      <p:spPr>
                        <a:xfrm>
                          <a:off x="5691044" y="4205046"/>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5" name="Freeform: Shape 1764">
                          <a:extLst>
                            <a:ext uri="{FF2B5EF4-FFF2-40B4-BE49-F238E27FC236}">
                              <a16:creationId xmlns:a16="http://schemas.microsoft.com/office/drawing/2014/main" id="{CAB334B0-76B9-F9C6-03AE-364CF601FCE7}"/>
                            </a:ext>
                          </a:extLst>
                        </p:cNvPr>
                        <p:cNvSpPr/>
                        <p:nvPr/>
                      </p:nvSpPr>
                      <p:spPr>
                        <a:xfrm>
                          <a:off x="5698248" y="4208429"/>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6" name="Freeform: Shape 1765">
                          <a:extLst>
                            <a:ext uri="{FF2B5EF4-FFF2-40B4-BE49-F238E27FC236}">
                              <a16:creationId xmlns:a16="http://schemas.microsoft.com/office/drawing/2014/main" id="{0D72EEDA-9279-BE42-8473-6895771A6943}"/>
                            </a:ext>
                          </a:extLst>
                        </p:cNvPr>
                        <p:cNvSpPr/>
                        <p:nvPr/>
                      </p:nvSpPr>
                      <p:spPr>
                        <a:xfrm>
                          <a:off x="5683858" y="420166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7" name="Freeform: Shape 1766">
                          <a:extLst>
                            <a:ext uri="{FF2B5EF4-FFF2-40B4-BE49-F238E27FC236}">
                              <a16:creationId xmlns:a16="http://schemas.microsoft.com/office/drawing/2014/main" id="{FFB05235-22DB-24C5-9515-07EA572A77E2}"/>
                            </a:ext>
                          </a:extLst>
                        </p:cNvPr>
                        <p:cNvSpPr/>
                        <p:nvPr/>
                      </p:nvSpPr>
                      <p:spPr>
                        <a:xfrm>
                          <a:off x="5676653" y="4198280"/>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8"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8" name="Freeform: Shape 1767">
                          <a:extLst>
                            <a:ext uri="{FF2B5EF4-FFF2-40B4-BE49-F238E27FC236}">
                              <a16:creationId xmlns:a16="http://schemas.microsoft.com/office/drawing/2014/main" id="{8B0E600B-8C42-D730-ACD4-F2A0048A4ED6}"/>
                            </a:ext>
                          </a:extLst>
                        </p:cNvPr>
                        <p:cNvSpPr/>
                        <p:nvPr/>
                      </p:nvSpPr>
                      <p:spPr>
                        <a:xfrm>
                          <a:off x="5669563" y="4194897"/>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9" name="Freeform: Shape 1768">
                          <a:extLst>
                            <a:ext uri="{FF2B5EF4-FFF2-40B4-BE49-F238E27FC236}">
                              <a16:creationId xmlns:a16="http://schemas.microsoft.com/office/drawing/2014/main" id="{CDB02F48-8CF4-975C-7AB1-990502CA2BA5}"/>
                            </a:ext>
                          </a:extLst>
                        </p:cNvPr>
                        <p:cNvSpPr/>
                        <p:nvPr/>
                      </p:nvSpPr>
                      <p:spPr>
                        <a:xfrm>
                          <a:off x="5662321" y="419151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0" name="Freeform: Shape 1769">
                          <a:extLst>
                            <a:ext uri="{FF2B5EF4-FFF2-40B4-BE49-F238E27FC236}">
                              <a16:creationId xmlns:a16="http://schemas.microsoft.com/office/drawing/2014/main" id="{1285DB6A-448C-D928-9E5F-57F03DC8EAF1}"/>
                            </a:ext>
                          </a:extLst>
                        </p:cNvPr>
                        <p:cNvSpPr/>
                        <p:nvPr/>
                      </p:nvSpPr>
                      <p:spPr>
                        <a:xfrm>
                          <a:off x="5655164" y="4188130"/>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1" name="Freeform: Shape 1770">
                          <a:extLst>
                            <a:ext uri="{FF2B5EF4-FFF2-40B4-BE49-F238E27FC236}">
                              <a16:creationId xmlns:a16="http://schemas.microsoft.com/office/drawing/2014/main" id="{272C0DEA-A92D-5DCC-0867-FAB1BBFD9B39}"/>
                            </a:ext>
                          </a:extLst>
                        </p:cNvPr>
                        <p:cNvSpPr/>
                        <p:nvPr/>
                      </p:nvSpPr>
                      <p:spPr>
                        <a:xfrm>
                          <a:off x="5647930" y="4184795"/>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2" name="Freeform: Shape 1771">
                          <a:extLst>
                            <a:ext uri="{FF2B5EF4-FFF2-40B4-BE49-F238E27FC236}">
                              <a16:creationId xmlns:a16="http://schemas.microsoft.com/office/drawing/2014/main" id="{0C097FD4-7761-EE44-2878-9E7EBAF805B0}"/>
                            </a:ext>
                          </a:extLst>
                        </p:cNvPr>
                        <p:cNvSpPr/>
                        <p:nvPr/>
                      </p:nvSpPr>
                      <p:spPr>
                        <a:xfrm>
                          <a:off x="5640726" y="4181412"/>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3" name="Freeform: Shape 1772">
                          <a:extLst>
                            <a:ext uri="{FF2B5EF4-FFF2-40B4-BE49-F238E27FC236}">
                              <a16:creationId xmlns:a16="http://schemas.microsoft.com/office/drawing/2014/main" id="{728E30A8-F569-DC9F-0A68-610A3F3188FF}"/>
                            </a:ext>
                          </a:extLst>
                        </p:cNvPr>
                        <p:cNvSpPr/>
                        <p:nvPr/>
                      </p:nvSpPr>
                      <p:spPr>
                        <a:xfrm>
                          <a:off x="5633579" y="4178029"/>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4" name="Freeform: Shape 1773">
                          <a:extLst>
                            <a:ext uri="{FF2B5EF4-FFF2-40B4-BE49-F238E27FC236}">
                              <a16:creationId xmlns:a16="http://schemas.microsoft.com/office/drawing/2014/main" id="{CB1EB10C-91CF-C084-6E7C-5DC15C1F8BB7}"/>
                            </a:ext>
                          </a:extLst>
                        </p:cNvPr>
                        <p:cNvSpPr/>
                        <p:nvPr/>
                      </p:nvSpPr>
                      <p:spPr>
                        <a:xfrm>
                          <a:off x="5706035" y="4212069"/>
                          <a:ext cx="12745" cy="6504"/>
                        </a:xfrm>
                        <a:custGeom>
                          <a:avLst/>
                          <a:gdLst>
                            <a:gd name="connsiteX0" fmla="*/ 4443 w 12745"/>
                            <a:gd name="connsiteY0" fmla="*/ 179 h 6504"/>
                            <a:gd name="connsiteX1" fmla="*/ 12305 w 12745"/>
                            <a:gd name="connsiteY1" fmla="*/ 3848 h 6504"/>
                            <a:gd name="connsiteX2" fmla="*/ 12496 w 12745"/>
                            <a:gd name="connsiteY2" fmla="*/ 4705 h 6504"/>
                            <a:gd name="connsiteX3" fmla="*/ 9923 w 12745"/>
                            <a:gd name="connsiteY3" fmla="*/ 6325 h 6504"/>
                            <a:gd name="connsiteX4" fmla="*/ 8303 w 12745"/>
                            <a:gd name="connsiteY4" fmla="*/ 6325 h 6504"/>
                            <a:gd name="connsiteX5" fmla="*/ 441 w 12745"/>
                            <a:gd name="connsiteY5" fmla="*/ 2656 h 6504"/>
                            <a:gd name="connsiteX6" fmla="*/ 250 w 12745"/>
                            <a:gd name="connsiteY6" fmla="*/ 1799 h 6504"/>
                            <a:gd name="connsiteX7" fmla="*/ 2823 w 12745"/>
                            <a:gd name="connsiteY7" fmla="*/ 179 h 6504"/>
                            <a:gd name="connsiteX8" fmla="*/ 4443 w 12745"/>
                            <a:gd name="connsiteY8" fmla="*/ 179 h 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5" h="6504">
                              <a:moveTo>
                                <a:pt x="4443" y="179"/>
                              </a:moveTo>
                              <a:lnTo>
                                <a:pt x="12305" y="3848"/>
                              </a:lnTo>
                              <a:cubicBezTo>
                                <a:pt x="12829" y="4086"/>
                                <a:pt x="12877" y="4467"/>
                                <a:pt x="12496" y="4705"/>
                              </a:cubicBezTo>
                              <a:lnTo>
                                <a:pt x="9923" y="6325"/>
                              </a:lnTo>
                              <a:cubicBezTo>
                                <a:pt x="9542" y="6564"/>
                                <a:pt x="8827" y="6564"/>
                                <a:pt x="8303" y="6325"/>
                              </a:cubicBezTo>
                              <a:lnTo>
                                <a:pt x="441" y="2656"/>
                              </a:lnTo>
                              <a:cubicBezTo>
                                <a:pt x="-83" y="2418"/>
                                <a:pt x="-131" y="2037"/>
                                <a:pt x="250" y="1799"/>
                              </a:cubicBezTo>
                              <a:lnTo>
                                <a:pt x="2823" y="179"/>
                              </a:lnTo>
                              <a:cubicBezTo>
                                <a:pt x="3204" y="-60"/>
                                <a:pt x="3919" y="-60"/>
                                <a:pt x="444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75" name="Freeform: Shape 1774">
                          <a:extLst>
                            <a:ext uri="{FF2B5EF4-FFF2-40B4-BE49-F238E27FC236}">
                              <a16:creationId xmlns:a16="http://schemas.microsoft.com/office/drawing/2014/main" id="{F9EBF4FA-0B87-A67B-0FEA-FDF3FF892A9E}"/>
                            </a:ext>
                          </a:extLst>
                        </p:cNvPr>
                        <p:cNvSpPr/>
                        <p:nvPr/>
                      </p:nvSpPr>
                      <p:spPr>
                        <a:xfrm>
                          <a:off x="5621457" y="4172377"/>
                          <a:ext cx="12745" cy="6504"/>
                        </a:xfrm>
                        <a:custGeom>
                          <a:avLst/>
                          <a:gdLst>
                            <a:gd name="connsiteX0" fmla="*/ 4443 w 12745"/>
                            <a:gd name="connsiteY0" fmla="*/ 179 h 6504"/>
                            <a:gd name="connsiteX1" fmla="*/ 12305 w 12745"/>
                            <a:gd name="connsiteY1" fmla="*/ 3848 h 6504"/>
                            <a:gd name="connsiteX2" fmla="*/ 12496 w 12745"/>
                            <a:gd name="connsiteY2" fmla="*/ 4705 h 6504"/>
                            <a:gd name="connsiteX3" fmla="*/ 9923 w 12745"/>
                            <a:gd name="connsiteY3" fmla="*/ 6325 h 6504"/>
                            <a:gd name="connsiteX4" fmla="*/ 8303 w 12745"/>
                            <a:gd name="connsiteY4" fmla="*/ 6325 h 6504"/>
                            <a:gd name="connsiteX5" fmla="*/ 441 w 12745"/>
                            <a:gd name="connsiteY5" fmla="*/ 2656 h 6504"/>
                            <a:gd name="connsiteX6" fmla="*/ 250 w 12745"/>
                            <a:gd name="connsiteY6" fmla="*/ 1799 h 6504"/>
                            <a:gd name="connsiteX7" fmla="*/ 2823 w 12745"/>
                            <a:gd name="connsiteY7" fmla="*/ 179 h 6504"/>
                            <a:gd name="connsiteX8" fmla="*/ 4443 w 12745"/>
                            <a:gd name="connsiteY8" fmla="*/ 179 h 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5" h="6504">
                              <a:moveTo>
                                <a:pt x="4443" y="179"/>
                              </a:moveTo>
                              <a:lnTo>
                                <a:pt x="12305" y="3848"/>
                              </a:lnTo>
                              <a:cubicBezTo>
                                <a:pt x="12829" y="4086"/>
                                <a:pt x="12877" y="4467"/>
                                <a:pt x="12496" y="4705"/>
                              </a:cubicBezTo>
                              <a:lnTo>
                                <a:pt x="9923" y="6325"/>
                              </a:lnTo>
                              <a:cubicBezTo>
                                <a:pt x="9542" y="6564"/>
                                <a:pt x="8827" y="6564"/>
                                <a:pt x="8303" y="6325"/>
                              </a:cubicBezTo>
                              <a:lnTo>
                                <a:pt x="441" y="2656"/>
                              </a:lnTo>
                              <a:cubicBezTo>
                                <a:pt x="-83" y="2418"/>
                                <a:pt x="-131" y="2037"/>
                                <a:pt x="250" y="1799"/>
                              </a:cubicBezTo>
                              <a:lnTo>
                                <a:pt x="2823" y="179"/>
                              </a:lnTo>
                              <a:cubicBezTo>
                                <a:pt x="3204" y="-60"/>
                                <a:pt x="3919" y="-60"/>
                                <a:pt x="444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752" name="Graphic 212">
                        <a:extLst>
                          <a:ext uri="{FF2B5EF4-FFF2-40B4-BE49-F238E27FC236}">
                            <a16:creationId xmlns:a16="http://schemas.microsoft.com/office/drawing/2014/main" id="{258F19C4-6102-F5FC-243C-B3ECA3525D10}"/>
                          </a:ext>
                        </a:extLst>
                      </p:cNvPr>
                      <p:cNvGrpSpPr/>
                      <p:nvPr/>
                    </p:nvGrpSpPr>
                    <p:grpSpPr>
                      <a:xfrm>
                        <a:off x="5626622" y="4168767"/>
                        <a:ext cx="97763" cy="46649"/>
                        <a:chOff x="5626622" y="4168767"/>
                        <a:chExt cx="97763" cy="46649"/>
                      </a:xfrm>
                      <a:solidFill>
                        <a:srgbClr val="EEEFEF"/>
                      </a:solidFill>
                    </p:grpSpPr>
                    <p:sp>
                      <p:nvSpPr>
                        <p:cNvPr id="1753" name="Freeform: Shape 1752">
                          <a:extLst>
                            <a:ext uri="{FF2B5EF4-FFF2-40B4-BE49-F238E27FC236}">
                              <a16:creationId xmlns:a16="http://schemas.microsoft.com/office/drawing/2014/main" id="{E1F1CCF9-BF87-1831-2723-C06F27E258F5}"/>
                            </a:ext>
                          </a:extLst>
                        </p:cNvPr>
                        <p:cNvSpPr/>
                        <p:nvPr/>
                      </p:nvSpPr>
                      <p:spPr>
                        <a:xfrm>
                          <a:off x="5692854" y="4199900"/>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0"/>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4" name="Freeform: Shape 1753">
                          <a:extLst>
                            <a:ext uri="{FF2B5EF4-FFF2-40B4-BE49-F238E27FC236}">
                              <a16:creationId xmlns:a16="http://schemas.microsoft.com/office/drawing/2014/main" id="{1DA7DF6F-D0C6-A742-FE20-09B1AD40E547}"/>
                            </a:ext>
                          </a:extLst>
                        </p:cNvPr>
                        <p:cNvSpPr/>
                        <p:nvPr/>
                      </p:nvSpPr>
                      <p:spPr>
                        <a:xfrm>
                          <a:off x="5700097" y="4203235"/>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5" name="Freeform: Shape 1754">
                          <a:extLst>
                            <a:ext uri="{FF2B5EF4-FFF2-40B4-BE49-F238E27FC236}">
                              <a16:creationId xmlns:a16="http://schemas.microsoft.com/office/drawing/2014/main" id="{C4CEB7D9-2638-2D39-6706-E8F9FBE66CE3}"/>
                            </a:ext>
                          </a:extLst>
                        </p:cNvPr>
                        <p:cNvSpPr/>
                        <p:nvPr/>
                      </p:nvSpPr>
                      <p:spPr>
                        <a:xfrm>
                          <a:off x="5685669" y="419651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6" name="Freeform: Shape 1755">
                          <a:extLst>
                            <a:ext uri="{FF2B5EF4-FFF2-40B4-BE49-F238E27FC236}">
                              <a16:creationId xmlns:a16="http://schemas.microsoft.com/office/drawing/2014/main" id="{A61259BF-A668-EB77-597D-B333D0579F4C}"/>
                            </a:ext>
                          </a:extLst>
                        </p:cNvPr>
                        <p:cNvSpPr/>
                        <p:nvPr/>
                      </p:nvSpPr>
                      <p:spPr>
                        <a:xfrm>
                          <a:off x="5678474" y="4193134"/>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7" name="Freeform: Shape 1756">
                          <a:extLst>
                            <a:ext uri="{FF2B5EF4-FFF2-40B4-BE49-F238E27FC236}">
                              <a16:creationId xmlns:a16="http://schemas.microsoft.com/office/drawing/2014/main" id="{E321FDA3-667D-8E34-B9B3-FBC89DDEC53C}"/>
                            </a:ext>
                          </a:extLst>
                        </p:cNvPr>
                        <p:cNvSpPr/>
                        <p:nvPr/>
                      </p:nvSpPr>
                      <p:spPr>
                        <a:xfrm>
                          <a:off x="5671317" y="4189750"/>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8" name="Freeform: Shape 1757">
                          <a:extLst>
                            <a:ext uri="{FF2B5EF4-FFF2-40B4-BE49-F238E27FC236}">
                              <a16:creationId xmlns:a16="http://schemas.microsoft.com/office/drawing/2014/main" id="{9D68AA11-AC80-9D0D-9AED-6BB95376A6B9}"/>
                            </a:ext>
                          </a:extLst>
                        </p:cNvPr>
                        <p:cNvSpPr/>
                        <p:nvPr/>
                      </p:nvSpPr>
                      <p:spPr>
                        <a:xfrm>
                          <a:off x="5664131" y="418636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59" name="Freeform: Shape 1758">
                          <a:extLst>
                            <a:ext uri="{FF2B5EF4-FFF2-40B4-BE49-F238E27FC236}">
                              <a16:creationId xmlns:a16="http://schemas.microsoft.com/office/drawing/2014/main" id="{3B6EAD44-3FC5-E57D-04BA-BB0205D492CC}"/>
                            </a:ext>
                          </a:extLst>
                        </p:cNvPr>
                        <p:cNvSpPr/>
                        <p:nvPr/>
                      </p:nvSpPr>
                      <p:spPr>
                        <a:xfrm>
                          <a:off x="5656974" y="4182984"/>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0" name="Freeform: Shape 1759">
                          <a:extLst>
                            <a:ext uri="{FF2B5EF4-FFF2-40B4-BE49-F238E27FC236}">
                              <a16:creationId xmlns:a16="http://schemas.microsoft.com/office/drawing/2014/main" id="{8A17E285-187A-AB04-7ADD-1F647C016C58}"/>
                            </a:ext>
                          </a:extLst>
                        </p:cNvPr>
                        <p:cNvSpPr/>
                        <p:nvPr/>
                      </p:nvSpPr>
                      <p:spPr>
                        <a:xfrm>
                          <a:off x="5649741" y="417964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0"/>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1" name="Freeform: Shape 1760">
                          <a:extLst>
                            <a:ext uri="{FF2B5EF4-FFF2-40B4-BE49-F238E27FC236}">
                              <a16:creationId xmlns:a16="http://schemas.microsoft.com/office/drawing/2014/main" id="{A29E0E32-9ABB-8447-A1F0-1C06A354806E}"/>
                            </a:ext>
                          </a:extLst>
                        </p:cNvPr>
                        <p:cNvSpPr/>
                        <p:nvPr/>
                      </p:nvSpPr>
                      <p:spPr>
                        <a:xfrm>
                          <a:off x="5642546" y="417626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2" name="Freeform: Shape 1761">
                          <a:extLst>
                            <a:ext uri="{FF2B5EF4-FFF2-40B4-BE49-F238E27FC236}">
                              <a16:creationId xmlns:a16="http://schemas.microsoft.com/office/drawing/2014/main" id="{D13E51B8-BA74-E7D5-6B38-F774598BBBF4}"/>
                            </a:ext>
                          </a:extLst>
                        </p:cNvPr>
                        <p:cNvSpPr/>
                        <p:nvPr/>
                      </p:nvSpPr>
                      <p:spPr>
                        <a:xfrm>
                          <a:off x="5707435" y="4206744"/>
                          <a:ext cx="16950" cy="8672"/>
                        </a:xfrm>
                        <a:custGeom>
                          <a:avLst/>
                          <a:gdLst>
                            <a:gd name="connsiteX0" fmla="*/ 4663 w 16950"/>
                            <a:gd name="connsiteY0" fmla="*/ 215 h 8672"/>
                            <a:gd name="connsiteX1" fmla="*/ 16480 w 16950"/>
                            <a:gd name="connsiteY1" fmla="*/ 5742 h 8672"/>
                            <a:gd name="connsiteX2" fmla="*/ 16718 w 16950"/>
                            <a:gd name="connsiteY2" fmla="*/ 6695 h 8672"/>
                            <a:gd name="connsiteX3" fmla="*/ 14003 w 16950"/>
                            <a:gd name="connsiteY3" fmla="*/ 8458 h 8672"/>
                            <a:gd name="connsiteX4" fmla="*/ 12287 w 16950"/>
                            <a:gd name="connsiteY4" fmla="*/ 8458 h 8672"/>
                            <a:gd name="connsiteX5" fmla="*/ 470 w 16950"/>
                            <a:gd name="connsiteY5" fmla="*/ 2930 h 8672"/>
                            <a:gd name="connsiteX6" fmla="*/ 232 w 16950"/>
                            <a:gd name="connsiteY6" fmla="*/ 1978 h 8672"/>
                            <a:gd name="connsiteX7" fmla="*/ 2948 w 16950"/>
                            <a:gd name="connsiteY7" fmla="*/ 215 h 8672"/>
                            <a:gd name="connsiteX8" fmla="*/ 4663 w 16950"/>
                            <a:gd name="connsiteY8" fmla="*/ 215 h 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0" h="8672">
                              <a:moveTo>
                                <a:pt x="4663" y="215"/>
                              </a:moveTo>
                              <a:lnTo>
                                <a:pt x="16480" y="5742"/>
                              </a:lnTo>
                              <a:cubicBezTo>
                                <a:pt x="17005" y="5980"/>
                                <a:pt x="17100" y="6409"/>
                                <a:pt x="16718" y="6695"/>
                              </a:cubicBezTo>
                              <a:lnTo>
                                <a:pt x="14003" y="8458"/>
                              </a:lnTo>
                              <a:cubicBezTo>
                                <a:pt x="13574" y="8744"/>
                                <a:pt x="12811" y="8744"/>
                                <a:pt x="12287" y="8458"/>
                              </a:cubicBezTo>
                              <a:lnTo>
                                <a:pt x="470" y="2930"/>
                              </a:lnTo>
                              <a:cubicBezTo>
                                <a:pt x="-54" y="2692"/>
                                <a:pt x="-149" y="2263"/>
                                <a:pt x="232" y="1978"/>
                              </a:cubicBezTo>
                              <a:lnTo>
                                <a:pt x="2948" y="215"/>
                              </a:lnTo>
                              <a:cubicBezTo>
                                <a:pt x="3377" y="-72"/>
                                <a:pt x="4139" y="-72"/>
                                <a:pt x="4663" y="215"/>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63" name="Freeform: Shape 1762">
                          <a:extLst>
                            <a:ext uri="{FF2B5EF4-FFF2-40B4-BE49-F238E27FC236}">
                              <a16:creationId xmlns:a16="http://schemas.microsoft.com/office/drawing/2014/main" id="{41FE6FC6-ABE0-FE81-1C21-B93F5FC97CE1}"/>
                            </a:ext>
                          </a:extLst>
                        </p:cNvPr>
                        <p:cNvSpPr/>
                        <p:nvPr/>
                      </p:nvSpPr>
                      <p:spPr>
                        <a:xfrm>
                          <a:off x="5626622" y="4168767"/>
                          <a:ext cx="16950" cy="8672"/>
                        </a:xfrm>
                        <a:custGeom>
                          <a:avLst/>
                          <a:gdLst>
                            <a:gd name="connsiteX0" fmla="*/ 4663 w 16950"/>
                            <a:gd name="connsiteY0" fmla="*/ 215 h 8672"/>
                            <a:gd name="connsiteX1" fmla="*/ 16480 w 16950"/>
                            <a:gd name="connsiteY1" fmla="*/ 5742 h 8672"/>
                            <a:gd name="connsiteX2" fmla="*/ 16719 w 16950"/>
                            <a:gd name="connsiteY2" fmla="*/ 6695 h 8672"/>
                            <a:gd name="connsiteX3" fmla="*/ 14003 w 16950"/>
                            <a:gd name="connsiteY3" fmla="*/ 8458 h 8672"/>
                            <a:gd name="connsiteX4" fmla="*/ 12287 w 16950"/>
                            <a:gd name="connsiteY4" fmla="*/ 8458 h 8672"/>
                            <a:gd name="connsiteX5" fmla="*/ 470 w 16950"/>
                            <a:gd name="connsiteY5" fmla="*/ 2930 h 8672"/>
                            <a:gd name="connsiteX6" fmla="*/ 232 w 16950"/>
                            <a:gd name="connsiteY6" fmla="*/ 1978 h 8672"/>
                            <a:gd name="connsiteX7" fmla="*/ 2948 w 16950"/>
                            <a:gd name="connsiteY7" fmla="*/ 215 h 8672"/>
                            <a:gd name="connsiteX8" fmla="*/ 4663 w 16950"/>
                            <a:gd name="connsiteY8" fmla="*/ 215 h 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0" h="8672">
                              <a:moveTo>
                                <a:pt x="4663" y="215"/>
                              </a:moveTo>
                              <a:lnTo>
                                <a:pt x="16480" y="5742"/>
                              </a:lnTo>
                              <a:cubicBezTo>
                                <a:pt x="17005" y="5980"/>
                                <a:pt x="17100" y="6409"/>
                                <a:pt x="16719" y="6695"/>
                              </a:cubicBezTo>
                              <a:lnTo>
                                <a:pt x="14003" y="8458"/>
                              </a:lnTo>
                              <a:cubicBezTo>
                                <a:pt x="13574" y="8744"/>
                                <a:pt x="12811" y="8744"/>
                                <a:pt x="12287" y="8458"/>
                              </a:cubicBezTo>
                              <a:lnTo>
                                <a:pt x="470" y="2930"/>
                              </a:lnTo>
                              <a:cubicBezTo>
                                <a:pt x="-54" y="2692"/>
                                <a:pt x="-149" y="2263"/>
                                <a:pt x="232" y="1978"/>
                              </a:cubicBezTo>
                              <a:lnTo>
                                <a:pt x="2948" y="215"/>
                              </a:lnTo>
                              <a:cubicBezTo>
                                <a:pt x="3377" y="-72"/>
                                <a:pt x="4139" y="-72"/>
                                <a:pt x="4663" y="215"/>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grpSp>
              <p:nvGrpSpPr>
                <p:cNvPr id="1740" name="Graphic 212">
                  <a:extLst>
                    <a:ext uri="{FF2B5EF4-FFF2-40B4-BE49-F238E27FC236}">
                      <a16:creationId xmlns:a16="http://schemas.microsoft.com/office/drawing/2014/main" id="{3B5FA9DB-2494-18D2-455D-9328B8779CEF}"/>
                    </a:ext>
                  </a:extLst>
                </p:cNvPr>
                <p:cNvGrpSpPr/>
                <p:nvPr/>
              </p:nvGrpSpPr>
              <p:grpSpPr>
                <a:xfrm>
                  <a:off x="5581980" y="4084793"/>
                  <a:ext cx="138501" cy="164438"/>
                  <a:chOff x="5581980" y="4084793"/>
                  <a:chExt cx="138501" cy="164438"/>
                </a:xfrm>
                <a:solidFill>
                  <a:srgbClr val="8D8E8D"/>
                </a:solidFill>
              </p:grpSpPr>
              <p:sp>
                <p:nvSpPr>
                  <p:cNvPr id="1741" name="Freeform: Shape 1740">
                    <a:extLst>
                      <a:ext uri="{FF2B5EF4-FFF2-40B4-BE49-F238E27FC236}">
                        <a16:creationId xmlns:a16="http://schemas.microsoft.com/office/drawing/2014/main" id="{3FB84C5D-CEA8-3E04-CD32-3D3AFEDF6D16}"/>
                      </a:ext>
                    </a:extLst>
                  </p:cNvPr>
                  <p:cNvSpPr/>
                  <p:nvPr/>
                </p:nvSpPr>
                <p:spPr>
                  <a:xfrm>
                    <a:off x="5581980" y="4084793"/>
                    <a:ext cx="138501" cy="164438"/>
                  </a:xfrm>
                  <a:custGeom>
                    <a:avLst/>
                    <a:gdLst>
                      <a:gd name="connsiteX0" fmla="*/ 133025 w 138501"/>
                      <a:gd name="connsiteY0" fmla="*/ 151470 h 164438"/>
                      <a:gd name="connsiteX1" fmla="*/ 138457 w 138501"/>
                      <a:gd name="connsiteY1" fmla="*/ 65034 h 164438"/>
                      <a:gd name="connsiteX2" fmla="*/ 131357 w 138501"/>
                      <a:gd name="connsiteY2" fmla="*/ 51406 h 164438"/>
                      <a:gd name="connsiteX3" fmla="*/ 21716 w 138501"/>
                      <a:gd name="connsiteY3" fmla="*/ 564 h 164438"/>
                      <a:gd name="connsiteX4" fmla="*/ 14188 w 138501"/>
                      <a:gd name="connsiteY4" fmla="*/ 1660 h 164438"/>
                      <a:gd name="connsiteX5" fmla="*/ 13711 w 138501"/>
                      <a:gd name="connsiteY5" fmla="*/ 1994 h 164438"/>
                      <a:gd name="connsiteX6" fmla="*/ 11233 w 138501"/>
                      <a:gd name="connsiteY6" fmla="*/ 3900 h 164438"/>
                      <a:gd name="connsiteX7" fmla="*/ 5420 w 138501"/>
                      <a:gd name="connsiteY7" fmla="*/ 12953 h 164438"/>
                      <a:gd name="connsiteX8" fmla="*/ 36 w 138501"/>
                      <a:gd name="connsiteY8" fmla="*/ 99151 h 164438"/>
                      <a:gd name="connsiteX9" fmla="*/ 7088 w 138501"/>
                      <a:gd name="connsiteY9" fmla="*/ 112683 h 164438"/>
                      <a:gd name="connsiteX10" fmla="*/ 116729 w 138501"/>
                      <a:gd name="connsiteY10" fmla="*/ 163858 h 164438"/>
                      <a:gd name="connsiteX11" fmla="*/ 124210 w 138501"/>
                      <a:gd name="connsiteY11" fmla="*/ 162858 h 164438"/>
                      <a:gd name="connsiteX12" fmla="*/ 128546 w 138501"/>
                      <a:gd name="connsiteY12" fmla="*/ 159713 h 164438"/>
                      <a:gd name="connsiteX13" fmla="*/ 133073 w 138501"/>
                      <a:gd name="connsiteY13" fmla="*/ 151565 h 16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501" h="164438">
                        <a:moveTo>
                          <a:pt x="133025" y="151470"/>
                        </a:moveTo>
                        <a:lnTo>
                          <a:pt x="138457" y="65034"/>
                        </a:lnTo>
                        <a:cubicBezTo>
                          <a:pt x="138886" y="58839"/>
                          <a:pt x="136170" y="53646"/>
                          <a:pt x="131357" y="51406"/>
                        </a:cubicBezTo>
                        <a:lnTo>
                          <a:pt x="21716" y="564"/>
                        </a:lnTo>
                        <a:cubicBezTo>
                          <a:pt x="19286" y="-531"/>
                          <a:pt x="16522" y="40"/>
                          <a:pt x="14188" y="1660"/>
                        </a:cubicBezTo>
                        <a:lnTo>
                          <a:pt x="13711" y="1994"/>
                        </a:lnTo>
                        <a:lnTo>
                          <a:pt x="11233" y="3900"/>
                        </a:lnTo>
                        <a:cubicBezTo>
                          <a:pt x="8184" y="5568"/>
                          <a:pt x="5659" y="9046"/>
                          <a:pt x="5420" y="12953"/>
                        </a:cubicBezTo>
                        <a:lnTo>
                          <a:pt x="36" y="99151"/>
                        </a:lnTo>
                        <a:cubicBezTo>
                          <a:pt x="-345" y="105297"/>
                          <a:pt x="2323" y="110444"/>
                          <a:pt x="7088" y="112683"/>
                        </a:cubicBezTo>
                        <a:lnTo>
                          <a:pt x="116729" y="163858"/>
                        </a:lnTo>
                        <a:cubicBezTo>
                          <a:pt x="119111" y="164954"/>
                          <a:pt x="121875" y="164430"/>
                          <a:pt x="124210" y="162858"/>
                        </a:cubicBezTo>
                        <a:cubicBezTo>
                          <a:pt x="124115" y="163048"/>
                          <a:pt x="128546" y="159713"/>
                          <a:pt x="128546" y="159713"/>
                        </a:cubicBezTo>
                        <a:cubicBezTo>
                          <a:pt x="130976" y="157855"/>
                          <a:pt x="132834" y="154900"/>
                          <a:pt x="133073" y="151565"/>
                        </a:cubicBez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42" name="Freeform: Shape 1741">
                    <a:extLst>
                      <a:ext uri="{FF2B5EF4-FFF2-40B4-BE49-F238E27FC236}">
                        <a16:creationId xmlns:a16="http://schemas.microsoft.com/office/drawing/2014/main" id="{8DD6692C-C790-9214-16D2-84342A6F976B}"/>
                      </a:ext>
                    </a:extLst>
                  </p:cNvPr>
                  <p:cNvSpPr/>
                  <p:nvPr/>
                </p:nvSpPr>
                <p:spPr>
                  <a:xfrm>
                    <a:off x="5596692" y="4086266"/>
                    <a:ext cx="122401" cy="156953"/>
                  </a:xfrm>
                  <a:custGeom>
                    <a:avLst/>
                    <a:gdLst>
                      <a:gd name="connsiteX0" fmla="*/ 122364 w 122401"/>
                      <a:gd name="connsiteY0" fmla="*/ 63799 h 156953"/>
                      <a:gd name="connsiteX1" fmla="*/ 115883 w 122401"/>
                      <a:gd name="connsiteY1" fmla="*/ 51315 h 156953"/>
                      <a:gd name="connsiteX2" fmla="*/ 6242 w 122401"/>
                      <a:gd name="connsiteY2" fmla="*/ 473 h 156953"/>
                      <a:gd name="connsiteX3" fmla="*/ 3002 w 122401"/>
                      <a:gd name="connsiteY3" fmla="*/ 92 h 156953"/>
                      <a:gd name="connsiteX4" fmla="*/ 0 w 122401"/>
                      <a:gd name="connsiteY4" fmla="*/ 1331 h 156953"/>
                      <a:gd name="connsiteX5" fmla="*/ 3145 w 122401"/>
                      <a:gd name="connsiteY5" fmla="*/ 1903 h 156953"/>
                      <a:gd name="connsiteX6" fmla="*/ 112786 w 122401"/>
                      <a:gd name="connsiteY6" fmla="*/ 52744 h 156953"/>
                      <a:gd name="connsiteX7" fmla="*/ 119886 w 122401"/>
                      <a:gd name="connsiteY7" fmla="*/ 66372 h 156953"/>
                      <a:gd name="connsiteX8" fmla="*/ 114454 w 122401"/>
                      <a:gd name="connsiteY8" fmla="*/ 152808 h 156953"/>
                      <a:gd name="connsiteX9" fmla="*/ 113262 w 122401"/>
                      <a:gd name="connsiteY9" fmla="*/ 156953 h 156953"/>
                      <a:gd name="connsiteX10" fmla="*/ 116884 w 122401"/>
                      <a:gd name="connsiteY10" fmla="*/ 150283 h 156953"/>
                      <a:gd name="connsiteX11" fmla="*/ 122316 w 122401"/>
                      <a:gd name="connsiteY11" fmla="*/ 63847 h 1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01" h="156953">
                        <a:moveTo>
                          <a:pt x="122364" y="63799"/>
                        </a:moveTo>
                        <a:cubicBezTo>
                          <a:pt x="122744" y="58129"/>
                          <a:pt x="120267" y="53364"/>
                          <a:pt x="115883" y="51315"/>
                        </a:cubicBezTo>
                        <a:lnTo>
                          <a:pt x="6242" y="473"/>
                        </a:lnTo>
                        <a:cubicBezTo>
                          <a:pt x="5242" y="-3"/>
                          <a:pt x="4146" y="-99"/>
                          <a:pt x="3002" y="92"/>
                        </a:cubicBezTo>
                        <a:cubicBezTo>
                          <a:pt x="2001" y="283"/>
                          <a:pt x="953" y="711"/>
                          <a:pt x="0" y="1331"/>
                        </a:cubicBezTo>
                        <a:cubicBezTo>
                          <a:pt x="1096" y="1236"/>
                          <a:pt x="2144" y="1426"/>
                          <a:pt x="3145" y="1903"/>
                        </a:cubicBezTo>
                        <a:lnTo>
                          <a:pt x="112786" y="52744"/>
                        </a:lnTo>
                        <a:cubicBezTo>
                          <a:pt x="118218" y="55175"/>
                          <a:pt x="120362" y="58987"/>
                          <a:pt x="119886" y="66372"/>
                        </a:cubicBezTo>
                        <a:lnTo>
                          <a:pt x="114454" y="152808"/>
                        </a:lnTo>
                        <a:cubicBezTo>
                          <a:pt x="114358" y="154285"/>
                          <a:pt x="113930" y="155667"/>
                          <a:pt x="113262" y="156953"/>
                        </a:cubicBezTo>
                        <a:cubicBezTo>
                          <a:pt x="115359" y="155286"/>
                          <a:pt x="116741" y="152808"/>
                          <a:pt x="116884" y="150283"/>
                        </a:cubicBezTo>
                        <a:lnTo>
                          <a:pt x="122316" y="63847"/>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1738" name="Freeform: Shape 1737">
                <a:extLst>
                  <a:ext uri="{FF2B5EF4-FFF2-40B4-BE49-F238E27FC236}">
                    <a16:creationId xmlns:a16="http://schemas.microsoft.com/office/drawing/2014/main" id="{BC83DB7D-5CC6-8265-E123-A223B506472E}"/>
                  </a:ext>
                </a:extLst>
              </p:cNvPr>
              <p:cNvSpPr/>
              <p:nvPr/>
            </p:nvSpPr>
            <p:spPr>
              <a:xfrm>
                <a:off x="5369586" y="3831004"/>
                <a:ext cx="42912" cy="37117"/>
              </a:xfrm>
              <a:custGeom>
                <a:avLst/>
                <a:gdLst>
                  <a:gd name="connsiteX0" fmla="*/ 31401 w 31448"/>
                  <a:gd name="connsiteY0" fmla="*/ 24453 h 27201"/>
                  <a:gd name="connsiteX1" fmla="*/ 26636 w 31448"/>
                  <a:gd name="connsiteY1" fmla="*/ 11493 h 27201"/>
                  <a:gd name="connsiteX2" fmla="*/ 21966 w 31448"/>
                  <a:gd name="connsiteY2" fmla="*/ 4965 h 27201"/>
                  <a:gd name="connsiteX3" fmla="*/ 18869 w 31448"/>
                  <a:gd name="connsiteY3" fmla="*/ 2344 h 27201"/>
                  <a:gd name="connsiteX4" fmla="*/ 5003 w 31448"/>
                  <a:gd name="connsiteY4" fmla="*/ 3392 h 27201"/>
                  <a:gd name="connsiteX5" fmla="*/ 0 w 31448"/>
                  <a:gd name="connsiteY5" fmla="*/ 9110 h 27201"/>
                  <a:gd name="connsiteX6" fmla="*/ 2335 w 31448"/>
                  <a:gd name="connsiteY6" fmla="*/ 14733 h 27201"/>
                  <a:gd name="connsiteX7" fmla="*/ 29447 w 31448"/>
                  <a:gd name="connsiteY7" fmla="*/ 25311 h 27201"/>
                  <a:gd name="connsiteX8" fmla="*/ 31448 w 31448"/>
                  <a:gd name="connsiteY8" fmla="*/ 24405 h 2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48" h="27201">
                    <a:moveTo>
                      <a:pt x="31401" y="24453"/>
                    </a:moveTo>
                    <a:lnTo>
                      <a:pt x="26636" y="11493"/>
                    </a:lnTo>
                    <a:cubicBezTo>
                      <a:pt x="25635" y="8967"/>
                      <a:pt x="24015" y="6728"/>
                      <a:pt x="21966" y="4965"/>
                    </a:cubicBezTo>
                    <a:lnTo>
                      <a:pt x="18869" y="2344"/>
                    </a:lnTo>
                    <a:cubicBezTo>
                      <a:pt x="14723" y="-1134"/>
                      <a:pt x="8577" y="-706"/>
                      <a:pt x="5003" y="3392"/>
                    </a:cubicBezTo>
                    <a:lnTo>
                      <a:pt x="0" y="9110"/>
                    </a:lnTo>
                    <a:lnTo>
                      <a:pt x="2335" y="14733"/>
                    </a:lnTo>
                    <a:cubicBezTo>
                      <a:pt x="6718" y="25311"/>
                      <a:pt x="19012" y="30171"/>
                      <a:pt x="29447" y="25311"/>
                    </a:cubicBezTo>
                    <a:lnTo>
                      <a:pt x="31448" y="24405"/>
                    </a:ln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668" name="Group 1667">
              <a:extLst>
                <a:ext uri="{FF2B5EF4-FFF2-40B4-BE49-F238E27FC236}">
                  <a16:creationId xmlns:a16="http://schemas.microsoft.com/office/drawing/2014/main" id="{0D774621-2EA4-A810-90CB-D428D6E43D09}"/>
                </a:ext>
              </a:extLst>
            </p:cNvPr>
            <p:cNvGrpSpPr>
              <a:grpSpLocks/>
            </p:cNvGrpSpPr>
            <p:nvPr/>
          </p:nvGrpSpPr>
          <p:grpSpPr>
            <a:xfrm>
              <a:off x="4907023" y="2340813"/>
              <a:ext cx="194012" cy="213019"/>
              <a:chOff x="5948020" y="5226493"/>
              <a:chExt cx="404141" cy="220133"/>
            </a:xfrm>
          </p:grpSpPr>
          <p:sp>
            <p:nvSpPr>
              <p:cNvPr id="1704" name="Freeform: Shape 1703">
                <a:extLst>
                  <a:ext uri="{FF2B5EF4-FFF2-40B4-BE49-F238E27FC236}">
                    <a16:creationId xmlns:a16="http://schemas.microsoft.com/office/drawing/2014/main" id="{A9EAD036-9ECA-3C9C-8998-8011AD11694E}"/>
                  </a:ext>
                </a:extLst>
              </p:cNvPr>
              <p:cNvSpPr/>
              <p:nvPr/>
            </p:nvSpPr>
            <p:spPr>
              <a:xfrm>
                <a:off x="5948020" y="5226493"/>
                <a:ext cx="404141" cy="220133"/>
              </a:xfrm>
              <a:custGeom>
                <a:avLst/>
                <a:gdLst>
                  <a:gd name="connsiteX0" fmla="*/ 0 w 404141"/>
                  <a:gd name="connsiteY0" fmla="*/ 110067 h 220133"/>
                  <a:gd name="connsiteX1" fmla="*/ 202071 w 404141"/>
                  <a:gd name="connsiteY1" fmla="*/ 0 h 220133"/>
                  <a:gd name="connsiteX2" fmla="*/ 404141 w 404141"/>
                  <a:gd name="connsiteY2" fmla="*/ 110067 h 220133"/>
                  <a:gd name="connsiteX3" fmla="*/ 202071 w 404141"/>
                  <a:gd name="connsiteY3" fmla="*/ 220133 h 220133"/>
                  <a:gd name="connsiteX4" fmla="*/ 0 w 404141"/>
                  <a:gd name="connsiteY4" fmla="*/ 110067 h 220133"/>
                  <a:gd name="connsiteX5" fmla="*/ 0 w 404141"/>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0133">
                    <a:moveTo>
                      <a:pt x="0" y="110067"/>
                    </a:moveTo>
                    <a:cubicBezTo>
                      <a:pt x="0" y="49294"/>
                      <a:pt x="90491" y="0"/>
                      <a:pt x="202071" y="0"/>
                    </a:cubicBezTo>
                    <a:cubicBezTo>
                      <a:pt x="313650" y="0"/>
                      <a:pt x="404141" y="49294"/>
                      <a:pt x="404141" y="110067"/>
                    </a:cubicBezTo>
                    <a:cubicBezTo>
                      <a:pt x="404141" y="170839"/>
                      <a:pt x="313650" y="220133"/>
                      <a:pt x="202071" y="220133"/>
                    </a:cubicBezTo>
                    <a:cubicBezTo>
                      <a:pt x="90491"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5" name="Freeform: Shape 1704">
                <a:extLst>
                  <a:ext uri="{FF2B5EF4-FFF2-40B4-BE49-F238E27FC236}">
                    <a16:creationId xmlns:a16="http://schemas.microsoft.com/office/drawing/2014/main" id="{6EB381FD-D0EB-96BE-C0C1-B61C3E8B79C6}"/>
                  </a:ext>
                </a:extLst>
              </p:cNvPr>
              <p:cNvSpPr/>
              <p:nvPr/>
            </p:nvSpPr>
            <p:spPr>
              <a:xfrm>
                <a:off x="6100708" y="5389769"/>
                <a:ext cx="98677" cy="4448"/>
              </a:xfrm>
              <a:custGeom>
                <a:avLst/>
                <a:gdLst>
                  <a:gd name="connsiteX0" fmla="*/ 0 w 98677"/>
                  <a:gd name="connsiteY0" fmla="*/ 0 h 4448"/>
                  <a:gd name="connsiteX1" fmla="*/ 98677 w 98677"/>
                  <a:gd name="connsiteY1" fmla="*/ 0 h 4448"/>
                </a:gdLst>
                <a:ahLst/>
                <a:cxnLst>
                  <a:cxn ang="0">
                    <a:pos x="connsiteX0" y="connsiteY0"/>
                  </a:cxn>
                  <a:cxn ang="0">
                    <a:pos x="connsiteX1" y="connsiteY1"/>
                  </a:cxn>
                </a:cxnLst>
                <a:rect l="l" t="t" r="r" b="b"/>
                <a:pathLst>
                  <a:path w="98677" h="4448">
                    <a:moveTo>
                      <a:pt x="0" y="0"/>
                    </a:moveTo>
                    <a:lnTo>
                      <a:pt x="98677"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6" name="Freeform: Shape 1705">
                <a:extLst>
                  <a:ext uri="{FF2B5EF4-FFF2-40B4-BE49-F238E27FC236}">
                    <a16:creationId xmlns:a16="http://schemas.microsoft.com/office/drawing/2014/main" id="{66D81B7D-48A6-2153-722B-80CBB47B058C}"/>
                  </a:ext>
                </a:extLst>
              </p:cNvPr>
              <p:cNvSpPr/>
              <p:nvPr/>
            </p:nvSpPr>
            <p:spPr>
              <a:xfrm>
                <a:off x="6120238" y="5373886"/>
                <a:ext cx="4448" cy="15882"/>
              </a:xfrm>
              <a:custGeom>
                <a:avLst/>
                <a:gdLst>
                  <a:gd name="connsiteX0" fmla="*/ 0 w 4448"/>
                  <a:gd name="connsiteY0" fmla="*/ 0 h 15882"/>
                  <a:gd name="connsiteX1" fmla="*/ 0 w 4448"/>
                  <a:gd name="connsiteY1" fmla="*/ 15883 h 15882"/>
                </a:gdLst>
                <a:ahLst/>
                <a:cxnLst>
                  <a:cxn ang="0">
                    <a:pos x="connsiteX0" y="connsiteY0"/>
                  </a:cxn>
                  <a:cxn ang="0">
                    <a:pos x="connsiteX1" y="connsiteY1"/>
                  </a:cxn>
                </a:cxnLst>
                <a:rect l="l" t="t" r="r" b="b"/>
                <a:pathLst>
                  <a:path w="4448" h="15882">
                    <a:moveTo>
                      <a:pt x="0" y="0"/>
                    </a:moveTo>
                    <a:lnTo>
                      <a:pt x="0" y="1588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7" name="Freeform: Shape 1706">
                <a:extLst>
                  <a:ext uri="{FF2B5EF4-FFF2-40B4-BE49-F238E27FC236}">
                    <a16:creationId xmlns:a16="http://schemas.microsoft.com/office/drawing/2014/main" id="{879FF922-9B61-F9F4-9B0D-FB06B6C31B0D}"/>
                  </a:ext>
                </a:extLst>
              </p:cNvPr>
              <p:cNvSpPr/>
              <p:nvPr/>
            </p:nvSpPr>
            <p:spPr>
              <a:xfrm>
                <a:off x="6179854" y="5373886"/>
                <a:ext cx="4448" cy="15882"/>
              </a:xfrm>
              <a:custGeom>
                <a:avLst/>
                <a:gdLst>
                  <a:gd name="connsiteX0" fmla="*/ 0 w 4448"/>
                  <a:gd name="connsiteY0" fmla="*/ 0 h 15882"/>
                  <a:gd name="connsiteX1" fmla="*/ 0 w 4448"/>
                  <a:gd name="connsiteY1" fmla="*/ 15883 h 15882"/>
                </a:gdLst>
                <a:ahLst/>
                <a:cxnLst>
                  <a:cxn ang="0">
                    <a:pos x="connsiteX0" y="connsiteY0"/>
                  </a:cxn>
                  <a:cxn ang="0">
                    <a:pos x="connsiteX1" y="connsiteY1"/>
                  </a:cxn>
                </a:cxnLst>
                <a:rect l="l" t="t" r="r" b="b"/>
                <a:pathLst>
                  <a:path w="4448" h="15882">
                    <a:moveTo>
                      <a:pt x="0" y="0"/>
                    </a:moveTo>
                    <a:lnTo>
                      <a:pt x="0" y="1588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8" name="Freeform: Shape 1707">
                <a:extLst>
                  <a:ext uri="{FF2B5EF4-FFF2-40B4-BE49-F238E27FC236}">
                    <a16:creationId xmlns:a16="http://schemas.microsoft.com/office/drawing/2014/main" id="{8336EA37-1157-5BB6-15BE-BCE2D75D50B5}"/>
                  </a:ext>
                </a:extLst>
              </p:cNvPr>
              <p:cNvSpPr/>
              <p:nvPr/>
            </p:nvSpPr>
            <p:spPr>
              <a:xfrm>
                <a:off x="6047365" y="5285842"/>
                <a:ext cx="205318" cy="88044"/>
              </a:xfrm>
              <a:custGeom>
                <a:avLst/>
                <a:gdLst>
                  <a:gd name="connsiteX0" fmla="*/ 0 w 205318"/>
                  <a:gd name="connsiteY0" fmla="*/ 0 h 88044"/>
                  <a:gd name="connsiteX1" fmla="*/ 205318 w 205318"/>
                  <a:gd name="connsiteY1" fmla="*/ 0 h 88044"/>
                  <a:gd name="connsiteX2" fmla="*/ 205318 w 205318"/>
                  <a:gd name="connsiteY2" fmla="*/ 88044 h 88044"/>
                  <a:gd name="connsiteX3" fmla="*/ 0 w 205318"/>
                  <a:gd name="connsiteY3" fmla="*/ 88044 h 88044"/>
                  <a:gd name="connsiteX4" fmla="*/ 0 w 205318"/>
                  <a:gd name="connsiteY4" fmla="*/ 0 h 88044"/>
                  <a:gd name="connsiteX5" fmla="*/ 0 w 205318"/>
                  <a:gd name="connsiteY5" fmla="*/ 0 h 8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18" h="88044">
                    <a:moveTo>
                      <a:pt x="0" y="0"/>
                    </a:moveTo>
                    <a:lnTo>
                      <a:pt x="205318" y="0"/>
                    </a:lnTo>
                    <a:lnTo>
                      <a:pt x="205318" y="88044"/>
                    </a:lnTo>
                    <a:lnTo>
                      <a:pt x="0" y="88044"/>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9" name="Freeform: Shape 1708">
                <a:extLst>
                  <a:ext uri="{FF2B5EF4-FFF2-40B4-BE49-F238E27FC236}">
                    <a16:creationId xmlns:a16="http://schemas.microsoft.com/office/drawing/2014/main" id="{778B9742-FB81-A626-A4ED-32E254A6FF77}"/>
                  </a:ext>
                </a:extLst>
              </p:cNvPr>
              <p:cNvSpPr/>
              <p:nvPr/>
            </p:nvSpPr>
            <p:spPr>
              <a:xfrm>
                <a:off x="6071211" y="5302659"/>
                <a:ext cx="157981" cy="54276"/>
              </a:xfrm>
              <a:custGeom>
                <a:avLst/>
                <a:gdLst>
                  <a:gd name="connsiteX0" fmla="*/ 0 w 157981"/>
                  <a:gd name="connsiteY0" fmla="*/ 0 h 54276"/>
                  <a:gd name="connsiteX1" fmla="*/ 157982 w 157981"/>
                  <a:gd name="connsiteY1" fmla="*/ 0 h 54276"/>
                  <a:gd name="connsiteX2" fmla="*/ 157982 w 157981"/>
                  <a:gd name="connsiteY2" fmla="*/ 54277 h 54276"/>
                  <a:gd name="connsiteX3" fmla="*/ 0 w 157981"/>
                  <a:gd name="connsiteY3" fmla="*/ 54277 h 54276"/>
                  <a:gd name="connsiteX4" fmla="*/ 0 w 157981"/>
                  <a:gd name="connsiteY4" fmla="*/ 0 h 54276"/>
                  <a:gd name="connsiteX5" fmla="*/ 0 w 157981"/>
                  <a:gd name="connsiteY5" fmla="*/ 0 h 5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981" h="54276">
                    <a:moveTo>
                      <a:pt x="0" y="0"/>
                    </a:moveTo>
                    <a:lnTo>
                      <a:pt x="157982" y="0"/>
                    </a:lnTo>
                    <a:lnTo>
                      <a:pt x="157982" y="54277"/>
                    </a:lnTo>
                    <a:lnTo>
                      <a:pt x="0" y="54277"/>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0" name="Freeform: Shape 1709">
                <a:extLst>
                  <a:ext uri="{FF2B5EF4-FFF2-40B4-BE49-F238E27FC236}">
                    <a16:creationId xmlns:a16="http://schemas.microsoft.com/office/drawing/2014/main" id="{FF072A00-7340-3B07-F6B0-D5497C7DC133}"/>
                  </a:ext>
                </a:extLst>
              </p:cNvPr>
              <p:cNvSpPr/>
              <p:nvPr/>
            </p:nvSpPr>
            <p:spPr>
              <a:xfrm>
                <a:off x="6084158" y="5345324"/>
                <a:ext cx="131777" cy="4448"/>
              </a:xfrm>
              <a:custGeom>
                <a:avLst/>
                <a:gdLst>
                  <a:gd name="connsiteX0" fmla="*/ 0 w 131777"/>
                  <a:gd name="connsiteY0" fmla="*/ 0 h 4448"/>
                  <a:gd name="connsiteX1" fmla="*/ 131777 w 131777"/>
                  <a:gd name="connsiteY1" fmla="*/ 0 h 4448"/>
                </a:gdLst>
                <a:ahLst/>
                <a:cxnLst>
                  <a:cxn ang="0">
                    <a:pos x="connsiteX0" y="connsiteY0"/>
                  </a:cxn>
                  <a:cxn ang="0">
                    <a:pos x="connsiteX1" y="connsiteY1"/>
                  </a:cxn>
                </a:cxnLst>
                <a:rect l="l" t="t" r="r" b="b"/>
                <a:pathLst>
                  <a:path w="131777" h="4448">
                    <a:moveTo>
                      <a:pt x="0" y="0"/>
                    </a:moveTo>
                    <a:lnTo>
                      <a:pt x="131777"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1" name="Freeform: Shape 1710">
                <a:extLst>
                  <a:ext uri="{FF2B5EF4-FFF2-40B4-BE49-F238E27FC236}">
                    <a16:creationId xmlns:a16="http://schemas.microsoft.com/office/drawing/2014/main" id="{A6BBBF2B-3EC0-72C8-F71D-8E95A615A979}"/>
                  </a:ext>
                </a:extLst>
              </p:cNvPr>
              <p:cNvSpPr/>
              <p:nvPr/>
            </p:nvSpPr>
            <p:spPr>
              <a:xfrm>
                <a:off x="6099061" y="5315516"/>
                <a:ext cx="4448" cy="29807"/>
              </a:xfrm>
              <a:custGeom>
                <a:avLst/>
                <a:gdLst>
                  <a:gd name="connsiteX0" fmla="*/ 0 w 4448"/>
                  <a:gd name="connsiteY0" fmla="*/ 0 h 29807"/>
                  <a:gd name="connsiteX1" fmla="*/ 0 w 4448"/>
                  <a:gd name="connsiteY1" fmla="*/ 29808 h 29807"/>
                </a:gdLst>
                <a:ahLst/>
                <a:cxnLst>
                  <a:cxn ang="0">
                    <a:pos x="connsiteX0" y="connsiteY0"/>
                  </a:cxn>
                  <a:cxn ang="0">
                    <a:pos x="connsiteX1" y="connsiteY1"/>
                  </a:cxn>
                </a:cxnLst>
                <a:rect l="l" t="t" r="r" b="b"/>
                <a:pathLst>
                  <a:path w="4448" h="29807">
                    <a:moveTo>
                      <a:pt x="0" y="0"/>
                    </a:moveTo>
                    <a:lnTo>
                      <a:pt x="0" y="29808"/>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2" name="Freeform: Shape 1711">
                <a:extLst>
                  <a:ext uri="{FF2B5EF4-FFF2-40B4-BE49-F238E27FC236}">
                    <a16:creationId xmlns:a16="http://schemas.microsoft.com/office/drawing/2014/main" id="{E06D149C-76D4-39C5-4E80-C0F11903D8FF}"/>
                  </a:ext>
                </a:extLst>
              </p:cNvPr>
              <p:cNvSpPr/>
              <p:nvPr/>
            </p:nvSpPr>
            <p:spPr>
              <a:xfrm>
                <a:off x="6115612" y="5328373"/>
                <a:ext cx="4448" cy="16950"/>
              </a:xfrm>
              <a:custGeom>
                <a:avLst/>
                <a:gdLst>
                  <a:gd name="connsiteX0" fmla="*/ 0 w 4448"/>
                  <a:gd name="connsiteY0" fmla="*/ 0 h 16950"/>
                  <a:gd name="connsiteX1" fmla="*/ 0 w 4448"/>
                  <a:gd name="connsiteY1" fmla="*/ 16950 h 16950"/>
                </a:gdLst>
                <a:ahLst/>
                <a:cxnLst>
                  <a:cxn ang="0">
                    <a:pos x="connsiteX0" y="connsiteY0"/>
                  </a:cxn>
                  <a:cxn ang="0">
                    <a:pos x="connsiteX1" y="connsiteY1"/>
                  </a:cxn>
                </a:cxnLst>
                <a:rect l="l" t="t" r="r" b="b"/>
                <a:pathLst>
                  <a:path w="4448" h="16950">
                    <a:moveTo>
                      <a:pt x="0" y="0"/>
                    </a:moveTo>
                    <a:lnTo>
                      <a:pt x="0" y="1695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3" name="Freeform: Shape 1712">
                <a:extLst>
                  <a:ext uri="{FF2B5EF4-FFF2-40B4-BE49-F238E27FC236}">
                    <a16:creationId xmlns:a16="http://schemas.microsoft.com/office/drawing/2014/main" id="{D7DDA90E-35AF-8A07-4EA6-E83FC9B785D9}"/>
                  </a:ext>
                </a:extLst>
              </p:cNvPr>
              <p:cNvSpPr/>
              <p:nvPr/>
            </p:nvSpPr>
            <p:spPr>
              <a:xfrm>
                <a:off x="6131183" y="5320321"/>
                <a:ext cx="4448" cy="25002"/>
              </a:xfrm>
              <a:custGeom>
                <a:avLst/>
                <a:gdLst>
                  <a:gd name="connsiteX0" fmla="*/ 0 w 4448"/>
                  <a:gd name="connsiteY0" fmla="*/ 0 h 25002"/>
                  <a:gd name="connsiteX1" fmla="*/ 0 w 4448"/>
                  <a:gd name="connsiteY1" fmla="*/ 25003 h 25002"/>
                </a:gdLst>
                <a:ahLst/>
                <a:cxnLst>
                  <a:cxn ang="0">
                    <a:pos x="connsiteX0" y="connsiteY0"/>
                  </a:cxn>
                  <a:cxn ang="0">
                    <a:pos x="connsiteX1" y="connsiteY1"/>
                  </a:cxn>
                </a:cxnLst>
                <a:rect l="l" t="t" r="r" b="b"/>
                <a:pathLst>
                  <a:path w="4448" h="25002">
                    <a:moveTo>
                      <a:pt x="0" y="0"/>
                    </a:moveTo>
                    <a:lnTo>
                      <a:pt x="0" y="2500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4" name="Freeform: Shape 1713">
                <a:extLst>
                  <a:ext uri="{FF2B5EF4-FFF2-40B4-BE49-F238E27FC236}">
                    <a16:creationId xmlns:a16="http://schemas.microsoft.com/office/drawing/2014/main" id="{FC7B74AE-61BE-9FA5-D8BD-A74C19AC00C9}"/>
                  </a:ext>
                </a:extLst>
              </p:cNvPr>
              <p:cNvSpPr/>
              <p:nvPr/>
            </p:nvSpPr>
            <p:spPr>
              <a:xfrm>
                <a:off x="6148044" y="5326950"/>
                <a:ext cx="4448" cy="18374"/>
              </a:xfrm>
              <a:custGeom>
                <a:avLst/>
                <a:gdLst>
                  <a:gd name="connsiteX0" fmla="*/ 0 w 4448"/>
                  <a:gd name="connsiteY0" fmla="*/ 0 h 18374"/>
                  <a:gd name="connsiteX1" fmla="*/ 0 w 4448"/>
                  <a:gd name="connsiteY1" fmla="*/ 18374 h 18374"/>
                </a:gdLst>
                <a:ahLst/>
                <a:cxnLst>
                  <a:cxn ang="0">
                    <a:pos x="connsiteX0" y="connsiteY0"/>
                  </a:cxn>
                  <a:cxn ang="0">
                    <a:pos x="connsiteX1" y="connsiteY1"/>
                  </a:cxn>
                </a:cxnLst>
                <a:rect l="l" t="t" r="r" b="b"/>
                <a:pathLst>
                  <a:path w="4448" h="18374">
                    <a:moveTo>
                      <a:pt x="0" y="0"/>
                    </a:moveTo>
                    <a:lnTo>
                      <a:pt x="0" y="18374"/>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5" name="Freeform: Shape 1714">
                <a:extLst>
                  <a:ext uri="{FF2B5EF4-FFF2-40B4-BE49-F238E27FC236}">
                    <a16:creationId xmlns:a16="http://schemas.microsoft.com/office/drawing/2014/main" id="{BF0733DE-77E8-79A0-E64A-BF7D553C1474}"/>
                  </a:ext>
                </a:extLst>
              </p:cNvPr>
              <p:cNvSpPr/>
              <p:nvPr/>
            </p:nvSpPr>
            <p:spPr>
              <a:xfrm>
                <a:off x="6164283" y="5318719"/>
                <a:ext cx="4448" cy="26604"/>
              </a:xfrm>
              <a:custGeom>
                <a:avLst/>
                <a:gdLst>
                  <a:gd name="connsiteX0" fmla="*/ 0 w 4448"/>
                  <a:gd name="connsiteY0" fmla="*/ 0 h 26604"/>
                  <a:gd name="connsiteX1" fmla="*/ 0 w 4448"/>
                  <a:gd name="connsiteY1" fmla="*/ 26605 h 26604"/>
                </a:gdLst>
                <a:ahLst/>
                <a:cxnLst>
                  <a:cxn ang="0">
                    <a:pos x="connsiteX0" y="connsiteY0"/>
                  </a:cxn>
                  <a:cxn ang="0">
                    <a:pos x="connsiteX1" y="connsiteY1"/>
                  </a:cxn>
                </a:cxnLst>
                <a:rect l="l" t="t" r="r" b="b"/>
                <a:pathLst>
                  <a:path w="4448" h="26604">
                    <a:moveTo>
                      <a:pt x="0" y="0"/>
                    </a:moveTo>
                    <a:lnTo>
                      <a:pt x="0" y="26605"/>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6" name="Freeform: Shape 1715">
                <a:extLst>
                  <a:ext uri="{FF2B5EF4-FFF2-40B4-BE49-F238E27FC236}">
                    <a16:creationId xmlns:a16="http://schemas.microsoft.com/office/drawing/2014/main" id="{26D4E682-AD04-E70A-6EE5-56B67869645A}"/>
                  </a:ext>
                </a:extLst>
              </p:cNvPr>
              <p:cNvSpPr/>
              <p:nvPr/>
            </p:nvSpPr>
            <p:spPr>
              <a:xfrm>
                <a:off x="6180166" y="5322278"/>
                <a:ext cx="4448" cy="23045"/>
              </a:xfrm>
              <a:custGeom>
                <a:avLst/>
                <a:gdLst>
                  <a:gd name="connsiteX0" fmla="*/ 0 w 4448"/>
                  <a:gd name="connsiteY0" fmla="*/ 0 h 23045"/>
                  <a:gd name="connsiteX1" fmla="*/ 0 w 4448"/>
                  <a:gd name="connsiteY1" fmla="*/ 23045 h 23045"/>
                </a:gdLst>
                <a:ahLst/>
                <a:cxnLst>
                  <a:cxn ang="0">
                    <a:pos x="connsiteX0" y="connsiteY0"/>
                  </a:cxn>
                  <a:cxn ang="0">
                    <a:pos x="connsiteX1" y="connsiteY1"/>
                  </a:cxn>
                </a:cxnLst>
                <a:rect l="l" t="t" r="r" b="b"/>
                <a:pathLst>
                  <a:path w="4448" h="23045">
                    <a:moveTo>
                      <a:pt x="0" y="0"/>
                    </a:moveTo>
                    <a:lnTo>
                      <a:pt x="0" y="23045"/>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17" name="Freeform: Shape 1716">
                <a:extLst>
                  <a:ext uri="{FF2B5EF4-FFF2-40B4-BE49-F238E27FC236}">
                    <a16:creationId xmlns:a16="http://schemas.microsoft.com/office/drawing/2014/main" id="{A7D98E67-7943-CE65-6DA6-9AB8E6D21A14}"/>
                  </a:ext>
                </a:extLst>
              </p:cNvPr>
              <p:cNvSpPr/>
              <p:nvPr/>
            </p:nvSpPr>
            <p:spPr>
              <a:xfrm>
                <a:off x="6197071" y="5325660"/>
                <a:ext cx="4448" cy="19664"/>
              </a:xfrm>
              <a:custGeom>
                <a:avLst/>
                <a:gdLst>
                  <a:gd name="connsiteX0" fmla="*/ 0 w 4448"/>
                  <a:gd name="connsiteY0" fmla="*/ 0 h 19664"/>
                  <a:gd name="connsiteX1" fmla="*/ 0 w 4448"/>
                  <a:gd name="connsiteY1" fmla="*/ 19664 h 19664"/>
                </a:gdLst>
                <a:ahLst/>
                <a:cxnLst>
                  <a:cxn ang="0">
                    <a:pos x="connsiteX0" y="connsiteY0"/>
                  </a:cxn>
                  <a:cxn ang="0">
                    <a:pos x="connsiteX1" y="connsiteY1"/>
                  </a:cxn>
                </a:cxnLst>
                <a:rect l="l" t="t" r="r" b="b"/>
                <a:pathLst>
                  <a:path w="4448" h="19664">
                    <a:moveTo>
                      <a:pt x="0" y="0"/>
                    </a:moveTo>
                    <a:lnTo>
                      <a:pt x="0" y="19664"/>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1669" name="Group 1668">
              <a:extLst>
                <a:ext uri="{FF2B5EF4-FFF2-40B4-BE49-F238E27FC236}">
                  <a16:creationId xmlns:a16="http://schemas.microsoft.com/office/drawing/2014/main" id="{39C88024-F3A2-041F-A5AA-4E1DD595631E}"/>
                </a:ext>
              </a:extLst>
            </p:cNvPr>
            <p:cNvGrpSpPr>
              <a:grpSpLocks/>
            </p:cNvGrpSpPr>
            <p:nvPr/>
          </p:nvGrpSpPr>
          <p:grpSpPr>
            <a:xfrm>
              <a:off x="5348192" y="2098531"/>
              <a:ext cx="194012" cy="213019"/>
              <a:chOff x="6758082" y="5013968"/>
              <a:chExt cx="404141" cy="220133"/>
            </a:xfrm>
          </p:grpSpPr>
          <p:sp>
            <p:nvSpPr>
              <p:cNvPr id="1699" name="Freeform: Shape 1698">
                <a:extLst>
                  <a:ext uri="{FF2B5EF4-FFF2-40B4-BE49-F238E27FC236}">
                    <a16:creationId xmlns:a16="http://schemas.microsoft.com/office/drawing/2014/main" id="{55C30AEA-53ED-8DB1-1516-916C47952A43}"/>
                  </a:ext>
                </a:extLst>
              </p:cNvPr>
              <p:cNvSpPr/>
              <p:nvPr/>
            </p:nvSpPr>
            <p:spPr>
              <a:xfrm>
                <a:off x="6758082" y="5013968"/>
                <a:ext cx="404141" cy="220133"/>
              </a:xfrm>
              <a:custGeom>
                <a:avLst/>
                <a:gdLst>
                  <a:gd name="connsiteX0" fmla="*/ 0 w 404141"/>
                  <a:gd name="connsiteY0" fmla="*/ 110067 h 220133"/>
                  <a:gd name="connsiteX1" fmla="*/ 202071 w 404141"/>
                  <a:gd name="connsiteY1" fmla="*/ 0 h 220133"/>
                  <a:gd name="connsiteX2" fmla="*/ 404141 w 404141"/>
                  <a:gd name="connsiteY2" fmla="*/ 110067 h 220133"/>
                  <a:gd name="connsiteX3" fmla="*/ 202071 w 404141"/>
                  <a:gd name="connsiteY3" fmla="*/ 220133 h 220133"/>
                  <a:gd name="connsiteX4" fmla="*/ 0 w 404141"/>
                  <a:gd name="connsiteY4" fmla="*/ 110067 h 220133"/>
                  <a:gd name="connsiteX5" fmla="*/ 0 w 404141"/>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0133">
                    <a:moveTo>
                      <a:pt x="0" y="110067"/>
                    </a:moveTo>
                    <a:cubicBezTo>
                      <a:pt x="0" y="49294"/>
                      <a:pt x="90491" y="0"/>
                      <a:pt x="202071" y="0"/>
                    </a:cubicBezTo>
                    <a:cubicBezTo>
                      <a:pt x="313650" y="0"/>
                      <a:pt x="404141" y="49294"/>
                      <a:pt x="404141" y="110067"/>
                    </a:cubicBezTo>
                    <a:cubicBezTo>
                      <a:pt x="404141" y="170839"/>
                      <a:pt x="313650" y="220133"/>
                      <a:pt x="202071" y="220133"/>
                    </a:cubicBezTo>
                    <a:cubicBezTo>
                      <a:pt x="90491"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700" name="Graphic 222">
                <a:extLst>
                  <a:ext uri="{FF2B5EF4-FFF2-40B4-BE49-F238E27FC236}">
                    <a16:creationId xmlns:a16="http://schemas.microsoft.com/office/drawing/2014/main" id="{86F1F841-B0A0-5E43-3CE2-55AB63986FC4}"/>
                  </a:ext>
                </a:extLst>
              </p:cNvPr>
              <p:cNvGrpSpPr/>
              <p:nvPr/>
            </p:nvGrpSpPr>
            <p:grpSpPr>
              <a:xfrm>
                <a:off x="6844658" y="5084394"/>
                <a:ext cx="232011" cy="81993"/>
                <a:chOff x="6844658" y="5084394"/>
                <a:chExt cx="232011" cy="81993"/>
              </a:xfrm>
              <a:noFill/>
            </p:grpSpPr>
            <p:sp>
              <p:nvSpPr>
                <p:cNvPr id="1701" name="Freeform: Shape 1700">
                  <a:extLst>
                    <a:ext uri="{FF2B5EF4-FFF2-40B4-BE49-F238E27FC236}">
                      <a16:creationId xmlns:a16="http://schemas.microsoft.com/office/drawing/2014/main" id="{35A17AEE-F0E6-24CD-CDFE-9F91B05CAFA9}"/>
                    </a:ext>
                  </a:extLst>
                </p:cNvPr>
                <p:cNvSpPr/>
                <p:nvPr/>
              </p:nvSpPr>
              <p:spPr>
                <a:xfrm>
                  <a:off x="6923627" y="5099787"/>
                  <a:ext cx="73363" cy="19797"/>
                </a:xfrm>
                <a:custGeom>
                  <a:avLst/>
                  <a:gdLst>
                    <a:gd name="connsiteX0" fmla="*/ 73363 w 73363"/>
                    <a:gd name="connsiteY0" fmla="*/ 19798 h 19797"/>
                    <a:gd name="connsiteX1" fmla="*/ 36659 w 73363"/>
                    <a:gd name="connsiteY1" fmla="*/ 0 h 19797"/>
                    <a:gd name="connsiteX2" fmla="*/ 0 w 73363"/>
                    <a:gd name="connsiteY2" fmla="*/ 19798 h 19797"/>
                  </a:gdLst>
                  <a:ahLst/>
                  <a:cxnLst>
                    <a:cxn ang="0">
                      <a:pos x="connsiteX0" y="connsiteY0"/>
                    </a:cxn>
                    <a:cxn ang="0">
                      <a:pos x="connsiteX1" y="connsiteY1"/>
                    </a:cxn>
                    <a:cxn ang="0">
                      <a:pos x="connsiteX2" y="connsiteY2"/>
                    </a:cxn>
                  </a:cxnLst>
                  <a:rect l="l" t="t" r="r" b="b"/>
                  <a:pathLst>
                    <a:path w="73363" h="19797">
                      <a:moveTo>
                        <a:pt x="73363" y="19798"/>
                      </a:moveTo>
                      <a:lnTo>
                        <a:pt x="36659" y="0"/>
                      </a:lnTo>
                      <a:lnTo>
                        <a:pt x="0" y="19798"/>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2" name="Freeform: Shape 1701">
                  <a:extLst>
                    <a:ext uri="{FF2B5EF4-FFF2-40B4-BE49-F238E27FC236}">
                      <a16:creationId xmlns:a16="http://schemas.microsoft.com/office/drawing/2014/main" id="{3C025AB1-506D-A50F-44F8-5C18ED89B2F5}"/>
                    </a:ext>
                  </a:extLst>
                </p:cNvPr>
                <p:cNvSpPr/>
                <p:nvPr/>
              </p:nvSpPr>
              <p:spPr>
                <a:xfrm>
                  <a:off x="6960286" y="5099787"/>
                  <a:ext cx="4448" cy="58369"/>
                </a:xfrm>
                <a:custGeom>
                  <a:avLst/>
                  <a:gdLst>
                    <a:gd name="connsiteX0" fmla="*/ 0 w 4448"/>
                    <a:gd name="connsiteY0" fmla="*/ 58370 h 58369"/>
                    <a:gd name="connsiteX1" fmla="*/ 0 w 4448"/>
                    <a:gd name="connsiteY1" fmla="*/ 0 h 58369"/>
                  </a:gdLst>
                  <a:ahLst/>
                  <a:cxnLst>
                    <a:cxn ang="0">
                      <a:pos x="connsiteX0" y="connsiteY0"/>
                    </a:cxn>
                    <a:cxn ang="0">
                      <a:pos x="connsiteX1" y="connsiteY1"/>
                    </a:cxn>
                  </a:cxnLst>
                  <a:rect l="l" t="t" r="r" b="b"/>
                  <a:pathLst>
                    <a:path w="4448" h="58369">
                      <a:moveTo>
                        <a:pt x="0" y="58370"/>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703" name="Freeform: Shape 1702">
                  <a:extLst>
                    <a:ext uri="{FF2B5EF4-FFF2-40B4-BE49-F238E27FC236}">
                      <a16:creationId xmlns:a16="http://schemas.microsoft.com/office/drawing/2014/main" id="{5A328F27-33BD-3420-A94A-7DC736BB0F6E}"/>
                    </a:ext>
                  </a:extLst>
                </p:cNvPr>
                <p:cNvSpPr/>
                <p:nvPr/>
              </p:nvSpPr>
              <p:spPr>
                <a:xfrm>
                  <a:off x="6844658" y="5084394"/>
                  <a:ext cx="232011" cy="81993"/>
                </a:xfrm>
                <a:custGeom>
                  <a:avLst/>
                  <a:gdLst>
                    <a:gd name="connsiteX0" fmla="*/ 192728 w 232011"/>
                    <a:gd name="connsiteY0" fmla="*/ 41019 h 81993"/>
                    <a:gd name="connsiteX1" fmla="*/ 184497 w 232011"/>
                    <a:gd name="connsiteY1" fmla="*/ 41642 h 81993"/>
                    <a:gd name="connsiteX2" fmla="*/ 185254 w 232011"/>
                    <a:gd name="connsiteY2" fmla="*/ 35769 h 81993"/>
                    <a:gd name="connsiteX3" fmla="*/ 119009 w 232011"/>
                    <a:gd name="connsiteY3" fmla="*/ 0 h 81993"/>
                    <a:gd name="connsiteX4" fmla="*/ 53165 w 232011"/>
                    <a:gd name="connsiteY4" fmla="*/ 33145 h 81993"/>
                    <a:gd name="connsiteX5" fmla="*/ 45290 w 232011"/>
                    <a:gd name="connsiteY5" fmla="*/ 32922 h 81993"/>
                    <a:gd name="connsiteX6" fmla="*/ 0 w 232011"/>
                    <a:gd name="connsiteY6" fmla="*/ 57347 h 81993"/>
                    <a:gd name="connsiteX7" fmla="*/ 45646 w 232011"/>
                    <a:gd name="connsiteY7" fmla="*/ 81994 h 81993"/>
                    <a:gd name="connsiteX8" fmla="*/ 193840 w 232011"/>
                    <a:gd name="connsiteY8" fmla="*/ 81994 h 81993"/>
                    <a:gd name="connsiteX9" fmla="*/ 232012 w 232011"/>
                    <a:gd name="connsiteY9" fmla="*/ 61395 h 81993"/>
                    <a:gd name="connsiteX10" fmla="*/ 192728 w 232011"/>
                    <a:gd name="connsiteY10" fmla="*/ 40975 h 81993"/>
                    <a:gd name="connsiteX11" fmla="*/ 192728 w 232011"/>
                    <a:gd name="connsiteY11" fmla="*/ 40975 h 8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011" h="81993">
                      <a:moveTo>
                        <a:pt x="192728" y="41019"/>
                      </a:moveTo>
                      <a:cubicBezTo>
                        <a:pt x="189747" y="41019"/>
                        <a:pt x="187122" y="41242"/>
                        <a:pt x="184497" y="41642"/>
                      </a:cubicBezTo>
                      <a:cubicBezTo>
                        <a:pt x="185254" y="39818"/>
                        <a:pt x="185254" y="37994"/>
                        <a:pt x="185254" y="35769"/>
                      </a:cubicBezTo>
                      <a:cubicBezTo>
                        <a:pt x="185254" y="15794"/>
                        <a:pt x="155312" y="0"/>
                        <a:pt x="119009" y="0"/>
                      </a:cubicBezTo>
                      <a:cubicBezTo>
                        <a:pt x="82706" y="0"/>
                        <a:pt x="55745" y="14548"/>
                        <a:pt x="53165" y="33145"/>
                      </a:cubicBezTo>
                      <a:cubicBezTo>
                        <a:pt x="50540" y="32922"/>
                        <a:pt x="47915" y="32922"/>
                        <a:pt x="45290" y="32922"/>
                      </a:cubicBezTo>
                      <a:cubicBezTo>
                        <a:pt x="20198" y="32922"/>
                        <a:pt x="0" y="44044"/>
                        <a:pt x="0" y="57347"/>
                      </a:cubicBezTo>
                      <a:cubicBezTo>
                        <a:pt x="0" y="70649"/>
                        <a:pt x="20599" y="81994"/>
                        <a:pt x="45646" y="81994"/>
                      </a:cubicBezTo>
                      <a:lnTo>
                        <a:pt x="193840" y="81994"/>
                      </a:lnTo>
                      <a:cubicBezTo>
                        <a:pt x="214794" y="81994"/>
                        <a:pt x="232012" y="72696"/>
                        <a:pt x="232012" y="61395"/>
                      </a:cubicBezTo>
                      <a:cubicBezTo>
                        <a:pt x="232012" y="50095"/>
                        <a:pt x="213682" y="40975"/>
                        <a:pt x="192728" y="40975"/>
                      </a:cubicBezTo>
                      <a:lnTo>
                        <a:pt x="192728" y="40975"/>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1670" name="Group 1669">
              <a:extLst>
                <a:ext uri="{FF2B5EF4-FFF2-40B4-BE49-F238E27FC236}">
                  <a16:creationId xmlns:a16="http://schemas.microsoft.com/office/drawing/2014/main" id="{586F6CF0-375A-982B-46AF-BED1BFCE7AE1}"/>
                </a:ext>
              </a:extLst>
            </p:cNvPr>
            <p:cNvGrpSpPr>
              <a:grpSpLocks/>
            </p:cNvGrpSpPr>
            <p:nvPr/>
          </p:nvGrpSpPr>
          <p:grpSpPr>
            <a:xfrm>
              <a:off x="5237430" y="1798840"/>
              <a:ext cx="194012" cy="213019"/>
              <a:chOff x="6082734" y="4624241"/>
              <a:chExt cx="405920" cy="220133"/>
            </a:xfrm>
          </p:grpSpPr>
          <p:sp>
            <p:nvSpPr>
              <p:cNvPr id="1691" name="Freeform: Shape 1690">
                <a:extLst>
                  <a:ext uri="{FF2B5EF4-FFF2-40B4-BE49-F238E27FC236}">
                    <a16:creationId xmlns:a16="http://schemas.microsoft.com/office/drawing/2014/main" id="{8CCE7483-4754-CE0D-C330-1533C036D186}"/>
                  </a:ext>
                </a:extLst>
              </p:cNvPr>
              <p:cNvSpPr/>
              <p:nvPr/>
            </p:nvSpPr>
            <p:spPr>
              <a:xfrm>
                <a:off x="6082734" y="4624241"/>
                <a:ext cx="405920" cy="220133"/>
              </a:xfrm>
              <a:custGeom>
                <a:avLst/>
                <a:gdLst>
                  <a:gd name="connsiteX0" fmla="*/ 0 w 405920"/>
                  <a:gd name="connsiteY0" fmla="*/ 110067 h 220133"/>
                  <a:gd name="connsiteX1" fmla="*/ 202960 w 405920"/>
                  <a:gd name="connsiteY1" fmla="*/ 0 h 220133"/>
                  <a:gd name="connsiteX2" fmla="*/ 405921 w 405920"/>
                  <a:gd name="connsiteY2" fmla="*/ 110067 h 220133"/>
                  <a:gd name="connsiteX3" fmla="*/ 202960 w 405920"/>
                  <a:gd name="connsiteY3" fmla="*/ 220133 h 220133"/>
                  <a:gd name="connsiteX4" fmla="*/ 0 w 405920"/>
                  <a:gd name="connsiteY4" fmla="*/ 110067 h 220133"/>
                  <a:gd name="connsiteX5" fmla="*/ 0 w 405920"/>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920" h="220133">
                    <a:moveTo>
                      <a:pt x="0" y="110067"/>
                    </a:moveTo>
                    <a:cubicBezTo>
                      <a:pt x="0" y="49294"/>
                      <a:pt x="90847" y="0"/>
                      <a:pt x="202960" y="0"/>
                    </a:cubicBezTo>
                    <a:cubicBezTo>
                      <a:pt x="315073" y="0"/>
                      <a:pt x="405921" y="49294"/>
                      <a:pt x="405921" y="110067"/>
                    </a:cubicBezTo>
                    <a:cubicBezTo>
                      <a:pt x="405921" y="170839"/>
                      <a:pt x="315073" y="220133"/>
                      <a:pt x="202960" y="220133"/>
                    </a:cubicBezTo>
                    <a:cubicBezTo>
                      <a:pt x="90847"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692" name="Graphic 222">
                <a:extLst>
                  <a:ext uri="{FF2B5EF4-FFF2-40B4-BE49-F238E27FC236}">
                    <a16:creationId xmlns:a16="http://schemas.microsoft.com/office/drawing/2014/main" id="{CDF67765-AC9C-78B4-5803-AF641BE5D682}"/>
                  </a:ext>
                </a:extLst>
              </p:cNvPr>
              <p:cNvGrpSpPr/>
              <p:nvPr/>
            </p:nvGrpSpPr>
            <p:grpSpPr>
              <a:xfrm>
                <a:off x="6170289" y="4678340"/>
                <a:ext cx="230721" cy="114915"/>
                <a:chOff x="6170289" y="4678340"/>
                <a:chExt cx="230721" cy="114915"/>
              </a:xfrm>
              <a:noFill/>
            </p:grpSpPr>
            <p:sp>
              <p:nvSpPr>
                <p:cNvPr id="1693" name="Freeform: Shape 1692">
                  <a:extLst>
                    <a:ext uri="{FF2B5EF4-FFF2-40B4-BE49-F238E27FC236}">
                      <a16:creationId xmlns:a16="http://schemas.microsoft.com/office/drawing/2014/main" id="{778E0E80-A8D5-FB7A-CB1E-CD744976A86B}"/>
                    </a:ext>
                  </a:extLst>
                </p:cNvPr>
                <p:cNvSpPr/>
                <p:nvPr/>
              </p:nvSpPr>
              <p:spPr>
                <a:xfrm>
                  <a:off x="6170289" y="4678340"/>
                  <a:ext cx="146369" cy="71093"/>
                </a:xfrm>
                <a:custGeom>
                  <a:avLst/>
                  <a:gdLst>
                    <a:gd name="connsiteX0" fmla="*/ 146370 w 146369"/>
                    <a:gd name="connsiteY0" fmla="*/ 31498 h 71093"/>
                    <a:gd name="connsiteX1" fmla="*/ 146370 w 146369"/>
                    <a:gd name="connsiteY1" fmla="*/ 8275 h 71093"/>
                    <a:gd name="connsiteX2" fmla="*/ 61662 w 146369"/>
                    <a:gd name="connsiteY2" fmla="*/ 8275 h 71093"/>
                    <a:gd name="connsiteX3" fmla="*/ 61662 w 146369"/>
                    <a:gd name="connsiteY3" fmla="*/ 0 h 71093"/>
                    <a:gd name="connsiteX4" fmla="*/ 0 w 146369"/>
                    <a:gd name="connsiteY4" fmla="*/ 0 h 71093"/>
                    <a:gd name="connsiteX5" fmla="*/ 0 w 146369"/>
                    <a:gd name="connsiteY5" fmla="*/ 65444 h 71093"/>
                    <a:gd name="connsiteX6" fmla="*/ 10410 w 146369"/>
                    <a:gd name="connsiteY6" fmla="*/ 71094 h 71093"/>
                    <a:gd name="connsiteX7" fmla="*/ 65755 w 146369"/>
                    <a:gd name="connsiteY7" fmla="*/ 71094 h 7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69" h="71093">
                      <a:moveTo>
                        <a:pt x="146370" y="31498"/>
                      </a:moveTo>
                      <a:lnTo>
                        <a:pt x="146370" y="8275"/>
                      </a:lnTo>
                      <a:lnTo>
                        <a:pt x="61662" y="8275"/>
                      </a:lnTo>
                      <a:lnTo>
                        <a:pt x="61662" y="0"/>
                      </a:lnTo>
                      <a:lnTo>
                        <a:pt x="0" y="0"/>
                      </a:lnTo>
                      <a:lnTo>
                        <a:pt x="0" y="65444"/>
                      </a:lnTo>
                      <a:cubicBezTo>
                        <a:pt x="0" y="68692"/>
                        <a:pt x="4849" y="71094"/>
                        <a:pt x="10410" y="71094"/>
                      </a:cubicBezTo>
                      <a:lnTo>
                        <a:pt x="65755" y="71094"/>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4" name="Freeform: Shape 1693">
                  <a:extLst>
                    <a:ext uri="{FF2B5EF4-FFF2-40B4-BE49-F238E27FC236}">
                      <a16:creationId xmlns:a16="http://schemas.microsoft.com/office/drawing/2014/main" id="{C7656BF4-4E78-9CF3-D477-E5572274D840}"/>
                    </a:ext>
                  </a:extLst>
                </p:cNvPr>
                <p:cNvSpPr/>
                <p:nvPr/>
              </p:nvSpPr>
              <p:spPr>
                <a:xfrm>
                  <a:off x="6254997" y="4720160"/>
                  <a:ext cx="146013" cy="70871"/>
                </a:xfrm>
                <a:custGeom>
                  <a:avLst/>
                  <a:gdLst>
                    <a:gd name="connsiteX0" fmla="*/ 0 w 146013"/>
                    <a:gd name="connsiteY0" fmla="*/ 65221 h 70871"/>
                    <a:gd name="connsiteX1" fmla="*/ 10410 w 146013"/>
                    <a:gd name="connsiteY1" fmla="*/ 70871 h 70871"/>
                    <a:gd name="connsiteX2" fmla="*/ 135603 w 146013"/>
                    <a:gd name="connsiteY2" fmla="*/ 70871 h 70871"/>
                    <a:gd name="connsiteX3" fmla="*/ 146014 w 146013"/>
                    <a:gd name="connsiteY3" fmla="*/ 65221 h 70871"/>
                    <a:gd name="connsiteX4" fmla="*/ 146014 w 146013"/>
                    <a:gd name="connsiteY4" fmla="*/ 8275 h 70871"/>
                    <a:gd name="connsiteX5" fmla="*/ 61662 w 146013"/>
                    <a:gd name="connsiteY5" fmla="*/ 8275 h 70871"/>
                    <a:gd name="connsiteX6" fmla="*/ 61662 w 146013"/>
                    <a:gd name="connsiteY6" fmla="*/ 0 h 70871"/>
                    <a:gd name="connsiteX7" fmla="*/ 0 w 146013"/>
                    <a:gd name="connsiteY7" fmla="*/ 0 h 70871"/>
                    <a:gd name="connsiteX8" fmla="*/ 0 w 146013"/>
                    <a:gd name="connsiteY8" fmla="*/ 65221 h 70871"/>
                    <a:gd name="connsiteX9" fmla="*/ 0 w 146013"/>
                    <a:gd name="connsiteY9" fmla="*/ 65221 h 7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013" h="70871">
                      <a:moveTo>
                        <a:pt x="0" y="65221"/>
                      </a:moveTo>
                      <a:cubicBezTo>
                        <a:pt x="0" y="68469"/>
                        <a:pt x="4849" y="70871"/>
                        <a:pt x="10410" y="70871"/>
                      </a:cubicBezTo>
                      <a:lnTo>
                        <a:pt x="135603" y="70871"/>
                      </a:lnTo>
                      <a:cubicBezTo>
                        <a:pt x="141565" y="70871"/>
                        <a:pt x="146014" y="68247"/>
                        <a:pt x="146014" y="65221"/>
                      </a:cubicBezTo>
                      <a:lnTo>
                        <a:pt x="146014" y="8275"/>
                      </a:lnTo>
                      <a:lnTo>
                        <a:pt x="61662" y="8275"/>
                      </a:lnTo>
                      <a:lnTo>
                        <a:pt x="61662" y="0"/>
                      </a:lnTo>
                      <a:lnTo>
                        <a:pt x="0" y="0"/>
                      </a:lnTo>
                      <a:lnTo>
                        <a:pt x="0" y="65221"/>
                      </a:lnTo>
                      <a:lnTo>
                        <a:pt x="0" y="65221"/>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5" name="Freeform: Shape 1694">
                  <a:extLst>
                    <a:ext uri="{FF2B5EF4-FFF2-40B4-BE49-F238E27FC236}">
                      <a16:creationId xmlns:a16="http://schemas.microsoft.com/office/drawing/2014/main" id="{D7267983-8ED2-96E5-C887-7BDC92B158B3}"/>
                    </a:ext>
                  </a:extLst>
                </p:cNvPr>
                <p:cNvSpPr/>
                <p:nvPr/>
              </p:nvSpPr>
              <p:spPr>
                <a:xfrm>
                  <a:off x="6170645" y="4770033"/>
                  <a:ext cx="53876" cy="12501"/>
                </a:xfrm>
                <a:custGeom>
                  <a:avLst/>
                  <a:gdLst>
                    <a:gd name="connsiteX0" fmla="*/ 53877 w 53876"/>
                    <a:gd name="connsiteY0" fmla="*/ 12502 h 12501"/>
                    <a:gd name="connsiteX1" fmla="*/ 10410 w 53876"/>
                    <a:gd name="connsiteY1" fmla="*/ 12502 h 12501"/>
                    <a:gd name="connsiteX2" fmla="*/ 0 w 53876"/>
                    <a:gd name="connsiteY2" fmla="*/ 6851 h 12501"/>
                    <a:gd name="connsiteX3" fmla="*/ 0 w 53876"/>
                    <a:gd name="connsiteY3" fmla="*/ 0 h 12501"/>
                  </a:gdLst>
                  <a:ahLst/>
                  <a:cxnLst>
                    <a:cxn ang="0">
                      <a:pos x="connsiteX0" y="connsiteY0"/>
                    </a:cxn>
                    <a:cxn ang="0">
                      <a:pos x="connsiteX1" y="connsiteY1"/>
                    </a:cxn>
                    <a:cxn ang="0">
                      <a:pos x="connsiteX2" y="connsiteY2"/>
                    </a:cxn>
                    <a:cxn ang="0">
                      <a:pos x="connsiteX3" y="connsiteY3"/>
                    </a:cxn>
                  </a:cxnLst>
                  <a:rect l="l" t="t" r="r" b="b"/>
                  <a:pathLst>
                    <a:path w="53876" h="12501">
                      <a:moveTo>
                        <a:pt x="53877" y="12502"/>
                      </a:moveTo>
                      <a:lnTo>
                        <a:pt x="10410" y="12502"/>
                      </a:lnTo>
                      <a:cubicBezTo>
                        <a:pt x="4849" y="12502"/>
                        <a:pt x="0" y="10099"/>
                        <a:pt x="0" y="6851"/>
                      </a:cubicBezTo>
                      <a:lnTo>
                        <a:pt x="0" y="0"/>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6" name="Freeform: Shape 1695">
                  <a:extLst>
                    <a:ext uri="{FF2B5EF4-FFF2-40B4-BE49-F238E27FC236}">
                      <a16:creationId xmlns:a16="http://schemas.microsoft.com/office/drawing/2014/main" id="{A11B1E38-1240-3DED-D85E-D87E9F548585}"/>
                    </a:ext>
                  </a:extLst>
                </p:cNvPr>
                <p:cNvSpPr/>
                <p:nvPr/>
              </p:nvSpPr>
              <p:spPr>
                <a:xfrm>
                  <a:off x="6205213" y="4772257"/>
                  <a:ext cx="19308" cy="20998"/>
                </a:xfrm>
                <a:custGeom>
                  <a:avLst/>
                  <a:gdLst>
                    <a:gd name="connsiteX0" fmla="*/ 0 w 19308"/>
                    <a:gd name="connsiteY0" fmla="*/ 0 h 20998"/>
                    <a:gd name="connsiteX1" fmla="*/ 19308 w 19308"/>
                    <a:gd name="connsiteY1" fmla="*/ 10499 h 20998"/>
                    <a:gd name="connsiteX2" fmla="*/ 0 w 19308"/>
                    <a:gd name="connsiteY2" fmla="*/ 20999 h 20998"/>
                  </a:gdLst>
                  <a:ahLst/>
                  <a:cxnLst>
                    <a:cxn ang="0">
                      <a:pos x="connsiteX0" y="connsiteY0"/>
                    </a:cxn>
                    <a:cxn ang="0">
                      <a:pos x="connsiteX1" y="connsiteY1"/>
                    </a:cxn>
                    <a:cxn ang="0">
                      <a:pos x="connsiteX2" y="connsiteY2"/>
                    </a:cxn>
                  </a:cxnLst>
                  <a:rect l="l" t="t" r="r" b="b"/>
                  <a:pathLst>
                    <a:path w="19308" h="20998">
                      <a:moveTo>
                        <a:pt x="0" y="0"/>
                      </a:moveTo>
                      <a:lnTo>
                        <a:pt x="19308" y="10499"/>
                      </a:lnTo>
                      <a:lnTo>
                        <a:pt x="0" y="20999"/>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7" name="Freeform: Shape 1696">
                  <a:extLst>
                    <a:ext uri="{FF2B5EF4-FFF2-40B4-BE49-F238E27FC236}">
                      <a16:creationId xmlns:a16="http://schemas.microsoft.com/office/drawing/2014/main" id="{7A06AF08-65D5-B49F-F774-EEAF9E135A3F}"/>
                    </a:ext>
                  </a:extLst>
                </p:cNvPr>
                <p:cNvSpPr/>
                <p:nvPr/>
              </p:nvSpPr>
              <p:spPr>
                <a:xfrm>
                  <a:off x="6347134" y="4695068"/>
                  <a:ext cx="53520" cy="12323"/>
                </a:xfrm>
                <a:custGeom>
                  <a:avLst/>
                  <a:gdLst>
                    <a:gd name="connsiteX0" fmla="*/ 0 w 53520"/>
                    <a:gd name="connsiteY0" fmla="*/ 0 h 12323"/>
                    <a:gd name="connsiteX1" fmla="*/ 43110 w 53520"/>
                    <a:gd name="connsiteY1" fmla="*/ 0 h 12323"/>
                    <a:gd name="connsiteX2" fmla="*/ 53521 w 53520"/>
                    <a:gd name="connsiteY2" fmla="*/ 5650 h 12323"/>
                    <a:gd name="connsiteX3" fmla="*/ 53521 w 53520"/>
                    <a:gd name="connsiteY3" fmla="*/ 12324 h 12323"/>
                  </a:gdLst>
                  <a:ahLst/>
                  <a:cxnLst>
                    <a:cxn ang="0">
                      <a:pos x="connsiteX0" y="connsiteY0"/>
                    </a:cxn>
                    <a:cxn ang="0">
                      <a:pos x="connsiteX1" y="connsiteY1"/>
                    </a:cxn>
                    <a:cxn ang="0">
                      <a:pos x="connsiteX2" y="connsiteY2"/>
                    </a:cxn>
                    <a:cxn ang="0">
                      <a:pos x="connsiteX3" y="connsiteY3"/>
                    </a:cxn>
                  </a:cxnLst>
                  <a:rect l="l" t="t" r="r" b="b"/>
                  <a:pathLst>
                    <a:path w="53520" h="12323">
                      <a:moveTo>
                        <a:pt x="0" y="0"/>
                      </a:moveTo>
                      <a:lnTo>
                        <a:pt x="43110" y="0"/>
                      </a:lnTo>
                      <a:cubicBezTo>
                        <a:pt x="49072" y="0"/>
                        <a:pt x="53521" y="2625"/>
                        <a:pt x="53521" y="5650"/>
                      </a:cubicBezTo>
                      <a:lnTo>
                        <a:pt x="53521" y="12324"/>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8" name="Freeform: Shape 1697">
                  <a:extLst>
                    <a:ext uri="{FF2B5EF4-FFF2-40B4-BE49-F238E27FC236}">
                      <a16:creationId xmlns:a16="http://schemas.microsoft.com/office/drawing/2014/main" id="{8B18D7BA-7CA3-B476-8C4F-B83059957A17}"/>
                    </a:ext>
                  </a:extLst>
                </p:cNvPr>
                <p:cNvSpPr/>
                <p:nvPr/>
              </p:nvSpPr>
              <p:spPr>
                <a:xfrm>
                  <a:off x="6347134" y="4684391"/>
                  <a:ext cx="19308" cy="20998"/>
                </a:xfrm>
                <a:custGeom>
                  <a:avLst/>
                  <a:gdLst>
                    <a:gd name="connsiteX0" fmla="*/ 19308 w 19308"/>
                    <a:gd name="connsiteY0" fmla="*/ 20999 h 20998"/>
                    <a:gd name="connsiteX1" fmla="*/ 0 w 19308"/>
                    <a:gd name="connsiteY1" fmla="*/ 10499 h 20998"/>
                    <a:gd name="connsiteX2" fmla="*/ 19308 w 19308"/>
                    <a:gd name="connsiteY2" fmla="*/ 0 h 20998"/>
                  </a:gdLst>
                  <a:ahLst/>
                  <a:cxnLst>
                    <a:cxn ang="0">
                      <a:pos x="connsiteX0" y="connsiteY0"/>
                    </a:cxn>
                    <a:cxn ang="0">
                      <a:pos x="connsiteX1" y="connsiteY1"/>
                    </a:cxn>
                    <a:cxn ang="0">
                      <a:pos x="connsiteX2" y="connsiteY2"/>
                    </a:cxn>
                  </a:cxnLst>
                  <a:rect l="l" t="t" r="r" b="b"/>
                  <a:pathLst>
                    <a:path w="19308" h="20998">
                      <a:moveTo>
                        <a:pt x="19308" y="20999"/>
                      </a:moveTo>
                      <a:lnTo>
                        <a:pt x="0" y="10499"/>
                      </a:lnTo>
                      <a:lnTo>
                        <a:pt x="19308" y="0"/>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1671" name="Graphic 222">
              <a:extLst>
                <a:ext uri="{FF2B5EF4-FFF2-40B4-BE49-F238E27FC236}">
                  <a16:creationId xmlns:a16="http://schemas.microsoft.com/office/drawing/2014/main" id="{1C478401-5AD7-5C53-E815-F5042BB0C833}"/>
                </a:ext>
              </a:extLst>
            </p:cNvPr>
            <p:cNvGrpSpPr>
              <a:grpSpLocks/>
            </p:cNvGrpSpPr>
            <p:nvPr/>
          </p:nvGrpSpPr>
          <p:grpSpPr>
            <a:xfrm rot="20909664">
              <a:off x="4557300" y="2019002"/>
              <a:ext cx="194012" cy="213019"/>
              <a:chOff x="5117004" y="4698538"/>
              <a:chExt cx="404141" cy="221111"/>
            </a:xfrm>
          </p:grpSpPr>
          <p:sp>
            <p:nvSpPr>
              <p:cNvPr id="1672" name="Freeform: Shape 1671">
                <a:extLst>
                  <a:ext uri="{FF2B5EF4-FFF2-40B4-BE49-F238E27FC236}">
                    <a16:creationId xmlns:a16="http://schemas.microsoft.com/office/drawing/2014/main" id="{2C9A8D76-3898-6835-A268-215668013F25}"/>
                  </a:ext>
                </a:extLst>
              </p:cNvPr>
              <p:cNvSpPr/>
              <p:nvPr/>
            </p:nvSpPr>
            <p:spPr>
              <a:xfrm>
                <a:off x="5117004" y="4698538"/>
                <a:ext cx="404141" cy="221111"/>
              </a:xfrm>
              <a:custGeom>
                <a:avLst/>
                <a:gdLst>
                  <a:gd name="connsiteX0" fmla="*/ 0 w 404141"/>
                  <a:gd name="connsiteY0" fmla="*/ 110556 h 221111"/>
                  <a:gd name="connsiteX1" fmla="*/ 202071 w 404141"/>
                  <a:gd name="connsiteY1" fmla="*/ 0 h 221111"/>
                  <a:gd name="connsiteX2" fmla="*/ 404141 w 404141"/>
                  <a:gd name="connsiteY2" fmla="*/ 110556 h 221111"/>
                  <a:gd name="connsiteX3" fmla="*/ 202071 w 404141"/>
                  <a:gd name="connsiteY3" fmla="*/ 221112 h 221111"/>
                  <a:gd name="connsiteX4" fmla="*/ 0 w 404141"/>
                  <a:gd name="connsiteY4" fmla="*/ 110556 h 221111"/>
                  <a:gd name="connsiteX5" fmla="*/ 0 w 404141"/>
                  <a:gd name="connsiteY5" fmla="*/ 110556 h 22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1111">
                    <a:moveTo>
                      <a:pt x="0" y="110556"/>
                    </a:moveTo>
                    <a:cubicBezTo>
                      <a:pt x="0" y="49517"/>
                      <a:pt x="90491" y="0"/>
                      <a:pt x="202071" y="0"/>
                    </a:cubicBezTo>
                    <a:cubicBezTo>
                      <a:pt x="313650" y="0"/>
                      <a:pt x="404141" y="49472"/>
                      <a:pt x="404141" y="110556"/>
                    </a:cubicBezTo>
                    <a:cubicBezTo>
                      <a:pt x="404141" y="171640"/>
                      <a:pt x="313650" y="221112"/>
                      <a:pt x="202071" y="221112"/>
                    </a:cubicBezTo>
                    <a:cubicBezTo>
                      <a:pt x="90491" y="221112"/>
                      <a:pt x="0" y="171640"/>
                      <a:pt x="0" y="110556"/>
                    </a:cubicBezTo>
                    <a:lnTo>
                      <a:pt x="0" y="110556"/>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1673" name="Graphic 222">
                <a:extLst>
                  <a:ext uri="{FF2B5EF4-FFF2-40B4-BE49-F238E27FC236}">
                    <a16:creationId xmlns:a16="http://schemas.microsoft.com/office/drawing/2014/main" id="{4B4958C1-9E58-6591-E111-0302374F44BC}"/>
                  </a:ext>
                </a:extLst>
              </p:cNvPr>
              <p:cNvGrpSpPr/>
              <p:nvPr/>
            </p:nvGrpSpPr>
            <p:grpSpPr>
              <a:xfrm>
                <a:off x="5216259" y="4747746"/>
                <a:ext cx="206208" cy="126036"/>
                <a:chOff x="5216259" y="4747746"/>
                <a:chExt cx="206208" cy="126036"/>
              </a:xfrm>
              <a:noFill/>
            </p:grpSpPr>
            <p:sp>
              <p:nvSpPr>
                <p:cNvPr id="1674" name="Freeform: Shape 1673">
                  <a:extLst>
                    <a:ext uri="{FF2B5EF4-FFF2-40B4-BE49-F238E27FC236}">
                      <a16:creationId xmlns:a16="http://schemas.microsoft.com/office/drawing/2014/main" id="{740D921D-8D79-C6A8-C3D8-9352969F7861}"/>
                    </a:ext>
                  </a:extLst>
                </p:cNvPr>
                <p:cNvSpPr/>
                <p:nvPr/>
              </p:nvSpPr>
              <p:spPr>
                <a:xfrm>
                  <a:off x="5273206" y="4777952"/>
                  <a:ext cx="69981" cy="38038"/>
                </a:xfrm>
                <a:custGeom>
                  <a:avLst/>
                  <a:gdLst>
                    <a:gd name="connsiteX0" fmla="*/ 0 w 69981"/>
                    <a:gd name="connsiteY0" fmla="*/ 0 h 38038"/>
                    <a:gd name="connsiteX1" fmla="*/ 69982 w 69981"/>
                    <a:gd name="connsiteY1" fmla="*/ 0 h 38038"/>
                    <a:gd name="connsiteX2" fmla="*/ 69982 w 69981"/>
                    <a:gd name="connsiteY2" fmla="*/ 38038 h 38038"/>
                    <a:gd name="connsiteX3" fmla="*/ 0 w 69981"/>
                    <a:gd name="connsiteY3" fmla="*/ 38038 h 38038"/>
                    <a:gd name="connsiteX4" fmla="*/ 0 w 69981"/>
                    <a:gd name="connsiteY4" fmla="*/ 0 h 38038"/>
                    <a:gd name="connsiteX5" fmla="*/ 0 w 69981"/>
                    <a:gd name="connsiteY5" fmla="*/ 0 h 3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81" h="38038">
                      <a:moveTo>
                        <a:pt x="0" y="0"/>
                      </a:moveTo>
                      <a:lnTo>
                        <a:pt x="69982" y="0"/>
                      </a:lnTo>
                      <a:lnTo>
                        <a:pt x="69982" y="38038"/>
                      </a:lnTo>
                      <a:lnTo>
                        <a:pt x="0" y="38038"/>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75" name="Freeform: Shape 1674">
                  <a:extLst>
                    <a:ext uri="{FF2B5EF4-FFF2-40B4-BE49-F238E27FC236}">
                      <a16:creationId xmlns:a16="http://schemas.microsoft.com/office/drawing/2014/main" id="{5778C104-C9F0-9012-BC30-2CED34044D5F}"/>
                    </a:ext>
                  </a:extLst>
                </p:cNvPr>
                <p:cNvSpPr/>
                <p:nvPr/>
              </p:nvSpPr>
              <p:spPr>
                <a:xfrm>
                  <a:off x="5216259" y="4747746"/>
                  <a:ext cx="206208" cy="124389"/>
                </a:xfrm>
                <a:custGeom>
                  <a:avLst/>
                  <a:gdLst>
                    <a:gd name="connsiteX0" fmla="*/ 16150 w 206208"/>
                    <a:gd name="connsiteY0" fmla="*/ 124390 h 124389"/>
                    <a:gd name="connsiteX1" fmla="*/ 26650 w 206208"/>
                    <a:gd name="connsiteY1" fmla="*/ 101211 h 124389"/>
                    <a:gd name="connsiteX2" fmla="*/ 22512 w 206208"/>
                    <a:gd name="connsiteY2" fmla="*/ 85951 h 124389"/>
                    <a:gd name="connsiteX3" fmla="*/ 13526 w 206208"/>
                    <a:gd name="connsiteY3" fmla="*/ 75585 h 124389"/>
                    <a:gd name="connsiteX4" fmla="*/ 13526 w 206208"/>
                    <a:gd name="connsiteY4" fmla="*/ 75807 h 124389"/>
                    <a:gd name="connsiteX5" fmla="*/ 43823 w 206208"/>
                    <a:gd name="connsiteY5" fmla="*/ 7249 h 124389"/>
                    <a:gd name="connsiteX6" fmla="*/ 170306 w 206208"/>
                    <a:gd name="connsiteY6" fmla="*/ 23933 h 124389"/>
                    <a:gd name="connsiteX7" fmla="*/ 183786 w 206208"/>
                    <a:gd name="connsiteY7" fmla="*/ 49559 h 124389"/>
                    <a:gd name="connsiteX8" fmla="*/ 183030 w 206208"/>
                    <a:gd name="connsiteY8" fmla="*/ 53607 h 124389"/>
                    <a:gd name="connsiteX9" fmla="*/ 201360 w 206208"/>
                    <a:gd name="connsiteY9" fmla="*/ 70513 h 124389"/>
                    <a:gd name="connsiteX10" fmla="*/ 206209 w 206208"/>
                    <a:gd name="connsiteY10" fmla="*/ 75807 h 124389"/>
                    <a:gd name="connsiteX11" fmla="*/ 190504 w 206208"/>
                    <a:gd name="connsiteY11" fmla="*/ 80701 h 124389"/>
                    <a:gd name="connsiteX12" fmla="*/ 194642 w 206208"/>
                    <a:gd name="connsiteY12" fmla="*/ 88042 h 124389"/>
                    <a:gd name="connsiteX13" fmla="*/ 163588 w 206208"/>
                    <a:gd name="connsiteY13" fmla="*/ 88042 h 12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6208" h="124389">
                      <a:moveTo>
                        <a:pt x="16150" y="124390"/>
                      </a:moveTo>
                      <a:cubicBezTo>
                        <a:pt x="22868" y="117271"/>
                        <a:pt x="26650" y="109352"/>
                        <a:pt x="26650" y="101211"/>
                      </a:cubicBezTo>
                      <a:cubicBezTo>
                        <a:pt x="26650" y="95917"/>
                        <a:pt x="25538" y="91023"/>
                        <a:pt x="22512" y="85951"/>
                      </a:cubicBezTo>
                      <a:cubicBezTo>
                        <a:pt x="19888" y="82481"/>
                        <a:pt x="16907" y="79055"/>
                        <a:pt x="13526" y="75585"/>
                      </a:cubicBezTo>
                      <a:lnTo>
                        <a:pt x="13526" y="75807"/>
                      </a:lnTo>
                      <a:cubicBezTo>
                        <a:pt x="-13035" y="52406"/>
                        <a:pt x="802" y="21486"/>
                        <a:pt x="43823" y="7249"/>
                      </a:cubicBezTo>
                      <a:cubicBezTo>
                        <a:pt x="86844" y="-6987"/>
                        <a:pt x="143746" y="354"/>
                        <a:pt x="170306" y="23933"/>
                      </a:cubicBezTo>
                      <a:cubicBezTo>
                        <a:pt x="179293" y="31674"/>
                        <a:pt x="183786" y="40616"/>
                        <a:pt x="183786" y="49559"/>
                      </a:cubicBezTo>
                      <a:lnTo>
                        <a:pt x="183030" y="53607"/>
                      </a:lnTo>
                      <a:lnTo>
                        <a:pt x="201360" y="70513"/>
                      </a:lnTo>
                      <a:cubicBezTo>
                        <a:pt x="203228" y="72159"/>
                        <a:pt x="204741" y="73761"/>
                        <a:pt x="206209" y="75807"/>
                      </a:cubicBezTo>
                      <a:cubicBezTo>
                        <a:pt x="206209" y="76608"/>
                        <a:pt x="189748" y="79055"/>
                        <a:pt x="190504" y="80701"/>
                      </a:cubicBezTo>
                      <a:cubicBezTo>
                        <a:pt x="191260" y="82347"/>
                        <a:pt x="195754" y="87820"/>
                        <a:pt x="194642" y="88042"/>
                      </a:cubicBezTo>
                      <a:cubicBezTo>
                        <a:pt x="193529" y="88264"/>
                        <a:pt x="163588" y="88042"/>
                        <a:pt x="163588" y="88042"/>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76" name="Freeform: Shape 1675">
                  <a:extLst>
                    <a:ext uri="{FF2B5EF4-FFF2-40B4-BE49-F238E27FC236}">
                      <a16:creationId xmlns:a16="http://schemas.microsoft.com/office/drawing/2014/main" id="{BFD6F56D-BE22-2A81-2FB4-B9BD80676804}"/>
                    </a:ext>
                  </a:extLst>
                </p:cNvPr>
                <p:cNvSpPr/>
                <p:nvPr/>
              </p:nvSpPr>
              <p:spPr>
                <a:xfrm>
                  <a:off x="5329307" y="4835699"/>
                  <a:ext cx="68513" cy="22777"/>
                </a:xfrm>
                <a:custGeom>
                  <a:avLst/>
                  <a:gdLst>
                    <a:gd name="connsiteX0" fmla="*/ 68514 w 68513"/>
                    <a:gd name="connsiteY0" fmla="*/ 0 h 22777"/>
                    <a:gd name="connsiteX1" fmla="*/ 68514 w 68513"/>
                    <a:gd name="connsiteY1" fmla="*/ 7919 h 22777"/>
                    <a:gd name="connsiteX2" fmla="*/ 65132 w 68513"/>
                    <a:gd name="connsiteY2" fmla="*/ 12590 h 22777"/>
                    <a:gd name="connsiteX3" fmla="*/ 65132 w 68513"/>
                    <a:gd name="connsiteY3" fmla="*/ 14815 h 22777"/>
                    <a:gd name="connsiteX4" fmla="*/ 60639 w 68513"/>
                    <a:gd name="connsiteY4" fmla="*/ 22156 h 22777"/>
                    <a:gd name="connsiteX5" fmla="*/ 15349 w 68513"/>
                    <a:gd name="connsiteY5" fmla="*/ 20954 h 22777"/>
                    <a:gd name="connsiteX6" fmla="*/ 0 w 68513"/>
                    <a:gd name="connsiteY6" fmla="*/ 11389 h 22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13" h="22777">
                      <a:moveTo>
                        <a:pt x="68514" y="0"/>
                      </a:moveTo>
                      <a:lnTo>
                        <a:pt x="68514" y="7919"/>
                      </a:lnTo>
                      <a:cubicBezTo>
                        <a:pt x="67001" y="9343"/>
                        <a:pt x="65889" y="10989"/>
                        <a:pt x="65132" y="12590"/>
                      </a:cubicBezTo>
                      <a:lnTo>
                        <a:pt x="65132" y="14815"/>
                      </a:lnTo>
                      <a:cubicBezTo>
                        <a:pt x="65132" y="14815"/>
                        <a:pt x="64020" y="21533"/>
                        <a:pt x="60639" y="22156"/>
                      </a:cubicBezTo>
                      <a:cubicBezTo>
                        <a:pt x="57258" y="22779"/>
                        <a:pt x="22467" y="23579"/>
                        <a:pt x="15349" y="20954"/>
                      </a:cubicBezTo>
                      <a:cubicBezTo>
                        <a:pt x="8631" y="18330"/>
                        <a:pt x="0" y="11389"/>
                        <a:pt x="0" y="11389"/>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77" name="Freeform: Shape 1676">
                  <a:extLst>
                    <a:ext uri="{FF2B5EF4-FFF2-40B4-BE49-F238E27FC236}">
                      <a16:creationId xmlns:a16="http://schemas.microsoft.com/office/drawing/2014/main" id="{99A07031-D70C-2961-0BB1-EE495B870FD1}"/>
                    </a:ext>
                  </a:extLst>
                </p:cNvPr>
                <p:cNvSpPr/>
                <p:nvPr/>
              </p:nvSpPr>
              <p:spPr>
                <a:xfrm>
                  <a:off x="5337938" y="4857321"/>
                  <a:ext cx="11967" cy="16461"/>
                </a:xfrm>
                <a:custGeom>
                  <a:avLst/>
                  <a:gdLst>
                    <a:gd name="connsiteX0" fmla="*/ 0 w 11967"/>
                    <a:gd name="connsiteY0" fmla="*/ 16461 h 16461"/>
                    <a:gd name="connsiteX1" fmla="*/ 11968 w 11967"/>
                    <a:gd name="connsiteY1" fmla="*/ 0 h 16461"/>
                  </a:gdLst>
                  <a:ahLst/>
                  <a:cxnLst>
                    <a:cxn ang="0">
                      <a:pos x="connsiteX0" y="connsiteY0"/>
                    </a:cxn>
                    <a:cxn ang="0">
                      <a:pos x="connsiteX1" y="connsiteY1"/>
                    </a:cxn>
                  </a:cxnLst>
                  <a:rect l="l" t="t" r="r" b="b"/>
                  <a:pathLst>
                    <a:path w="11967" h="16461">
                      <a:moveTo>
                        <a:pt x="0" y="16461"/>
                      </a:moveTo>
                      <a:cubicBezTo>
                        <a:pt x="0" y="16461"/>
                        <a:pt x="4138" y="3025"/>
                        <a:pt x="11968" y="0"/>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78" name="Freeform: Shape 1677">
                  <a:extLst>
                    <a:ext uri="{FF2B5EF4-FFF2-40B4-BE49-F238E27FC236}">
                      <a16:creationId xmlns:a16="http://schemas.microsoft.com/office/drawing/2014/main" id="{24826A28-6504-45CD-FF58-8C4AEE1D6220}"/>
                    </a:ext>
                  </a:extLst>
                </p:cNvPr>
                <p:cNvSpPr/>
                <p:nvPr/>
              </p:nvSpPr>
              <p:spPr>
                <a:xfrm>
                  <a:off x="5293404" y="4789119"/>
                  <a:ext cx="29540" cy="16105"/>
                </a:xfrm>
                <a:custGeom>
                  <a:avLst/>
                  <a:gdLst>
                    <a:gd name="connsiteX0" fmla="*/ 0 w 29540"/>
                    <a:gd name="connsiteY0" fmla="*/ 0 h 16105"/>
                    <a:gd name="connsiteX1" fmla="*/ 29541 w 29540"/>
                    <a:gd name="connsiteY1" fmla="*/ 0 h 16105"/>
                    <a:gd name="connsiteX2" fmla="*/ 29541 w 29540"/>
                    <a:gd name="connsiteY2" fmla="*/ 16105 h 16105"/>
                    <a:gd name="connsiteX3" fmla="*/ 0 w 29540"/>
                    <a:gd name="connsiteY3" fmla="*/ 16105 h 16105"/>
                    <a:gd name="connsiteX4" fmla="*/ 0 w 29540"/>
                    <a:gd name="connsiteY4" fmla="*/ 0 h 16105"/>
                    <a:gd name="connsiteX5" fmla="*/ 0 w 29540"/>
                    <a:gd name="connsiteY5" fmla="*/ 0 h 1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40" h="16105">
                      <a:moveTo>
                        <a:pt x="0" y="0"/>
                      </a:moveTo>
                      <a:lnTo>
                        <a:pt x="29541" y="0"/>
                      </a:lnTo>
                      <a:lnTo>
                        <a:pt x="29541" y="16105"/>
                      </a:lnTo>
                      <a:lnTo>
                        <a:pt x="0" y="16105"/>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79" name="Freeform: Shape 1678">
                  <a:extLst>
                    <a:ext uri="{FF2B5EF4-FFF2-40B4-BE49-F238E27FC236}">
                      <a16:creationId xmlns:a16="http://schemas.microsoft.com/office/drawing/2014/main" id="{EC779BD4-1F8A-7F50-C1ED-FD2A6797A681}"/>
                    </a:ext>
                  </a:extLst>
                </p:cNvPr>
                <p:cNvSpPr/>
                <p:nvPr/>
              </p:nvSpPr>
              <p:spPr>
                <a:xfrm>
                  <a:off x="5284061"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0" name="Freeform: Shape 1679">
                  <a:extLst>
                    <a:ext uri="{FF2B5EF4-FFF2-40B4-BE49-F238E27FC236}">
                      <a16:creationId xmlns:a16="http://schemas.microsoft.com/office/drawing/2014/main" id="{B80012CB-D12A-7D91-22A0-49F464B491EC}"/>
                    </a:ext>
                  </a:extLst>
                </p:cNvPr>
                <p:cNvSpPr/>
                <p:nvPr/>
              </p:nvSpPr>
              <p:spPr>
                <a:xfrm>
                  <a:off x="5308353"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1" name="Freeform: Shape 1680">
                  <a:extLst>
                    <a:ext uri="{FF2B5EF4-FFF2-40B4-BE49-F238E27FC236}">
                      <a16:creationId xmlns:a16="http://schemas.microsoft.com/office/drawing/2014/main" id="{4B989994-ADB5-7722-92B4-39457C34E5F9}"/>
                    </a:ext>
                  </a:extLst>
                </p:cNvPr>
                <p:cNvSpPr/>
                <p:nvPr/>
              </p:nvSpPr>
              <p:spPr>
                <a:xfrm>
                  <a:off x="5332688"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2" name="Freeform: Shape 1681">
                  <a:extLst>
                    <a:ext uri="{FF2B5EF4-FFF2-40B4-BE49-F238E27FC236}">
                      <a16:creationId xmlns:a16="http://schemas.microsoft.com/office/drawing/2014/main" id="{7B6A307B-DE2C-FD20-769C-E7A8A5E51703}"/>
                    </a:ext>
                  </a:extLst>
                </p:cNvPr>
                <p:cNvSpPr/>
                <p:nvPr/>
              </p:nvSpPr>
              <p:spPr>
                <a:xfrm>
                  <a:off x="5284061"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3" name="Freeform: Shape 1682">
                  <a:extLst>
                    <a:ext uri="{FF2B5EF4-FFF2-40B4-BE49-F238E27FC236}">
                      <a16:creationId xmlns:a16="http://schemas.microsoft.com/office/drawing/2014/main" id="{529B8747-E2FD-65E9-B032-026E34F975B9}"/>
                    </a:ext>
                  </a:extLst>
                </p:cNvPr>
                <p:cNvSpPr/>
                <p:nvPr/>
              </p:nvSpPr>
              <p:spPr>
                <a:xfrm>
                  <a:off x="5308353"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4" name="Freeform: Shape 1683">
                  <a:extLst>
                    <a:ext uri="{FF2B5EF4-FFF2-40B4-BE49-F238E27FC236}">
                      <a16:creationId xmlns:a16="http://schemas.microsoft.com/office/drawing/2014/main" id="{0A8FD62D-843C-3FD6-8E7C-CC09B07AED85}"/>
                    </a:ext>
                  </a:extLst>
                </p:cNvPr>
                <p:cNvSpPr/>
                <p:nvPr/>
              </p:nvSpPr>
              <p:spPr>
                <a:xfrm>
                  <a:off x="5332688"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5" name="Freeform: Shape 1684">
                  <a:extLst>
                    <a:ext uri="{FF2B5EF4-FFF2-40B4-BE49-F238E27FC236}">
                      <a16:creationId xmlns:a16="http://schemas.microsoft.com/office/drawing/2014/main" id="{DEE6B19E-945B-B331-BF15-E1331BEBE44E}"/>
                    </a:ext>
                  </a:extLst>
                </p:cNvPr>
                <p:cNvSpPr/>
                <p:nvPr/>
              </p:nvSpPr>
              <p:spPr>
                <a:xfrm>
                  <a:off x="5343188" y="4783824"/>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6" name="Freeform: Shape 1685">
                  <a:extLst>
                    <a:ext uri="{FF2B5EF4-FFF2-40B4-BE49-F238E27FC236}">
                      <a16:creationId xmlns:a16="http://schemas.microsoft.com/office/drawing/2014/main" id="{EDF08491-037B-D23B-DC26-CCDFB51CDBCF}"/>
                    </a:ext>
                  </a:extLst>
                </p:cNvPr>
                <p:cNvSpPr/>
                <p:nvPr/>
              </p:nvSpPr>
              <p:spPr>
                <a:xfrm>
                  <a:off x="5343188" y="4796860"/>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7" name="Freeform: Shape 1686">
                  <a:extLst>
                    <a:ext uri="{FF2B5EF4-FFF2-40B4-BE49-F238E27FC236}">
                      <a16:creationId xmlns:a16="http://schemas.microsoft.com/office/drawing/2014/main" id="{5F166255-6CCC-18A2-7499-FB34816B8C05}"/>
                    </a:ext>
                  </a:extLst>
                </p:cNvPr>
                <p:cNvSpPr/>
                <p:nvPr/>
              </p:nvSpPr>
              <p:spPr>
                <a:xfrm>
                  <a:off x="5343188" y="4809673"/>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8" name="Freeform: Shape 1687">
                  <a:extLst>
                    <a:ext uri="{FF2B5EF4-FFF2-40B4-BE49-F238E27FC236}">
                      <a16:creationId xmlns:a16="http://schemas.microsoft.com/office/drawing/2014/main" id="{4B307962-1D9F-454F-E697-AEADF8529424}"/>
                    </a:ext>
                  </a:extLst>
                </p:cNvPr>
                <p:cNvSpPr/>
                <p:nvPr/>
              </p:nvSpPr>
              <p:spPr>
                <a:xfrm>
                  <a:off x="5254876" y="4783824"/>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89" name="Freeform: Shape 1688">
                  <a:extLst>
                    <a:ext uri="{FF2B5EF4-FFF2-40B4-BE49-F238E27FC236}">
                      <a16:creationId xmlns:a16="http://schemas.microsoft.com/office/drawing/2014/main" id="{F858A188-3354-38A6-2443-00097555E5CD}"/>
                    </a:ext>
                  </a:extLst>
                </p:cNvPr>
                <p:cNvSpPr/>
                <p:nvPr/>
              </p:nvSpPr>
              <p:spPr>
                <a:xfrm>
                  <a:off x="5254876" y="4796860"/>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1690" name="Freeform: Shape 1689">
                  <a:extLst>
                    <a:ext uri="{FF2B5EF4-FFF2-40B4-BE49-F238E27FC236}">
                      <a16:creationId xmlns:a16="http://schemas.microsoft.com/office/drawing/2014/main" id="{257DCCBE-20FD-1066-28BE-43860BC47C0C}"/>
                    </a:ext>
                  </a:extLst>
                </p:cNvPr>
                <p:cNvSpPr/>
                <p:nvPr/>
              </p:nvSpPr>
              <p:spPr>
                <a:xfrm>
                  <a:off x="5254876" y="4809673"/>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767" name="Group 766">
            <a:extLst>
              <a:ext uri="{FF2B5EF4-FFF2-40B4-BE49-F238E27FC236}">
                <a16:creationId xmlns:a16="http://schemas.microsoft.com/office/drawing/2014/main" id="{51A20812-26AF-BDF9-805B-2CF51E9FE62F}"/>
              </a:ext>
              <a:ext uri="{C183D7F6-B498-43B3-948B-1728B52AA6E4}">
                <adec:decorative xmlns:adec="http://schemas.microsoft.com/office/drawing/2017/decorative" val="1"/>
              </a:ext>
            </a:extLst>
          </p:cNvPr>
          <p:cNvGrpSpPr/>
          <p:nvPr/>
        </p:nvGrpSpPr>
        <p:grpSpPr>
          <a:xfrm>
            <a:off x="8696361" y="469240"/>
            <a:ext cx="489540" cy="920622"/>
            <a:chOff x="8696361" y="469240"/>
            <a:chExt cx="489540" cy="920622"/>
          </a:xfrm>
        </p:grpSpPr>
        <p:sp>
          <p:nvSpPr>
            <p:cNvPr id="2578" name="Freeform: Shape 2577">
              <a:extLst>
                <a:ext uri="{FF2B5EF4-FFF2-40B4-BE49-F238E27FC236}">
                  <a16:creationId xmlns:a16="http://schemas.microsoft.com/office/drawing/2014/main" id="{5CF77C80-5D72-6849-FC26-B5C18AFB5454}"/>
                </a:ext>
              </a:extLst>
            </p:cNvPr>
            <p:cNvSpPr/>
            <p:nvPr/>
          </p:nvSpPr>
          <p:spPr>
            <a:xfrm>
              <a:off x="9007868" y="1276497"/>
              <a:ext cx="97099" cy="55992"/>
            </a:xfrm>
            <a:custGeom>
              <a:avLst/>
              <a:gdLst>
                <a:gd name="connsiteX0" fmla="*/ 0 w 318403"/>
                <a:gd name="connsiteY0" fmla="*/ 48811 h 183607"/>
                <a:gd name="connsiteX1" fmla="*/ 233711 w 318403"/>
                <a:gd name="connsiteY1" fmla="*/ 183607 h 183607"/>
                <a:gd name="connsiteX2" fmla="*/ 318404 w 318403"/>
                <a:gd name="connsiteY2" fmla="*/ 134796 h 183607"/>
                <a:gd name="connsiteX3" fmla="*/ 84692 w 318403"/>
                <a:gd name="connsiteY3" fmla="*/ 0 h 183607"/>
                <a:gd name="connsiteX4" fmla="*/ 0 w 318403"/>
                <a:gd name="connsiteY4" fmla="*/ 48811 h 183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403" h="183607">
                  <a:moveTo>
                    <a:pt x="0" y="48811"/>
                  </a:moveTo>
                  <a:lnTo>
                    <a:pt x="233711" y="183607"/>
                  </a:lnTo>
                  <a:lnTo>
                    <a:pt x="318404" y="134796"/>
                  </a:lnTo>
                  <a:lnTo>
                    <a:pt x="84692" y="0"/>
                  </a:lnTo>
                  <a:lnTo>
                    <a:pt x="0" y="48811"/>
                  </a:lnTo>
                  <a:close/>
                </a:path>
              </a:pathLst>
            </a:custGeom>
            <a:solidFill>
              <a:srgbClr val="AAAE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79" name="Freeform: Shape 2578">
              <a:extLst>
                <a:ext uri="{FF2B5EF4-FFF2-40B4-BE49-F238E27FC236}">
                  <a16:creationId xmlns:a16="http://schemas.microsoft.com/office/drawing/2014/main" id="{ACC5C64C-2036-71A2-2D53-F224EF72EE03}"/>
                </a:ext>
              </a:extLst>
            </p:cNvPr>
            <p:cNvSpPr/>
            <p:nvPr/>
          </p:nvSpPr>
          <p:spPr>
            <a:xfrm>
              <a:off x="8731159" y="1133362"/>
              <a:ext cx="419943" cy="242502"/>
            </a:xfrm>
            <a:custGeom>
              <a:avLst/>
              <a:gdLst>
                <a:gd name="connsiteX0" fmla="*/ 1377055 w 1377054"/>
                <a:gd name="connsiteY0" fmla="*/ 397600 h 795200"/>
                <a:gd name="connsiteX1" fmla="*/ 688527 w 1377054"/>
                <a:gd name="connsiteY1" fmla="*/ 795201 h 795200"/>
                <a:gd name="connsiteX2" fmla="*/ 0 w 1377054"/>
                <a:gd name="connsiteY2" fmla="*/ 397600 h 795200"/>
                <a:gd name="connsiteX3" fmla="*/ 688527 w 1377054"/>
                <a:gd name="connsiteY3" fmla="*/ 0 h 795200"/>
                <a:gd name="connsiteX4" fmla="*/ 1377055 w 1377054"/>
                <a:gd name="connsiteY4" fmla="*/ 397600 h 79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054" h="795200">
                  <a:moveTo>
                    <a:pt x="1377055" y="397600"/>
                  </a:moveTo>
                  <a:lnTo>
                    <a:pt x="688527" y="795201"/>
                  </a:lnTo>
                  <a:lnTo>
                    <a:pt x="0" y="397600"/>
                  </a:lnTo>
                  <a:lnTo>
                    <a:pt x="688527" y="0"/>
                  </a:lnTo>
                  <a:lnTo>
                    <a:pt x="1377055" y="397600"/>
                  </a:lnTo>
                  <a:close/>
                </a:path>
              </a:pathLst>
            </a:custGeom>
            <a:solidFill>
              <a:srgbClr val="97CF50"/>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580" name="Graphic 4208">
              <a:extLst>
                <a:ext uri="{FF2B5EF4-FFF2-40B4-BE49-F238E27FC236}">
                  <a16:creationId xmlns:a16="http://schemas.microsoft.com/office/drawing/2014/main" id="{78DAAF4C-DAB7-E149-5CC1-3979434CA657}"/>
                </a:ext>
              </a:extLst>
            </p:cNvPr>
            <p:cNvGrpSpPr/>
            <p:nvPr/>
          </p:nvGrpSpPr>
          <p:grpSpPr>
            <a:xfrm>
              <a:off x="8696361" y="1030643"/>
              <a:ext cx="489540" cy="359219"/>
              <a:chOff x="9952163" y="3095319"/>
              <a:chExt cx="1605271" cy="1177931"/>
            </a:xfrm>
          </p:grpSpPr>
          <p:sp>
            <p:nvSpPr>
              <p:cNvPr id="2671" name="Freeform: Shape 2670">
                <a:extLst>
                  <a:ext uri="{FF2B5EF4-FFF2-40B4-BE49-F238E27FC236}">
                    <a16:creationId xmlns:a16="http://schemas.microsoft.com/office/drawing/2014/main" id="{199997C6-0512-CB92-BF72-50C5AC472263}"/>
                  </a:ext>
                </a:extLst>
              </p:cNvPr>
              <p:cNvSpPr/>
              <p:nvPr/>
            </p:nvSpPr>
            <p:spPr>
              <a:xfrm>
                <a:off x="9952163" y="3095319"/>
                <a:ext cx="1605271" cy="927087"/>
              </a:xfrm>
              <a:custGeom>
                <a:avLst/>
                <a:gdLst>
                  <a:gd name="connsiteX0" fmla="*/ 1605271 w 1605271"/>
                  <a:gd name="connsiteY0" fmla="*/ 463544 h 927087"/>
                  <a:gd name="connsiteX1" fmla="*/ 802636 w 1605271"/>
                  <a:gd name="connsiteY1" fmla="*/ 927087 h 927087"/>
                  <a:gd name="connsiteX2" fmla="*/ 662991 w 1605271"/>
                  <a:gd name="connsiteY2" fmla="*/ 846274 h 927087"/>
                  <a:gd name="connsiteX3" fmla="*/ 70469 w 1605271"/>
                  <a:gd name="connsiteY3" fmla="*/ 504274 h 927087"/>
                  <a:gd name="connsiteX4" fmla="*/ 0 w 1605271"/>
                  <a:gd name="connsiteY4" fmla="*/ 463544 h 927087"/>
                  <a:gd name="connsiteX5" fmla="*/ 802636 w 1605271"/>
                  <a:gd name="connsiteY5" fmla="*/ 0 h 927087"/>
                  <a:gd name="connsiteX6" fmla="*/ 1605271 w 1605271"/>
                  <a:gd name="connsiteY6" fmla="*/ 463544 h 92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5271" h="927087">
                    <a:moveTo>
                      <a:pt x="1605271" y="463544"/>
                    </a:moveTo>
                    <a:lnTo>
                      <a:pt x="802636" y="927087"/>
                    </a:lnTo>
                    <a:lnTo>
                      <a:pt x="662991" y="846274"/>
                    </a:lnTo>
                    <a:lnTo>
                      <a:pt x="70469" y="504274"/>
                    </a:lnTo>
                    <a:lnTo>
                      <a:pt x="0" y="463544"/>
                    </a:lnTo>
                    <a:lnTo>
                      <a:pt x="802636" y="0"/>
                    </a:lnTo>
                    <a:lnTo>
                      <a:pt x="1605271" y="463544"/>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72" name="Freeform: Shape 2671">
                <a:extLst>
                  <a:ext uri="{FF2B5EF4-FFF2-40B4-BE49-F238E27FC236}">
                    <a16:creationId xmlns:a16="http://schemas.microsoft.com/office/drawing/2014/main" id="{51B0BDEC-B1E9-1BC9-CE4D-845F79EB9A58}"/>
                  </a:ext>
                </a:extLst>
              </p:cNvPr>
              <p:cNvSpPr/>
              <p:nvPr/>
            </p:nvSpPr>
            <p:spPr>
              <a:xfrm>
                <a:off x="10754798" y="3558863"/>
                <a:ext cx="802635" cy="714387"/>
              </a:xfrm>
              <a:custGeom>
                <a:avLst/>
                <a:gdLst>
                  <a:gd name="connsiteX0" fmla="*/ 802636 w 802635"/>
                  <a:gd name="connsiteY0" fmla="*/ 0 h 714387"/>
                  <a:gd name="connsiteX1" fmla="*/ 802636 w 802635"/>
                  <a:gd name="connsiteY1" fmla="*/ 250844 h 714387"/>
                  <a:gd name="connsiteX2" fmla="*/ 0 w 802635"/>
                  <a:gd name="connsiteY2" fmla="*/ 714387 h 714387"/>
                  <a:gd name="connsiteX3" fmla="*/ 0 w 802635"/>
                  <a:gd name="connsiteY3" fmla="*/ 463544 h 714387"/>
                  <a:gd name="connsiteX4" fmla="*/ 802636 w 802635"/>
                  <a:gd name="connsiteY4" fmla="*/ 0 h 714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5" h="714387">
                    <a:moveTo>
                      <a:pt x="802636" y="0"/>
                    </a:moveTo>
                    <a:lnTo>
                      <a:pt x="802636" y="250844"/>
                    </a:lnTo>
                    <a:lnTo>
                      <a:pt x="0" y="714387"/>
                    </a:lnTo>
                    <a:lnTo>
                      <a:pt x="0" y="463544"/>
                    </a:lnTo>
                    <a:lnTo>
                      <a:pt x="802636" y="0"/>
                    </a:lnTo>
                    <a:close/>
                  </a:path>
                </a:pathLst>
              </a:custGeom>
              <a:solidFill>
                <a:srgbClr val="E8EA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73" name="Freeform: Shape 2672">
                <a:extLst>
                  <a:ext uri="{FF2B5EF4-FFF2-40B4-BE49-F238E27FC236}">
                    <a16:creationId xmlns:a16="http://schemas.microsoft.com/office/drawing/2014/main" id="{E93C8E76-D513-6EF2-B7F4-203864A8F71C}"/>
                  </a:ext>
                </a:extLst>
              </p:cNvPr>
              <p:cNvSpPr/>
              <p:nvPr/>
            </p:nvSpPr>
            <p:spPr>
              <a:xfrm>
                <a:off x="9952163" y="3558863"/>
                <a:ext cx="802635" cy="714387"/>
              </a:xfrm>
              <a:custGeom>
                <a:avLst/>
                <a:gdLst>
                  <a:gd name="connsiteX0" fmla="*/ 802636 w 802635"/>
                  <a:gd name="connsiteY0" fmla="*/ 463544 h 714387"/>
                  <a:gd name="connsiteX1" fmla="*/ 802636 w 802635"/>
                  <a:gd name="connsiteY1" fmla="*/ 714387 h 714387"/>
                  <a:gd name="connsiteX2" fmla="*/ 0 w 802635"/>
                  <a:gd name="connsiteY2" fmla="*/ 250844 h 714387"/>
                  <a:gd name="connsiteX3" fmla="*/ 0 w 802635"/>
                  <a:gd name="connsiteY3" fmla="*/ 0 h 714387"/>
                  <a:gd name="connsiteX4" fmla="*/ 802636 w 802635"/>
                  <a:gd name="connsiteY4" fmla="*/ 463544 h 714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35" h="714387">
                    <a:moveTo>
                      <a:pt x="802636" y="463544"/>
                    </a:moveTo>
                    <a:lnTo>
                      <a:pt x="802636" y="714387"/>
                    </a:lnTo>
                    <a:lnTo>
                      <a:pt x="0" y="250844"/>
                    </a:lnTo>
                    <a:lnTo>
                      <a:pt x="0" y="0"/>
                    </a:lnTo>
                    <a:lnTo>
                      <a:pt x="802636" y="463544"/>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581" name="Freeform: Shape 2580">
              <a:extLst>
                <a:ext uri="{FF2B5EF4-FFF2-40B4-BE49-F238E27FC236}">
                  <a16:creationId xmlns:a16="http://schemas.microsoft.com/office/drawing/2014/main" id="{BDEA2EE9-F1E9-5511-7513-828DC382364A}"/>
                </a:ext>
              </a:extLst>
            </p:cNvPr>
            <p:cNvSpPr/>
            <p:nvPr/>
          </p:nvSpPr>
          <p:spPr>
            <a:xfrm>
              <a:off x="8710655" y="1038923"/>
              <a:ext cx="460952" cy="266161"/>
            </a:xfrm>
            <a:custGeom>
              <a:avLst/>
              <a:gdLst>
                <a:gd name="connsiteX0" fmla="*/ 1511528 w 1511527"/>
                <a:gd name="connsiteY0" fmla="*/ 436391 h 872781"/>
                <a:gd name="connsiteX1" fmla="*/ 755764 w 1511527"/>
                <a:gd name="connsiteY1" fmla="*/ 872781 h 872781"/>
                <a:gd name="connsiteX2" fmla="*/ 0 w 1511527"/>
                <a:gd name="connsiteY2" fmla="*/ 436391 h 872781"/>
                <a:gd name="connsiteX3" fmla="*/ 755764 w 1511527"/>
                <a:gd name="connsiteY3" fmla="*/ 0 h 872781"/>
                <a:gd name="connsiteX4" fmla="*/ 1511528 w 1511527"/>
                <a:gd name="connsiteY4" fmla="*/ 436391 h 872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1527" h="872781">
                  <a:moveTo>
                    <a:pt x="1511528" y="436391"/>
                  </a:moveTo>
                  <a:lnTo>
                    <a:pt x="755764" y="872781"/>
                  </a:lnTo>
                  <a:lnTo>
                    <a:pt x="0" y="436391"/>
                  </a:lnTo>
                  <a:lnTo>
                    <a:pt x="755764" y="0"/>
                  </a:lnTo>
                  <a:lnTo>
                    <a:pt x="1511528" y="436391"/>
                  </a:lnTo>
                  <a:close/>
                </a:path>
              </a:pathLst>
            </a:custGeom>
            <a:solidFill>
              <a:srgbClr val="AEB4B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2" name="Freeform: Shape 2581">
              <a:extLst>
                <a:ext uri="{FF2B5EF4-FFF2-40B4-BE49-F238E27FC236}">
                  <a16:creationId xmlns:a16="http://schemas.microsoft.com/office/drawing/2014/main" id="{48629E0C-DBA6-9D57-FCF6-306F6573763F}"/>
                </a:ext>
              </a:extLst>
            </p:cNvPr>
            <p:cNvSpPr/>
            <p:nvPr/>
          </p:nvSpPr>
          <p:spPr>
            <a:xfrm>
              <a:off x="8717851" y="1093043"/>
              <a:ext cx="338616" cy="195678"/>
            </a:xfrm>
            <a:custGeom>
              <a:avLst/>
              <a:gdLst>
                <a:gd name="connsiteX0" fmla="*/ 1110372 w 1110371"/>
                <a:gd name="connsiteY0" fmla="*/ 342001 h 641655"/>
                <a:gd name="connsiteX1" fmla="*/ 592522 w 1110371"/>
                <a:gd name="connsiteY1" fmla="*/ 641656 h 641655"/>
                <a:gd name="connsiteX2" fmla="*/ 0 w 1110371"/>
                <a:gd name="connsiteY2" fmla="*/ 299655 h 641655"/>
                <a:gd name="connsiteX3" fmla="*/ 517527 w 1110371"/>
                <a:gd name="connsiteY3" fmla="*/ 0 h 641655"/>
                <a:gd name="connsiteX4" fmla="*/ 1110372 w 1110371"/>
                <a:gd name="connsiteY4" fmla="*/ 342001 h 641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0371" h="641655">
                  <a:moveTo>
                    <a:pt x="1110372" y="342001"/>
                  </a:moveTo>
                  <a:lnTo>
                    <a:pt x="592522" y="641656"/>
                  </a:lnTo>
                  <a:lnTo>
                    <a:pt x="0" y="299655"/>
                  </a:lnTo>
                  <a:lnTo>
                    <a:pt x="517527" y="0"/>
                  </a:lnTo>
                  <a:lnTo>
                    <a:pt x="1110372" y="342001"/>
                  </a:lnTo>
                  <a:close/>
                </a:path>
              </a:pathLst>
            </a:custGeom>
            <a:solidFill>
              <a:srgbClr val="E4E8E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3" name="Freeform: Shape 2582">
              <a:extLst>
                <a:ext uri="{FF2B5EF4-FFF2-40B4-BE49-F238E27FC236}">
                  <a16:creationId xmlns:a16="http://schemas.microsoft.com/office/drawing/2014/main" id="{CEEBBDDC-D6A7-F82D-F1CF-2EF6E7EEEBDB}"/>
                </a:ext>
              </a:extLst>
            </p:cNvPr>
            <p:cNvSpPr/>
            <p:nvPr/>
          </p:nvSpPr>
          <p:spPr>
            <a:xfrm>
              <a:off x="8696361" y="1182256"/>
              <a:ext cx="224956" cy="150824"/>
            </a:xfrm>
            <a:custGeom>
              <a:avLst/>
              <a:gdLst>
                <a:gd name="connsiteX0" fmla="*/ 737662 w 737661"/>
                <a:gd name="connsiteY0" fmla="*/ 425723 h 494575"/>
                <a:gd name="connsiteX1" fmla="*/ 737662 w 737661"/>
                <a:gd name="connsiteY1" fmla="*/ 494576 h 494575"/>
                <a:gd name="connsiteX2" fmla="*/ 0 w 737661"/>
                <a:gd name="connsiteY2" fmla="*/ 68853 h 494575"/>
                <a:gd name="connsiteX3" fmla="*/ 0 w 737661"/>
                <a:gd name="connsiteY3" fmla="*/ 0 h 494575"/>
                <a:gd name="connsiteX4" fmla="*/ 737662 w 737661"/>
                <a:gd name="connsiteY4" fmla="*/ 425723 h 494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61" h="494575">
                  <a:moveTo>
                    <a:pt x="737662" y="425723"/>
                  </a:moveTo>
                  <a:lnTo>
                    <a:pt x="737662" y="494576"/>
                  </a:lnTo>
                  <a:lnTo>
                    <a:pt x="0" y="68853"/>
                  </a:lnTo>
                  <a:lnTo>
                    <a:pt x="0" y="0"/>
                  </a:lnTo>
                  <a:lnTo>
                    <a:pt x="737662" y="425723"/>
                  </a:lnTo>
                  <a:close/>
                </a:path>
              </a:pathLst>
            </a:custGeom>
            <a:solidFill>
              <a:srgbClr val="DBDDD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4" name="Freeform: Shape 2583">
              <a:extLst>
                <a:ext uri="{FF2B5EF4-FFF2-40B4-BE49-F238E27FC236}">
                  <a16:creationId xmlns:a16="http://schemas.microsoft.com/office/drawing/2014/main" id="{6E1DAD0C-CBCB-27C7-570E-C4EC92791D38}"/>
                </a:ext>
              </a:extLst>
            </p:cNvPr>
            <p:cNvSpPr/>
            <p:nvPr/>
          </p:nvSpPr>
          <p:spPr>
            <a:xfrm>
              <a:off x="8961044" y="1183143"/>
              <a:ext cx="224857" cy="150923"/>
            </a:xfrm>
            <a:custGeom>
              <a:avLst/>
              <a:gdLst>
                <a:gd name="connsiteX0" fmla="*/ 737339 w 737338"/>
                <a:gd name="connsiteY0" fmla="*/ 0 h 494899"/>
                <a:gd name="connsiteX1" fmla="*/ 737339 w 737338"/>
                <a:gd name="connsiteY1" fmla="*/ 68853 h 494899"/>
                <a:gd name="connsiteX2" fmla="*/ 0 w 737338"/>
                <a:gd name="connsiteY2" fmla="*/ 494899 h 494899"/>
                <a:gd name="connsiteX3" fmla="*/ 0 w 737338"/>
                <a:gd name="connsiteY3" fmla="*/ 425723 h 494899"/>
                <a:gd name="connsiteX4" fmla="*/ 737339 w 737338"/>
                <a:gd name="connsiteY4" fmla="*/ 0 h 494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338" h="494899">
                  <a:moveTo>
                    <a:pt x="737339" y="0"/>
                  </a:moveTo>
                  <a:lnTo>
                    <a:pt x="737339" y="68853"/>
                  </a:lnTo>
                  <a:lnTo>
                    <a:pt x="0" y="494899"/>
                  </a:lnTo>
                  <a:lnTo>
                    <a:pt x="0" y="425723"/>
                  </a:lnTo>
                  <a:lnTo>
                    <a:pt x="737339" y="0"/>
                  </a:lnTo>
                  <a:close/>
                </a:path>
              </a:pathLst>
            </a:custGeom>
            <a:solidFill>
              <a:srgbClr val="AEB4B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5" name="Freeform: Shape 2584">
              <a:extLst>
                <a:ext uri="{FF2B5EF4-FFF2-40B4-BE49-F238E27FC236}">
                  <a16:creationId xmlns:a16="http://schemas.microsoft.com/office/drawing/2014/main" id="{17B483DF-5547-BC28-6E7D-1AA217625283}"/>
                </a:ext>
              </a:extLst>
            </p:cNvPr>
            <p:cNvSpPr/>
            <p:nvPr/>
          </p:nvSpPr>
          <p:spPr>
            <a:xfrm>
              <a:off x="8941131" y="1208281"/>
              <a:ext cx="789" cy="1774"/>
            </a:xfrm>
            <a:custGeom>
              <a:avLst/>
              <a:gdLst>
                <a:gd name="connsiteX0" fmla="*/ 0 w 2586"/>
                <a:gd name="connsiteY0" fmla="*/ 1616 h 5818"/>
                <a:gd name="connsiteX1" fmla="*/ 2586 w 2586"/>
                <a:gd name="connsiteY1" fmla="*/ 0 h 5818"/>
                <a:gd name="connsiteX2" fmla="*/ 0 w 2586"/>
                <a:gd name="connsiteY2" fmla="*/ 5819 h 5818"/>
                <a:gd name="connsiteX3" fmla="*/ 0 w 2586"/>
                <a:gd name="connsiteY3" fmla="*/ 1616 h 5818"/>
              </a:gdLst>
              <a:ahLst/>
              <a:cxnLst>
                <a:cxn ang="0">
                  <a:pos x="connsiteX0" y="connsiteY0"/>
                </a:cxn>
                <a:cxn ang="0">
                  <a:pos x="connsiteX1" y="connsiteY1"/>
                </a:cxn>
                <a:cxn ang="0">
                  <a:pos x="connsiteX2" y="connsiteY2"/>
                </a:cxn>
                <a:cxn ang="0">
                  <a:pos x="connsiteX3" y="connsiteY3"/>
                </a:cxn>
              </a:cxnLst>
              <a:rect l="l" t="t" r="r" b="b"/>
              <a:pathLst>
                <a:path w="2586" h="5818">
                  <a:moveTo>
                    <a:pt x="0" y="1616"/>
                  </a:moveTo>
                  <a:lnTo>
                    <a:pt x="2586" y="0"/>
                  </a:lnTo>
                  <a:lnTo>
                    <a:pt x="0" y="5819"/>
                  </a:lnTo>
                  <a:lnTo>
                    <a:pt x="0" y="1616"/>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6" name="Freeform: Shape 2585">
              <a:extLst>
                <a:ext uri="{FF2B5EF4-FFF2-40B4-BE49-F238E27FC236}">
                  <a16:creationId xmlns:a16="http://schemas.microsoft.com/office/drawing/2014/main" id="{CDE09484-A008-7EE7-967E-C3FE857C3BC1}"/>
                </a:ext>
              </a:extLst>
            </p:cNvPr>
            <p:cNvSpPr/>
            <p:nvPr/>
          </p:nvSpPr>
          <p:spPr>
            <a:xfrm>
              <a:off x="8784490" y="469240"/>
              <a:ext cx="313282" cy="180891"/>
            </a:xfrm>
            <a:custGeom>
              <a:avLst/>
              <a:gdLst>
                <a:gd name="connsiteX0" fmla="*/ 1027296 w 1027295"/>
                <a:gd name="connsiteY0" fmla="*/ 296422 h 593167"/>
                <a:gd name="connsiteX1" fmla="*/ 513648 w 1027295"/>
                <a:gd name="connsiteY1" fmla="*/ 593168 h 593167"/>
                <a:gd name="connsiteX2" fmla="*/ 0 w 1027295"/>
                <a:gd name="connsiteY2" fmla="*/ 296422 h 593167"/>
                <a:gd name="connsiteX3" fmla="*/ 513648 w 1027295"/>
                <a:gd name="connsiteY3" fmla="*/ 0 h 593167"/>
                <a:gd name="connsiteX4" fmla="*/ 1027296 w 1027295"/>
                <a:gd name="connsiteY4" fmla="*/ 296422 h 593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295" h="593167">
                  <a:moveTo>
                    <a:pt x="1027296" y="296422"/>
                  </a:moveTo>
                  <a:lnTo>
                    <a:pt x="513648" y="593168"/>
                  </a:lnTo>
                  <a:lnTo>
                    <a:pt x="0" y="296422"/>
                  </a:lnTo>
                  <a:lnTo>
                    <a:pt x="513648" y="0"/>
                  </a:lnTo>
                  <a:lnTo>
                    <a:pt x="1027296" y="296422"/>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7" name="Freeform: Shape 2586">
              <a:extLst>
                <a:ext uri="{FF2B5EF4-FFF2-40B4-BE49-F238E27FC236}">
                  <a16:creationId xmlns:a16="http://schemas.microsoft.com/office/drawing/2014/main" id="{E3A09D65-3D40-4E9B-B2F8-1AFA6D5BEB0F}"/>
                </a:ext>
              </a:extLst>
            </p:cNvPr>
            <p:cNvSpPr/>
            <p:nvPr/>
          </p:nvSpPr>
          <p:spPr>
            <a:xfrm>
              <a:off x="8941131" y="559636"/>
              <a:ext cx="156641" cy="703454"/>
            </a:xfrm>
            <a:custGeom>
              <a:avLst/>
              <a:gdLst>
                <a:gd name="connsiteX0" fmla="*/ 513648 w 513647"/>
                <a:gd name="connsiteY0" fmla="*/ 0 h 2306728"/>
                <a:gd name="connsiteX1" fmla="*/ 513648 w 513647"/>
                <a:gd name="connsiteY1" fmla="*/ 2010306 h 2306728"/>
                <a:gd name="connsiteX2" fmla="*/ 0 w 513647"/>
                <a:gd name="connsiteY2" fmla="*/ 2306728 h 2306728"/>
                <a:gd name="connsiteX3" fmla="*/ 0 w 513647"/>
                <a:gd name="connsiteY3" fmla="*/ 296746 h 2306728"/>
                <a:gd name="connsiteX4" fmla="*/ 513648 w 513647"/>
                <a:gd name="connsiteY4" fmla="*/ 0 h 2306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2306728">
                  <a:moveTo>
                    <a:pt x="513648" y="0"/>
                  </a:moveTo>
                  <a:lnTo>
                    <a:pt x="513648" y="2010306"/>
                  </a:lnTo>
                  <a:lnTo>
                    <a:pt x="0" y="2306728"/>
                  </a:lnTo>
                  <a:lnTo>
                    <a:pt x="0" y="296746"/>
                  </a:lnTo>
                  <a:lnTo>
                    <a:pt x="513648" y="0"/>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8" name="Freeform: Shape 2587">
              <a:extLst>
                <a:ext uri="{FF2B5EF4-FFF2-40B4-BE49-F238E27FC236}">
                  <a16:creationId xmlns:a16="http://schemas.microsoft.com/office/drawing/2014/main" id="{31F9F989-D993-3BFC-5250-B86C71EA99CD}"/>
                </a:ext>
              </a:extLst>
            </p:cNvPr>
            <p:cNvSpPr/>
            <p:nvPr/>
          </p:nvSpPr>
          <p:spPr>
            <a:xfrm>
              <a:off x="8784490" y="559636"/>
              <a:ext cx="156641" cy="703454"/>
            </a:xfrm>
            <a:custGeom>
              <a:avLst/>
              <a:gdLst>
                <a:gd name="connsiteX0" fmla="*/ 513648 w 513647"/>
                <a:gd name="connsiteY0" fmla="*/ 296746 h 2306728"/>
                <a:gd name="connsiteX1" fmla="*/ 513648 w 513647"/>
                <a:gd name="connsiteY1" fmla="*/ 2306728 h 2306728"/>
                <a:gd name="connsiteX2" fmla="*/ 0 w 513647"/>
                <a:gd name="connsiteY2" fmla="*/ 2010306 h 2306728"/>
                <a:gd name="connsiteX3" fmla="*/ 0 w 513647"/>
                <a:gd name="connsiteY3" fmla="*/ 0 h 2306728"/>
                <a:gd name="connsiteX4" fmla="*/ 513648 w 513647"/>
                <a:gd name="connsiteY4" fmla="*/ 296746 h 2306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2306728">
                  <a:moveTo>
                    <a:pt x="513648" y="296746"/>
                  </a:moveTo>
                  <a:lnTo>
                    <a:pt x="513648" y="2306728"/>
                  </a:lnTo>
                  <a:lnTo>
                    <a:pt x="0" y="2010306"/>
                  </a:lnTo>
                  <a:lnTo>
                    <a:pt x="0" y="0"/>
                  </a:lnTo>
                  <a:lnTo>
                    <a:pt x="513648" y="296746"/>
                  </a:lnTo>
                  <a:close/>
                </a:path>
              </a:pathLst>
            </a:custGeom>
            <a:solidFill>
              <a:srgbClr val="DBDDD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89" name="Freeform: Shape 2588">
              <a:extLst>
                <a:ext uri="{FF2B5EF4-FFF2-40B4-BE49-F238E27FC236}">
                  <a16:creationId xmlns:a16="http://schemas.microsoft.com/office/drawing/2014/main" id="{F0A54FDF-E114-856C-6AFB-3FCECF16B832}"/>
                </a:ext>
              </a:extLst>
            </p:cNvPr>
            <p:cNvSpPr/>
            <p:nvPr/>
          </p:nvSpPr>
          <p:spPr>
            <a:xfrm>
              <a:off x="8798981" y="477619"/>
              <a:ext cx="284300" cy="164133"/>
            </a:xfrm>
            <a:custGeom>
              <a:avLst/>
              <a:gdLst>
                <a:gd name="connsiteX0" fmla="*/ 932260 w 932259"/>
                <a:gd name="connsiteY0" fmla="*/ 268946 h 538215"/>
                <a:gd name="connsiteX1" fmla="*/ 466130 w 932259"/>
                <a:gd name="connsiteY1" fmla="*/ 538215 h 538215"/>
                <a:gd name="connsiteX2" fmla="*/ 0 w 932259"/>
                <a:gd name="connsiteY2" fmla="*/ 268946 h 538215"/>
                <a:gd name="connsiteX3" fmla="*/ 466130 w 932259"/>
                <a:gd name="connsiteY3" fmla="*/ 0 h 538215"/>
                <a:gd name="connsiteX4" fmla="*/ 932260 w 932259"/>
                <a:gd name="connsiteY4" fmla="*/ 268946 h 538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2259" h="538215">
                  <a:moveTo>
                    <a:pt x="932260" y="268946"/>
                  </a:moveTo>
                  <a:lnTo>
                    <a:pt x="466130" y="538215"/>
                  </a:lnTo>
                  <a:lnTo>
                    <a:pt x="0" y="268946"/>
                  </a:lnTo>
                  <a:lnTo>
                    <a:pt x="466130" y="0"/>
                  </a:lnTo>
                  <a:lnTo>
                    <a:pt x="932260" y="268946"/>
                  </a:lnTo>
                  <a:close/>
                </a:path>
              </a:pathLst>
            </a:custGeom>
            <a:solidFill>
              <a:srgbClr val="A6A6A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90" name="Freeform: Shape 2589">
              <a:extLst>
                <a:ext uri="{FF2B5EF4-FFF2-40B4-BE49-F238E27FC236}">
                  <a16:creationId xmlns:a16="http://schemas.microsoft.com/office/drawing/2014/main" id="{67367E90-ECDE-5D2B-37FB-16624EE966DD}"/>
                </a:ext>
              </a:extLst>
            </p:cNvPr>
            <p:cNvSpPr/>
            <p:nvPr/>
          </p:nvSpPr>
          <p:spPr>
            <a:xfrm>
              <a:off x="8912642" y="523655"/>
              <a:ext cx="41600" cy="24151"/>
            </a:xfrm>
            <a:custGeom>
              <a:avLst/>
              <a:gdLst>
                <a:gd name="connsiteX0" fmla="*/ 136413 w 136412"/>
                <a:gd name="connsiteY0" fmla="*/ 30062 h 79196"/>
                <a:gd name="connsiteX1" fmla="*/ 52044 w 136412"/>
                <a:gd name="connsiteY1" fmla="*/ 79197 h 79196"/>
                <a:gd name="connsiteX2" fmla="*/ 0 w 136412"/>
                <a:gd name="connsiteY2" fmla="*/ 49134 h 79196"/>
                <a:gd name="connsiteX3" fmla="*/ 84692 w 136412"/>
                <a:gd name="connsiteY3" fmla="*/ 0 h 79196"/>
                <a:gd name="connsiteX4" fmla="*/ 136413 w 136412"/>
                <a:gd name="connsiteY4" fmla="*/ 30062 h 79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12" h="79196">
                  <a:moveTo>
                    <a:pt x="136413" y="30062"/>
                  </a:moveTo>
                  <a:lnTo>
                    <a:pt x="52044" y="79197"/>
                  </a:lnTo>
                  <a:lnTo>
                    <a:pt x="0" y="49134"/>
                  </a:lnTo>
                  <a:lnTo>
                    <a:pt x="84692" y="0"/>
                  </a:lnTo>
                  <a:lnTo>
                    <a:pt x="136413" y="30062"/>
                  </a:lnTo>
                  <a:close/>
                </a:path>
              </a:pathLst>
            </a:custGeom>
            <a:solidFill>
              <a:srgbClr val="E4E8E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91" name="Freeform: Shape 2590">
              <a:extLst>
                <a:ext uri="{FF2B5EF4-FFF2-40B4-BE49-F238E27FC236}">
                  <a16:creationId xmlns:a16="http://schemas.microsoft.com/office/drawing/2014/main" id="{3A1C1A29-7361-8DE5-04F8-36E97044EDDF}"/>
                </a:ext>
              </a:extLst>
            </p:cNvPr>
            <p:cNvSpPr/>
            <p:nvPr/>
          </p:nvSpPr>
          <p:spPr>
            <a:xfrm>
              <a:off x="8936103" y="535879"/>
              <a:ext cx="41600" cy="24053"/>
            </a:xfrm>
            <a:custGeom>
              <a:avLst/>
              <a:gdLst>
                <a:gd name="connsiteX0" fmla="*/ 136412 w 136412"/>
                <a:gd name="connsiteY0" fmla="*/ 30062 h 78873"/>
                <a:gd name="connsiteX1" fmla="*/ 51720 w 136412"/>
                <a:gd name="connsiteY1" fmla="*/ 78874 h 78873"/>
                <a:gd name="connsiteX2" fmla="*/ 0 w 136412"/>
                <a:gd name="connsiteY2" fmla="*/ 49134 h 78873"/>
                <a:gd name="connsiteX3" fmla="*/ 84369 w 136412"/>
                <a:gd name="connsiteY3" fmla="*/ 0 h 78873"/>
                <a:gd name="connsiteX4" fmla="*/ 136412 w 136412"/>
                <a:gd name="connsiteY4" fmla="*/ 30062 h 7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12" h="78873">
                  <a:moveTo>
                    <a:pt x="136412" y="30062"/>
                  </a:moveTo>
                  <a:lnTo>
                    <a:pt x="51720" y="78874"/>
                  </a:lnTo>
                  <a:lnTo>
                    <a:pt x="0" y="49134"/>
                  </a:lnTo>
                  <a:lnTo>
                    <a:pt x="84369" y="0"/>
                  </a:lnTo>
                  <a:lnTo>
                    <a:pt x="136412" y="30062"/>
                  </a:lnTo>
                  <a:close/>
                </a:path>
              </a:pathLst>
            </a:custGeom>
            <a:solidFill>
              <a:srgbClr val="E4E8E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92" name="Freeform: Shape 2591">
              <a:extLst>
                <a:ext uri="{FF2B5EF4-FFF2-40B4-BE49-F238E27FC236}">
                  <a16:creationId xmlns:a16="http://schemas.microsoft.com/office/drawing/2014/main" id="{FB70BBE2-F6EA-6F98-7A55-F68FD0D68850}"/>
                </a:ext>
              </a:extLst>
            </p:cNvPr>
            <p:cNvSpPr/>
            <p:nvPr/>
          </p:nvSpPr>
          <p:spPr>
            <a:xfrm>
              <a:off x="8959368" y="548990"/>
              <a:ext cx="41600" cy="24151"/>
            </a:xfrm>
            <a:custGeom>
              <a:avLst/>
              <a:gdLst>
                <a:gd name="connsiteX0" fmla="*/ 136412 w 136412"/>
                <a:gd name="connsiteY0" fmla="*/ 30062 h 79196"/>
                <a:gd name="connsiteX1" fmla="*/ 51720 w 136412"/>
                <a:gd name="connsiteY1" fmla="*/ 79197 h 79196"/>
                <a:gd name="connsiteX2" fmla="*/ 0 w 136412"/>
                <a:gd name="connsiteY2" fmla="*/ 49134 h 79196"/>
                <a:gd name="connsiteX3" fmla="*/ 84369 w 136412"/>
                <a:gd name="connsiteY3" fmla="*/ 0 h 79196"/>
                <a:gd name="connsiteX4" fmla="*/ 136412 w 136412"/>
                <a:gd name="connsiteY4" fmla="*/ 30062 h 79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12" h="79196">
                  <a:moveTo>
                    <a:pt x="136412" y="30062"/>
                  </a:moveTo>
                  <a:lnTo>
                    <a:pt x="51720" y="79197"/>
                  </a:lnTo>
                  <a:lnTo>
                    <a:pt x="0" y="49134"/>
                  </a:lnTo>
                  <a:lnTo>
                    <a:pt x="84369" y="0"/>
                  </a:lnTo>
                  <a:lnTo>
                    <a:pt x="136412" y="30062"/>
                  </a:lnTo>
                  <a:close/>
                </a:path>
              </a:pathLst>
            </a:custGeom>
            <a:solidFill>
              <a:srgbClr val="E4E8E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93" name="Freeform: Shape 2592">
              <a:extLst>
                <a:ext uri="{FF2B5EF4-FFF2-40B4-BE49-F238E27FC236}">
                  <a16:creationId xmlns:a16="http://schemas.microsoft.com/office/drawing/2014/main" id="{29E619A1-9FB5-92E4-D09B-DC400BD1B4C6}"/>
                </a:ext>
              </a:extLst>
            </p:cNvPr>
            <p:cNvSpPr/>
            <p:nvPr/>
          </p:nvSpPr>
          <p:spPr>
            <a:xfrm>
              <a:off x="8822245" y="549975"/>
              <a:ext cx="41698" cy="24053"/>
            </a:xfrm>
            <a:custGeom>
              <a:avLst/>
              <a:gdLst>
                <a:gd name="connsiteX0" fmla="*/ 136736 w 136735"/>
                <a:gd name="connsiteY0" fmla="*/ 30062 h 78873"/>
                <a:gd name="connsiteX1" fmla="*/ 52044 w 136735"/>
                <a:gd name="connsiteY1" fmla="*/ 78874 h 78873"/>
                <a:gd name="connsiteX2" fmla="*/ 0 w 136735"/>
                <a:gd name="connsiteY2" fmla="*/ 48811 h 78873"/>
                <a:gd name="connsiteX3" fmla="*/ 84692 w 136735"/>
                <a:gd name="connsiteY3" fmla="*/ 0 h 78873"/>
                <a:gd name="connsiteX4" fmla="*/ 136736 w 136735"/>
                <a:gd name="connsiteY4" fmla="*/ 30062 h 7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5" h="78873">
                  <a:moveTo>
                    <a:pt x="136736" y="30062"/>
                  </a:moveTo>
                  <a:lnTo>
                    <a:pt x="52044" y="78874"/>
                  </a:lnTo>
                  <a:lnTo>
                    <a:pt x="0" y="48811"/>
                  </a:lnTo>
                  <a:lnTo>
                    <a:pt x="84692" y="0"/>
                  </a:lnTo>
                  <a:lnTo>
                    <a:pt x="136736" y="30062"/>
                  </a:lnTo>
                  <a:close/>
                </a:path>
              </a:pathLst>
            </a:custGeom>
            <a:solidFill>
              <a:srgbClr val="E4E8E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594" name="Freeform: Shape 2593">
              <a:extLst>
                <a:ext uri="{FF2B5EF4-FFF2-40B4-BE49-F238E27FC236}">
                  <a16:creationId xmlns:a16="http://schemas.microsoft.com/office/drawing/2014/main" id="{440635F4-CF3B-D318-301F-944F56B473D2}"/>
                </a:ext>
              </a:extLst>
            </p:cNvPr>
            <p:cNvSpPr/>
            <p:nvPr/>
          </p:nvSpPr>
          <p:spPr>
            <a:xfrm>
              <a:off x="8840680" y="539428"/>
              <a:ext cx="41600" cy="24053"/>
            </a:xfrm>
            <a:custGeom>
              <a:avLst/>
              <a:gdLst>
                <a:gd name="connsiteX0" fmla="*/ 136412 w 136412"/>
                <a:gd name="connsiteY0" fmla="*/ 30062 h 78873"/>
                <a:gd name="connsiteX1" fmla="*/ 51720 w 136412"/>
                <a:gd name="connsiteY1" fmla="*/ 78874 h 78873"/>
                <a:gd name="connsiteX2" fmla="*/ 0 w 136412"/>
                <a:gd name="connsiteY2" fmla="*/ 49134 h 78873"/>
                <a:gd name="connsiteX3" fmla="*/ 84692 w 136412"/>
                <a:gd name="connsiteY3" fmla="*/ 0 h 78873"/>
                <a:gd name="connsiteX4" fmla="*/ 136412 w 136412"/>
                <a:gd name="connsiteY4" fmla="*/ 30062 h 78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12" h="78873">
                  <a:moveTo>
                    <a:pt x="136412" y="30062"/>
                  </a:moveTo>
                  <a:lnTo>
                    <a:pt x="51720" y="78874"/>
                  </a:lnTo>
                  <a:lnTo>
                    <a:pt x="0" y="49134"/>
                  </a:lnTo>
                  <a:lnTo>
                    <a:pt x="84692" y="0"/>
                  </a:lnTo>
                  <a:lnTo>
                    <a:pt x="136412" y="30062"/>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595" name="Graphic 4208">
              <a:extLst>
                <a:ext uri="{FF2B5EF4-FFF2-40B4-BE49-F238E27FC236}">
                  <a16:creationId xmlns:a16="http://schemas.microsoft.com/office/drawing/2014/main" id="{974ED5D4-97AC-2DCD-5CCD-2BD65E92DF16}"/>
                </a:ext>
              </a:extLst>
            </p:cNvPr>
            <p:cNvGrpSpPr/>
            <p:nvPr/>
          </p:nvGrpSpPr>
          <p:grpSpPr>
            <a:xfrm>
              <a:off x="8936103" y="489350"/>
              <a:ext cx="29376" cy="45444"/>
              <a:chOff x="10738312" y="1320341"/>
              <a:chExt cx="96329" cy="149019"/>
            </a:xfrm>
          </p:grpSpPr>
          <p:sp>
            <p:nvSpPr>
              <p:cNvPr id="2668" name="Freeform: Shape 2667">
                <a:extLst>
                  <a:ext uri="{FF2B5EF4-FFF2-40B4-BE49-F238E27FC236}">
                    <a16:creationId xmlns:a16="http://schemas.microsoft.com/office/drawing/2014/main" id="{2D7A57AD-8822-32B2-8B95-6725898A36FA}"/>
                  </a:ext>
                </a:extLst>
              </p:cNvPr>
              <p:cNvSpPr/>
              <p:nvPr/>
            </p:nvSpPr>
            <p:spPr>
              <a:xfrm>
                <a:off x="10738312" y="1320341"/>
                <a:ext cx="96329" cy="55599"/>
              </a:xfrm>
              <a:custGeom>
                <a:avLst/>
                <a:gdLst>
                  <a:gd name="connsiteX0" fmla="*/ 96329 w 96329"/>
                  <a:gd name="connsiteY0" fmla="*/ 27800 h 55599"/>
                  <a:gd name="connsiteX1" fmla="*/ 48165 w 96329"/>
                  <a:gd name="connsiteY1" fmla="*/ 55599 h 55599"/>
                  <a:gd name="connsiteX2" fmla="*/ 0 w 96329"/>
                  <a:gd name="connsiteY2" fmla="*/ 27800 h 55599"/>
                  <a:gd name="connsiteX3" fmla="*/ 48165 w 96329"/>
                  <a:gd name="connsiteY3" fmla="*/ 0 h 55599"/>
                  <a:gd name="connsiteX4" fmla="*/ 96329 w 96329"/>
                  <a:gd name="connsiteY4" fmla="*/ 27800 h 55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329" h="55599">
                    <a:moveTo>
                      <a:pt x="96329" y="27800"/>
                    </a:moveTo>
                    <a:lnTo>
                      <a:pt x="48165" y="55599"/>
                    </a:lnTo>
                    <a:lnTo>
                      <a:pt x="0" y="27800"/>
                    </a:lnTo>
                    <a:lnTo>
                      <a:pt x="48165" y="0"/>
                    </a:lnTo>
                    <a:lnTo>
                      <a:pt x="96329" y="27800"/>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9" name="Freeform: Shape 2668">
                <a:extLst>
                  <a:ext uri="{FF2B5EF4-FFF2-40B4-BE49-F238E27FC236}">
                    <a16:creationId xmlns:a16="http://schemas.microsoft.com/office/drawing/2014/main" id="{8C492205-BF02-C908-0E0B-760DC965BBC2}"/>
                  </a:ext>
                </a:extLst>
              </p:cNvPr>
              <p:cNvSpPr/>
              <p:nvPr/>
            </p:nvSpPr>
            <p:spPr>
              <a:xfrm>
                <a:off x="10786477" y="1348141"/>
                <a:ext cx="48164" cy="121219"/>
              </a:xfrm>
              <a:custGeom>
                <a:avLst/>
                <a:gdLst>
                  <a:gd name="connsiteX0" fmla="*/ 0 w 48164"/>
                  <a:gd name="connsiteY0" fmla="*/ 27800 h 121219"/>
                  <a:gd name="connsiteX1" fmla="*/ 0 w 48164"/>
                  <a:gd name="connsiteY1" fmla="*/ 121220 h 121219"/>
                  <a:gd name="connsiteX2" fmla="*/ 48165 w 48164"/>
                  <a:gd name="connsiteY2" fmla="*/ 93420 h 121219"/>
                  <a:gd name="connsiteX3" fmla="*/ 48165 w 48164"/>
                  <a:gd name="connsiteY3" fmla="*/ 0 h 121219"/>
                  <a:gd name="connsiteX4" fmla="*/ 0 w 48164"/>
                  <a:gd name="connsiteY4" fmla="*/ 27800 h 121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64" h="121219">
                    <a:moveTo>
                      <a:pt x="0" y="27800"/>
                    </a:moveTo>
                    <a:lnTo>
                      <a:pt x="0" y="121220"/>
                    </a:lnTo>
                    <a:lnTo>
                      <a:pt x="48165" y="93420"/>
                    </a:lnTo>
                    <a:lnTo>
                      <a:pt x="48165" y="0"/>
                    </a:lnTo>
                    <a:lnTo>
                      <a:pt x="0" y="27800"/>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70" name="Freeform: Shape 2669">
                <a:extLst>
                  <a:ext uri="{FF2B5EF4-FFF2-40B4-BE49-F238E27FC236}">
                    <a16:creationId xmlns:a16="http://schemas.microsoft.com/office/drawing/2014/main" id="{A1F00025-D475-86EF-BB14-387DE73A747D}"/>
                  </a:ext>
                </a:extLst>
              </p:cNvPr>
              <p:cNvSpPr/>
              <p:nvPr/>
            </p:nvSpPr>
            <p:spPr>
              <a:xfrm>
                <a:off x="10738312" y="1348141"/>
                <a:ext cx="48164" cy="121219"/>
              </a:xfrm>
              <a:custGeom>
                <a:avLst/>
                <a:gdLst>
                  <a:gd name="connsiteX0" fmla="*/ 48165 w 48164"/>
                  <a:gd name="connsiteY0" fmla="*/ 27800 h 121219"/>
                  <a:gd name="connsiteX1" fmla="*/ 48165 w 48164"/>
                  <a:gd name="connsiteY1" fmla="*/ 121220 h 121219"/>
                  <a:gd name="connsiteX2" fmla="*/ 0 w 48164"/>
                  <a:gd name="connsiteY2" fmla="*/ 93420 h 121219"/>
                  <a:gd name="connsiteX3" fmla="*/ 0 w 48164"/>
                  <a:gd name="connsiteY3" fmla="*/ 0 h 121219"/>
                  <a:gd name="connsiteX4" fmla="*/ 48165 w 48164"/>
                  <a:gd name="connsiteY4" fmla="*/ 27800 h 121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64" h="121219">
                    <a:moveTo>
                      <a:pt x="48165" y="27800"/>
                    </a:moveTo>
                    <a:lnTo>
                      <a:pt x="48165" y="121220"/>
                    </a:lnTo>
                    <a:lnTo>
                      <a:pt x="0" y="93420"/>
                    </a:lnTo>
                    <a:lnTo>
                      <a:pt x="0" y="0"/>
                    </a:lnTo>
                    <a:lnTo>
                      <a:pt x="48165" y="27800"/>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96" name="Graphic 4208">
              <a:extLst>
                <a:ext uri="{FF2B5EF4-FFF2-40B4-BE49-F238E27FC236}">
                  <a16:creationId xmlns:a16="http://schemas.microsoft.com/office/drawing/2014/main" id="{B8A15D5A-F192-2BB5-932B-C7DDE69730AB}"/>
                </a:ext>
              </a:extLst>
            </p:cNvPr>
            <p:cNvGrpSpPr/>
            <p:nvPr/>
          </p:nvGrpSpPr>
          <p:grpSpPr>
            <a:xfrm>
              <a:off x="8958087" y="502362"/>
              <a:ext cx="29475" cy="45543"/>
              <a:chOff x="10810398" y="1363010"/>
              <a:chExt cx="96652" cy="149342"/>
            </a:xfrm>
          </p:grpSpPr>
          <p:sp>
            <p:nvSpPr>
              <p:cNvPr id="2665" name="Freeform: Shape 2664">
                <a:extLst>
                  <a:ext uri="{FF2B5EF4-FFF2-40B4-BE49-F238E27FC236}">
                    <a16:creationId xmlns:a16="http://schemas.microsoft.com/office/drawing/2014/main" id="{2582F447-3F13-550A-6C43-672C972CBEE0}"/>
                  </a:ext>
                </a:extLst>
              </p:cNvPr>
              <p:cNvSpPr/>
              <p:nvPr/>
            </p:nvSpPr>
            <p:spPr>
              <a:xfrm>
                <a:off x="10810398" y="1363010"/>
                <a:ext cx="96652" cy="55922"/>
              </a:xfrm>
              <a:custGeom>
                <a:avLst/>
                <a:gdLst>
                  <a:gd name="connsiteX0" fmla="*/ 96652 w 96652"/>
                  <a:gd name="connsiteY0" fmla="*/ 28123 h 55922"/>
                  <a:gd name="connsiteX1" fmla="*/ 48165 w 96652"/>
                  <a:gd name="connsiteY1" fmla="*/ 55923 h 55922"/>
                  <a:gd name="connsiteX2" fmla="*/ 0 w 96652"/>
                  <a:gd name="connsiteY2" fmla="*/ 28123 h 55922"/>
                  <a:gd name="connsiteX3" fmla="*/ 48165 w 96652"/>
                  <a:gd name="connsiteY3" fmla="*/ 0 h 55922"/>
                  <a:gd name="connsiteX4" fmla="*/ 96652 w 96652"/>
                  <a:gd name="connsiteY4" fmla="*/ 28123 h 55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52" h="55922">
                    <a:moveTo>
                      <a:pt x="96652" y="28123"/>
                    </a:moveTo>
                    <a:lnTo>
                      <a:pt x="48165" y="55923"/>
                    </a:lnTo>
                    <a:lnTo>
                      <a:pt x="0" y="28123"/>
                    </a:lnTo>
                    <a:lnTo>
                      <a:pt x="48165" y="0"/>
                    </a:lnTo>
                    <a:lnTo>
                      <a:pt x="96652" y="28123"/>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6" name="Freeform: Shape 2665">
                <a:extLst>
                  <a:ext uri="{FF2B5EF4-FFF2-40B4-BE49-F238E27FC236}">
                    <a16:creationId xmlns:a16="http://schemas.microsoft.com/office/drawing/2014/main" id="{723B8C4F-D0C1-AE4F-098F-AB345A427256}"/>
                  </a:ext>
                </a:extLst>
              </p:cNvPr>
              <p:cNvSpPr/>
              <p:nvPr/>
            </p:nvSpPr>
            <p:spPr>
              <a:xfrm>
                <a:off x="10858562" y="1391133"/>
                <a:ext cx="48487" cy="121219"/>
              </a:xfrm>
              <a:custGeom>
                <a:avLst/>
                <a:gdLst>
                  <a:gd name="connsiteX0" fmla="*/ 0 w 48487"/>
                  <a:gd name="connsiteY0" fmla="*/ 27800 h 121219"/>
                  <a:gd name="connsiteX1" fmla="*/ 0 w 48487"/>
                  <a:gd name="connsiteY1" fmla="*/ 121220 h 121219"/>
                  <a:gd name="connsiteX2" fmla="*/ 48488 w 48487"/>
                  <a:gd name="connsiteY2" fmla="*/ 93420 h 121219"/>
                  <a:gd name="connsiteX3" fmla="*/ 48488 w 48487"/>
                  <a:gd name="connsiteY3" fmla="*/ 0 h 121219"/>
                  <a:gd name="connsiteX4" fmla="*/ 0 w 48487"/>
                  <a:gd name="connsiteY4" fmla="*/ 27800 h 121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87" h="121219">
                    <a:moveTo>
                      <a:pt x="0" y="27800"/>
                    </a:moveTo>
                    <a:lnTo>
                      <a:pt x="0" y="121220"/>
                    </a:lnTo>
                    <a:lnTo>
                      <a:pt x="48488" y="93420"/>
                    </a:lnTo>
                    <a:lnTo>
                      <a:pt x="48488" y="0"/>
                    </a:lnTo>
                    <a:lnTo>
                      <a:pt x="0" y="27800"/>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7" name="Freeform: Shape 2666">
                <a:extLst>
                  <a:ext uri="{FF2B5EF4-FFF2-40B4-BE49-F238E27FC236}">
                    <a16:creationId xmlns:a16="http://schemas.microsoft.com/office/drawing/2014/main" id="{D6A8ADA6-42EA-F5D0-25B2-F565A317553B}"/>
                  </a:ext>
                </a:extLst>
              </p:cNvPr>
              <p:cNvSpPr/>
              <p:nvPr/>
            </p:nvSpPr>
            <p:spPr>
              <a:xfrm>
                <a:off x="10810398" y="1391133"/>
                <a:ext cx="48164" cy="121219"/>
              </a:xfrm>
              <a:custGeom>
                <a:avLst/>
                <a:gdLst>
                  <a:gd name="connsiteX0" fmla="*/ 48165 w 48164"/>
                  <a:gd name="connsiteY0" fmla="*/ 27800 h 121219"/>
                  <a:gd name="connsiteX1" fmla="*/ 48165 w 48164"/>
                  <a:gd name="connsiteY1" fmla="*/ 121220 h 121219"/>
                  <a:gd name="connsiteX2" fmla="*/ 0 w 48164"/>
                  <a:gd name="connsiteY2" fmla="*/ 93420 h 121219"/>
                  <a:gd name="connsiteX3" fmla="*/ 0 w 48164"/>
                  <a:gd name="connsiteY3" fmla="*/ 0 h 121219"/>
                  <a:gd name="connsiteX4" fmla="*/ 48165 w 48164"/>
                  <a:gd name="connsiteY4" fmla="*/ 27800 h 121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64" h="121219">
                    <a:moveTo>
                      <a:pt x="48165" y="27800"/>
                    </a:moveTo>
                    <a:lnTo>
                      <a:pt x="48165" y="121220"/>
                    </a:lnTo>
                    <a:lnTo>
                      <a:pt x="0" y="93420"/>
                    </a:lnTo>
                    <a:lnTo>
                      <a:pt x="0" y="0"/>
                    </a:lnTo>
                    <a:lnTo>
                      <a:pt x="48165" y="27800"/>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97" name="Graphic 4208">
              <a:extLst>
                <a:ext uri="{FF2B5EF4-FFF2-40B4-BE49-F238E27FC236}">
                  <a16:creationId xmlns:a16="http://schemas.microsoft.com/office/drawing/2014/main" id="{0B8B3BD0-E1EC-BB7C-03BD-5FD18DEF6694}"/>
                </a:ext>
              </a:extLst>
            </p:cNvPr>
            <p:cNvGrpSpPr/>
            <p:nvPr/>
          </p:nvGrpSpPr>
          <p:grpSpPr>
            <a:xfrm>
              <a:off x="8981449" y="515572"/>
              <a:ext cx="29475" cy="45543"/>
              <a:chOff x="10887008" y="1406326"/>
              <a:chExt cx="96652" cy="149342"/>
            </a:xfrm>
          </p:grpSpPr>
          <p:sp>
            <p:nvSpPr>
              <p:cNvPr id="2662" name="Freeform: Shape 2661">
                <a:extLst>
                  <a:ext uri="{FF2B5EF4-FFF2-40B4-BE49-F238E27FC236}">
                    <a16:creationId xmlns:a16="http://schemas.microsoft.com/office/drawing/2014/main" id="{A84FCB32-600A-1310-3043-6664E5999D57}"/>
                  </a:ext>
                </a:extLst>
              </p:cNvPr>
              <p:cNvSpPr/>
              <p:nvPr/>
            </p:nvSpPr>
            <p:spPr>
              <a:xfrm>
                <a:off x="10887008" y="1406326"/>
                <a:ext cx="96652" cy="55922"/>
              </a:xfrm>
              <a:custGeom>
                <a:avLst/>
                <a:gdLst>
                  <a:gd name="connsiteX0" fmla="*/ 96653 w 96652"/>
                  <a:gd name="connsiteY0" fmla="*/ 27800 h 55922"/>
                  <a:gd name="connsiteX1" fmla="*/ 48165 w 96652"/>
                  <a:gd name="connsiteY1" fmla="*/ 55923 h 55922"/>
                  <a:gd name="connsiteX2" fmla="*/ 0 w 96652"/>
                  <a:gd name="connsiteY2" fmla="*/ 27800 h 55922"/>
                  <a:gd name="connsiteX3" fmla="*/ 48165 w 96652"/>
                  <a:gd name="connsiteY3" fmla="*/ 0 h 55922"/>
                  <a:gd name="connsiteX4" fmla="*/ 96653 w 96652"/>
                  <a:gd name="connsiteY4" fmla="*/ 27800 h 55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52" h="55922">
                    <a:moveTo>
                      <a:pt x="96653" y="27800"/>
                    </a:moveTo>
                    <a:lnTo>
                      <a:pt x="48165" y="55923"/>
                    </a:lnTo>
                    <a:lnTo>
                      <a:pt x="0" y="27800"/>
                    </a:lnTo>
                    <a:lnTo>
                      <a:pt x="48165" y="0"/>
                    </a:lnTo>
                    <a:lnTo>
                      <a:pt x="96653" y="27800"/>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3" name="Freeform: Shape 2662">
                <a:extLst>
                  <a:ext uri="{FF2B5EF4-FFF2-40B4-BE49-F238E27FC236}">
                    <a16:creationId xmlns:a16="http://schemas.microsoft.com/office/drawing/2014/main" id="{95153EA1-693C-CBE6-0F37-3B94C7B2475A}"/>
                  </a:ext>
                </a:extLst>
              </p:cNvPr>
              <p:cNvSpPr/>
              <p:nvPr/>
            </p:nvSpPr>
            <p:spPr>
              <a:xfrm>
                <a:off x="10935173" y="1434126"/>
                <a:ext cx="48487" cy="121542"/>
              </a:xfrm>
              <a:custGeom>
                <a:avLst/>
                <a:gdLst>
                  <a:gd name="connsiteX0" fmla="*/ 0 w 48487"/>
                  <a:gd name="connsiteY0" fmla="*/ 28123 h 121542"/>
                  <a:gd name="connsiteX1" fmla="*/ 0 w 48487"/>
                  <a:gd name="connsiteY1" fmla="*/ 121543 h 121542"/>
                  <a:gd name="connsiteX2" fmla="*/ 48488 w 48487"/>
                  <a:gd name="connsiteY2" fmla="*/ 93743 h 121542"/>
                  <a:gd name="connsiteX3" fmla="*/ 48488 w 48487"/>
                  <a:gd name="connsiteY3" fmla="*/ 0 h 121542"/>
                  <a:gd name="connsiteX4" fmla="*/ 0 w 48487"/>
                  <a:gd name="connsiteY4" fmla="*/ 28123 h 12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87" h="121542">
                    <a:moveTo>
                      <a:pt x="0" y="28123"/>
                    </a:moveTo>
                    <a:lnTo>
                      <a:pt x="0" y="121543"/>
                    </a:lnTo>
                    <a:lnTo>
                      <a:pt x="48488" y="93743"/>
                    </a:lnTo>
                    <a:lnTo>
                      <a:pt x="48488" y="0"/>
                    </a:lnTo>
                    <a:lnTo>
                      <a:pt x="0" y="28123"/>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4" name="Freeform: Shape 2663">
                <a:extLst>
                  <a:ext uri="{FF2B5EF4-FFF2-40B4-BE49-F238E27FC236}">
                    <a16:creationId xmlns:a16="http://schemas.microsoft.com/office/drawing/2014/main" id="{CDBB714B-B3C1-E016-E17A-6C60C2D3534B}"/>
                  </a:ext>
                </a:extLst>
              </p:cNvPr>
              <p:cNvSpPr/>
              <p:nvPr/>
            </p:nvSpPr>
            <p:spPr>
              <a:xfrm>
                <a:off x="10887008" y="1434126"/>
                <a:ext cx="48164" cy="121542"/>
              </a:xfrm>
              <a:custGeom>
                <a:avLst/>
                <a:gdLst>
                  <a:gd name="connsiteX0" fmla="*/ 48165 w 48164"/>
                  <a:gd name="connsiteY0" fmla="*/ 28123 h 121542"/>
                  <a:gd name="connsiteX1" fmla="*/ 48165 w 48164"/>
                  <a:gd name="connsiteY1" fmla="*/ 121543 h 121542"/>
                  <a:gd name="connsiteX2" fmla="*/ 0 w 48164"/>
                  <a:gd name="connsiteY2" fmla="*/ 93743 h 121542"/>
                  <a:gd name="connsiteX3" fmla="*/ 0 w 48164"/>
                  <a:gd name="connsiteY3" fmla="*/ 0 h 121542"/>
                  <a:gd name="connsiteX4" fmla="*/ 48165 w 48164"/>
                  <a:gd name="connsiteY4" fmla="*/ 28123 h 121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64" h="121542">
                    <a:moveTo>
                      <a:pt x="48165" y="28123"/>
                    </a:moveTo>
                    <a:lnTo>
                      <a:pt x="48165" y="121543"/>
                    </a:lnTo>
                    <a:lnTo>
                      <a:pt x="0" y="93743"/>
                    </a:lnTo>
                    <a:lnTo>
                      <a:pt x="0" y="0"/>
                    </a:lnTo>
                    <a:lnTo>
                      <a:pt x="48165" y="28123"/>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598" name="Graphic 4208">
              <a:extLst>
                <a:ext uri="{FF2B5EF4-FFF2-40B4-BE49-F238E27FC236}">
                  <a16:creationId xmlns:a16="http://schemas.microsoft.com/office/drawing/2014/main" id="{DDED9DD6-F593-045A-1644-AC54C3600AD4}"/>
                </a:ext>
              </a:extLst>
            </p:cNvPr>
            <p:cNvGrpSpPr/>
            <p:nvPr/>
          </p:nvGrpSpPr>
          <p:grpSpPr>
            <a:xfrm>
              <a:off x="8835849" y="527105"/>
              <a:ext cx="53922" cy="41501"/>
              <a:chOff x="10409565" y="1444147"/>
              <a:chExt cx="176819" cy="136089"/>
            </a:xfrm>
          </p:grpSpPr>
          <p:grpSp>
            <p:nvGrpSpPr>
              <p:cNvPr id="2644" name="Graphic 4208">
                <a:extLst>
                  <a:ext uri="{FF2B5EF4-FFF2-40B4-BE49-F238E27FC236}">
                    <a16:creationId xmlns:a16="http://schemas.microsoft.com/office/drawing/2014/main" id="{D5DE9FB0-FEAC-6CEB-406E-FD5D5EBFB9D1}"/>
                  </a:ext>
                </a:extLst>
              </p:cNvPr>
              <p:cNvGrpSpPr/>
              <p:nvPr/>
            </p:nvGrpSpPr>
            <p:grpSpPr>
              <a:xfrm>
                <a:off x="10505571" y="1444147"/>
                <a:ext cx="80813" cy="79843"/>
                <a:chOff x="10505571" y="1444147"/>
                <a:chExt cx="80813" cy="79843"/>
              </a:xfrm>
            </p:grpSpPr>
            <p:grpSp>
              <p:nvGrpSpPr>
                <p:cNvPr id="2657" name="Graphic 4208">
                  <a:extLst>
                    <a:ext uri="{FF2B5EF4-FFF2-40B4-BE49-F238E27FC236}">
                      <a16:creationId xmlns:a16="http://schemas.microsoft.com/office/drawing/2014/main" id="{E718EE0C-C9A8-F9E4-894C-6BD4F8A57633}"/>
                    </a:ext>
                  </a:extLst>
                </p:cNvPr>
                <p:cNvGrpSpPr/>
                <p:nvPr/>
              </p:nvGrpSpPr>
              <p:grpSpPr>
                <a:xfrm>
                  <a:off x="10505571" y="1444147"/>
                  <a:ext cx="80813" cy="79843"/>
                  <a:chOff x="10505571" y="1444147"/>
                  <a:chExt cx="80813" cy="79843"/>
                </a:xfrm>
              </p:grpSpPr>
              <p:sp>
                <p:nvSpPr>
                  <p:cNvPr id="2659" name="Freeform: Shape 2658">
                    <a:extLst>
                      <a:ext uri="{FF2B5EF4-FFF2-40B4-BE49-F238E27FC236}">
                        <a16:creationId xmlns:a16="http://schemas.microsoft.com/office/drawing/2014/main" id="{2159A7BE-7A00-2B7F-CEFD-FDBC6427FEBA}"/>
                      </a:ext>
                    </a:extLst>
                  </p:cNvPr>
                  <p:cNvSpPr/>
                  <p:nvPr/>
                </p:nvSpPr>
                <p:spPr>
                  <a:xfrm>
                    <a:off x="10505571" y="1444147"/>
                    <a:ext cx="80813" cy="46871"/>
                  </a:xfrm>
                  <a:custGeom>
                    <a:avLst/>
                    <a:gdLst>
                      <a:gd name="connsiteX0" fmla="*/ 80813 w 80813"/>
                      <a:gd name="connsiteY0" fmla="*/ 23274 h 46871"/>
                      <a:gd name="connsiteX1" fmla="*/ 40407 w 80813"/>
                      <a:gd name="connsiteY1" fmla="*/ 46872 h 46871"/>
                      <a:gd name="connsiteX2" fmla="*/ 0 w 80813"/>
                      <a:gd name="connsiteY2" fmla="*/ 23274 h 46871"/>
                      <a:gd name="connsiteX3" fmla="*/ 40407 w 80813"/>
                      <a:gd name="connsiteY3" fmla="*/ 0 h 46871"/>
                      <a:gd name="connsiteX4" fmla="*/ 80813 w 80813"/>
                      <a:gd name="connsiteY4" fmla="*/ 23274 h 4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3" h="46871">
                        <a:moveTo>
                          <a:pt x="80813" y="23274"/>
                        </a:moveTo>
                        <a:lnTo>
                          <a:pt x="40407" y="46872"/>
                        </a:lnTo>
                        <a:lnTo>
                          <a:pt x="0" y="23274"/>
                        </a:lnTo>
                        <a:lnTo>
                          <a:pt x="40407" y="0"/>
                        </a:lnTo>
                        <a:lnTo>
                          <a:pt x="80813" y="23274"/>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0" name="Freeform: Shape 2659">
                    <a:extLst>
                      <a:ext uri="{FF2B5EF4-FFF2-40B4-BE49-F238E27FC236}">
                        <a16:creationId xmlns:a16="http://schemas.microsoft.com/office/drawing/2014/main" id="{08BA3577-B8B7-F511-235D-FFF63FEFAE87}"/>
                      </a:ext>
                    </a:extLst>
                  </p:cNvPr>
                  <p:cNvSpPr/>
                  <p:nvPr/>
                </p:nvSpPr>
                <p:spPr>
                  <a:xfrm>
                    <a:off x="10545977" y="1467421"/>
                    <a:ext cx="40406" cy="56569"/>
                  </a:xfrm>
                  <a:custGeom>
                    <a:avLst/>
                    <a:gdLst>
                      <a:gd name="connsiteX0" fmla="*/ 0 w 40406"/>
                      <a:gd name="connsiteY0" fmla="*/ 23597 h 56569"/>
                      <a:gd name="connsiteX1" fmla="*/ 0 w 40406"/>
                      <a:gd name="connsiteY1" fmla="*/ 56569 h 56569"/>
                      <a:gd name="connsiteX2" fmla="*/ 40407 w 40406"/>
                      <a:gd name="connsiteY2" fmla="*/ 32972 h 56569"/>
                      <a:gd name="connsiteX3" fmla="*/ 40407 w 40406"/>
                      <a:gd name="connsiteY3" fmla="*/ 0 h 56569"/>
                      <a:gd name="connsiteX4" fmla="*/ 0 w 40406"/>
                      <a:gd name="connsiteY4" fmla="*/ 23597 h 56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569">
                        <a:moveTo>
                          <a:pt x="0" y="23597"/>
                        </a:moveTo>
                        <a:lnTo>
                          <a:pt x="0" y="56569"/>
                        </a:lnTo>
                        <a:lnTo>
                          <a:pt x="40407" y="32972"/>
                        </a:lnTo>
                        <a:lnTo>
                          <a:pt x="40407" y="0"/>
                        </a:lnTo>
                        <a:lnTo>
                          <a:pt x="0" y="23597"/>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61" name="Freeform: Shape 2660">
                    <a:extLst>
                      <a:ext uri="{FF2B5EF4-FFF2-40B4-BE49-F238E27FC236}">
                        <a16:creationId xmlns:a16="http://schemas.microsoft.com/office/drawing/2014/main" id="{179BEF7F-CAA8-7210-E566-0BFAA109DEAF}"/>
                      </a:ext>
                    </a:extLst>
                  </p:cNvPr>
                  <p:cNvSpPr/>
                  <p:nvPr/>
                </p:nvSpPr>
                <p:spPr>
                  <a:xfrm>
                    <a:off x="10505571" y="1467421"/>
                    <a:ext cx="40406" cy="56569"/>
                  </a:xfrm>
                  <a:custGeom>
                    <a:avLst/>
                    <a:gdLst>
                      <a:gd name="connsiteX0" fmla="*/ 40407 w 40406"/>
                      <a:gd name="connsiteY0" fmla="*/ 23597 h 56569"/>
                      <a:gd name="connsiteX1" fmla="*/ 40407 w 40406"/>
                      <a:gd name="connsiteY1" fmla="*/ 56569 h 56569"/>
                      <a:gd name="connsiteX2" fmla="*/ 0 w 40406"/>
                      <a:gd name="connsiteY2" fmla="*/ 32972 h 56569"/>
                      <a:gd name="connsiteX3" fmla="*/ 0 w 40406"/>
                      <a:gd name="connsiteY3" fmla="*/ 0 h 56569"/>
                      <a:gd name="connsiteX4" fmla="*/ 40407 w 40406"/>
                      <a:gd name="connsiteY4" fmla="*/ 23597 h 56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569">
                        <a:moveTo>
                          <a:pt x="40407" y="23597"/>
                        </a:moveTo>
                        <a:lnTo>
                          <a:pt x="40407" y="56569"/>
                        </a:lnTo>
                        <a:lnTo>
                          <a:pt x="0" y="32972"/>
                        </a:lnTo>
                        <a:lnTo>
                          <a:pt x="0" y="0"/>
                        </a:lnTo>
                        <a:lnTo>
                          <a:pt x="40407" y="23597"/>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658" name="Freeform: Shape 2657">
                  <a:extLst>
                    <a:ext uri="{FF2B5EF4-FFF2-40B4-BE49-F238E27FC236}">
                      <a16:creationId xmlns:a16="http://schemas.microsoft.com/office/drawing/2014/main" id="{6A51D5CD-4F6C-724D-5C2D-B4BA065EEA41}"/>
                    </a:ext>
                  </a:extLst>
                </p:cNvPr>
                <p:cNvSpPr/>
                <p:nvPr/>
              </p:nvSpPr>
              <p:spPr>
                <a:xfrm>
                  <a:off x="10549533" y="1490856"/>
                  <a:ext cx="16809" cy="21335"/>
                </a:xfrm>
                <a:custGeom>
                  <a:avLst/>
                  <a:gdLst>
                    <a:gd name="connsiteX0" fmla="*/ 16809 w 16809"/>
                    <a:gd name="connsiteY0" fmla="*/ 5981 h 21335"/>
                    <a:gd name="connsiteX1" fmla="*/ 8405 w 16809"/>
                    <a:gd name="connsiteY1" fmla="*/ 20204 h 21335"/>
                    <a:gd name="connsiteX2" fmla="*/ 0 w 16809"/>
                    <a:gd name="connsiteY2" fmla="*/ 15355 h 21335"/>
                    <a:gd name="connsiteX3" fmla="*/ 8405 w 16809"/>
                    <a:gd name="connsiteY3" fmla="*/ 1132 h 21335"/>
                    <a:gd name="connsiteX4" fmla="*/ 16809 w 16809"/>
                    <a:gd name="connsiteY4" fmla="*/ 5981 h 2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9" h="21335">
                      <a:moveTo>
                        <a:pt x="16809" y="5981"/>
                      </a:moveTo>
                      <a:cubicBezTo>
                        <a:pt x="16809" y="11153"/>
                        <a:pt x="13253" y="17618"/>
                        <a:pt x="8405" y="20204"/>
                      </a:cubicBezTo>
                      <a:cubicBezTo>
                        <a:pt x="3879" y="22790"/>
                        <a:pt x="0" y="20850"/>
                        <a:pt x="0" y="15355"/>
                      </a:cubicBezTo>
                      <a:cubicBezTo>
                        <a:pt x="0" y="9860"/>
                        <a:pt x="3879" y="3718"/>
                        <a:pt x="8405" y="1132"/>
                      </a:cubicBezTo>
                      <a:cubicBezTo>
                        <a:pt x="12930" y="-1454"/>
                        <a:pt x="16809" y="486"/>
                        <a:pt x="16809" y="5981"/>
                      </a:cubicBezTo>
                      <a:close/>
                    </a:path>
                  </a:pathLst>
                </a:custGeom>
                <a:solidFill>
                  <a:srgbClr val="94959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45" name="Graphic 4208">
                <a:extLst>
                  <a:ext uri="{FF2B5EF4-FFF2-40B4-BE49-F238E27FC236}">
                    <a16:creationId xmlns:a16="http://schemas.microsoft.com/office/drawing/2014/main" id="{333BD686-C692-C809-D08A-68E294EF591E}"/>
                  </a:ext>
                </a:extLst>
              </p:cNvPr>
              <p:cNvGrpSpPr/>
              <p:nvPr/>
            </p:nvGrpSpPr>
            <p:grpSpPr>
              <a:xfrm>
                <a:off x="10457406" y="1472270"/>
                <a:ext cx="80813" cy="79843"/>
                <a:chOff x="10457406" y="1472270"/>
                <a:chExt cx="80813" cy="79843"/>
              </a:xfrm>
            </p:grpSpPr>
            <p:grpSp>
              <p:nvGrpSpPr>
                <p:cNvPr id="2652" name="Graphic 4208">
                  <a:extLst>
                    <a:ext uri="{FF2B5EF4-FFF2-40B4-BE49-F238E27FC236}">
                      <a16:creationId xmlns:a16="http://schemas.microsoft.com/office/drawing/2014/main" id="{3C95BC07-A68F-1239-BE1F-53E8CC1997F1}"/>
                    </a:ext>
                  </a:extLst>
                </p:cNvPr>
                <p:cNvGrpSpPr/>
                <p:nvPr/>
              </p:nvGrpSpPr>
              <p:grpSpPr>
                <a:xfrm>
                  <a:off x="10457406" y="1472270"/>
                  <a:ext cx="80813" cy="79843"/>
                  <a:chOff x="10457406" y="1472270"/>
                  <a:chExt cx="80813" cy="79843"/>
                </a:xfrm>
              </p:grpSpPr>
              <p:sp>
                <p:nvSpPr>
                  <p:cNvPr id="2654" name="Freeform: Shape 2653">
                    <a:extLst>
                      <a:ext uri="{FF2B5EF4-FFF2-40B4-BE49-F238E27FC236}">
                        <a16:creationId xmlns:a16="http://schemas.microsoft.com/office/drawing/2014/main" id="{134258C3-5FA7-A390-5BDB-A8DCB2F500C8}"/>
                      </a:ext>
                    </a:extLst>
                  </p:cNvPr>
                  <p:cNvSpPr/>
                  <p:nvPr/>
                </p:nvSpPr>
                <p:spPr>
                  <a:xfrm>
                    <a:off x="10457406" y="1472270"/>
                    <a:ext cx="80813" cy="46871"/>
                  </a:xfrm>
                  <a:custGeom>
                    <a:avLst/>
                    <a:gdLst>
                      <a:gd name="connsiteX0" fmla="*/ 80813 w 80813"/>
                      <a:gd name="connsiteY0" fmla="*/ 23597 h 46871"/>
                      <a:gd name="connsiteX1" fmla="*/ 40407 w 80813"/>
                      <a:gd name="connsiteY1" fmla="*/ 46872 h 46871"/>
                      <a:gd name="connsiteX2" fmla="*/ 0 w 80813"/>
                      <a:gd name="connsiteY2" fmla="*/ 23597 h 46871"/>
                      <a:gd name="connsiteX3" fmla="*/ 40407 w 80813"/>
                      <a:gd name="connsiteY3" fmla="*/ 0 h 46871"/>
                      <a:gd name="connsiteX4" fmla="*/ 80813 w 80813"/>
                      <a:gd name="connsiteY4" fmla="*/ 23597 h 46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3" h="46871">
                        <a:moveTo>
                          <a:pt x="80813" y="23597"/>
                        </a:moveTo>
                        <a:lnTo>
                          <a:pt x="40407" y="46872"/>
                        </a:lnTo>
                        <a:lnTo>
                          <a:pt x="0" y="23597"/>
                        </a:lnTo>
                        <a:lnTo>
                          <a:pt x="40407" y="0"/>
                        </a:lnTo>
                        <a:lnTo>
                          <a:pt x="80813" y="23597"/>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55" name="Freeform: Shape 2654">
                    <a:extLst>
                      <a:ext uri="{FF2B5EF4-FFF2-40B4-BE49-F238E27FC236}">
                        <a16:creationId xmlns:a16="http://schemas.microsoft.com/office/drawing/2014/main" id="{E77C5D25-B759-53C8-4775-B114F8CAD268}"/>
                      </a:ext>
                    </a:extLst>
                  </p:cNvPr>
                  <p:cNvSpPr/>
                  <p:nvPr/>
                </p:nvSpPr>
                <p:spPr>
                  <a:xfrm>
                    <a:off x="10497813" y="1495867"/>
                    <a:ext cx="40406" cy="56245"/>
                  </a:xfrm>
                  <a:custGeom>
                    <a:avLst/>
                    <a:gdLst>
                      <a:gd name="connsiteX0" fmla="*/ 0 w 40406"/>
                      <a:gd name="connsiteY0" fmla="*/ 23274 h 56245"/>
                      <a:gd name="connsiteX1" fmla="*/ 0 w 40406"/>
                      <a:gd name="connsiteY1" fmla="*/ 56246 h 56245"/>
                      <a:gd name="connsiteX2" fmla="*/ 40407 w 40406"/>
                      <a:gd name="connsiteY2" fmla="*/ 32972 h 56245"/>
                      <a:gd name="connsiteX3" fmla="*/ 40407 w 40406"/>
                      <a:gd name="connsiteY3" fmla="*/ 0 h 56245"/>
                      <a:gd name="connsiteX4" fmla="*/ 0 w 40406"/>
                      <a:gd name="connsiteY4" fmla="*/ 23274 h 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245">
                        <a:moveTo>
                          <a:pt x="0" y="23274"/>
                        </a:moveTo>
                        <a:lnTo>
                          <a:pt x="0" y="56246"/>
                        </a:lnTo>
                        <a:lnTo>
                          <a:pt x="40407" y="32972"/>
                        </a:lnTo>
                        <a:lnTo>
                          <a:pt x="40407" y="0"/>
                        </a:lnTo>
                        <a:lnTo>
                          <a:pt x="0" y="23274"/>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56" name="Freeform: Shape 2655">
                    <a:extLst>
                      <a:ext uri="{FF2B5EF4-FFF2-40B4-BE49-F238E27FC236}">
                        <a16:creationId xmlns:a16="http://schemas.microsoft.com/office/drawing/2014/main" id="{2F208172-8F01-8E21-FF00-028169410352}"/>
                      </a:ext>
                    </a:extLst>
                  </p:cNvPr>
                  <p:cNvSpPr/>
                  <p:nvPr/>
                </p:nvSpPr>
                <p:spPr>
                  <a:xfrm>
                    <a:off x="10457406" y="1495867"/>
                    <a:ext cx="40406" cy="56245"/>
                  </a:xfrm>
                  <a:custGeom>
                    <a:avLst/>
                    <a:gdLst>
                      <a:gd name="connsiteX0" fmla="*/ 40407 w 40406"/>
                      <a:gd name="connsiteY0" fmla="*/ 23274 h 56245"/>
                      <a:gd name="connsiteX1" fmla="*/ 40407 w 40406"/>
                      <a:gd name="connsiteY1" fmla="*/ 56246 h 56245"/>
                      <a:gd name="connsiteX2" fmla="*/ 0 w 40406"/>
                      <a:gd name="connsiteY2" fmla="*/ 32972 h 56245"/>
                      <a:gd name="connsiteX3" fmla="*/ 0 w 40406"/>
                      <a:gd name="connsiteY3" fmla="*/ 0 h 56245"/>
                      <a:gd name="connsiteX4" fmla="*/ 40407 w 40406"/>
                      <a:gd name="connsiteY4" fmla="*/ 23274 h 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245">
                        <a:moveTo>
                          <a:pt x="40407" y="23274"/>
                        </a:moveTo>
                        <a:lnTo>
                          <a:pt x="40407" y="56246"/>
                        </a:lnTo>
                        <a:lnTo>
                          <a:pt x="0" y="32972"/>
                        </a:lnTo>
                        <a:lnTo>
                          <a:pt x="0" y="0"/>
                        </a:lnTo>
                        <a:lnTo>
                          <a:pt x="40407" y="23274"/>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653" name="Freeform: Shape 2652">
                  <a:extLst>
                    <a:ext uri="{FF2B5EF4-FFF2-40B4-BE49-F238E27FC236}">
                      <a16:creationId xmlns:a16="http://schemas.microsoft.com/office/drawing/2014/main" id="{30A514ED-3AC1-EA87-9808-759E971E6FEB}"/>
                    </a:ext>
                  </a:extLst>
                </p:cNvPr>
                <p:cNvSpPr/>
                <p:nvPr/>
              </p:nvSpPr>
              <p:spPr>
                <a:xfrm>
                  <a:off x="10501368" y="1519360"/>
                  <a:ext cx="16809" cy="21278"/>
                </a:xfrm>
                <a:custGeom>
                  <a:avLst/>
                  <a:gdLst>
                    <a:gd name="connsiteX0" fmla="*/ 16809 w 16809"/>
                    <a:gd name="connsiteY0" fmla="*/ 5600 h 21278"/>
                    <a:gd name="connsiteX1" fmla="*/ 8405 w 16809"/>
                    <a:gd name="connsiteY1" fmla="*/ 20146 h 21278"/>
                    <a:gd name="connsiteX2" fmla="*/ 0 w 16809"/>
                    <a:gd name="connsiteY2" fmla="*/ 15298 h 21278"/>
                    <a:gd name="connsiteX3" fmla="*/ 8405 w 16809"/>
                    <a:gd name="connsiteY3" fmla="*/ 1074 h 21278"/>
                    <a:gd name="connsiteX4" fmla="*/ 16809 w 16809"/>
                    <a:gd name="connsiteY4" fmla="*/ 5923 h 21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9" h="21278">
                      <a:moveTo>
                        <a:pt x="16809" y="5600"/>
                      </a:moveTo>
                      <a:cubicBezTo>
                        <a:pt x="16809" y="10772"/>
                        <a:pt x="13253" y="17237"/>
                        <a:pt x="8405" y="20146"/>
                      </a:cubicBezTo>
                      <a:cubicBezTo>
                        <a:pt x="3879" y="22732"/>
                        <a:pt x="0" y="20793"/>
                        <a:pt x="0" y="15298"/>
                      </a:cubicBezTo>
                      <a:cubicBezTo>
                        <a:pt x="0" y="9802"/>
                        <a:pt x="3556" y="3661"/>
                        <a:pt x="8405" y="1074"/>
                      </a:cubicBezTo>
                      <a:cubicBezTo>
                        <a:pt x="12930" y="-1512"/>
                        <a:pt x="16809" y="751"/>
                        <a:pt x="16809" y="5923"/>
                      </a:cubicBezTo>
                      <a:close/>
                    </a:path>
                  </a:pathLst>
                </a:custGeom>
                <a:solidFill>
                  <a:srgbClr val="94959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46" name="Graphic 4208">
                <a:extLst>
                  <a:ext uri="{FF2B5EF4-FFF2-40B4-BE49-F238E27FC236}">
                    <a16:creationId xmlns:a16="http://schemas.microsoft.com/office/drawing/2014/main" id="{F984B3ED-CCFB-CE68-733F-DA676EE6BAF1}"/>
                  </a:ext>
                </a:extLst>
              </p:cNvPr>
              <p:cNvGrpSpPr/>
              <p:nvPr/>
            </p:nvGrpSpPr>
            <p:grpSpPr>
              <a:xfrm>
                <a:off x="10409565" y="1500716"/>
                <a:ext cx="80813" cy="79520"/>
                <a:chOff x="10409565" y="1500716"/>
                <a:chExt cx="80813" cy="79520"/>
              </a:xfrm>
            </p:grpSpPr>
            <p:grpSp>
              <p:nvGrpSpPr>
                <p:cNvPr id="2647" name="Graphic 4208">
                  <a:extLst>
                    <a:ext uri="{FF2B5EF4-FFF2-40B4-BE49-F238E27FC236}">
                      <a16:creationId xmlns:a16="http://schemas.microsoft.com/office/drawing/2014/main" id="{14EE6726-B78F-4BF4-AD34-2C150F4F5314}"/>
                    </a:ext>
                  </a:extLst>
                </p:cNvPr>
                <p:cNvGrpSpPr/>
                <p:nvPr/>
              </p:nvGrpSpPr>
              <p:grpSpPr>
                <a:xfrm>
                  <a:off x="10409565" y="1500716"/>
                  <a:ext cx="80813" cy="79520"/>
                  <a:chOff x="10409565" y="1500716"/>
                  <a:chExt cx="80813" cy="79520"/>
                </a:xfrm>
              </p:grpSpPr>
              <p:sp>
                <p:nvSpPr>
                  <p:cNvPr id="2649" name="Freeform: Shape 2648">
                    <a:extLst>
                      <a:ext uri="{FF2B5EF4-FFF2-40B4-BE49-F238E27FC236}">
                        <a16:creationId xmlns:a16="http://schemas.microsoft.com/office/drawing/2014/main" id="{C2049883-10E7-88C7-FD4D-8D22BB08E0EC}"/>
                      </a:ext>
                    </a:extLst>
                  </p:cNvPr>
                  <p:cNvSpPr/>
                  <p:nvPr/>
                </p:nvSpPr>
                <p:spPr>
                  <a:xfrm>
                    <a:off x="10409565" y="1500716"/>
                    <a:ext cx="80813" cy="46548"/>
                  </a:xfrm>
                  <a:custGeom>
                    <a:avLst/>
                    <a:gdLst>
                      <a:gd name="connsiteX0" fmla="*/ 80813 w 80813"/>
                      <a:gd name="connsiteY0" fmla="*/ 23274 h 46548"/>
                      <a:gd name="connsiteX1" fmla="*/ 40407 w 80813"/>
                      <a:gd name="connsiteY1" fmla="*/ 46548 h 46548"/>
                      <a:gd name="connsiteX2" fmla="*/ 0 w 80813"/>
                      <a:gd name="connsiteY2" fmla="*/ 23274 h 46548"/>
                      <a:gd name="connsiteX3" fmla="*/ 40407 w 80813"/>
                      <a:gd name="connsiteY3" fmla="*/ 0 h 46548"/>
                      <a:gd name="connsiteX4" fmla="*/ 80813 w 80813"/>
                      <a:gd name="connsiteY4" fmla="*/ 23274 h 46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3" h="46548">
                        <a:moveTo>
                          <a:pt x="80813" y="23274"/>
                        </a:moveTo>
                        <a:lnTo>
                          <a:pt x="40407" y="46548"/>
                        </a:lnTo>
                        <a:lnTo>
                          <a:pt x="0" y="23274"/>
                        </a:lnTo>
                        <a:lnTo>
                          <a:pt x="40407" y="0"/>
                        </a:lnTo>
                        <a:lnTo>
                          <a:pt x="80813" y="23274"/>
                        </a:lnTo>
                        <a:close/>
                      </a:path>
                    </a:pathLst>
                  </a:custGeom>
                  <a:solidFill>
                    <a:srgbClr val="F7F7F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50" name="Freeform: Shape 2649">
                    <a:extLst>
                      <a:ext uri="{FF2B5EF4-FFF2-40B4-BE49-F238E27FC236}">
                        <a16:creationId xmlns:a16="http://schemas.microsoft.com/office/drawing/2014/main" id="{500654FD-BC94-7085-721E-5192582EB151}"/>
                      </a:ext>
                    </a:extLst>
                  </p:cNvPr>
                  <p:cNvSpPr/>
                  <p:nvPr/>
                </p:nvSpPr>
                <p:spPr>
                  <a:xfrm>
                    <a:off x="10449971" y="1523990"/>
                    <a:ext cx="40406" cy="56245"/>
                  </a:xfrm>
                  <a:custGeom>
                    <a:avLst/>
                    <a:gdLst>
                      <a:gd name="connsiteX0" fmla="*/ 0 w 40406"/>
                      <a:gd name="connsiteY0" fmla="*/ 23274 h 56245"/>
                      <a:gd name="connsiteX1" fmla="*/ 0 w 40406"/>
                      <a:gd name="connsiteY1" fmla="*/ 56246 h 56245"/>
                      <a:gd name="connsiteX2" fmla="*/ 40407 w 40406"/>
                      <a:gd name="connsiteY2" fmla="*/ 32972 h 56245"/>
                      <a:gd name="connsiteX3" fmla="*/ 40407 w 40406"/>
                      <a:gd name="connsiteY3" fmla="*/ 0 h 56245"/>
                      <a:gd name="connsiteX4" fmla="*/ 0 w 40406"/>
                      <a:gd name="connsiteY4" fmla="*/ 23274 h 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245">
                        <a:moveTo>
                          <a:pt x="0" y="23274"/>
                        </a:moveTo>
                        <a:lnTo>
                          <a:pt x="0" y="56246"/>
                        </a:lnTo>
                        <a:lnTo>
                          <a:pt x="40407" y="32972"/>
                        </a:lnTo>
                        <a:lnTo>
                          <a:pt x="40407" y="0"/>
                        </a:lnTo>
                        <a:lnTo>
                          <a:pt x="0" y="23274"/>
                        </a:lnTo>
                        <a:close/>
                      </a:path>
                    </a:pathLst>
                  </a:custGeom>
                  <a:solidFill>
                    <a:srgbClr val="E0E2E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51" name="Freeform: Shape 2650">
                    <a:extLst>
                      <a:ext uri="{FF2B5EF4-FFF2-40B4-BE49-F238E27FC236}">
                        <a16:creationId xmlns:a16="http://schemas.microsoft.com/office/drawing/2014/main" id="{C4A63206-1F09-BF56-20FC-A262181B975A}"/>
                      </a:ext>
                    </a:extLst>
                  </p:cNvPr>
                  <p:cNvSpPr/>
                  <p:nvPr/>
                </p:nvSpPr>
                <p:spPr>
                  <a:xfrm>
                    <a:off x="10409565" y="1523990"/>
                    <a:ext cx="40406" cy="56245"/>
                  </a:xfrm>
                  <a:custGeom>
                    <a:avLst/>
                    <a:gdLst>
                      <a:gd name="connsiteX0" fmla="*/ 40407 w 40406"/>
                      <a:gd name="connsiteY0" fmla="*/ 23274 h 56245"/>
                      <a:gd name="connsiteX1" fmla="*/ 40407 w 40406"/>
                      <a:gd name="connsiteY1" fmla="*/ 56246 h 56245"/>
                      <a:gd name="connsiteX2" fmla="*/ 0 w 40406"/>
                      <a:gd name="connsiteY2" fmla="*/ 32972 h 56245"/>
                      <a:gd name="connsiteX3" fmla="*/ 0 w 40406"/>
                      <a:gd name="connsiteY3" fmla="*/ 0 h 56245"/>
                      <a:gd name="connsiteX4" fmla="*/ 40407 w 40406"/>
                      <a:gd name="connsiteY4" fmla="*/ 23274 h 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6" h="56245">
                        <a:moveTo>
                          <a:pt x="40407" y="23274"/>
                        </a:moveTo>
                        <a:lnTo>
                          <a:pt x="40407" y="56246"/>
                        </a:lnTo>
                        <a:lnTo>
                          <a:pt x="0" y="32972"/>
                        </a:lnTo>
                        <a:lnTo>
                          <a:pt x="0" y="0"/>
                        </a:lnTo>
                        <a:lnTo>
                          <a:pt x="40407" y="23274"/>
                        </a:lnTo>
                        <a:close/>
                      </a:path>
                    </a:pathLst>
                  </a:custGeom>
                  <a:solidFill>
                    <a:srgbClr val="C0C1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648" name="Freeform: Shape 2647">
                  <a:extLst>
                    <a:ext uri="{FF2B5EF4-FFF2-40B4-BE49-F238E27FC236}">
                      <a16:creationId xmlns:a16="http://schemas.microsoft.com/office/drawing/2014/main" id="{FE343E54-84D6-0AD0-F278-938DA8E68E8A}"/>
                    </a:ext>
                  </a:extLst>
                </p:cNvPr>
                <p:cNvSpPr/>
                <p:nvPr/>
              </p:nvSpPr>
              <p:spPr>
                <a:xfrm>
                  <a:off x="10453527" y="1547425"/>
                  <a:ext cx="16809" cy="21278"/>
                </a:xfrm>
                <a:custGeom>
                  <a:avLst/>
                  <a:gdLst>
                    <a:gd name="connsiteX0" fmla="*/ 16809 w 16809"/>
                    <a:gd name="connsiteY0" fmla="*/ 5981 h 21278"/>
                    <a:gd name="connsiteX1" fmla="*/ 8405 w 16809"/>
                    <a:gd name="connsiteY1" fmla="*/ 20204 h 21278"/>
                    <a:gd name="connsiteX2" fmla="*/ 0 w 16809"/>
                    <a:gd name="connsiteY2" fmla="*/ 15355 h 21278"/>
                    <a:gd name="connsiteX3" fmla="*/ 8405 w 16809"/>
                    <a:gd name="connsiteY3" fmla="*/ 1132 h 21278"/>
                    <a:gd name="connsiteX4" fmla="*/ 16809 w 16809"/>
                    <a:gd name="connsiteY4" fmla="*/ 5981 h 21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9" h="21278">
                      <a:moveTo>
                        <a:pt x="16809" y="5981"/>
                      </a:moveTo>
                      <a:cubicBezTo>
                        <a:pt x="16809" y="11153"/>
                        <a:pt x="12930" y="17618"/>
                        <a:pt x="8405" y="20204"/>
                      </a:cubicBezTo>
                      <a:cubicBezTo>
                        <a:pt x="3879" y="22790"/>
                        <a:pt x="0" y="20527"/>
                        <a:pt x="0" y="15355"/>
                      </a:cubicBezTo>
                      <a:cubicBezTo>
                        <a:pt x="0" y="10183"/>
                        <a:pt x="3556" y="3718"/>
                        <a:pt x="8405" y="1132"/>
                      </a:cubicBezTo>
                      <a:cubicBezTo>
                        <a:pt x="12930" y="-1454"/>
                        <a:pt x="16809" y="486"/>
                        <a:pt x="16809" y="5981"/>
                      </a:cubicBezTo>
                      <a:close/>
                    </a:path>
                  </a:pathLst>
                </a:custGeom>
                <a:solidFill>
                  <a:srgbClr val="94959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599" name="Graphic 4208">
              <a:extLst>
                <a:ext uri="{FF2B5EF4-FFF2-40B4-BE49-F238E27FC236}">
                  <a16:creationId xmlns:a16="http://schemas.microsoft.com/office/drawing/2014/main" id="{C50F0D52-3AAB-7C04-4CAC-132CBC1E4E8A}"/>
                </a:ext>
              </a:extLst>
            </p:cNvPr>
            <p:cNvGrpSpPr/>
            <p:nvPr/>
          </p:nvGrpSpPr>
          <p:grpSpPr>
            <a:xfrm>
              <a:off x="9004714" y="558552"/>
              <a:ext cx="29080" cy="16857"/>
              <a:chOff x="10963296" y="1547264"/>
              <a:chExt cx="95359" cy="55276"/>
            </a:xfrm>
          </p:grpSpPr>
          <p:sp>
            <p:nvSpPr>
              <p:cNvPr id="2642" name="Freeform: Shape 2641">
                <a:extLst>
                  <a:ext uri="{FF2B5EF4-FFF2-40B4-BE49-F238E27FC236}">
                    <a16:creationId xmlns:a16="http://schemas.microsoft.com/office/drawing/2014/main" id="{8ED17F4C-C786-9FA6-2D60-F1EED4DDFB98}"/>
                  </a:ext>
                </a:extLst>
              </p:cNvPr>
              <p:cNvSpPr/>
              <p:nvPr/>
            </p:nvSpPr>
            <p:spPr>
              <a:xfrm>
                <a:off x="10963296" y="1547264"/>
                <a:ext cx="95359" cy="55276"/>
              </a:xfrm>
              <a:custGeom>
                <a:avLst/>
                <a:gdLst>
                  <a:gd name="connsiteX0" fmla="*/ 0 w 95359"/>
                  <a:gd name="connsiteY0" fmla="*/ 21011 h 55276"/>
                  <a:gd name="connsiteX1" fmla="*/ 59155 w 95359"/>
                  <a:gd name="connsiteY1" fmla="*/ 55276 h 55276"/>
                  <a:gd name="connsiteX2" fmla="*/ 95359 w 95359"/>
                  <a:gd name="connsiteY2" fmla="*/ 34265 h 55276"/>
                  <a:gd name="connsiteX3" fmla="*/ 36204 w 95359"/>
                  <a:gd name="connsiteY3" fmla="*/ 0 h 55276"/>
                  <a:gd name="connsiteX4" fmla="*/ 0 w 95359"/>
                  <a:gd name="connsiteY4" fmla="*/ 21011 h 55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59" h="55276">
                    <a:moveTo>
                      <a:pt x="0" y="21011"/>
                    </a:moveTo>
                    <a:lnTo>
                      <a:pt x="59155" y="55276"/>
                    </a:lnTo>
                    <a:lnTo>
                      <a:pt x="95359" y="34265"/>
                    </a:lnTo>
                    <a:lnTo>
                      <a:pt x="36204" y="0"/>
                    </a:lnTo>
                    <a:lnTo>
                      <a:pt x="0" y="21011"/>
                    </a:lnTo>
                    <a:close/>
                  </a:path>
                </a:pathLst>
              </a:custGeom>
              <a:solidFill>
                <a:srgbClr val="ADAA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43" name="Freeform: Shape 2642">
                <a:extLst>
                  <a:ext uri="{FF2B5EF4-FFF2-40B4-BE49-F238E27FC236}">
                    <a16:creationId xmlns:a16="http://schemas.microsoft.com/office/drawing/2014/main" id="{F0FF7606-4850-531A-2DBB-DD319FE28DA6}"/>
                  </a:ext>
                </a:extLst>
              </p:cNvPr>
              <p:cNvSpPr/>
              <p:nvPr/>
            </p:nvSpPr>
            <p:spPr>
              <a:xfrm>
                <a:off x="10999500" y="1547264"/>
                <a:ext cx="59155" cy="55276"/>
              </a:xfrm>
              <a:custGeom>
                <a:avLst/>
                <a:gdLst>
                  <a:gd name="connsiteX0" fmla="*/ 0 w 59155"/>
                  <a:gd name="connsiteY0" fmla="*/ 42023 h 55276"/>
                  <a:gd name="connsiteX1" fmla="*/ 22951 w 59155"/>
                  <a:gd name="connsiteY1" fmla="*/ 55276 h 55276"/>
                  <a:gd name="connsiteX2" fmla="*/ 59155 w 59155"/>
                  <a:gd name="connsiteY2" fmla="*/ 34265 h 55276"/>
                  <a:gd name="connsiteX3" fmla="*/ 0 w 59155"/>
                  <a:gd name="connsiteY3" fmla="*/ 0 h 55276"/>
                  <a:gd name="connsiteX4" fmla="*/ 0 w 59155"/>
                  <a:gd name="connsiteY4" fmla="*/ 42023 h 55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55" h="55276">
                    <a:moveTo>
                      <a:pt x="0" y="42023"/>
                    </a:moveTo>
                    <a:lnTo>
                      <a:pt x="22951" y="55276"/>
                    </a:lnTo>
                    <a:lnTo>
                      <a:pt x="59155" y="34265"/>
                    </a:lnTo>
                    <a:lnTo>
                      <a:pt x="0" y="0"/>
                    </a:lnTo>
                    <a:lnTo>
                      <a:pt x="0" y="42023"/>
                    </a:lnTo>
                    <a:close/>
                  </a:path>
                </a:pathLst>
              </a:custGeom>
              <a:solidFill>
                <a:srgbClr val="94959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00" name="Graphic 4208">
              <a:extLst>
                <a:ext uri="{FF2B5EF4-FFF2-40B4-BE49-F238E27FC236}">
                  <a16:creationId xmlns:a16="http://schemas.microsoft.com/office/drawing/2014/main" id="{66FDB9F9-2F70-2C56-CBB3-F6A427FCCB42}"/>
                </a:ext>
              </a:extLst>
            </p:cNvPr>
            <p:cNvGrpSpPr/>
            <p:nvPr/>
          </p:nvGrpSpPr>
          <p:grpSpPr>
            <a:xfrm>
              <a:off x="8991800" y="566536"/>
              <a:ext cx="28982" cy="16758"/>
              <a:chOff x="10920950" y="1573447"/>
              <a:chExt cx="95036" cy="54952"/>
            </a:xfrm>
          </p:grpSpPr>
          <p:sp>
            <p:nvSpPr>
              <p:cNvPr id="2640" name="Freeform: Shape 2639">
                <a:extLst>
                  <a:ext uri="{FF2B5EF4-FFF2-40B4-BE49-F238E27FC236}">
                    <a16:creationId xmlns:a16="http://schemas.microsoft.com/office/drawing/2014/main" id="{15606151-FC95-D887-D1E4-B17CA75AB104}"/>
                  </a:ext>
                </a:extLst>
              </p:cNvPr>
              <p:cNvSpPr/>
              <p:nvPr/>
            </p:nvSpPr>
            <p:spPr>
              <a:xfrm>
                <a:off x="10920950" y="1573447"/>
                <a:ext cx="95036" cy="54952"/>
              </a:xfrm>
              <a:custGeom>
                <a:avLst/>
                <a:gdLst>
                  <a:gd name="connsiteX0" fmla="*/ 0 w 95036"/>
                  <a:gd name="connsiteY0" fmla="*/ 20688 h 54952"/>
                  <a:gd name="connsiteX1" fmla="*/ 58832 w 95036"/>
                  <a:gd name="connsiteY1" fmla="*/ 54953 h 54952"/>
                  <a:gd name="connsiteX2" fmla="*/ 95036 w 95036"/>
                  <a:gd name="connsiteY2" fmla="*/ 33941 h 54952"/>
                  <a:gd name="connsiteX3" fmla="*/ 36204 w 95036"/>
                  <a:gd name="connsiteY3" fmla="*/ 0 h 54952"/>
                  <a:gd name="connsiteX4" fmla="*/ 0 w 95036"/>
                  <a:gd name="connsiteY4" fmla="*/ 20688 h 54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36" h="54952">
                    <a:moveTo>
                      <a:pt x="0" y="20688"/>
                    </a:moveTo>
                    <a:lnTo>
                      <a:pt x="58832" y="54953"/>
                    </a:lnTo>
                    <a:lnTo>
                      <a:pt x="95036" y="33941"/>
                    </a:lnTo>
                    <a:lnTo>
                      <a:pt x="36204" y="0"/>
                    </a:lnTo>
                    <a:lnTo>
                      <a:pt x="0" y="20688"/>
                    </a:lnTo>
                    <a:close/>
                  </a:path>
                </a:pathLst>
              </a:custGeom>
              <a:solidFill>
                <a:srgbClr val="ADAA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41" name="Freeform: Shape 2640">
                <a:extLst>
                  <a:ext uri="{FF2B5EF4-FFF2-40B4-BE49-F238E27FC236}">
                    <a16:creationId xmlns:a16="http://schemas.microsoft.com/office/drawing/2014/main" id="{3B4D9B54-3DC2-7E12-68E0-5D128BE2104A}"/>
                  </a:ext>
                </a:extLst>
              </p:cNvPr>
              <p:cNvSpPr/>
              <p:nvPr/>
            </p:nvSpPr>
            <p:spPr>
              <a:xfrm>
                <a:off x="10957154" y="1573447"/>
                <a:ext cx="58831" cy="54952"/>
              </a:xfrm>
              <a:custGeom>
                <a:avLst/>
                <a:gdLst>
                  <a:gd name="connsiteX0" fmla="*/ 0 w 58831"/>
                  <a:gd name="connsiteY0" fmla="*/ 41700 h 54952"/>
                  <a:gd name="connsiteX1" fmla="*/ 22628 w 58831"/>
                  <a:gd name="connsiteY1" fmla="*/ 54953 h 54952"/>
                  <a:gd name="connsiteX2" fmla="*/ 58832 w 58831"/>
                  <a:gd name="connsiteY2" fmla="*/ 33941 h 54952"/>
                  <a:gd name="connsiteX3" fmla="*/ 0 w 58831"/>
                  <a:gd name="connsiteY3" fmla="*/ 0 h 54952"/>
                  <a:gd name="connsiteX4" fmla="*/ 0 w 58831"/>
                  <a:gd name="connsiteY4" fmla="*/ 41700 h 54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31" h="54952">
                    <a:moveTo>
                      <a:pt x="0" y="41700"/>
                    </a:moveTo>
                    <a:lnTo>
                      <a:pt x="22628" y="54953"/>
                    </a:lnTo>
                    <a:lnTo>
                      <a:pt x="58832" y="33941"/>
                    </a:lnTo>
                    <a:lnTo>
                      <a:pt x="0" y="0"/>
                    </a:lnTo>
                    <a:lnTo>
                      <a:pt x="0" y="41700"/>
                    </a:lnTo>
                    <a:close/>
                  </a:path>
                </a:pathLst>
              </a:custGeom>
              <a:solidFill>
                <a:srgbClr val="94959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01" name="Graphic 4208">
              <a:extLst>
                <a:ext uri="{FF2B5EF4-FFF2-40B4-BE49-F238E27FC236}">
                  <a16:creationId xmlns:a16="http://schemas.microsoft.com/office/drawing/2014/main" id="{128F058C-2244-C388-9E42-618B7141B710}"/>
                </a:ext>
              </a:extLst>
            </p:cNvPr>
            <p:cNvGrpSpPr/>
            <p:nvPr/>
          </p:nvGrpSpPr>
          <p:grpSpPr>
            <a:xfrm>
              <a:off x="8784490" y="621445"/>
              <a:ext cx="156641" cy="609016"/>
              <a:chOff x="10241150" y="1753499"/>
              <a:chExt cx="513647" cy="1997052"/>
            </a:xfrm>
            <a:solidFill>
              <a:schemeClr val="bg1"/>
            </a:solidFill>
          </p:grpSpPr>
          <p:sp>
            <p:nvSpPr>
              <p:cNvPr id="2628" name="Freeform: Shape 2627">
                <a:extLst>
                  <a:ext uri="{FF2B5EF4-FFF2-40B4-BE49-F238E27FC236}">
                    <a16:creationId xmlns:a16="http://schemas.microsoft.com/office/drawing/2014/main" id="{B95ED643-B850-C701-8311-215C928F91B2}"/>
                  </a:ext>
                </a:extLst>
              </p:cNvPr>
              <p:cNvSpPr/>
              <p:nvPr/>
            </p:nvSpPr>
            <p:spPr>
              <a:xfrm>
                <a:off x="10241150" y="1753499"/>
                <a:ext cx="513647" cy="365275"/>
              </a:xfrm>
              <a:custGeom>
                <a:avLst/>
                <a:gdLst>
                  <a:gd name="connsiteX0" fmla="*/ 513648 w 513647"/>
                  <a:gd name="connsiteY0" fmla="*/ 296422 h 365275"/>
                  <a:gd name="connsiteX1" fmla="*/ 513648 w 513647"/>
                  <a:gd name="connsiteY1" fmla="*/ 365275 h 365275"/>
                  <a:gd name="connsiteX2" fmla="*/ 0 w 513647"/>
                  <a:gd name="connsiteY2" fmla="*/ 68853 h 365275"/>
                  <a:gd name="connsiteX3" fmla="*/ 0 w 513647"/>
                  <a:gd name="connsiteY3" fmla="*/ 0 h 365275"/>
                  <a:gd name="connsiteX4" fmla="*/ 513648 w 513647"/>
                  <a:gd name="connsiteY4" fmla="*/ 296422 h 36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275">
                    <a:moveTo>
                      <a:pt x="513648" y="296422"/>
                    </a:moveTo>
                    <a:lnTo>
                      <a:pt x="513648" y="365275"/>
                    </a:lnTo>
                    <a:lnTo>
                      <a:pt x="0" y="68853"/>
                    </a:lnTo>
                    <a:lnTo>
                      <a:pt x="0" y="0"/>
                    </a:lnTo>
                    <a:lnTo>
                      <a:pt x="513648" y="29642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9" name="Freeform: Shape 2628">
                <a:extLst>
                  <a:ext uri="{FF2B5EF4-FFF2-40B4-BE49-F238E27FC236}">
                    <a16:creationId xmlns:a16="http://schemas.microsoft.com/office/drawing/2014/main" id="{D1D09F9D-12DC-8BC0-A208-8355B1A70A30}"/>
                  </a:ext>
                </a:extLst>
              </p:cNvPr>
              <p:cNvSpPr/>
              <p:nvPr/>
            </p:nvSpPr>
            <p:spPr>
              <a:xfrm>
                <a:off x="10241150" y="1901872"/>
                <a:ext cx="513647" cy="365598"/>
              </a:xfrm>
              <a:custGeom>
                <a:avLst/>
                <a:gdLst>
                  <a:gd name="connsiteX0" fmla="*/ 513648 w 513647"/>
                  <a:gd name="connsiteY0" fmla="*/ 296422 h 365598"/>
                  <a:gd name="connsiteX1" fmla="*/ 513648 w 513647"/>
                  <a:gd name="connsiteY1" fmla="*/ 365598 h 365598"/>
                  <a:gd name="connsiteX2" fmla="*/ 0 w 513647"/>
                  <a:gd name="connsiteY2" fmla="*/ 68853 h 365598"/>
                  <a:gd name="connsiteX3" fmla="*/ 0 w 513647"/>
                  <a:gd name="connsiteY3" fmla="*/ 0 h 365598"/>
                  <a:gd name="connsiteX4" fmla="*/ 513648 w 513647"/>
                  <a:gd name="connsiteY4" fmla="*/ 296422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422"/>
                    </a:moveTo>
                    <a:lnTo>
                      <a:pt x="513648" y="365598"/>
                    </a:lnTo>
                    <a:lnTo>
                      <a:pt x="0" y="68853"/>
                    </a:lnTo>
                    <a:lnTo>
                      <a:pt x="0" y="0"/>
                    </a:lnTo>
                    <a:lnTo>
                      <a:pt x="513648" y="29642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0" name="Freeform: Shape 2629">
                <a:extLst>
                  <a:ext uri="{FF2B5EF4-FFF2-40B4-BE49-F238E27FC236}">
                    <a16:creationId xmlns:a16="http://schemas.microsoft.com/office/drawing/2014/main" id="{B3CF57B2-CF53-4223-30D6-3BE95A8C3F82}"/>
                  </a:ext>
                </a:extLst>
              </p:cNvPr>
              <p:cNvSpPr/>
              <p:nvPr/>
            </p:nvSpPr>
            <p:spPr>
              <a:xfrm>
                <a:off x="10241150" y="2049921"/>
                <a:ext cx="513647" cy="365598"/>
              </a:xfrm>
              <a:custGeom>
                <a:avLst/>
                <a:gdLst>
                  <a:gd name="connsiteX0" fmla="*/ 513648 w 513647"/>
                  <a:gd name="connsiteY0" fmla="*/ 296746 h 365598"/>
                  <a:gd name="connsiteX1" fmla="*/ 513648 w 513647"/>
                  <a:gd name="connsiteY1" fmla="*/ 365598 h 365598"/>
                  <a:gd name="connsiteX2" fmla="*/ 0 w 513647"/>
                  <a:gd name="connsiteY2" fmla="*/ 69176 h 365598"/>
                  <a:gd name="connsiteX3" fmla="*/ 0 w 513647"/>
                  <a:gd name="connsiteY3" fmla="*/ 0 h 365598"/>
                  <a:gd name="connsiteX4" fmla="*/ 513648 w 513647"/>
                  <a:gd name="connsiteY4" fmla="*/ 296746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6"/>
                    </a:moveTo>
                    <a:lnTo>
                      <a:pt x="513648" y="365598"/>
                    </a:lnTo>
                    <a:lnTo>
                      <a:pt x="0" y="69176"/>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1" name="Freeform: Shape 2630">
                <a:extLst>
                  <a:ext uri="{FF2B5EF4-FFF2-40B4-BE49-F238E27FC236}">
                    <a16:creationId xmlns:a16="http://schemas.microsoft.com/office/drawing/2014/main" id="{B798270C-D09A-262E-5D73-6AFC8596E9C5}"/>
                  </a:ext>
                </a:extLst>
              </p:cNvPr>
              <p:cNvSpPr/>
              <p:nvPr/>
            </p:nvSpPr>
            <p:spPr>
              <a:xfrm>
                <a:off x="10241150" y="2198294"/>
                <a:ext cx="513647" cy="365598"/>
              </a:xfrm>
              <a:custGeom>
                <a:avLst/>
                <a:gdLst>
                  <a:gd name="connsiteX0" fmla="*/ 513648 w 513647"/>
                  <a:gd name="connsiteY0" fmla="*/ 296746 h 365598"/>
                  <a:gd name="connsiteX1" fmla="*/ 513648 w 513647"/>
                  <a:gd name="connsiteY1" fmla="*/ 365598 h 365598"/>
                  <a:gd name="connsiteX2" fmla="*/ 0 w 513647"/>
                  <a:gd name="connsiteY2" fmla="*/ 69176 h 365598"/>
                  <a:gd name="connsiteX3" fmla="*/ 0 w 513647"/>
                  <a:gd name="connsiteY3" fmla="*/ 0 h 365598"/>
                  <a:gd name="connsiteX4" fmla="*/ 513648 w 513647"/>
                  <a:gd name="connsiteY4" fmla="*/ 296746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6"/>
                    </a:moveTo>
                    <a:lnTo>
                      <a:pt x="513648" y="365598"/>
                    </a:lnTo>
                    <a:lnTo>
                      <a:pt x="0" y="69176"/>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2" name="Freeform: Shape 2631">
                <a:extLst>
                  <a:ext uri="{FF2B5EF4-FFF2-40B4-BE49-F238E27FC236}">
                    <a16:creationId xmlns:a16="http://schemas.microsoft.com/office/drawing/2014/main" id="{9EB6BCF6-89E7-5236-D2B1-88B3E0EBB314}"/>
                  </a:ext>
                </a:extLst>
              </p:cNvPr>
              <p:cNvSpPr/>
              <p:nvPr/>
            </p:nvSpPr>
            <p:spPr>
              <a:xfrm>
                <a:off x="10241150" y="2346667"/>
                <a:ext cx="513647" cy="365598"/>
              </a:xfrm>
              <a:custGeom>
                <a:avLst/>
                <a:gdLst>
                  <a:gd name="connsiteX0" fmla="*/ 513648 w 513647"/>
                  <a:gd name="connsiteY0" fmla="*/ 296746 h 365598"/>
                  <a:gd name="connsiteX1" fmla="*/ 513648 w 513647"/>
                  <a:gd name="connsiteY1" fmla="*/ 365598 h 365598"/>
                  <a:gd name="connsiteX2" fmla="*/ 0 w 513647"/>
                  <a:gd name="connsiteY2" fmla="*/ 68853 h 365598"/>
                  <a:gd name="connsiteX3" fmla="*/ 0 w 513647"/>
                  <a:gd name="connsiteY3" fmla="*/ 0 h 365598"/>
                  <a:gd name="connsiteX4" fmla="*/ 513648 w 513647"/>
                  <a:gd name="connsiteY4" fmla="*/ 296746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6"/>
                    </a:moveTo>
                    <a:lnTo>
                      <a:pt x="513648" y="365598"/>
                    </a:lnTo>
                    <a:lnTo>
                      <a:pt x="0" y="68853"/>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3" name="Freeform: Shape 2632">
                <a:extLst>
                  <a:ext uri="{FF2B5EF4-FFF2-40B4-BE49-F238E27FC236}">
                    <a16:creationId xmlns:a16="http://schemas.microsoft.com/office/drawing/2014/main" id="{E6C46A7D-F909-F96E-CE5F-F3190E2489E3}"/>
                  </a:ext>
                </a:extLst>
              </p:cNvPr>
              <p:cNvSpPr/>
              <p:nvPr/>
            </p:nvSpPr>
            <p:spPr>
              <a:xfrm>
                <a:off x="10241150" y="2495040"/>
                <a:ext cx="513647" cy="365275"/>
              </a:xfrm>
              <a:custGeom>
                <a:avLst/>
                <a:gdLst>
                  <a:gd name="connsiteX0" fmla="*/ 513648 w 513647"/>
                  <a:gd name="connsiteY0" fmla="*/ 296746 h 365275"/>
                  <a:gd name="connsiteX1" fmla="*/ 513648 w 513647"/>
                  <a:gd name="connsiteY1" fmla="*/ 365275 h 365275"/>
                  <a:gd name="connsiteX2" fmla="*/ 0 w 513647"/>
                  <a:gd name="connsiteY2" fmla="*/ 68853 h 365275"/>
                  <a:gd name="connsiteX3" fmla="*/ 0 w 513647"/>
                  <a:gd name="connsiteY3" fmla="*/ 0 h 365275"/>
                  <a:gd name="connsiteX4" fmla="*/ 513648 w 513647"/>
                  <a:gd name="connsiteY4" fmla="*/ 296746 h 36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275">
                    <a:moveTo>
                      <a:pt x="513648" y="296746"/>
                    </a:moveTo>
                    <a:lnTo>
                      <a:pt x="513648" y="365275"/>
                    </a:lnTo>
                    <a:lnTo>
                      <a:pt x="0" y="68853"/>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4" name="Freeform: Shape 2633">
                <a:extLst>
                  <a:ext uri="{FF2B5EF4-FFF2-40B4-BE49-F238E27FC236}">
                    <a16:creationId xmlns:a16="http://schemas.microsoft.com/office/drawing/2014/main" id="{8F2AC229-71F0-F80A-42F6-35183AEF464A}"/>
                  </a:ext>
                </a:extLst>
              </p:cNvPr>
              <p:cNvSpPr/>
              <p:nvPr/>
            </p:nvSpPr>
            <p:spPr>
              <a:xfrm>
                <a:off x="10241150" y="2643413"/>
                <a:ext cx="513647" cy="365598"/>
              </a:xfrm>
              <a:custGeom>
                <a:avLst/>
                <a:gdLst>
                  <a:gd name="connsiteX0" fmla="*/ 513648 w 513647"/>
                  <a:gd name="connsiteY0" fmla="*/ 296746 h 365598"/>
                  <a:gd name="connsiteX1" fmla="*/ 513648 w 513647"/>
                  <a:gd name="connsiteY1" fmla="*/ 365598 h 365598"/>
                  <a:gd name="connsiteX2" fmla="*/ 0 w 513647"/>
                  <a:gd name="connsiteY2" fmla="*/ 68853 h 365598"/>
                  <a:gd name="connsiteX3" fmla="*/ 0 w 513647"/>
                  <a:gd name="connsiteY3" fmla="*/ 0 h 365598"/>
                  <a:gd name="connsiteX4" fmla="*/ 513648 w 513647"/>
                  <a:gd name="connsiteY4" fmla="*/ 296746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6"/>
                    </a:moveTo>
                    <a:lnTo>
                      <a:pt x="513648" y="365598"/>
                    </a:lnTo>
                    <a:lnTo>
                      <a:pt x="0" y="68853"/>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5" name="Freeform: Shape 2634">
                <a:extLst>
                  <a:ext uri="{FF2B5EF4-FFF2-40B4-BE49-F238E27FC236}">
                    <a16:creationId xmlns:a16="http://schemas.microsoft.com/office/drawing/2014/main" id="{C763F903-811A-3293-138A-D52F562B6BCB}"/>
                  </a:ext>
                </a:extLst>
              </p:cNvPr>
              <p:cNvSpPr/>
              <p:nvPr/>
            </p:nvSpPr>
            <p:spPr>
              <a:xfrm>
                <a:off x="10241150" y="2791785"/>
                <a:ext cx="513647" cy="365275"/>
              </a:xfrm>
              <a:custGeom>
                <a:avLst/>
                <a:gdLst>
                  <a:gd name="connsiteX0" fmla="*/ 513648 w 513647"/>
                  <a:gd name="connsiteY0" fmla="*/ 296746 h 365275"/>
                  <a:gd name="connsiteX1" fmla="*/ 513648 w 513647"/>
                  <a:gd name="connsiteY1" fmla="*/ 365275 h 365275"/>
                  <a:gd name="connsiteX2" fmla="*/ 0 w 513647"/>
                  <a:gd name="connsiteY2" fmla="*/ 68853 h 365275"/>
                  <a:gd name="connsiteX3" fmla="*/ 0 w 513647"/>
                  <a:gd name="connsiteY3" fmla="*/ 0 h 365275"/>
                  <a:gd name="connsiteX4" fmla="*/ 513648 w 513647"/>
                  <a:gd name="connsiteY4" fmla="*/ 296746 h 36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275">
                    <a:moveTo>
                      <a:pt x="513648" y="296746"/>
                    </a:moveTo>
                    <a:lnTo>
                      <a:pt x="513648" y="365275"/>
                    </a:lnTo>
                    <a:lnTo>
                      <a:pt x="0" y="68853"/>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6" name="Freeform: Shape 2635">
                <a:extLst>
                  <a:ext uri="{FF2B5EF4-FFF2-40B4-BE49-F238E27FC236}">
                    <a16:creationId xmlns:a16="http://schemas.microsoft.com/office/drawing/2014/main" id="{EC5F5230-6B76-DC57-F88A-54D1ED690CB0}"/>
                  </a:ext>
                </a:extLst>
              </p:cNvPr>
              <p:cNvSpPr/>
              <p:nvPr/>
            </p:nvSpPr>
            <p:spPr>
              <a:xfrm>
                <a:off x="10241150" y="2940158"/>
                <a:ext cx="513647" cy="365275"/>
              </a:xfrm>
              <a:custGeom>
                <a:avLst/>
                <a:gdLst>
                  <a:gd name="connsiteX0" fmla="*/ 513648 w 513647"/>
                  <a:gd name="connsiteY0" fmla="*/ 296422 h 365275"/>
                  <a:gd name="connsiteX1" fmla="*/ 513648 w 513647"/>
                  <a:gd name="connsiteY1" fmla="*/ 365275 h 365275"/>
                  <a:gd name="connsiteX2" fmla="*/ 0 w 513647"/>
                  <a:gd name="connsiteY2" fmla="*/ 68853 h 365275"/>
                  <a:gd name="connsiteX3" fmla="*/ 0 w 513647"/>
                  <a:gd name="connsiteY3" fmla="*/ 0 h 365275"/>
                  <a:gd name="connsiteX4" fmla="*/ 513648 w 513647"/>
                  <a:gd name="connsiteY4" fmla="*/ 296422 h 36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275">
                    <a:moveTo>
                      <a:pt x="513648" y="296422"/>
                    </a:moveTo>
                    <a:lnTo>
                      <a:pt x="513648" y="365275"/>
                    </a:lnTo>
                    <a:lnTo>
                      <a:pt x="0" y="68853"/>
                    </a:lnTo>
                    <a:lnTo>
                      <a:pt x="0" y="0"/>
                    </a:lnTo>
                    <a:lnTo>
                      <a:pt x="513648" y="29642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7" name="Freeform: Shape 2636">
                <a:extLst>
                  <a:ext uri="{FF2B5EF4-FFF2-40B4-BE49-F238E27FC236}">
                    <a16:creationId xmlns:a16="http://schemas.microsoft.com/office/drawing/2014/main" id="{E9C63DA9-18D3-7858-C9D9-2C77D09C19F2}"/>
                  </a:ext>
                </a:extLst>
              </p:cNvPr>
              <p:cNvSpPr/>
              <p:nvPr/>
            </p:nvSpPr>
            <p:spPr>
              <a:xfrm>
                <a:off x="10241150" y="3088531"/>
                <a:ext cx="513647" cy="365275"/>
              </a:xfrm>
              <a:custGeom>
                <a:avLst/>
                <a:gdLst>
                  <a:gd name="connsiteX0" fmla="*/ 513648 w 513647"/>
                  <a:gd name="connsiteY0" fmla="*/ 296422 h 365275"/>
                  <a:gd name="connsiteX1" fmla="*/ 513648 w 513647"/>
                  <a:gd name="connsiteY1" fmla="*/ 365275 h 365275"/>
                  <a:gd name="connsiteX2" fmla="*/ 0 w 513647"/>
                  <a:gd name="connsiteY2" fmla="*/ 68853 h 365275"/>
                  <a:gd name="connsiteX3" fmla="*/ 0 w 513647"/>
                  <a:gd name="connsiteY3" fmla="*/ 0 h 365275"/>
                  <a:gd name="connsiteX4" fmla="*/ 513648 w 513647"/>
                  <a:gd name="connsiteY4" fmla="*/ 296422 h 36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275">
                    <a:moveTo>
                      <a:pt x="513648" y="296422"/>
                    </a:moveTo>
                    <a:lnTo>
                      <a:pt x="513648" y="365275"/>
                    </a:lnTo>
                    <a:lnTo>
                      <a:pt x="0" y="68853"/>
                    </a:lnTo>
                    <a:lnTo>
                      <a:pt x="0" y="0"/>
                    </a:lnTo>
                    <a:lnTo>
                      <a:pt x="513648" y="29642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8" name="Freeform: Shape 2637">
                <a:extLst>
                  <a:ext uri="{FF2B5EF4-FFF2-40B4-BE49-F238E27FC236}">
                    <a16:creationId xmlns:a16="http://schemas.microsoft.com/office/drawing/2014/main" id="{C52875F4-BDF5-087E-5797-7BE25A6B8FC6}"/>
                  </a:ext>
                </a:extLst>
              </p:cNvPr>
              <p:cNvSpPr/>
              <p:nvPr/>
            </p:nvSpPr>
            <p:spPr>
              <a:xfrm>
                <a:off x="10241150" y="3236580"/>
                <a:ext cx="513647" cy="365598"/>
              </a:xfrm>
              <a:custGeom>
                <a:avLst/>
                <a:gdLst>
                  <a:gd name="connsiteX0" fmla="*/ 513648 w 513647"/>
                  <a:gd name="connsiteY0" fmla="*/ 296746 h 365598"/>
                  <a:gd name="connsiteX1" fmla="*/ 513648 w 513647"/>
                  <a:gd name="connsiteY1" fmla="*/ 365598 h 365598"/>
                  <a:gd name="connsiteX2" fmla="*/ 0 w 513647"/>
                  <a:gd name="connsiteY2" fmla="*/ 68853 h 365598"/>
                  <a:gd name="connsiteX3" fmla="*/ 0 w 513647"/>
                  <a:gd name="connsiteY3" fmla="*/ 0 h 365598"/>
                  <a:gd name="connsiteX4" fmla="*/ 513648 w 513647"/>
                  <a:gd name="connsiteY4" fmla="*/ 296746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6"/>
                    </a:moveTo>
                    <a:lnTo>
                      <a:pt x="513648" y="365598"/>
                    </a:lnTo>
                    <a:lnTo>
                      <a:pt x="0" y="68853"/>
                    </a:lnTo>
                    <a:lnTo>
                      <a:pt x="0" y="0"/>
                    </a:lnTo>
                    <a:lnTo>
                      <a:pt x="513648" y="296746"/>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39" name="Freeform: Shape 2638">
                <a:extLst>
                  <a:ext uri="{FF2B5EF4-FFF2-40B4-BE49-F238E27FC236}">
                    <a16:creationId xmlns:a16="http://schemas.microsoft.com/office/drawing/2014/main" id="{14F06515-D084-ADCF-C433-9D845F1C2F6C}"/>
                  </a:ext>
                </a:extLst>
              </p:cNvPr>
              <p:cNvSpPr/>
              <p:nvPr/>
            </p:nvSpPr>
            <p:spPr>
              <a:xfrm>
                <a:off x="10241150" y="3384953"/>
                <a:ext cx="513647" cy="365598"/>
              </a:xfrm>
              <a:custGeom>
                <a:avLst/>
                <a:gdLst>
                  <a:gd name="connsiteX0" fmla="*/ 513648 w 513647"/>
                  <a:gd name="connsiteY0" fmla="*/ 296745 h 365598"/>
                  <a:gd name="connsiteX1" fmla="*/ 513648 w 513647"/>
                  <a:gd name="connsiteY1" fmla="*/ 365598 h 365598"/>
                  <a:gd name="connsiteX2" fmla="*/ 0 w 513647"/>
                  <a:gd name="connsiteY2" fmla="*/ 68853 h 365598"/>
                  <a:gd name="connsiteX3" fmla="*/ 0 w 513647"/>
                  <a:gd name="connsiteY3" fmla="*/ 0 h 365598"/>
                  <a:gd name="connsiteX4" fmla="*/ 513648 w 513647"/>
                  <a:gd name="connsiteY4" fmla="*/ 296745 h 365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647" h="365598">
                    <a:moveTo>
                      <a:pt x="513648" y="296745"/>
                    </a:moveTo>
                    <a:lnTo>
                      <a:pt x="513648" y="365598"/>
                    </a:lnTo>
                    <a:lnTo>
                      <a:pt x="0" y="68853"/>
                    </a:lnTo>
                    <a:lnTo>
                      <a:pt x="0" y="0"/>
                    </a:lnTo>
                    <a:lnTo>
                      <a:pt x="513648" y="29674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02" name="Graphic 4208">
              <a:extLst>
                <a:ext uri="{FF2B5EF4-FFF2-40B4-BE49-F238E27FC236}">
                  <a16:creationId xmlns:a16="http://schemas.microsoft.com/office/drawing/2014/main" id="{51743B91-42CA-D7AC-DBD4-B61435B4C740}"/>
                </a:ext>
              </a:extLst>
            </p:cNvPr>
            <p:cNvGrpSpPr/>
            <p:nvPr/>
          </p:nvGrpSpPr>
          <p:grpSpPr>
            <a:xfrm>
              <a:off x="8941131" y="620853"/>
              <a:ext cx="156641" cy="608918"/>
              <a:chOff x="10754798" y="1751559"/>
              <a:chExt cx="513647" cy="1996729"/>
            </a:xfrm>
            <a:solidFill>
              <a:srgbClr val="AEB4B5"/>
            </a:solidFill>
          </p:grpSpPr>
          <p:sp>
            <p:nvSpPr>
              <p:cNvPr id="2616" name="Freeform: Shape 2615">
                <a:extLst>
                  <a:ext uri="{FF2B5EF4-FFF2-40B4-BE49-F238E27FC236}">
                    <a16:creationId xmlns:a16="http://schemas.microsoft.com/office/drawing/2014/main" id="{24CC059A-D3E6-72B5-D5FD-3932C97316BB}"/>
                  </a:ext>
                </a:extLst>
              </p:cNvPr>
              <p:cNvSpPr/>
              <p:nvPr/>
            </p:nvSpPr>
            <p:spPr>
              <a:xfrm>
                <a:off x="10754798" y="1751559"/>
                <a:ext cx="513647" cy="365275"/>
              </a:xfrm>
              <a:custGeom>
                <a:avLst/>
                <a:gdLst>
                  <a:gd name="connsiteX0" fmla="*/ 513648 w 513647"/>
                  <a:gd name="connsiteY0" fmla="*/ 0 h 365275"/>
                  <a:gd name="connsiteX1" fmla="*/ 513648 w 513647"/>
                  <a:gd name="connsiteY1" fmla="*/ 68853 h 365275"/>
                  <a:gd name="connsiteX2" fmla="*/ 258925 w 513647"/>
                  <a:gd name="connsiteY2" fmla="*/ 215933 h 365275"/>
                  <a:gd name="connsiteX3" fmla="*/ 0 w 513647"/>
                  <a:gd name="connsiteY3" fmla="*/ 365275 h 365275"/>
                  <a:gd name="connsiteX4" fmla="*/ 0 w 513647"/>
                  <a:gd name="connsiteY4" fmla="*/ 296422 h 365275"/>
                  <a:gd name="connsiteX5" fmla="*/ 304180 w 513647"/>
                  <a:gd name="connsiteY5" fmla="*/ 120896 h 365275"/>
                  <a:gd name="connsiteX6" fmla="*/ 513648 w 513647"/>
                  <a:gd name="connsiteY6" fmla="*/ 0 h 3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647" h="365275">
                    <a:moveTo>
                      <a:pt x="513648" y="0"/>
                    </a:moveTo>
                    <a:lnTo>
                      <a:pt x="513648" y="68853"/>
                    </a:lnTo>
                    <a:lnTo>
                      <a:pt x="258925" y="215933"/>
                    </a:lnTo>
                    <a:lnTo>
                      <a:pt x="0" y="365275"/>
                    </a:lnTo>
                    <a:lnTo>
                      <a:pt x="0" y="296422"/>
                    </a:lnTo>
                    <a:lnTo>
                      <a:pt x="304180" y="120896"/>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7" name="Freeform: Shape 2616">
                <a:extLst>
                  <a:ext uri="{FF2B5EF4-FFF2-40B4-BE49-F238E27FC236}">
                    <a16:creationId xmlns:a16="http://schemas.microsoft.com/office/drawing/2014/main" id="{267789BC-214A-AB60-AA0F-276146C304B0}"/>
                  </a:ext>
                </a:extLst>
              </p:cNvPr>
              <p:cNvSpPr/>
              <p:nvPr/>
            </p:nvSpPr>
            <p:spPr>
              <a:xfrm>
                <a:off x="10754798" y="1899609"/>
                <a:ext cx="513647" cy="365598"/>
              </a:xfrm>
              <a:custGeom>
                <a:avLst/>
                <a:gdLst>
                  <a:gd name="connsiteX0" fmla="*/ 513648 w 513647"/>
                  <a:gd name="connsiteY0" fmla="*/ 0 h 365598"/>
                  <a:gd name="connsiteX1" fmla="*/ 513648 w 513647"/>
                  <a:gd name="connsiteY1" fmla="*/ 69176 h 365598"/>
                  <a:gd name="connsiteX2" fmla="*/ 160980 w 513647"/>
                  <a:gd name="connsiteY2" fmla="*/ 272502 h 365598"/>
                  <a:gd name="connsiteX3" fmla="*/ 0 w 513647"/>
                  <a:gd name="connsiteY3" fmla="*/ 365598 h 365598"/>
                  <a:gd name="connsiteX4" fmla="*/ 0 w 513647"/>
                  <a:gd name="connsiteY4" fmla="*/ 296746 h 365598"/>
                  <a:gd name="connsiteX5" fmla="*/ 206235 w 513647"/>
                  <a:gd name="connsiteY5" fmla="*/ 177466 h 365598"/>
                  <a:gd name="connsiteX6" fmla="*/ 513648 w 513647"/>
                  <a:gd name="connsiteY6"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647" h="365598">
                    <a:moveTo>
                      <a:pt x="513648" y="0"/>
                    </a:moveTo>
                    <a:lnTo>
                      <a:pt x="513648" y="69176"/>
                    </a:lnTo>
                    <a:lnTo>
                      <a:pt x="160980" y="272502"/>
                    </a:lnTo>
                    <a:lnTo>
                      <a:pt x="0" y="365598"/>
                    </a:lnTo>
                    <a:lnTo>
                      <a:pt x="0" y="296746"/>
                    </a:lnTo>
                    <a:lnTo>
                      <a:pt x="206235" y="177466"/>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8" name="Freeform: Shape 2617">
                <a:extLst>
                  <a:ext uri="{FF2B5EF4-FFF2-40B4-BE49-F238E27FC236}">
                    <a16:creationId xmlns:a16="http://schemas.microsoft.com/office/drawing/2014/main" id="{6E19187E-3485-CF83-D3A5-44F3DB659455}"/>
                  </a:ext>
                </a:extLst>
              </p:cNvPr>
              <p:cNvSpPr/>
              <p:nvPr/>
            </p:nvSpPr>
            <p:spPr>
              <a:xfrm>
                <a:off x="10754798" y="2047982"/>
                <a:ext cx="513647" cy="365598"/>
              </a:xfrm>
              <a:custGeom>
                <a:avLst/>
                <a:gdLst>
                  <a:gd name="connsiteX0" fmla="*/ 513648 w 513647"/>
                  <a:gd name="connsiteY0" fmla="*/ 0 h 365598"/>
                  <a:gd name="connsiteX1" fmla="*/ 513648 w 513647"/>
                  <a:gd name="connsiteY1" fmla="*/ 68853 h 365598"/>
                  <a:gd name="connsiteX2" fmla="*/ 63034 w 513647"/>
                  <a:gd name="connsiteY2" fmla="*/ 329071 h 365598"/>
                  <a:gd name="connsiteX3" fmla="*/ 0 w 513647"/>
                  <a:gd name="connsiteY3" fmla="*/ 365598 h 365598"/>
                  <a:gd name="connsiteX4" fmla="*/ 0 w 513647"/>
                  <a:gd name="connsiteY4" fmla="*/ 296746 h 365598"/>
                  <a:gd name="connsiteX5" fmla="*/ 108613 w 513647"/>
                  <a:gd name="connsiteY5" fmla="*/ 234035 h 365598"/>
                  <a:gd name="connsiteX6" fmla="*/ 513648 w 513647"/>
                  <a:gd name="connsiteY6"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647" h="365598">
                    <a:moveTo>
                      <a:pt x="513648" y="0"/>
                    </a:moveTo>
                    <a:lnTo>
                      <a:pt x="513648" y="68853"/>
                    </a:lnTo>
                    <a:lnTo>
                      <a:pt x="63034" y="329071"/>
                    </a:lnTo>
                    <a:lnTo>
                      <a:pt x="0" y="365598"/>
                    </a:lnTo>
                    <a:lnTo>
                      <a:pt x="0" y="296746"/>
                    </a:lnTo>
                    <a:lnTo>
                      <a:pt x="108613" y="234035"/>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9" name="Freeform: Shape 2618">
                <a:extLst>
                  <a:ext uri="{FF2B5EF4-FFF2-40B4-BE49-F238E27FC236}">
                    <a16:creationId xmlns:a16="http://schemas.microsoft.com/office/drawing/2014/main" id="{7D8235F5-8981-50B7-7BF2-3DF9EA89B570}"/>
                  </a:ext>
                </a:extLst>
              </p:cNvPr>
              <p:cNvSpPr/>
              <p:nvPr/>
            </p:nvSpPr>
            <p:spPr>
              <a:xfrm>
                <a:off x="10754798" y="2196355"/>
                <a:ext cx="513647" cy="365598"/>
              </a:xfrm>
              <a:custGeom>
                <a:avLst/>
                <a:gdLst>
                  <a:gd name="connsiteX0" fmla="*/ 513648 w 513647"/>
                  <a:gd name="connsiteY0" fmla="*/ 0 h 365598"/>
                  <a:gd name="connsiteX1" fmla="*/ 513648 w 513647"/>
                  <a:gd name="connsiteY1" fmla="*/ 68853 h 365598"/>
                  <a:gd name="connsiteX2" fmla="*/ 0 w 513647"/>
                  <a:gd name="connsiteY2" fmla="*/ 365598 h 365598"/>
                  <a:gd name="connsiteX3" fmla="*/ 0 w 513647"/>
                  <a:gd name="connsiteY3" fmla="*/ 296746 h 365598"/>
                  <a:gd name="connsiteX4" fmla="*/ 10667 w 513647"/>
                  <a:gd name="connsiteY4" fmla="*/ 290281 h 365598"/>
                  <a:gd name="connsiteX5" fmla="*/ 513648 w 513647"/>
                  <a:gd name="connsiteY5"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647" h="365598">
                    <a:moveTo>
                      <a:pt x="513648" y="0"/>
                    </a:moveTo>
                    <a:lnTo>
                      <a:pt x="513648" y="68853"/>
                    </a:lnTo>
                    <a:lnTo>
                      <a:pt x="0" y="365598"/>
                    </a:lnTo>
                    <a:lnTo>
                      <a:pt x="0" y="296746"/>
                    </a:lnTo>
                    <a:lnTo>
                      <a:pt x="10667" y="290281"/>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0" name="Freeform: Shape 2619">
                <a:extLst>
                  <a:ext uri="{FF2B5EF4-FFF2-40B4-BE49-F238E27FC236}">
                    <a16:creationId xmlns:a16="http://schemas.microsoft.com/office/drawing/2014/main" id="{6BB923A9-B69F-5677-F1DC-157EB92E4A68}"/>
                  </a:ext>
                </a:extLst>
              </p:cNvPr>
              <p:cNvSpPr/>
              <p:nvPr/>
            </p:nvSpPr>
            <p:spPr>
              <a:xfrm>
                <a:off x="10754798" y="2344727"/>
                <a:ext cx="513647" cy="365598"/>
              </a:xfrm>
              <a:custGeom>
                <a:avLst/>
                <a:gdLst>
                  <a:gd name="connsiteX0" fmla="*/ 513648 w 513647"/>
                  <a:gd name="connsiteY0" fmla="*/ 0 h 365598"/>
                  <a:gd name="connsiteX1" fmla="*/ 513648 w 513647"/>
                  <a:gd name="connsiteY1" fmla="*/ 68853 h 365598"/>
                  <a:gd name="connsiteX2" fmla="*/ 462897 w 513647"/>
                  <a:gd name="connsiteY2" fmla="*/ 97945 h 365598"/>
                  <a:gd name="connsiteX3" fmla="*/ 0 w 513647"/>
                  <a:gd name="connsiteY3" fmla="*/ 365598 h 365598"/>
                  <a:gd name="connsiteX4" fmla="*/ 0 w 513647"/>
                  <a:gd name="connsiteY4" fmla="*/ 296422 h 365598"/>
                  <a:gd name="connsiteX5" fmla="*/ 508153 w 513647"/>
                  <a:gd name="connsiteY5" fmla="*/ 3233 h 365598"/>
                  <a:gd name="connsiteX6" fmla="*/ 513648 w 513647"/>
                  <a:gd name="connsiteY6"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647" h="365598">
                    <a:moveTo>
                      <a:pt x="513648" y="0"/>
                    </a:moveTo>
                    <a:lnTo>
                      <a:pt x="513648" y="68853"/>
                    </a:lnTo>
                    <a:lnTo>
                      <a:pt x="462897" y="97945"/>
                    </a:lnTo>
                    <a:lnTo>
                      <a:pt x="0" y="365598"/>
                    </a:lnTo>
                    <a:lnTo>
                      <a:pt x="0" y="296422"/>
                    </a:lnTo>
                    <a:lnTo>
                      <a:pt x="508153" y="3233"/>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1" name="Freeform: Shape 2620">
                <a:extLst>
                  <a:ext uri="{FF2B5EF4-FFF2-40B4-BE49-F238E27FC236}">
                    <a16:creationId xmlns:a16="http://schemas.microsoft.com/office/drawing/2014/main" id="{9C0EE807-EE15-DA97-F322-7E7D8748B1FE}"/>
                  </a:ext>
                </a:extLst>
              </p:cNvPr>
              <p:cNvSpPr/>
              <p:nvPr/>
            </p:nvSpPr>
            <p:spPr>
              <a:xfrm>
                <a:off x="10754798" y="2493100"/>
                <a:ext cx="513647" cy="365275"/>
              </a:xfrm>
              <a:custGeom>
                <a:avLst/>
                <a:gdLst>
                  <a:gd name="connsiteX0" fmla="*/ 513648 w 513647"/>
                  <a:gd name="connsiteY0" fmla="*/ 0 h 365275"/>
                  <a:gd name="connsiteX1" fmla="*/ 513648 w 513647"/>
                  <a:gd name="connsiteY1" fmla="*/ 68853 h 365275"/>
                  <a:gd name="connsiteX2" fmla="*/ 464514 w 513647"/>
                  <a:gd name="connsiteY2" fmla="*/ 97299 h 365275"/>
                  <a:gd name="connsiteX3" fmla="*/ 364952 w 513647"/>
                  <a:gd name="connsiteY3" fmla="*/ 154838 h 365275"/>
                  <a:gd name="connsiteX4" fmla="*/ 0 w 513647"/>
                  <a:gd name="connsiteY4" fmla="*/ 365275 h 365275"/>
                  <a:gd name="connsiteX5" fmla="*/ 0 w 513647"/>
                  <a:gd name="connsiteY5" fmla="*/ 296422 h 365275"/>
                  <a:gd name="connsiteX6" fmla="*/ 410531 w 513647"/>
                  <a:gd name="connsiteY6" fmla="*/ 59478 h 365275"/>
                  <a:gd name="connsiteX7" fmla="*/ 510092 w 513647"/>
                  <a:gd name="connsiteY7" fmla="*/ 1940 h 365275"/>
                  <a:gd name="connsiteX8" fmla="*/ 513648 w 513647"/>
                  <a:gd name="connsiteY8" fmla="*/ 0 h 3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3647" h="365275">
                    <a:moveTo>
                      <a:pt x="513648" y="0"/>
                    </a:moveTo>
                    <a:lnTo>
                      <a:pt x="513648" y="68853"/>
                    </a:lnTo>
                    <a:lnTo>
                      <a:pt x="464514" y="97299"/>
                    </a:lnTo>
                    <a:lnTo>
                      <a:pt x="364952" y="154838"/>
                    </a:lnTo>
                    <a:lnTo>
                      <a:pt x="0" y="365275"/>
                    </a:lnTo>
                    <a:lnTo>
                      <a:pt x="0" y="296422"/>
                    </a:lnTo>
                    <a:lnTo>
                      <a:pt x="410531" y="59478"/>
                    </a:lnTo>
                    <a:lnTo>
                      <a:pt x="510092" y="1940"/>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2" name="Freeform: Shape 2621">
                <a:extLst>
                  <a:ext uri="{FF2B5EF4-FFF2-40B4-BE49-F238E27FC236}">
                    <a16:creationId xmlns:a16="http://schemas.microsoft.com/office/drawing/2014/main" id="{3482DB4D-DD1A-8908-0E16-FF0E5A23BF02}"/>
                  </a:ext>
                </a:extLst>
              </p:cNvPr>
              <p:cNvSpPr/>
              <p:nvPr/>
            </p:nvSpPr>
            <p:spPr>
              <a:xfrm>
                <a:off x="10754798" y="2641473"/>
                <a:ext cx="513647" cy="365275"/>
              </a:xfrm>
              <a:custGeom>
                <a:avLst/>
                <a:gdLst>
                  <a:gd name="connsiteX0" fmla="*/ 513648 w 513647"/>
                  <a:gd name="connsiteY0" fmla="*/ 0 h 365275"/>
                  <a:gd name="connsiteX1" fmla="*/ 513648 w 513647"/>
                  <a:gd name="connsiteY1" fmla="*/ 68853 h 365275"/>
                  <a:gd name="connsiteX2" fmla="*/ 446088 w 513647"/>
                  <a:gd name="connsiteY2" fmla="*/ 107643 h 365275"/>
                  <a:gd name="connsiteX3" fmla="*/ 366891 w 513647"/>
                  <a:gd name="connsiteY3" fmla="*/ 153545 h 365275"/>
                  <a:gd name="connsiteX4" fmla="*/ 267330 w 513647"/>
                  <a:gd name="connsiteY4" fmla="*/ 211084 h 365275"/>
                  <a:gd name="connsiteX5" fmla="*/ 0 w 513647"/>
                  <a:gd name="connsiteY5" fmla="*/ 365275 h 365275"/>
                  <a:gd name="connsiteX6" fmla="*/ 0 w 513647"/>
                  <a:gd name="connsiteY6" fmla="*/ 296422 h 365275"/>
                  <a:gd name="connsiteX7" fmla="*/ 312585 w 513647"/>
                  <a:gd name="connsiteY7" fmla="*/ 115724 h 365275"/>
                  <a:gd name="connsiteX8" fmla="*/ 412147 w 513647"/>
                  <a:gd name="connsiteY8" fmla="*/ 58509 h 365275"/>
                  <a:gd name="connsiteX9" fmla="*/ 491667 w 513647"/>
                  <a:gd name="connsiteY9" fmla="*/ 12607 h 365275"/>
                  <a:gd name="connsiteX10" fmla="*/ 513648 w 513647"/>
                  <a:gd name="connsiteY10" fmla="*/ 0 h 3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647" h="365275">
                    <a:moveTo>
                      <a:pt x="513648" y="0"/>
                    </a:moveTo>
                    <a:lnTo>
                      <a:pt x="513648" y="68853"/>
                    </a:lnTo>
                    <a:lnTo>
                      <a:pt x="446088" y="107643"/>
                    </a:lnTo>
                    <a:lnTo>
                      <a:pt x="366891" y="153545"/>
                    </a:lnTo>
                    <a:lnTo>
                      <a:pt x="267330" y="211084"/>
                    </a:lnTo>
                    <a:lnTo>
                      <a:pt x="0" y="365275"/>
                    </a:lnTo>
                    <a:lnTo>
                      <a:pt x="0" y="296422"/>
                    </a:lnTo>
                    <a:lnTo>
                      <a:pt x="312585" y="115724"/>
                    </a:lnTo>
                    <a:lnTo>
                      <a:pt x="412147" y="58509"/>
                    </a:lnTo>
                    <a:lnTo>
                      <a:pt x="491667" y="12607"/>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3" name="Freeform: Shape 2622">
                <a:extLst>
                  <a:ext uri="{FF2B5EF4-FFF2-40B4-BE49-F238E27FC236}">
                    <a16:creationId xmlns:a16="http://schemas.microsoft.com/office/drawing/2014/main" id="{8469F74A-855E-673F-AD19-FBB37EF25F14}"/>
                  </a:ext>
                </a:extLst>
              </p:cNvPr>
              <p:cNvSpPr/>
              <p:nvPr/>
            </p:nvSpPr>
            <p:spPr>
              <a:xfrm>
                <a:off x="10754798" y="2789523"/>
                <a:ext cx="513647" cy="365598"/>
              </a:xfrm>
              <a:custGeom>
                <a:avLst/>
                <a:gdLst>
                  <a:gd name="connsiteX0" fmla="*/ 513648 w 513647"/>
                  <a:gd name="connsiteY0" fmla="*/ 0 h 365598"/>
                  <a:gd name="connsiteX1" fmla="*/ 513648 w 513647"/>
                  <a:gd name="connsiteY1" fmla="*/ 69176 h 365598"/>
                  <a:gd name="connsiteX2" fmla="*/ 424754 w 513647"/>
                  <a:gd name="connsiteY2" fmla="*/ 120250 h 365598"/>
                  <a:gd name="connsiteX3" fmla="*/ 348466 w 513647"/>
                  <a:gd name="connsiteY3" fmla="*/ 164535 h 365598"/>
                  <a:gd name="connsiteX4" fmla="*/ 268946 w 513647"/>
                  <a:gd name="connsiteY4" fmla="*/ 210437 h 365598"/>
                  <a:gd name="connsiteX5" fmla="*/ 169384 w 513647"/>
                  <a:gd name="connsiteY5" fmla="*/ 267976 h 365598"/>
                  <a:gd name="connsiteX6" fmla="*/ 0 w 513647"/>
                  <a:gd name="connsiteY6" fmla="*/ 365598 h 365598"/>
                  <a:gd name="connsiteX7" fmla="*/ 0 w 513647"/>
                  <a:gd name="connsiteY7" fmla="*/ 296745 h 365598"/>
                  <a:gd name="connsiteX8" fmla="*/ 214963 w 513647"/>
                  <a:gd name="connsiteY8" fmla="*/ 172617 h 365598"/>
                  <a:gd name="connsiteX9" fmla="*/ 314525 w 513647"/>
                  <a:gd name="connsiteY9" fmla="*/ 115078 h 365598"/>
                  <a:gd name="connsiteX10" fmla="*/ 393721 w 513647"/>
                  <a:gd name="connsiteY10" fmla="*/ 69176 h 365598"/>
                  <a:gd name="connsiteX11" fmla="*/ 470332 w 513647"/>
                  <a:gd name="connsiteY11" fmla="*/ 25214 h 365598"/>
                  <a:gd name="connsiteX12" fmla="*/ 513648 w 513647"/>
                  <a:gd name="connsiteY12"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3647" h="365598">
                    <a:moveTo>
                      <a:pt x="513648" y="0"/>
                    </a:moveTo>
                    <a:lnTo>
                      <a:pt x="513648" y="69176"/>
                    </a:lnTo>
                    <a:lnTo>
                      <a:pt x="424754" y="120250"/>
                    </a:lnTo>
                    <a:lnTo>
                      <a:pt x="348466" y="164535"/>
                    </a:lnTo>
                    <a:lnTo>
                      <a:pt x="268946" y="210437"/>
                    </a:lnTo>
                    <a:lnTo>
                      <a:pt x="169384" y="267976"/>
                    </a:lnTo>
                    <a:lnTo>
                      <a:pt x="0" y="365598"/>
                    </a:lnTo>
                    <a:lnTo>
                      <a:pt x="0" y="296745"/>
                    </a:lnTo>
                    <a:lnTo>
                      <a:pt x="214963" y="172617"/>
                    </a:lnTo>
                    <a:lnTo>
                      <a:pt x="314525" y="115078"/>
                    </a:lnTo>
                    <a:lnTo>
                      <a:pt x="393721" y="69176"/>
                    </a:lnTo>
                    <a:lnTo>
                      <a:pt x="470332" y="25214"/>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4" name="Freeform: Shape 2623">
                <a:extLst>
                  <a:ext uri="{FF2B5EF4-FFF2-40B4-BE49-F238E27FC236}">
                    <a16:creationId xmlns:a16="http://schemas.microsoft.com/office/drawing/2014/main" id="{AF5A8484-95CD-00D3-E052-456B9E2AD1F5}"/>
                  </a:ext>
                </a:extLst>
              </p:cNvPr>
              <p:cNvSpPr/>
              <p:nvPr/>
            </p:nvSpPr>
            <p:spPr>
              <a:xfrm>
                <a:off x="10754798" y="2937895"/>
                <a:ext cx="513647" cy="365598"/>
              </a:xfrm>
              <a:custGeom>
                <a:avLst/>
                <a:gdLst>
                  <a:gd name="connsiteX0" fmla="*/ 513648 w 513647"/>
                  <a:gd name="connsiteY0" fmla="*/ 0 h 365598"/>
                  <a:gd name="connsiteX1" fmla="*/ 513648 w 513647"/>
                  <a:gd name="connsiteY1" fmla="*/ 69176 h 365598"/>
                  <a:gd name="connsiteX2" fmla="*/ 327131 w 513647"/>
                  <a:gd name="connsiteY2" fmla="*/ 176819 h 365598"/>
                  <a:gd name="connsiteX3" fmla="*/ 250521 w 513647"/>
                  <a:gd name="connsiteY3" fmla="*/ 220781 h 365598"/>
                  <a:gd name="connsiteX4" fmla="*/ 171324 w 513647"/>
                  <a:gd name="connsiteY4" fmla="*/ 266683 h 365598"/>
                  <a:gd name="connsiteX5" fmla="*/ 71762 w 513647"/>
                  <a:gd name="connsiteY5" fmla="*/ 324222 h 365598"/>
                  <a:gd name="connsiteX6" fmla="*/ 0 w 513647"/>
                  <a:gd name="connsiteY6" fmla="*/ 365598 h 365598"/>
                  <a:gd name="connsiteX7" fmla="*/ 0 w 513647"/>
                  <a:gd name="connsiteY7" fmla="*/ 296422 h 365598"/>
                  <a:gd name="connsiteX8" fmla="*/ 117017 w 513647"/>
                  <a:gd name="connsiteY8" fmla="*/ 228863 h 365598"/>
                  <a:gd name="connsiteX9" fmla="*/ 216579 w 513647"/>
                  <a:gd name="connsiteY9" fmla="*/ 171647 h 365598"/>
                  <a:gd name="connsiteX10" fmla="*/ 296099 w 513647"/>
                  <a:gd name="connsiteY10" fmla="*/ 125745 h 365598"/>
                  <a:gd name="connsiteX11" fmla="*/ 372387 w 513647"/>
                  <a:gd name="connsiteY11" fmla="*/ 81459 h 365598"/>
                  <a:gd name="connsiteX12" fmla="*/ 513648 w 513647"/>
                  <a:gd name="connsiteY12"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3647" h="365598">
                    <a:moveTo>
                      <a:pt x="513648" y="0"/>
                    </a:moveTo>
                    <a:lnTo>
                      <a:pt x="513648" y="69176"/>
                    </a:lnTo>
                    <a:lnTo>
                      <a:pt x="327131" y="176819"/>
                    </a:lnTo>
                    <a:lnTo>
                      <a:pt x="250521" y="220781"/>
                    </a:lnTo>
                    <a:lnTo>
                      <a:pt x="171324" y="266683"/>
                    </a:lnTo>
                    <a:lnTo>
                      <a:pt x="71762" y="324222"/>
                    </a:lnTo>
                    <a:lnTo>
                      <a:pt x="0" y="365598"/>
                    </a:lnTo>
                    <a:lnTo>
                      <a:pt x="0" y="296422"/>
                    </a:lnTo>
                    <a:lnTo>
                      <a:pt x="117017" y="228863"/>
                    </a:lnTo>
                    <a:lnTo>
                      <a:pt x="216579" y="171647"/>
                    </a:lnTo>
                    <a:lnTo>
                      <a:pt x="296099" y="125745"/>
                    </a:lnTo>
                    <a:lnTo>
                      <a:pt x="372387" y="81459"/>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5" name="Freeform: Shape 2624">
                <a:extLst>
                  <a:ext uri="{FF2B5EF4-FFF2-40B4-BE49-F238E27FC236}">
                    <a16:creationId xmlns:a16="http://schemas.microsoft.com/office/drawing/2014/main" id="{1F61B3A1-5EA5-573C-20A0-169CBD2EE317}"/>
                  </a:ext>
                </a:extLst>
              </p:cNvPr>
              <p:cNvSpPr/>
              <p:nvPr/>
            </p:nvSpPr>
            <p:spPr>
              <a:xfrm>
                <a:off x="10754798" y="3086268"/>
                <a:ext cx="513647" cy="365598"/>
              </a:xfrm>
              <a:custGeom>
                <a:avLst/>
                <a:gdLst>
                  <a:gd name="connsiteX0" fmla="*/ 513648 w 513647"/>
                  <a:gd name="connsiteY0" fmla="*/ 0 h 365598"/>
                  <a:gd name="connsiteX1" fmla="*/ 513648 w 513647"/>
                  <a:gd name="connsiteY1" fmla="*/ 68853 h 365598"/>
                  <a:gd name="connsiteX2" fmla="*/ 486818 w 513647"/>
                  <a:gd name="connsiteY2" fmla="*/ 84369 h 365598"/>
                  <a:gd name="connsiteX3" fmla="*/ 229186 w 513647"/>
                  <a:gd name="connsiteY3" fmla="*/ 233065 h 365598"/>
                  <a:gd name="connsiteX4" fmla="*/ 152898 w 513647"/>
                  <a:gd name="connsiteY4" fmla="*/ 277351 h 365598"/>
                  <a:gd name="connsiteX5" fmla="*/ 73378 w 513647"/>
                  <a:gd name="connsiteY5" fmla="*/ 322929 h 365598"/>
                  <a:gd name="connsiteX6" fmla="*/ 0 w 513647"/>
                  <a:gd name="connsiteY6" fmla="*/ 365598 h 365598"/>
                  <a:gd name="connsiteX7" fmla="*/ 0 w 513647"/>
                  <a:gd name="connsiteY7" fmla="*/ 296422 h 365598"/>
                  <a:gd name="connsiteX8" fmla="*/ 19395 w 513647"/>
                  <a:gd name="connsiteY8" fmla="*/ 285432 h 365598"/>
                  <a:gd name="connsiteX9" fmla="*/ 118957 w 513647"/>
                  <a:gd name="connsiteY9" fmla="*/ 227893 h 365598"/>
                  <a:gd name="connsiteX10" fmla="*/ 198154 w 513647"/>
                  <a:gd name="connsiteY10" fmla="*/ 181991 h 365598"/>
                  <a:gd name="connsiteX11" fmla="*/ 274441 w 513647"/>
                  <a:gd name="connsiteY11" fmla="*/ 138029 h 365598"/>
                  <a:gd name="connsiteX12" fmla="*/ 513648 w 513647"/>
                  <a:gd name="connsiteY12" fmla="*/ 0 h 36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3647" h="365598">
                    <a:moveTo>
                      <a:pt x="513648" y="0"/>
                    </a:moveTo>
                    <a:lnTo>
                      <a:pt x="513648" y="68853"/>
                    </a:lnTo>
                    <a:lnTo>
                      <a:pt x="486818" y="84369"/>
                    </a:lnTo>
                    <a:lnTo>
                      <a:pt x="229186" y="233065"/>
                    </a:lnTo>
                    <a:lnTo>
                      <a:pt x="152898" y="277351"/>
                    </a:lnTo>
                    <a:lnTo>
                      <a:pt x="73378" y="322929"/>
                    </a:lnTo>
                    <a:lnTo>
                      <a:pt x="0" y="365598"/>
                    </a:lnTo>
                    <a:lnTo>
                      <a:pt x="0" y="296422"/>
                    </a:lnTo>
                    <a:lnTo>
                      <a:pt x="19395" y="285432"/>
                    </a:lnTo>
                    <a:lnTo>
                      <a:pt x="118957" y="227893"/>
                    </a:lnTo>
                    <a:lnTo>
                      <a:pt x="198154" y="181991"/>
                    </a:lnTo>
                    <a:lnTo>
                      <a:pt x="274441" y="138029"/>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6" name="Freeform: Shape 2625">
                <a:extLst>
                  <a:ext uri="{FF2B5EF4-FFF2-40B4-BE49-F238E27FC236}">
                    <a16:creationId xmlns:a16="http://schemas.microsoft.com/office/drawing/2014/main" id="{58934B7E-F3D5-4A32-F5CE-AEC1A5068354}"/>
                  </a:ext>
                </a:extLst>
              </p:cNvPr>
              <p:cNvSpPr/>
              <p:nvPr/>
            </p:nvSpPr>
            <p:spPr>
              <a:xfrm>
                <a:off x="10754798" y="3234641"/>
                <a:ext cx="513647" cy="365275"/>
              </a:xfrm>
              <a:custGeom>
                <a:avLst/>
                <a:gdLst>
                  <a:gd name="connsiteX0" fmla="*/ 513648 w 513647"/>
                  <a:gd name="connsiteY0" fmla="*/ 0 h 365275"/>
                  <a:gd name="connsiteX1" fmla="*/ 513648 w 513647"/>
                  <a:gd name="connsiteY1" fmla="*/ 68853 h 365275"/>
                  <a:gd name="connsiteX2" fmla="*/ 389196 w 513647"/>
                  <a:gd name="connsiteY2" fmla="*/ 140938 h 365275"/>
                  <a:gd name="connsiteX3" fmla="*/ 131564 w 513647"/>
                  <a:gd name="connsiteY3" fmla="*/ 289634 h 365275"/>
                  <a:gd name="connsiteX4" fmla="*/ 131564 w 513647"/>
                  <a:gd name="connsiteY4" fmla="*/ 289634 h 365275"/>
                  <a:gd name="connsiteX5" fmla="*/ 54953 w 513647"/>
                  <a:gd name="connsiteY5" fmla="*/ 333596 h 365275"/>
                  <a:gd name="connsiteX6" fmla="*/ 0 w 513647"/>
                  <a:gd name="connsiteY6" fmla="*/ 365275 h 365275"/>
                  <a:gd name="connsiteX7" fmla="*/ 0 w 513647"/>
                  <a:gd name="connsiteY7" fmla="*/ 296422 h 365275"/>
                  <a:gd name="connsiteX8" fmla="*/ 21011 w 513647"/>
                  <a:gd name="connsiteY8" fmla="*/ 284462 h 365275"/>
                  <a:gd name="connsiteX9" fmla="*/ 100532 w 513647"/>
                  <a:gd name="connsiteY9" fmla="*/ 238237 h 365275"/>
                  <a:gd name="connsiteX10" fmla="*/ 176819 w 513647"/>
                  <a:gd name="connsiteY10" fmla="*/ 194275 h 365275"/>
                  <a:gd name="connsiteX11" fmla="*/ 176819 w 513647"/>
                  <a:gd name="connsiteY11" fmla="*/ 194275 h 365275"/>
                  <a:gd name="connsiteX12" fmla="*/ 434451 w 513647"/>
                  <a:gd name="connsiteY12" fmla="*/ 45579 h 365275"/>
                  <a:gd name="connsiteX13" fmla="*/ 513648 w 513647"/>
                  <a:gd name="connsiteY13" fmla="*/ 0 h 3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3647" h="365275">
                    <a:moveTo>
                      <a:pt x="513648" y="0"/>
                    </a:moveTo>
                    <a:lnTo>
                      <a:pt x="513648" y="68853"/>
                    </a:lnTo>
                    <a:lnTo>
                      <a:pt x="389196" y="140938"/>
                    </a:lnTo>
                    <a:lnTo>
                      <a:pt x="131564" y="289634"/>
                    </a:lnTo>
                    <a:lnTo>
                      <a:pt x="131564" y="289634"/>
                    </a:lnTo>
                    <a:lnTo>
                      <a:pt x="54953" y="333596"/>
                    </a:lnTo>
                    <a:lnTo>
                      <a:pt x="0" y="365275"/>
                    </a:lnTo>
                    <a:lnTo>
                      <a:pt x="0" y="296422"/>
                    </a:lnTo>
                    <a:lnTo>
                      <a:pt x="21011" y="284462"/>
                    </a:lnTo>
                    <a:lnTo>
                      <a:pt x="100532" y="238237"/>
                    </a:lnTo>
                    <a:lnTo>
                      <a:pt x="176819" y="194275"/>
                    </a:lnTo>
                    <a:lnTo>
                      <a:pt x="176819" y="194275"/>
                    </a:lnTo>
                    <a:lnTo>
                      <a:pt x="434451" y="45579"/>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27" name="Freeform: Shape 2626">
                <a:extLst>
                  <a:ext uri="{FF2B5EF4-FFF2-40B4-BE49-F238E27FC236}">
                    <a16:creationId xmlns:a16="http://schemas.microsoft.com/office/drawing/2014/main" id="{B0F373FF-AC23-2F0F-54A8-3ED839F182F5}"/>
                  </a:ext>
                </a:extLst>
              </p:cNvPr>
              <p:cNvSpPr/>
              <p:nvPr/>
            </p:nvSpPr>
            <p:spPr>
              <a:xfrm>
                <a:off x="10754798" y="3383014"/>
                <a:ext cx="513647" cy="365275"/>
              </a:xfrm>
              <a:custGeom>
                <a:avLst/>
                <a:gdLst>
                  <a:gd name="connsiteX0" fmla="*/ 513648 w 513647"/>
                  <a:gd name="connsiteY0" fmla="*/ 0 h 365275"/>
                  <a:gd name="connsiteX1" fmla="*/ 513648 w 513647"/>
                  <a:gd name="connsiteY1" fmla="*/ 68853 h 365275"/>
                  <a:gd name="connsiteX2" fmla="*/ 291250 w 513647"/>
                  <a:gd name="connsiteY2" fmla="*/ 197184 h 365275"/>
                  <a:gd name="connsiteX3" fmla="*/ 33618 w 513647"/>
                  <a:gd name="connsiteY3" fmla="*/ 345880 h 365275"/>
                  <a:gd name="connsiteX4" fmla="*/ 0 w 513647"/>
                  <a:gd name="connsiteY4" fmla="*/ 365275 h 365275"/>
                  <a:gd name="connsiteX5" fmla="*/ 0 w 513647"/>
                  <a:gd name="connsiteY5" fmla="*/ 296422 h 365275"/>
                  <a:gd name="connsiteX6" fmla="*/ 2586 w 513647"/>
                  <a:gd name="connsiteY6" fmla="*/ 294806 h 365275"/>
                  <a:gd name="connsiteX7" fmla="*/ 78874 w 513647"/>
                  <a:gd name="connsiteY7" fmla="*/ 250844 h 365275"/>
                  <a:gd name="connsiteX8" fmla="*/ 78874 w 513647"/>
                  <a:gd name="connsiteY8" fmla="*/ 250844 h 365275"/>
                  <a:gd name="connsiteX9" fmla="*/ 336829 w 513647"/>
                  <a:gd name="connsiteY9" fmla="*/ 102148 h 365275"/>
                  <a:gd name="connsiteX10" fmla="*/ 336829 w 513647"/>
                  <a:gd name="connsiteY10" fmla="*/ 101825 h 365275"/>
                  <a:gd name="connsiteX11" fmla="*/ 513648 w 513647"/>
                  <a:gd name="connsiteY11" fmla="*/ 0 h 3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3647" h="365275">
                    <a:moveTo>
                      <a:pt x="513648" y="0"/>
                    </a:moveTo>
                    <a:lnTo>
                      <a:pt x="513648" y="68853"/>
                    </a:lnTo>
                    <a:lnTo>
                      <a:pt x="291250" y="197184"/>
                    </a:lnTo>
                    <a:lnTo>
                      <a:pt x="33618" y="345880"/>
                    </a:lnTo>
                    <a:lnTo>
                      <a:pt x="0" y="365275"/>
                    </a:lnTo>
                    <a:lnTo>
                      <a:pt x="0" y="296422"/>
                    </a:lnTo>
                    <a:lnTo>
                      <a:pt x="2586" y="294806"/>
                    </a:lnTo>
                    <a:lnTo>
                      <a:pt x="78874" y="250844"/>
                    </a:lnTo>
                    <a:lnTo>
                      <a:pt x="78874" y="250844"/>
                    </a:lnTo>
                    <a:lnTo>
                      <a:pt x="336829" y="102148"/>
                    </a:lnTo>
                    <a:lnTo>
                      <a:pt x="336829" y="101825"/>
                    </a:lnTo>
                    <a:lnTo>
                      <a:pt x="51364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603" name="Freeform: Shape 2602">
              <a:extLst>
                <a:ext uri="{FF2B5EF4-FFF2-40B4-BE49-F238E27FC236}">
                  <a16:creationId xmlns:a16="http://schemas.microsoft.com/office/drawing/2014/main" id="{0B41A396-F106-595E-161F-3ECFEA95F75C}"/>
                </a:ext>
              </a:extLst>
            </p:cNvPr>
            <p:cNvSpPr/>
            <p:nvPr/>
          </p:nvSpPr>
          <p:spPr>
            <a:xfrm>
              <a:off x="8941131" y="1114927"/>
              <a:ext cx="5915" cy="12322"/>
            </a:xfrm>
            <a:custGeom>
              <a:avLst/>
              <a:gdLst>
                <a:gd name="connsiteX0" fmla="*/ 0 w 19395"/>
                <a:gd name="connsiteY0" fmla="*/ 10990 h 40406"/>
                <a:gd name="connsiteX1" fmla="*/ 19395 w 19395"/>
                <a:gd name="connsiteY1" fmla="*/ 0 h 40406"/>
                <a:gd name="connsiteX2" fmla="*/ 0 w 19395"/>
                <a:gd name="connsiteY2" fmla="*/ 40407 h 40406"/>
                <a:gd name="connsiteX3" fmla="*/ 0 w 19395"/>
                <a:gd name="connsiteY3" fmla="*/ 10990 h 40406"/>
              </a:gdLst>
              <a:ahLst/>
              <a:cxnLst>
                <a:cxn ang="0">
                  <a:pos x="connsiteX0" y="connsiteY0"/>
                </a:cxn>
                <a:cxn ang="0">
                  <a:pos x="connsiteX1" y="connsiteY1"/>
                </a:cxn>
                <a:cxn ang="0">
                  <a:pos x="connsiteX2" y="connsiteY2"/>
                </a:cxn>
                <a:cxn ang="0">
                  <a:pos x="connsiteX3" y="connsiteY3"/>
                </a:cxn>
              </a:cxnLst>
              <a:rect l="l" t="t" r="r" b="b"/>
              <a:pathLst>
                <a:path w="19395" h="40406">
                  <a:moveTo>
                    <a:pt x="0" y="10990"/>
                  </a:moveTo>
                  <a:lnTo>
                    <a:pt x="19395" y="0"/>
                  </a:lnTo>
                  <a:lnTo>
                    <a:pt x="0" y="40407"/>
                  </a:lnTo>
                  <a:lnTo>
                    <a:pt x="0" y="1099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4" name="Freeform: Shape 2603">
              <a:extLst>
                <a:ext uri="{FF2B5EF4-FFF2-40B4-BE49-F238E27FC236}">
                  <a16:creationId xmlns:a16="http://schemas.microsoft.com/office/drawing/2014/main" id="{FD0FE6D5-B4AF-A875-2927-6961766C5A94}"/>
                </a:ext>
              </a:extLst>
            </p:cNvPr>
            <p:cNvSpPr/>
            <p:nvPr/>
          </p:nvSpPr>
          <p:spPr>
            <a:xfrm>
              <a:off x="8941131" y="1145782"/>
              <a:ext cx="30658" cy="38741"/>
            </a:xfrm>
            <a:custGeom>
              <a:avLst/>
              <a:gdLst>
                <a:gd name="connsiteX0" fmla="*/ 21011 w 100531"/>
                <a:gd name="connsiteY0" fmla="*/ 46225 h 127038"/>
                <a:gd name="connsiteX1" fmla="*/ 100532 w 100531"/>
                <a:gd name="connsiteY1" fmla="*/ 0 h 127038"/>
                <a:gd name="connsiteX2" fmla="*/ 54953 w 100531"/>
                <a:gd name="connsiteY2" fmla="*/ 95360 h 127038"/>
                <a:gd name="connsiteX3" fmla="*/ 0 w 100531"/>
                <a:gd name="connsiteY3" fmla="*/ 127038 h 127038"/>
                <a:gd name="connsiteX4" fmla="*/ 0 w 100531"/>
                <a:gd name="connsiteY4" fmla="*/ 90187 h 127038"/>
                <a:gd name="connsiteX5" fmla="*/ 21011 w 100531"/>
                <a:gd name="connsiteY5" fmla="*/ 46225 h 12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31" h="127038">
                  <a:moveTo>
                    <a:pt x="21011" y="46225"/>
                  </a:moveTo>
                  <a:lnTo>
                    <a:pt x="100532" y="0"/>
                  </a:lnTo>
                  <a:lnTo>
                    <a:pt x="54953" y="95360"/>
                  </a:lnTo>
                  <a:lnTo>
                    <a:pt x="0" y="127038"/>
                  </a:lnTo>
                  <a:lnTo>
                    <a:pt x="0" y="90187"/>
                  </a:lnTo>
                  <a:lnTo>
                    <a:pt x="21011" y="46225"/>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5" name="Freeform: Shape 2604">
              <a:extLst>
                <a:ext uri="{FF2B5EF4-FFF2-40B4-BE49-F238E27FC236}">
                  <a16:creationId xmlns:a16="http://schemas.microsoft.com/office/drawing/2014/main" id="{0C173409-D5A8-6F85-C4FC-B19B3D9AA563}"/>
                </a:ext>
              </a:extLst>
            </p:cNvPr>
            <p:cNvSpPr/>
            <p:nvPr/>
          </p:nvSpPr>
          <p:spPr>
            <a:xfrm>
              <a:off x="8963508" y="1083382"/>
              <a:ext cx="38051" cy="42980"/>
            </a:xfrm>
            <a:custGeom>
              <a:avLst/>
              <a:gdLst>
                <a:gd name="connsiteX0" fmla="*/ 124775 w 124775"/>
                <a:gd name="connsiteY0" fmla="*/ 0 h 140938"/>
                <a:gd name="connsiteX1" fmla="*/ 79520 w 124775"/>
                <a:gd name="connsiteY1" fmla="*/ 95359 h 140938"/>
                <a:gd name="connsiteX2" fmla="*/ 0 w 124775"/>
                <a:gd name="connsiteY2" fmla="*/ 140938 h 140938"/>
                <a:gd name="connsiteX3" fmla="*/ 45579 w 124775"/>
                <a:gd name="connsiteY3" fmla="*/ 45902 h 140938"/>
                <a:gd name="connsiteX4" fmla="*/ 124775 w 124775"/>
                <a:gd name="connsiteY4" fmla="*/ 0 h 140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5" h="140938">
                  <a:moveTo>
                    <a:pt x="124775" y="0"/>
                  </a:moveTo>
                  <a:lnTo>
                    <a:pt x="79520" y="95359"/>
                  </a:lnTo>
                  <a:lnTo>
                    <a:pt x="0" y="140938"/>
                  </a:lnTo>
                  <a:lnTo>
                    <a:pt x="45579" y="45902"/>
                  </a:lnTo>
                  <a:lnTo>
                    <a:pt x="124775" y="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6" name="Freeform: Shape 2605">
              <a:extLst>
                <a:ext uri="{FF2B5EF4-FFF2-40B4-BE49-F238E27FC236}">
                  <a16:creationId xmlns:a16="http://schemas.microsoft.com/office/drawing/2014/main" id="{7F2C5A37-C1C9-2684-58DF-71028F94CD66}"/>
                </a:ext>
              </a:extLst>
            </p:cNvPr>
            <p:cNvSpPr/>
            <p:nvPr/>
          </p:nvSpPr>
          <p:spPr>
            <a:xfrm>
              <a:off x="8993377" y="1020982"/>
              <a:ext cx="38051" cy="42980"/>
            </a:xfrm>
            <a:custGeom>
              <a:avLst/>
              <a:gdLst>
                <a:gd name="connsiteX0" fmla="*/ 45255 w 124775"/>
                <a:gd name="connsiteY0" fmla="*/ 45902 h 140938"/>
                <a:gd name="connsiteX1" fmla="*/ 124775 w 124775"/>
                <a:gd name="connsiteY1" fmla="*/ 0 h 140938"/>
                <a:gd name="connsiteX2" fmla="*/ 79197 w 124775"/>
                <a:gd name="connsiteY2" fmla="*/ 95036 h 140938"/>
                <a:gd name="connsiteX3" fmla="*/ 0 w 124775"/>
                <a:gd name="connsiteY3" fmla="*/ 140938 h 140938"/>
                <a:gd name="connsiteX4" fmla="*/ 45255 w 124775"/>
                <a:gd name="connsiteY4" fmla="*/ 45902 h 140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5" h="140938">
                  <a:moveTo>
                    <a:pt x="45255" y="45902"/>
                  </a:moveTo>
                  <a:lnTo>
                    <a:pt x="124775" y="0"/>
                  </a:lnTo>
                  <a:lnTo>
                    <a:pt x="79197" y="95036"/>
                  </a:lnTo>
                  <a:lnTo>
                    <a:pt x="0" y="140938"/>
                  </a:lnTo>
                  <a:lnTo>
                    <a:pt x="45255" y="45902"/>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7" name="Freeform: Shape 2606">
              <a:extLst>
                <a:ext uri="{FF2B5EF4-FFF2-40B4-BE49-F238E27FC236}">
                  <a16:creationId xmlns:a16="http://schemas.microsoft.com/office/drawing/2014/main" id="{478EAD8C-1250-FD78-5414-0501AC591592}"/>
                </a:ext>
              </a:extLst>
            </p:cNvPr>
            <p:cNvSpPr/>
            <p:nvPr/>
          </p:nvSpPr>
          <p:spPr>
            <a:xfrm>
              <a:off x="9023148" y="958484"/>
              <a:ext cx="38051" cy="43079"/>
            </a:xfrm>
            <a:custGeom>
              <a:avLst/>
              <a:gdLst>
                <a:gd name="connsiteX0" fmla="*/ 45579 w 124775"/>
                <a:gd name="connsiteY0" fmla="*/ 45902 h 141261"/>
                <a:gd name="connsiteX1" fmla="*/ 124775 w 124775"/>
                <a:gd name="connsiteY1" fmla="*/ 0 h 141261"/>
                <a:gd name="connsiteX2" fmla="*/ 79520 w 124775"/>
                <a:gd name="connsiteY2" fmla="*/ 95359 h 141261"/>
                <a:gd name="connsiteX3" fmla="*/ 0 w 124775"/>
                <a:gd name="connsiteY3" fmla="*/ 141261 h 141261"/>
                <a:gd name="connsiteX4" fmla="*/ 45579 w 124775"/>
                <a:gd name="connsiteY4" fmla="*/ 45902 h 14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5" h="141261">
                  <a:moveTo>
                    <a:pt x="45579" y="45902"/>
                  </a:moveTo>
                  <a:lnTo>
                    <a:pt x="124775" y="0"/>
                  </a:lnTo>
                  <a:lnTo>
                    <a:pt x="79520" y="95359"/>
                  </a:lnTo>
                  <a:lnTo>
                    <a:pt x="0" y="141261"/>
                  </a:lnTo>
                  <a:lnTo>
                    <a:pt x="45579" y="45902"/>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8" name="Freeform: Shape 2607">
              <a:extLst>
                <a:ext uri="{FF2B5EF4-FFF2-40B4-BE49-F238E27FC236}">
                  <a16:creationId xmlns:a16="http://schemas.microsoft.com/office/drawing/2014/main" id="{2A665968-BDD5-8F1E-4893-BEC29235DEC5}"/>
                </a:ext>
              </a:extLst>
            </p:cNvPr>
            <p:cNvSpPr/>
            <p:nvPr/>
          </p:nvSpPr>
          <p:spPr>
            <a:xfrm>
              <a:off x="9053017" y="896084"/>
              <a:ext cx="38051" cy="42980"/>
            </a:xfrm>
            <a:custGeom>
              <a:avLst/>
              <a:gdLst>
                <a:gd name="connsiteX0" fmla="*/ 124775 w 124775"/>
                <a:gd name="connsiteY0" fmla="*/ 0 h 140938"/>
                <a:gd name="connsiteX1" fmla="*/ 79197 w 124775"/>
                <a:gd name="connsiteY1" fmla="*/ 95036 h 140938"/>
                <a:gd name="connsiteX2" fmla="*/ 0 w 124775"/>
                <a:gd name="connsiteY2" fmla="*/ 140938 h 140938"/>
                <a:gd name="connsiteX3" fmla="*/ 45255 w 124775"/>
                <a:gd name="connsiteY3" fmla="*/ 45902 h 140938"/>
                <a:gd name="connsiteX4" fmla="*/ 124775 w 124775"/>
                <a:gd name="connsiteY4" fmla="*/ 0 h 140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5" h="140938">
                  <a:moveTo>
                    <a:pt x="124775" y="0"/>
                  </a:moveTo>
                  <a:lnTo>
                    <a:pt x="79197" y="95036"/>
                  </a:lnTo>
                  <a:lnTo>
                    <a:pt x="0" y="140938"/>
                  </a:lnTo>
                  <a:lnTo>
                    <a:pt x="45255" y="45902"/>
                  </a:lnTo>
                  <a:lnTo>
                    <a:pt x="124775" y="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09" name="Freeform: Shape 2608">
              <a:extLst>
                <a:ext uri="{FF2B5EF4-FFF2-40B4-BE49-F238E27FC236}">
                  <a16:creationId xmlns:a16="http://schemas.microsoft.com/office/drawing/2014/main" id="{4C435DD9-D312-1CD0-F13C-33E06B90CF52}"/>
                </a:ext>
              </a:extLst>
            </p:cNvPr>
            <p:cNvSpPr/>
            <p:nvPr/>
          </p:nvSpPr>
          <p:spPr>
            <a:xfrm>
              <a:off x="9082788" y="846992"/>
              <a:ext cx="14984" cy="29672"/>
            </a:xfrm>
            <a:custGeom>
              <a:avLst/>
              <a:gdLst>
                <a:gd name="connsiteX0" fmla="*/ 49134 w 49134"/>
                <a:gd name="connsiteY0" fmla="*/ 0 h 97299"/>
                <a:gd name="connsiteX1" fmla="*/ 49134 w 49134"/>
                <a:gd name="connsiteY1" fmla="*/ 68853 h 97299"/>
                <a:gd name="connsiteX2" fmla="*/ 0 w 49134"/>
                <a:gd name="connsiteY2" fmla="*/ 97299 h 97299"/>
                <a:gd name="connsiteX3" fmla="*/ 45579 w 49134"/>
                <a:gd name="connsiteY3" fmla="*/ 1940 h 97299"/>
                <a:gd name="connsiteX4" fmla="*/ 49134 w 49134"/>
                <a:gd name="connsiteY4" fmla="*/ 0 h 97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34" h="97299">
                  <a:moveTo>
                    <a:pt x="49134" y="0"/>
                  </a:moveTo>
                  <a:lnTo>
                    <a:pt x="49134" y="68853"/>
                  </a:lnTo>
                  <a:lnTo>
                    <a:pt x="0" y="97299"/>
                  </a:lnTo>
                  <a:lnTo>
                    <a:pt x="45579" y="1940"/>
                  </a:lnTo>
                  <a:lnTo>
                    <a:pt x="49134" y="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0" name="Freeform: Shape 2609">
              <a:extLst>
                <a:ext uri="{FF2B5EF4-FFF2-40B4-BE49-F238E27FC236}">
                  <a16:creationId xmlns:a16="http://schemas.microsoft.com/office/drawing/2014/main" id="{4928EF1E-6ACA-784D-4EF1-3ACD4F7879CE}"/>
                </a:ext>
              </a:extLst>
            </p:cNvPr>
            <p:cNvSpPr/>
            <p:nvPr/>
          </p:nvSpPr>
          <p:spPr>
            <a:xfrm>
              <a:off x="9070663" y="937388"/>
              <a:ext cx="27109" cy="36671"/>
            </a:xfrm>
            <a:custGeom>
              <a:avLst/>
              <a:gdLst>
                <a:gd name="connsiteX0" fmla="*/ 88894 w 88894"/>
                <a:gd name="connsiteY0" fmla="*/ 0 h 120249"/>
                <a:gd name="connsiteX1" fmla="*/ 88894 w 88894"/>
                <a:gd name="connsiteY1" fmla="*/ 69176 h 120249"/>
                <a:gd name="connsiteX2" fmla="*/ 0 w 88894"/>
                <a:gd name="connsiteY2" fmla="*/ 120250 h 120249"/>
                <a:gd name="connsiteX3" fmla="*/ 45579 w 88894"/>
                <a:gd name="connsiteY3" fmla="*/ 25214 h 120249"/>
                <a:gd name="connsiteX4" fmla="*/ 88894 w 88894"/>
                <a:gd name="connsiteY4" fmla="*/ 0 h 12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94" h="120249">
                  <a:moveTo>
                    <a:pt x="88894" y="0"/>
                  </a:moveTo>
                  <a:lnTo>
                    <a:pt x="88894" y="69176"/>
                  </a:lnTo>
                  <a:lnTo>
                    <a:pt x="0" y="120250"/>
                  </a:lnTo>
                  <a:lnTo>
                    <a:pt x="45579" y="25214"/>
                  </a:lnTo>
                  <a:lnTo>
                    <a:pt x="88894" y="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1" name="Freeform: Shape 2610">
              <a:extLst>
                <a:ext uri="{FF2B5EF4-FFF2-40B4-BE49-F238E27FC236}">
                  <a16:creationId xmlns:a16="http://schemas.microsoft.com/office/drawing/2014/main" id="{F5C1C539-60DE-F433-81DF-DCC2C3752294}"/>
                </a:ext>
              </a:extLst>
            </p:cNvPr>
            <p:cNvSpPr/>
            <p:nvPr/>
          </p:nvSpPr>
          <p:spPr>
            <a:xfrm>
              <a:off x="9040892" y="982635"/>
              <a:ext cx="56880" cy="53922"/>
            </a:xfrm>
            <a:custGeom>
              <a:avLst/>
              <a:gdLst>
                <a:gd name="connsiteX0" fmla="*/ 45255 w 186516"/>
                <a:gd name="connsiteY0" fmla="*/ 81459 h 176818"/>
                <a:gd name="connsiteX1" fmla="*/ 186517 w 186516"/>
                <a:gd name="connsiteY1" fmla="*/ 0 h 176818"/>
                <a:gd name="connsiteX2" fmla="*/ 186517 w 186516"/>
                <a:gd name="connsiteY2" fmla="*/ 69176 h 176818"/>
                <a:gd name="connsiteX3" fmla="*/ 0 w 186516"/>
                <a:gd name="connsiteY3" fmla="*/ 176819 h 176818"/>
                <a:gd name="connsiteX4" fmla="*/ 45255 w 186516"/>
                <a:gd name="connsiteY4" fmla="*/ 81459 h 176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16" h="176818">
                  <a:moveTo>
                    <a:pt x="45255" y="81459"/>
                  </a:moveTo>
                  <a:lnTo>
                    <a:pt x="186517" y="0"/>
                  </a:lnTo>
                  <a:lnTo>
                    <a:pt x="186517" y="69176"/>
                  </a:lnTo>
                  <a:lnTo>
                    <a:pt x="0" y="176819"/>
                  </a:lnTo>
                  <a:lnTo>
                    <a:pt x="45255" y="81459"/>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2" name="Freeform: Shape 2611">
              <a:extLst>
                <a:ext uri="{FF2B5EF4-FFF2-40B4-BE49-F238E27FC236}">
                  <a16:creationId xmlns:a16="http://schemas.microsoft.com/office/drawing/2014/main" id="{2303C51F-03FB-96D4-9643-B9740281B882}"/>
                </a:ext>
              </a:extLst>
            </p:cNvPr>
            <p:cNvSpPr/>
            <p:nvPr/>
          </p:nvSpPr>
          <p:spPr>
            <a:xfrm>
              <a:off x="8951383" y="1149528"/>
              <a:ext cx="92466" cy="74328"/>
            </a:xfrm>
            <a:custGeom>
              <a:avLst/>
              <a:gdLst>
                <a:gd name="connsiteX0" fmla="*/ 45255 w 303210"/>
                <a:gd name="connsiteY0" fmla="*/ 148696 h 243732"/>
                <a:gd name="connsiteX1" fmla="*/ 303211 w 303210"/>
                <a:gd name="connsiteY1" fmla="*/ 0 h 243732"/>
                <a:gd name="connsiteX2" fmla="*/ 257632 w 303210"/>
                <a:gd name="connsiteY2" fmla="*/ 95036 h 243732"/>
                <a:gd name="connsiteX3" fmla="*/ 0 w 303210"/>
                <a:gd name="connsiteY3" fmla="*/ 243732 h 243732"/>
                <a:gd name="connsiteX4" fmla="*/ 45255 w 303210"/>
                <a:gd name="connsiteY4" fmla="*/ 148696 h 243732"/>
                <a:gd name="connsiteX5" fmla="*/ 45255 w 303210"/>
                <a:gd name="connsiteY5" fmla="*/ 148696 h 243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3210" h="243732">
                  <a:moveTo>
                    <a:pt x="45255" y="148696"/>
                  </a:moveTo>
                  <a:lnTo>
                    <a:pt x="303211" y="0"/>
                  </a:lnTo>
                  <a:lnTo>
                    <a:pt x="257632" y="95036"/>
                  </a:lnTo>
                  <a:lnTo>
                    <a:pt x="0" y="243732"/>
                  </a:lnTo>
                  <a:lnTo>
                    <a:pt x="45255" y="148696"/>
                  </a:lnTo>
                  <a:lnTo>
                    <a:pt x="45255" y="148696"/>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3" name="Freeform: Shape 2612">
              <a:extLst>
                <a:ext uri="{FF2B5EF4-FFF2-40B4-BE49-F238E27FC236}">
                  <a16:creationId xmlns:a16="http://schemas.microsoft.com/office/drawing/2014/main" id="{43BB8650-8921-99D0-349E-1B982B35A210}"/>
                </a:ext>
              </a:extLst>
            </p:cNvPr>
            <p:cNvSpPr/>
            <p:nvPr/>
          </p:nvSpPr>
          <p:spPr>
            <a:xfrm>
              <a:off x="8981252" y="1087030"/>
              <a:ext cx="92368" cy="74426"/>
            </a:xfrm>
            <a:custGeom>
              <a:avLst/>
              <a:gdLst>
                <a:gd name="connsiteX0" fmla="*/ 45255 w 302887"/>
                <a:gd name="connsiteY0" fmla="*/ 148696 h 244055"/>
                <a:gd name="connsiteX1" fmla="*/ 302888 w 302887"/>
                <a:gd name="connsiteY1" fmla="*/ 0 h 244055"/>
                <a:gd name="connsiteX2" fmla="*/ 257632 w 302887"/>
                <a:gd name="connsiteY2" fmla="*/ 95360 h 244055"/>
                <a:gd name="connsiteX3" fmla="*/ 0 w 302887"/>
                <a:gd name="connsiteY3" fmla="*/ 244056 h 244055"/>
                <a:gd name="connsiteX4" fmla="*/ 45255 w 302887"/>
                <a:gd name="connsiteY4" fmla="*/ 148696 h 244055"/>
                <a:gd name="connsiteX5" fmla="*/ 45255 w 302887"/>
                <a:gd name="connsiteY5" fmla="*/ 148696 h 24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887" h="244055">
                  <a:moveTo>
                    <a:pt x="45255" y="148696"/>
                  </a:moveTo>
                  <a:lnTo>
                    <a:pt x="302888" y="0"/>
                  </a:lnTo>
                  <a:lnTo>
                    <a:pt x="257632" y="95360"/>
                  </a:lnTo>
                  <a:lnTo>
                    <a:pt x="0" y="244056"/>
                  </a:lnTo>
                  <a:lnTo>
                    <a:pt x="45255" y="148696"/>
                  </a:lnTo>
                  <a:lnTo>
                    <a:pt x="45255" y="148696"/>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4" name="Freeform: Shape 2613">
              <a:extLst>
                <a:ext uri="{FF2B5EF4-FFF2-40B4-BE49-F238E27FC236}">
                  <a16:creationId xmlns:a16="http://schemas.microsoft.com/office/drawing/2014/main" id="{E9D0395E-2392-01F3-6445-F352130191F3}"/>
                </a:ext>
              </a:extLst>
            </p:cNvPr>
            <p:cNvSpPr/>
            <p:nvPr/>
          </p:nvSpPr>
          <p:spPr>
            <a:xfrm>
              <a:off x="9011023" y="1027883"/>
              <a:ext cx="86749" cy="71075"/>
            </a:xfrm>
            <a:custGeom>
              <a:avLst/>
              <a:gdLst>
                <a:gd name="connsiteX0" fmla="*/ 284462 w 284462"/>
                <a:gd name="connsiteY0" fmla="*/ 0 h 233064"/>
                <a:gd name="connsiteX1" fmla="*/ 284462 w 284462"/>
                <a:gd name="connsiteY1" fmla="*/ 28446 h 233064"/>
                <a:gd name="connsiteX2" fmla="*/ 257632 w 284462"/>
                <a:gd name="connsiteY2" fmla="*/ 84369 h 233064"/>
                <a:gd name="connsiteX3" fmla="*/ 0 w 284462"/>
                <a:gd name="connsiteY3" fmla="*/ 233065 h 233064"/>
                <a:gd name="connsiteX4" fmla="*/ 45255 w 284462"/>
                <a:gd name="connsiteY4" fmla="*/ 138029 h 233064"/>
                <a:gd name="connsiteX5" fmla="*/ 284462 w 284462"/>
                <a:gd name="connsiteY5" fmla="*/ 0 h 2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462" h="233064">
                  <a:moveTo>
                    <a:pt x="284462" y="0"/>
                  </a:moveTo>
                  <a:lnTo>
                    <a:pt x="284462" y="28446"/>
                  </a:lnTo>
                  <a:lnTo>
                    <a:pt x="257632" y="84369"/>
                  </a:lnTo>
                  <a:lnTo>
                    <a:pt x="0" y="233065"/>
                  </a:lnTo>
                  <a:lnTo>
                    <a:pt x="45255" y="138029"/>
                  </a:lnTo>
                  <a:lnTo>
                    <a:pt x="284462" y="0"/>
                  </a:lnTo>
                  <a:close/>
                </a:path>
              </a:pathLst>
            </a:custGeom>
            <a:solidFill>
              <a:srgbClr val="FFFFFF">
                <a:alpha val="60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15" name="Freeform: Shape 2614">
              <a:extLst>
                <a:ext uri="{FF2B5EF4-FFF2-40B4-BE49-F238E27FC236}">
                  <a16:creationId xmlns:a16="http://schemas.microsoft.com/office/drawing/2014/main" id="{969A1ACF-B266-258E-7F6C-A0433FE3BA0D}"/>
                </a:ext>
              </a:extLst>
            </p:cNvPr>
            <p:cNvSpPr/>
            <p:nvPr/>
          </p:nvSpPr>
          <p:spPr>
            <a:xfrm>
              <a:off x="9059721" y="1288524"/>
              <a:ext cx="26024" cy="33122"/>
            </a:xfrm>
            <a:custGeom>
              <a:avLst/>
              <a:gdLst>
                <a:gd name="connsiteX0" fmla="*/ 85339 w 85338"/>
                <a:gd name="connsiteY0" fmla="*/ 59478 h 108612"/>
                <a:gd name="connsiteX1" fmla="*/ 0 w 85338"/>
                <a:gd name="connsiteY1" fmla="*/ 108613 h 108612"/>
                <a:gd name="connsiteX2" fmla="*/ 0 w 85338"/>
                <a:gd name="connsiteY2" fmla="*/ 49134 h 108612"/>
                <a:gd name="connsiteX3" fmla="*/ 85339 w 85338"/>
                <a:gd name="connsiteY3" fmla="*/ 0 h 108612"/>
                <a:gd name="connsiteX4" fmla="*/ 85339 w 85338"/>
                <a:gd name="connsiteY4" fmla="*/ 59478 h 108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38" h="108612">
                  <a:moveTo>
                    <a:pt x="85339" y="59478"/>
                  </a:moveTo>
                  <a:lnTo>
                    <a:pt x="0" y="108613"/>
                  </a:lnTo>
                  <a:lnTo>
                    <a:pt x="0" y="49134"/>
                  </a:lnTo>
                  <a:lnTo>
                    <a:pt x="85339" y="0"/>
                  </a:lnTo>
                  <a:lnTo>
                    <a:pt x="85339" y="59478"/>
                  </a:lnTo>
                  <a:close/>
                </a:path>
              </a:pathLst>
            </a:custGeom>
            <a:solidFill>
              <a:srgbClr val="55585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766" name="Group 765">
            <a:extLst>
              <a:ext uri="{FF2B5EF4-FFF2-40B4-BE49-F238E27FC236}">
                <a16:creationId xmlns:a16="http://schemas.microsoft.com/office/drawing/2014/main" id="{B6F42EFD-EAB6-2DE3-4F7F-52E0DFF8CD12}"/>
              </a:ext>
              <a:ext uri="{C183D7F6-B498-43B3-948B-1728B52AA6E4}">
                <adec:decorative xmlns:adec="http://schemas.microsoft.com/office/drawing/2017/decorative" val="1"/>
              </a:ext>
            </a:extLst>
          </p:cNvPr>
          <p:cNvGrpSpPr/>
          <p:nvPr/>
        </p:nvGrpSpPr>
        <p:grpSpPr>
          <a:xfrm>
            <a:off x="9808007" y="1073657"/>
            <a:ext cx="433845" cy="526354"/>
            <a:chOff x="9808007" y="1073657"/>
            <a:chExt cx="433845" cy="526354"/>
          </a:xfrm>
        </p:grpSpPr>
        <p:sp>
          <p:nvSpPr>
            <p:cNvPr id="2675" name="Freeform: Shape 2674">
              <a:extLst>
                <a:ext uri="{FF2B5EF4-FFF2-40B4-BE49-F238E27FC236}">
                  <a16:creationId xmlns:a16="http://schemas.microsoft.com/office/drawing/2014/main" id="{1C415D4F-028D-78E2-CA90-5B8E68688453}"/>
                </a:ext>
              </a:extLst>
            </p:cNvPr>
            <p:cNvSpPr/>
            <p:nvPr/>
          </p:nvSpPr>
          <p:spPr>
            <a:xfrm rot="539829" flipH="1" flipV="1">
              <a:off x="9985235" y="1363479"/>
              <a:ext cx="13451" cy="191048"/>
            </a:xfrm>
            <a:custGeom>
              <a:avLst/>
              <a:gdLst>
                <a:gd name="connsiteX0" fmla="*/ 0 w 175452"/>
                <a:gd name="connsiteY0" fmla="*/ 457004 h 457003"/>
                <a:gd name="connsiteX1" fmla="*/ 136753 w 175452"/>
                <a:gd name="connsiteY1" fmla="*/ 371045 h 457003"/>
                <a:gd name="connsiteX2" fmla="*/ 168202 w 175452"/>
                <a:gd name="connsiteY2" fmla="*/ 0 h 457003"/>
              </a:gdLst>
              <a:ahLst/>
              <a:cxnLst>
                <a:cxn ang="0">
                  <a:pos x="connsiteX0" y="connsiteY0"/>
                </a:cxn>
                <a:cxn ang="0">
                  <a:pos x="connsiteX1" y="connsiteY1"/>
                </a:cxn>
                <a:cxn ang="0">
                  <a:pos x="connsiteX2" y="connsiteY2"/>
                </a:cxn>
              </a:cxnLst>
              <a:rect l="l" t="t" r="r" b="b"/>
              <a:pathLst>
                <a:path w="175452" h="457003">
                  <a:moveTo>
                    <a:pt x="0" y="457004"/>
                  </a:moveTo>
                  <a:cubicBezTo>
                    <a:pt x="32163" y="438230"/>
                    <a:pt x="123269" y="380860"/>
                    <a:pt x="136753" y="371045"/>
                  </a:cubicBezTo>
                  <a:cubicBezTo>
                    <a:pt x="183640" y="336928"/>
                    <a:pt x="179209" y="248967"/>
                    <a:pt x="168202" y="0"/>
                  </a:cubicBez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76" name="Freeform: Shape 2675">
              <a:extLst>
                <a:ext uri="{FF2B5EF4-FFF2-40B4-BE49-F238E27FC236}">
                  <a16:creationId xmlns:a16="http://schemas.microsoft.com/office/drawing/2014/main" id="{CE8F95B2-0E48-0700-7938-79D25A4CBA91}"/>
                </a:ext>
              </a:extLst>
            </p:cNvPr>
            <p:cNvSpPr/>
            <p:nvPr/>
          </p:nvSpPr>
          <p:spPr>
            <a:xfrm rot="6984997" flipH="1" flipV="1">
              <a:off x="9810617" y="1258617"/>
              <a:ext cx="114974" cy="29585"/>
            </a:xfrm>
            <a:custGeom>
              <a:avLst/>
              <a:gdLst>
                <a:gd name="connsiteX0" fmla="*/ 0 w 577175"/>
                <a:gd name="connsiteY0" fmla="*/ 157397 h 157396"/>
                <a:gd name="connsiteX1" fmla="*/ 340025 w 577175"/>
                <a:gd name="connsiteY1" fmla="*/ 3108 h 157396"/>
                <a:gd name="connsiteX2" fmla="*/ 376334 w 577175"/>
                <a:gd name="connsiteY2" fmla="*/ 5300 h 157396"/>
                <a:gd name="connsiteX3" fmla="*/ 577175 w 577175"/>
                <a:gd name="connsiteY3" fmla="*/ 117085 h 157396"/>
              </a:gdLst>
              <a:ahLst/>
              <a:cxnLst>
                <a:cxn ang="0">
                  <a:pos x="connsiteX0" y="connsiteY0"/>
                </a:cxn>
                <a:cxn ang="0">
                  <a:pos x="connsiteX1" y="connsiteY1"/>
                </a:cxn>
                <a:cxn ang="0">
                  <a:pos x="connsiteX2" y="connsiteY2"/>
                </a:cxn>
                <a:cxn ang="0">
                  <a:pos x="connsiteX3" y="connsiteY3"/>
                </a:cxn>
              </a:cxnLst>
              <a:rect l="l" t="t" r="r" b="b"/>
              <a:pathLst>
                <a:path w="577175" h="157396">
                  <a:moveTo>
                    <a:pt x="0" y="157397"/>
                  </a:moveTo>
                  <a:lnTo>
                    <a:pt x="340025" y="3108"/>
                  </a:lnTo>
                  <a:cubicBezTo>
                    <a:pt x="351842" y="-1704"/>
                    <a:pt x="365184" y="-894"/>
                    <a:pt x="376334" y="5300"/>
                  </a:cubicBezTo>
                  <a:lnTo>
                    <a:pt x="577175" y="117085"/>
                  </a:ln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677" name="Group 2676">
              <a:extLst>
                <a:ext uri="{FF2B5EF4-FFF2-40B4-BE49-F238E27FC236}">
                  <a16:creationId xmlns:a16="http://schemas.microsoft.com/office/drawing/2014/main" id="{56D9E914-8883-A09F-DE6B-6A45ED1B3E09}"/>
                </a:ext>
              </a:extLst>
            </p:cNvPr>
            <p:cNvGrpSpPr/>
            <p:nvPr/>
          </p:nvGrpSpPr>
          <p:grpSpPr>
            <a:xfrm>
              <a:off x="9810462" y="1289151"/>
              <a:ext cx="66791" cy="84110"/>
              <a:chOff x="3983765" y="3238441"/>
              <a:chExt cx="503221" cy="402770"/>
            </a:xfrm>
          </p:grpSpPr>
          <p:grpSp>
            <p:nvGrpSpPr>
              <p:cNvPr id="3549" name="Graphic 212">
                <a:extLst>
                  <a:ext uri="{FF2B5EF4-FFF2-40B4-BE49-F238E27FC236}">
                    <a16:creationId xmlns:a16="http://schemas.microsoft.com/office/drawing/2014/main" id="{6BDE0FA8-1300-8571-C24C-B3173CEDCF3E}"/>
                  </a:ext>
                </a:extLst>
              </p:cNvPr>
              <p:cNvGrpSpPr/>
              <p:nvPr/>
            </p:nvGrpSpPr>
            <p:grpSpPr>
              <a:xfrm>
                <a:off x="3983765" y="3238441"/>
                <a:ext cx="503221" cy="402770"/>
                <a:chOff x="3730890" y="3751098"/>
                <a:chExt cx="411445" cy="329315"/>
              </a:xfrm>
            </p:grpSpPr>
            <p:grpSp>
              <p:nvGrpSpPr>
                <p:cNvPr id="3573" name="Graphic 212">
                  <a:extLst>
                    <a:ext uri="{FF2B5EF4-FFF2-40B4-BE49-F238E27FC236}">
                      <a16:creationId xmlns:a16="http://schemas.microsoft.com/office/drawing/2014/main" id="{651F77AC-C81A-9D04-13D4-6DFDDB8AE89A}"/>
                    </a:ext>
                  </a:extLst>
                </p:cNvPr>
                <p:cNvGrpSpPr/>
                <p:nvPr/>
              </p:nvGrpSpPr>
              <p:grpSpPr>
                <a:xfrm>
                  <a:off x="3730890" y="3751098"/>
                  <a:ext cx="411445" cy="329315"/>
                  <a:chOff x="3730890" y="3751098"/>
                  <a:chExt cx="411445" cy="329315"/>
                </a:xfrm>
              </p:grpSpPr>
              <p:sp>
                <p:nvSpPr>
                  <p:cNvPr id="3575" name="Freeform: Shape 3574">
                    <a:extLst>
                      <a:ext uri="{FF2B5EF4-FFF2-40B4-BE49-F238E27FC236}">
                        <a16:creationId xmlns:a16="http://schemas.microsoft.com/office/drawing/2014/main" id="{5291B7FF-77D5-9DD4-0CBB-58B028EB247B}"/>
                      </a:ext>
                    </a:extLst>
                  </p:cNvPr>
                  <p:cNvSpPr/>
                  <p:nvPr/>
                </p:nvSpPr>
                <p:spPr>
                  <a:xfrm>
                    <a:off x="3731236" y="3948544"/>
                    <a:ext cx="410385" cy="131869"/>
                  </a:xfrm>
                  <a:custGeom>
                    <a:avLst/>
                    <a:gdLst>
                      <a:gd name="connsiteX0" fmla="*/ 7183 w 410385"/>
                      <a:gd name="connsiteY0" fmla="*/ 22979 h 131869"/>
                      <a:gd name="connsiteX1" fmla="*/ 7040 w 410385"/>
                      <a:gd name="connsiteY1" fmla="*/ 3014 h 131869"/>
                      <a:gd name="connsiteX2" fmla="*/ 187297 w 410385"/>
                      <a:gd name="connsiteY2" fmla="*/ 4110 h 131869"/>
                      <a:gd name="connsiteX3" fmla="*/ 221795 w 410385"/>
                      <a:gd name="connsiteY3" fmla="*/ 4110 h 131869"/>
                      <a:gd name="connsiteX4" fmla="*/ 403244 w 410385"/>
                      <a:gd name="connsiteY4" fmla="*/ 3061 h 131869"/>
                      <a:gd name="connsiteX5" fmla="*/ 403339 w 410385"/>
                      <a:gd name="connsiteY5" fmla="*/ 23026 h 131869"/>
                      <a:gd name="connsiteX6" fmla="*/ 223082 w 410385"/>
                      <a:gd name="connsiteY6" fmla="*/ 127760 h 131869"/>
                      <a:gd name="connsiteX7" fmla="*/ 188584 w 410385"/>
                      <a:gd name="connsiteY7" fmla="*/ 127760 h 131869"/>
                      <a:gd name="connsiteX8" fmla="*/ 7136 w 410385"/>
                      <a:gd name="connsiteY8" fmla="*/ 23026 h 13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85" h="131869">
                        <a:moveTo>
                          <a:pt x="7183" y="22979"/>
                        </a:moveTo>
                        <a:cubicBezTo>
                          <a:pt x="-2347" y="17499"/>
                          <a:pt x="-2394" y="8494"/>
                          <a:pt x="7040" y="3014"/>
                        </a:cubicBezTo>
                        <a:lnTo>
                          <a:pt x="187297" y="4110"/>
                        </a:lnTo>
                        <a:cubicBezTo>
                          <a:pt x="196732" y="-1370"/>
                          <a:pt x="212266" y="-1370"/>
                          <a:pt x="221795" y="4110"/>
                        </a:cubicBezTo>
                        <a:lnTo>
                          <a:pt x="403244" y="3061"/>
                        </a:lnTo>
                        <a:cubicBezTo>
                          <a:pt x="412726" y="8541"/>
                          <a:pt x="412774" y="17547"/>
                          <a:pt x="403339" y="23026"/>
                        </a:cubicBezTo>
                        <a:lnTo>
                          <a:pt x="223082" y="127760"/>
                        </a:lnTo>
                        <a:cubicBezTo>
                          <a:pt x="213600" y="133239"/>
                          <a:pt x="198114" y="133239"/>
                          <a:pt x="188584" y="127760"/>
                        </a:cubicBezTo>
                        <a:lnTo>
                          <a:pt x="7136" y="23026"/>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76" name="Freeform: Shape 3575">
                    <a:extLst>
                      <a:ext uri="{FF2B5EF4-FFF2-40B4-BE49-F238E27FC236}">
                        <a16:creationId xmlns:a16="http://schemas.microsoft.com/office/drawing/2014/main" id="{99493ACA-3F57-6B8B-23EF-B359F8A36C48}"/>
                      </a:ext>
                    </a:extLst>
                  </p:cNvPr>
                  <p:cNvSpPr/>
                  <p:nvPr/>
                </p:nvSpPr>
                <p:spPr>
                  <a:xfrm>
                    <a:off x="3731194" y="3816413"/>
                    <a:ext cx="410421" cy="237650"/>
                  </a:xfrm>
                  <a:custGeom>
                    <a:avLst/>
                    <a:gdLst>
                      <a:gd name="connsiteX0" fmla="*/ 403238 w 410421"/>
                      <a:gd name="connsiteY0" fmla="*/ 108843 h 237650"/>
                      <a:gd name="connsiteX1" fmla="*/ 403381 w 410421"/>
                      <a:gd name="connsiteY1" fmla="*/ 128808 h 237650"/>
                      <a:gd name="connsiteX2" fmla="*/ 223124 w 410421"/>
                      <a:gd name="connsiteY2" fmla="*/ 233541 h 237650"/>
                      <a:gd name="connsiteX3" fmla="*/ 188626 w 410421"/>
                      <a:gd name="connsiteY3" fmla="*/ 233541 h 237650"/>
                      <a:gd name="connsiteX4" fmla="*/ 7177 w 410421"/>
                      <a:gd name="connsiteY4" fmla="*/ 128808 h 237650"/>
                      <a:gd name="connsiteX5" fmla="*/ 7082 w 410421"/>
                      <a:gd name="connsiteY5" fmla="*/ 108843 h 237650"/>
                      <a:gd name="connsiteX6" fmla="*/ 187339 w 410421"/>
                      <a:gd name="connsiteY6" fmla="*/ 4110 h 237650"/>
                      <a:gd name="connsiteX7" fmla="*/ 221837 w 410421"/>
                      <a:gd name="connsiteY7" fmla="*/ 4110 h 237650"/>
                      <a:gd name="connsiteX8" fmla="*/ 403285 w 410421"/>
                      <a:gd name="connsiteY8" fmla="*/ 108843 h 23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421" h="237650">
                        <a:moveTo>
                          <a:pt x="403238" y="108843"/>
                        </a:moveTo>
                        <a:cubicBezTo>
                          <a:pt x="412768" y="114322"/>
                          <a:pt x="412815" y="123328"/>
                          <a:pt x="403381" y="128808"/>
                        </a:cubicBezTo>
                        <a:lnTo>
                          <a:pt x="223124" y="233541"/>
                        </a:lnTo>
                        <a:cubicBezTo>
                          <a:pt x="213689" y="239020"/>
                          <a:pt x="198155" y="239020"/>
                          <a:pt x="188626" y="233541"/>
                        </a:cubicBezTo>
                        <a:lnTo>
                          <a:pt x="7177" y="128808"/>
                        </a:lnTo>
                        <a:cubicBezTo>
                          <a:pt x="-2353" y="123280"/>
                          <a:pt x="-2400" y="114322"/>
                          <a:pt x="7082" y="108843"/>
                        </a:cubicBezTo>
                        <a:lnTo>
                          <a:pt x="187339" y="4110"/>
                        </a:lnTo>
                        <a:cubicBezTo>
                          <a:pt x="196774" y="-1370"/>
                          <a:pt x="212307" y="-1370"/>
                          <a:pt x="221837" y="4110"/>
                        </a:cubicBezTo>
                        <a:lnTo>
                          <a:pt x="403285" y="10884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577" name="Graphic 212">
                    <a:extLst>
                      <a:ext uri="{FF2B5EF4-FFF2-40B4-BE49-F238E27FC236}">
                        <a16:creationId xmlns:a16="http://schemas.microsoft.com/office/drawing/2014/main" id="{EA7F196D-714E-44FA-1226-C6E51F7D4600}"/>
                      </a:ext>
                    </a:extLst>
                  </p:cNvPr>
                  <p:cNvGrpSpPr/>
                  <p:nvPr/>
                </p:nvGrpSpPr>
                <p:grpSpPr>
                  <a:xfrm>
                    <a:off x="3730890" y="3908960"/>
                    <a:ext cx="410879" cy="162197"/>
                    <a:chOff x="3730890" y="3908960"/>
                    <a:chExt cx="410879" cy="162197"/>
                  </a:xfrm>
                </p:grpSpPr>
                <p:grpSp>
                  <p:nvGrpSpPr>
                    <p:cNvPr id="3588" name="Graphic 212">
                      <a:extLst>
                        <a:ext uri="{FF2B5EF4-FFF2-40B4-BE49-F238E27FC236}">
                          <a16:creationId xmlns:a16="http://schemas.microsoft.com/office/drawing/2014/main" id="{D07B5F34-D8FD-91C0-9D2B-9D73085F7436}"/>
                        </a:ext>
                      </a:extLst>
                    </p:cNvPr>
                    <p:cNvGrpSpPr/>
                    <p:nvPr/>
                  </p:nvGrpSpPr>
                  <p:grpSpPr>
                    <a:xfrm>
                      <a:off x="3730890" y="3929258"/>
                      <a:ext cx="410688" cy="141899"/>
                      <a:chOff x="3730890" y="3929258"/>
                      <a:chExt cx="410688" cy="141899"/>
                    </a:xfrm>
                  </p:grpSpPr>
                  <p:sp>
                    <p:nvSpPr>
                      <p:cNvPr id="3593" name="Freeform: Shape 3592">
                        <a:extLst>
                          <a:ext uri="{FF2B5EF4-FFF2-40B4-BE49-F238E27FC236}">
                            <a16:creationId xmlns:a16="http://schemas.microsoft.com/office/drawing/2014/main" id="{ED428E2F-5931-2D6F-3632-3CA78BFD7770}"/>
                          </a:ext>
                        </a:extLst>
                      </p:cNvPr>
                      <p:cNvSpPr/>
                      <p:nvPr/>
                    </p:nvSpPr>
                    <p:spPr>
                      <a:xfrm>
                        <a:off x="3953936" y="3929497"/>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5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3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9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5"/>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3"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9" y="28590"/>
                              <a:pt x="185499"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94" name="Freeform: Shape 3593">
                        <a:extLst>
                          <a:ext uri="{FF2B5EF4-FFF2-40B4-BE49-F238E27FC236}">
                            <a16:creationId xmlns:a16="http://schemas.microsoft.com/office/drawing/2014/main" id="{CB506F7C-3AA8-E0BF-A5F1-701B7903C791}"/>
                          </a:ext>
                        </a:extLst>
                      </p:cNvPr>
                      <p:cNvSpPr/>
                      <p:nvPr/>
                    </p:nvSpPr>
                    <p:spPr>
                      <a:xfrm>
                        <a:off x="3730890" y="3929258"/>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9"/>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95" name="Freeform: Shape 3594">
                        <a:extLst>
                          <a:ext uri="{FF2B5EF4-FFF2-40B4-BE49-F238E27FC236}">
                            <a16:creationId xmlns:a16="http://schemas.microsoft.com/office/drawing/2014/main" id="{DF9ADBE6-3B3D-29FC-B8E0-B81E97E15AF9}"/>
                          </a:ext>
                        </a:extLst>
                      </p:cNvPr>
                      <p:cNvSpPr/>
                      <p:nvPr/>
                    </p:nvSpPr>
                    <p:spPr>
                      <a:xfrm>
                        <a:off x="3917008" y="4042330"/>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9 w 39072"/>
                          <a:gd name="connsiteY32" fmla="*/ 26588 h 28827"/>
                          <a:gd name="connsiteX33" fmla="*/ 6052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8" y="4860"/>
                              <a:pt x="28542" y="4956"/>
                              <a:pt x="28113" y="5051"/>
                            </a:cubicBezTo>
                            <a:cubicBezTo>
                              <a:pt x="27780"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3"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8" y="4574"/>
                              <a:pt x="9863" y="4431"/>
                            </a:cubicBezTo>
                            <a:cubicBezTo>
                              <a:pt x="9578" y="4336"/>
                              <a:pt x="9292" y="4288"/>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9" y="26588"/>
                            </a:cubicBezTo>
                            <a:cubicBezTo>
                              <a:pt x="5909" y="26588"/>
                              <a:pt x="6004" y="26588"/>
                              <a:pt x="6052"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589" name="Graphic 212">
                      <a:extLst>
                        <a:ext uri="{FF2B5EF4-FFF2-40B4-BE49-F238E27FC236}">
                          <a16:creationId xmlns:a16="http://schemas.microsoft.com/office/drawing/2014/main" id="{2F20609F-E4F5-D0CA-6E10-8AA2EBBBA4B2}"/>
                        </a:ext>
                      </a:extLst>
                    </p:cNvPr>
                    <p:cNvGrpSpPr/>
                    <p:nvPr/>
                  </p:nvGrpSpPr>
                  <p:grpSpPr>
                    <a:xfrm>
                      <a:off x="3731033" y="3908960"/>
                      <a:ext cx="410736" cy="141898"/>
                      <a:chOff x="3731033" y="3908960"/>
                      <a:chExt cx="410736" cy="141898"/>
                    </a:xfrm>
                  </p:grpSpPr>
                  <p:sp>
                    <p:nvSpPr>
                      <p:cNvPr id="3590" name="Freeform: Shape 3589">
                        <a:extLst>
                          <a:ext uri="{FF2B5EF4-FFF2-40B4-BE49-F238E27FC236}">
                            <a16:creationId xmlns:a16="http://schemas.microsoft.com/office/drawing/2014/main" id="{31A28D01-908B-6649-C223-FFFFEE17ACA4}"/>
                          </a:ext>
                        </a:extLst>
                      </p:cNvPr>
                      <p:cNvSpPr/>
                      <p:nvPr/>
                    </p:nvSpPr>
                    <p:spPr>
                      <a:xfrm>
                        <a:off x="3954127" y="3909198"/>
                        <a:ext cx="187642" cy="137896"/>
                      </a:xfrm>
                      <a:custGeom>
                        <a:avLst/>
                        <a:gdLst>
                          <a:gd name="connsiteX0" fmla="*/ 187643 w 187642"/>
                          <a:gd name="connsiteY0" fmla="*/ 619 h 137896"/>
                          <a:gd name="connsiteX1" fmla="*/ 187547 w 187642"/>
                          <a:gd name="connsiteY1" fmla="*/ 1382 h 137896"/>
                          <a:gd name="connsiteX2" fmla="*/ 187404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2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8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4" y="2001"/>
                            </a:cubicBezTo>
                            <a:cubicBezTo>
                              <a:pt x="187357" y="2240"/>
                              <a:pt x="187261"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9"/>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39"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2"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8" y="28590"/>
                              <a:pt x="185498"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91" name="Freeform: Shape 3590">
                        <a:extLst>
                          <a:ext uri="{FF2B5EF4-FFF2-40B4-BE49-F238E27FC236}">
                            <a16:creationId xmlns:a16="http://schemas.microsoft.com/office/drawing/2014/main" id="{7B1E1A83-C984-52A9-17EE-963DD6111704}"/>
                          </a:ext>
                        </a:extLst>
                      </p:cNvPr>
                      <p:cNvSpPr/>
                      <p:nvPr/>
                    </p:nvSpPr>
                    <p:spPr>
                      <a:xfrm>
                        <a:off x="3731033" y="3908960"/>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92" name="Freeform: Shape 3591">
                        <a:extLst>
                          <a:ext uri="{FF2B5EF4-FFF2-40B4-BE49-F238E27FC236}">
                            <a16:creationId xmlns:a16="http://schemas.microsoft.com/office/drawing/2014/main" id="{A6EDA907-9EE5-F163-B257-A0DFD8C9DCC6}"/>
                          </a:ext>
                        </a:extLst>
                      </p:cNvPr>
                      <p:cNvSpPr/>
                      <p:nvPr/>
                    </p:nvSpPr>
                    <p:spPr>
                      <a:xfrm>
                        <a:off x="3917199" y="4022031"/>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6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8 w 39072"/>
                          <a:gd name="connsiteY32" fmla="*/ 26588 h 28827"/>
                          <a:gd name="connsiteX33" fmla="*/ 6051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60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4"/>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6"/>
                            </a:cubicBezTo>
                            <a:cubicBezTo>
                              <a:pt x="31306" y="4289"/>
                              <a:pt x="30877" y="4384"/>
                              <a:pt x="30448" y="4527"/>
                            </a:cubicBezTo>
                            <a:cubicBezTo>
                              <a:pt x="30114" y="4622"/>
                              <a:pt x="29781" y="4717"/>
                              <a:pt x="29447" y="4765"/>
                            </a:cubicBezTo>
                            <a:cubicBezTo>
                              <a:pt x="29018" y="4860"/>
                              <a:pt x="28542" y="4956"/>
                              <a:pt x="28113" y="5051"/>
                            </a:cubicBezTo>
                            <a:cubicBezTo>
                              <a:pt x="27779"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2"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7" y="4574"/>
                              <a:pt x="9863" y="4431"/>
                            </a:cubicBezTo>
                            <a:cubicBezTo>
                              <a:pt x="9578" y="4336"/>
                              <a:pt x="9292" y="4289"/>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8" y="26588"/>
                            </a:cubicBezTo>
                            <a:cubicBezTo>
                              <a:pt x="5908" y="26588"/>
                              <a:pt x="6004" y="26588"/>
                              <a:pt x="6051"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60"/>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3578" name="Freeform: Shape 3577">
                    <a:extLst>
                      <a:ext uri="{FF2B5EF4-FFF2-40B4-BE49-F238E27FC236}">
                        <a16:creationId xmlns:a16="http://schemas.microsoft.com/office/drawing/2014/main" id="{76FDC4CB-1018-4C88-18FA-C804AC756378}"/>
                      </a:ext>
                    </a:extLst>
                  </p:cNvPr>
                  <p:cNvSpPr/>
                  <p:nvPr/>
                </p:nvSpPr>
                <p:spPr>
                  <a:xfrm>
                    <a:off x="3731950" y="3751098"/>
                    <a:ext cx="410385" cy="237686"/>
                  </a:xfrm>
                  <a:custGeom>
                    <a:avLst/>
                    <a:gdLst>
                      <a:gd name="connsiteX0" fmla="*/ 7183 w 410385"/>
                      <a:gd name="connsiteY0" fmla="*/ 128891 h 237686"/>
                      <a:gd name="connsiteX1" fmla="*/ 7040 w 410385"/>
                      <a:gd name="connsiteY1" fmla="*/ 108879 h 237686"/>
                      <a:gd name="connsiteX2" fmla="*/ 187297 w 410385"/>
                      <a:gd name="connsiteY2" fmla="*/ 4145 h 237686"/>
                      <a:gd name="connsiteX3" fmla="*/ 221796 w 410385"/>
                      <a:gd name="connsiteY3" fmla="*/ 4145 h 237686"/>
                      <a:gd name="connsiteX4" fmla="*/ 403244 w 410385"/>
                      <a:gd name="connsiteY4" fmla="*/ 108879 h 237686"/>
                      <a:gd name="connsiteX5" fmla="*/ 403339 w 410385"/>
                      <a:gd name="connsiteY5" fmla="*/ 128844 h 237686"/>
                      <a:gd name="connsiteX6" fmla="*/ 223082 w 410385"/>
                      <a:gd name="connsiteY6" fmla="*/ 233577 h 237686"/>
                      <a:gd name="connsiteX7" fmla="*/ 188584 w 410385"/>
                      <a:gd name="connsiteY7" fmla="*/ 233577 h 237686"/>
                      <a:gd name="connsiteX8" fmla="*/ 7136 w 410385"/>
                      <a:gd name="connsiteY8" fmla="*/ 128844 h 237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85" h="237686">
                        <a:moveTo>
                          <a:pt x="7183" y="128891"/>
                        </a:moveTo>
                        <a:cubicBezTo>
                          <a:pt x="-2347" y="123364"/>
                          <a:pt x="-2394" y="114406"/>
                          <a:pt x="7040" y="108879"/>
                        </a:cubicBezTo>
                        <a:lnTo>
                          <a:pt x="187297" y="4145"/>
                        </a:lnTo>
                        <a:cubicBezTo>
                          <a:pt x="196732" y="-1382"/>
                          <a:pt x="212266" y="-1382"/>
                          <a:pt x="221796" y="4145"/>
                        </a:cubicBezTo>
                        <a:lnTo>
                          <a:pt x="403244" y="108879"/>
                        </a:lnTo>
                        <a:cubicBezTo>
                          <a:pt x="412726" y="114358"/>
                          <a:pt x="412774" y="123364"/>
                          <a:pt x="403339" y="128844"/>
                        </a:cubicBezTo>
                        <a:lnTo>
                          <a:pt x="223082" y="233577"/>
                        </a:lnTo>
                        <a:cubicBezTo>
                          <a:pt x="213600" y="239056"/>
                          <a:pt x="198114" y="239056"/>
                          <a:pt x="188584" y="233577"/>
                        </a:cubicBezTo>
                        <a:lnTo>
                          <a:pt x="7136" y="128844"/>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579" name="Graphic 212">
                    <a:extLst>
                      <a:ext uri="{FF2B5EF4-FFF2-40B4-BE49-F238E27FC236}">
                        <a16:creationId xmlns:a16="http://schemas.microsoft.com/office/drawing/2014/main" id="{165F7273-AD64-ABD6-8B25-328FE3DAA1B1}"/>
                      </a:ext>
                    </a:extLst>
                  </p:cNvPr>
                  <p:cNvGrpSpPr/>
                  <p:nvPr/>
                </p:nvGrpSpPr>
                <p:grpSpPr>
                  <a:xfrm>
                    <a:off x="3731272" y="3869792"/>
                    <a:ext cx="410926" cy="162245"/>
                    <a:chOff x="3731272" y="3869792"/>
                    <a:chExt cx="410926" cy="162245"/>
                  </a:xfrm>
                </p:grpSpPr>
                <p:grpSp>
                  <p:nvGrpSpPr>
                    <p:cNvPr id="3580" name="Graphic 212">
                      <a:extLst>
                        <a:ext uri="{FF2B5EF4-FFF2-40B4-BE49-F238E27FC236}">
                          <a16:creationId xmlns:a16="http://schemas.microsoft.com/office/drawing/2014/main" id="{BF91C1A6-A8EB-FD97-4D40-9F2DB2F0B30E}"/>
                        </a:ext>
                      </a:extLst>
                    </p:cNvPr>
                    <p:cNvGrpSpPr/>
                    <p:nvPr/>
                  </p:nvGrpSpPr>
                  <p:grpSpPr>
                    <a:xfrm>
                      <a:off x="3731272" y="3890091"/>
                      <a:ext cx="410735" cy="141946"/>
                      <a:chOff x="3731272" y="3890091"/>
                      <a:chExt cx="410735" cy="141946"/>
                    </a:xfrm>
                  </p:grpSpPr>
                  <p:sp>
                    <p:nvSpPr>
                      <p:cNvPr id="3585" name="Freeform: Shape 3584">
                        <a:extLst>
                          <a:ext uri="{FF2B5EF4-FFF2-40B4-BE49-F238E27FC236}">
                            <a16:creationId xmlns:a16="http://schemas.microsoft.com/office/drawing/2014/main" id="{10A15A44-F2CF-88E3-08F9-490B1861B3F1}"/>
                          </a:ext>
                        </a:extLst>
                      </p:cNvPr>
                      <p:cNvSpPr/>
                      <p:nvPr/>
                    </p:nvSpPr>
                    <p:spPr>
                      <a:xfrm>
                        <a:off x="3954365" y="3890329"/>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3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9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3"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9" y="28590"/>
                              <a:pt x="185499"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86" name="Freeform: Shape 3585">
                        <a:extLst>
                          <a:ext uri="{FF2B5EF4-FFF2-40B4-BE49-F238E27FC236}">
                            <a16:creationId xmlns:a16="http://schemas.microsoft.com/office/drawing/2014/main" id="{8483B272-5BF7-B096-16B4-B06BA216CB23}"/>
                          </a:ext>
                        </a:extLst>
                      </p:cNvPr>
                      <p:cNvSpPr/>
                      <p:nvPr/>
                    </p:nvSpPr>
                    <p:spPr>
                      <a:xfrm>
                        <a:off x="3731272" y="3890091"/>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3"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87" name="Freeform: Shape 3586">
                        <a:extLst>
                          <a:ext uri="{FF2B5EF4-FFF2-40B4-BE49-F238E27FC236}">
                            <a16:creationId xmlns:a16="http://schemas.microsoft.com/office/drawing/2014/main" id="{7BCF6A0E-F4FB-3620-4CB5-5C8867A4E8D4}"/>
                          </a:ext>
                        </a:extLst>
                      </p:cNvPr>
                      <p:cNvSpPr/>
                      <p:nvPr/>
                    </p:nvSpPr>
                    <p:spPr>
                      <a:xfrm>
                        <a:off x="3917437" y="4003210"/>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2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7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5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9 w 39072"/>
                          <a:gd name="connsiteY32" fmla="*/ 26588 h 28827"/>
                          <a:gd name="connsiteX33" fmla="*/ 6052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79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2"/>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9" y="4860"/>
                              <a:pt x="28542" y="4956"/>
                              <a:pt x="28113" y="5051"/>
                            </a:cubicBezTo>
                            <a:cubicBezTo>
                              <a:pt x="27780" y="5099"/>
                              <a:pt x="27494" y="5146"/>
                              <a:pt x="27208" y="5194"/>
                            </a:cubicBezTo>
                            <a:cubicBezTo>
                              <a:pt x="26302" y="5337"/>
                              <a:pt x="25349" y="5480"/>
                              <a:pt x="24397"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3"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8" y="4574"/>
                              <a:pt x="9863" y="4431"/>
                            </a:cubicBezTo>
                            <a:cubicBezTo>
                              <a:pt x="9578" y="4336"/>
                              <a:pt x="9292" y="4288"/>
                              <a:pt x="9006" y="4193"/>
                            </a:cubicBezTo>
                            <a:cubicBezTo>
                              <a:pt x="8148" y="3907"/>
                              <a:pt x="7243" y="3621"/>
                              <a:pt x="6433" y="3335"/>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9" y="26588"/>
                            </a:cubicBezTo>
                            <a:cubicBezTo>
                              <a:pt x="5909" y="26588"/>
                              <a:pt x="6004" y="26588"/>
                              <a:pt x="6052" y="26588"/>
                            </a:cubicBezTo>
                            <a:cubicBezTo>
                              <a:pt x="6909" y="26922"/>
                              <a:pt x="7767" y="27208"/>
                              <a:pt x="8625" y="27446"/>
                            </a:cubicBezTo>
                            <a:cubicBezTo>
                              <a:pt x="8672" y="27494"/>
                              <a:pt x="8768" y="27494"/>
                              <a:pt x="8863" y="27494"/>
                            </a:cubicBezTo>
                            <a:cubicBezTo>
                              <a:pt x="9101" y="27541"/>
                              <a:pt x="9292" y="27637"/>
                              <a:pt x="9530" y="27684"/>
                            </a:cubicBezTo>
                            <a:cubicBezTo>
                              <a:pt x="10006" y="27827"/>
                              <a:pt x="10483" y="27922"/>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79"/>
                            </a:cubicBezTo>
                            <a:cubicBezTo>
                              <a:pt x="29447" y="27732"/>
                              <a:pt x="29781" y="27589"/>
                              <a:pt x="30067" y="27541"/>
                            </a:cubicBezTo>
                            <a:cubicBezTo>
                              <a:pt x="30496"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581" name="Graphic 212">
                      <a:extLst>
                        <a:ext uri="{FF2B5EF4-FFF2-40B4-BE49-F238E27FC236}">
                          <a16:creationId xmlns:a16="http://schemas.microsoft.com/office/drawing/2014/main" id="{AEC617CE-1396-A73A-1221-8D8376BE9B49}"/>
                        </a:ext>
                      </a:extLst>
                    </p:cNvPr>
                    <p:cNvGrpSpPr/>
                    <p:nvPr/>
                  </p:nvGrpSpPr>
                  <p:grpSpPr>
                    <a:xfrm>
                      <a:off x="3731462" y="3869792"/>
                      <a:ext cx="410736" cy="141946"/>
                      <a:chOff x="3731462" y="3869792"/>
                      <a:chExt cx="410736" cy="141946"/>
                    </a:xfrm>
                  </p:grpSpPr>
                  <p:sp>
                    <p:nvSpPr>
                      <p:cNvPr id="3582" name="Freeform: Shape 3581">
                        <a:extLst>
                          <a:ext uri="{FF2B5EF4-FFF2-40B4-BE49-F238E27FC236}">
                            <a16:creationId xmlns:a16="http://schemas.microsoft.com/office/drawing/2014/main" id="{7F96F7EE-F5C7-24FB-B90C-FADBABABB825}"/>
                          </a:ext>
                        </a:extLst>
                      </p:cNvPr>
                      <p:cNvSpPr/>
                      <p:nvPr/>
                    </p:nvSpPr>
                    <p:spPr>
                      <a:xfrm>
                        <a:off x="3954556" y="3870078"/>
                        <a:ext cx="187642" cy="137896"/>
                      </a:xfrm>
                      <a:custGeom>
                        <a:avLst/>
                        <a:gdLst>
                          <a:gd name="connsiteX0" fmla="*/ 187643 w 187642"/>
                          <a:gd name="connsiteY0" fmla="*/ 619 h 137896"/>
                          <a:gd name="connsiteX1" fmla="*/ 187547 w 187642"/>
                          <a:gd name="connsiteY1" fmla="*/ 1382 h 137896"/>
                          <a:gd name="connsiteX2" fmla="*/ 187405 w 187642"/>
                          <a:gd name="connsiteY2" fmla="*/ 2001 h 137896"/>
                          <a:gd name="connsiteX3" fmla="*/ 187166 w 187642"/>
                          <a:gd name="connsiteY3" fmla="*/ 2764 h 137896"/>
                          <a:gd name="connsiteX4" fmla="*/ 186928 w 187642"/>
                          <a:gd name="connsiteY4" fmla="*/ 3336 h 137896"/>
                          <a:gd name="connsiteX5" fmla="*/ 186594 w 187642"/>
                          <a:gd name="connsiteY5" fmla="*/ 4098 h 137896"/>
                          <a:gd name="connsiteX6" fmla="*/ 185975 w 187642"/>
                          <a:gd name="connsiteY6" fmla="*/ 5099 h 137896"/>
                          <a:gd name="connsiteX7" fmla="*/ 185832 w 187642"/>
                          <a:gd name="connsiteY7" fmla="*/ 5241 h 137896"/>
                          <a:gd name="connsiteX8" fmla="*/ 185022 w 187642"/>
                          <a:gd name="connsiteY8" fmla="*/ 6242 h 137896"/>
                          <a:gd name="connsiteX9" fmla="*/ 184831 w 187642"/>
                          <a:gd name="connsiteY9" fmla="*/ 6480 h 137896"/>
                          <a:gd name="connsiteX10" fmla="*/ 183831 w 187642"/>
                          <a:gd name="connsiteY10" fmla="*/ 7481 h 137896"/>
                          <a:gd name="connsiteX11" fmla="*/ 183068 w 187642"/>
                          <a:gd name="connsiteY11" fmla="*/ 8100 h 137896"/>
                          <a:gd name="connsiteX12" fmla="*/ 182401 w 187642"/>
                          <a:gd name="connsiteY12" fmla="*/ 8625 h 137896"/>
                          <a:gd name="connsiteX13" fmla="*/ 181544 w 187642"/>
                          <a:gd name="connsiteY13" fmla="*/ 9244 h 137896"/>
                          <a:gd name="connsiteX14" fmla="*/ 180638 w 187642"/>
                          <a:gd name="connsiteY14" fmla="*/ 9816 h 137896"/>
                          <a:gd name="connsiteX15" fmla="*/ 381 w 187642"/>
                          <a:gd name="connsiteY15" fmla="*/ 114549 h 137896"/>
                          <a:gd name="connsiteX16" fmla="*/ 0 w 187642"/>
                          <a:gd name="connsiteY16" fmla="*/ 137897 h 137896"/>
                          <a:gd name="connsiteX17" fmla="*/ 180257 w 187642"/>
                          <a:gd name="connsiteY17" fmla="*/ 33164 h 137896"/>
                          <a:gd name="connsiteX18" fmla="*/ 180543 w 187642"/>
                          <a:gd name="connsiteY18" fmla="*/ 33021 h 137896"/>
                          <a:gd name="connsiteX19" fmla="*/ 181162 w 187642"/>
                          <a:gd name="connsiteY19" fmla="*/ 32592 h 137896"/>
                          <a:gd name="connsiteX20" fmla="*/ 182020 w 187642"/>
                          <a:gd name="connsiteY20" fmla="*/ 32020 h 137896"/>
                          <a:gd name="connsiteX21" fmla="*/ 182687 w 187642"/>
                          <a:gd name="connsiteY21" fmla="*/ 31496 h 137896"/>
                          <a:gd name="connsiteX22" fmla="*/ 183450 w 187642"/>
                          <a:gd name="connsiteY22" fmla="*/ 30829 h 137896"/>
                          <a:gd name="connsiteX23" fmla="*/ 183593 w 187642"/>
                          <a:gd name="connsiteY23" fmla="*/ 30734 h 137896"/>
                          <a:gd name="connsiteX24" fmla="*/ 184498 w 187642"/>
                          <a:gd name="connsiteY24" fmla="*/ 29876 h 137896"/>
                          <a:gd name="connsiteX25" fmla="*/ 184641 w 187642"/>
                          <a:gd name="connsiteY25" fmla="*/ 29686 h 137896"/>
                          <a:gd name="connsiteX26" fmla="*/ 185070 w 187642"/>
                          <a:gd name="connsiteY26" fmla="*/ 29161 h 137896"/>
                          <a:gd name="connsiteX27" fmla="*/ 185403 w 187642"/>
                          <a:gd name="connsiteY27" fmla="*/ 28685 h 137896"/>
                          <a:gd name="connsiteX28" fmla="*/ 185498 w 187642"/>
                          <a:gd name="connsiteY28" fmla="*/ 28494 h 137896"/>
                          <a:gd name="connsiteX29" fmla="*/ 186023 w 187642"/>
                          <a:gd name="connsiteY29" fmla="*/ 27684 h 137896"/>
                          <a:gd name="connsiteX30" fmla="*/ 186118 w 187642"/>
                          <a:gd name="connsiteY30" fmla="*/ 27494 h 137896"/>
                          <a:gd name="connsiteX31" fmla="*/ 186452 w 187642"/>
                          <a:gd name="connsiteY31" fmla="*/ 26731 h 137896"/>
                          <a:gd name="connsiteX32" fmla="*/ 186642 w 187642"/>
                          <a:gd name="connsiteY32" fmla="*/ 26302 h 137896"/>
                          <a:gd name="connsiteX33" fmla="*/ 186690 w 187642"/>
                          <a:gd name="connsiteY33" fmla="*/ 26112 h 137896"/>
                          <a:gd name="connsiteX34" fmla="*/ 186880 w 187642"/>
                          <a:gd name="connsiteY34" fmla="*/ 25397 h 137896"/>
                          <a:gd name="connsiteX35" fmla="*/ 187023 w 187642"/>
                          <a:gd name="connsiteY35" fmla="*/ 24921 h 137896"/>
                          <a:gd name="connsiteX36" fmla="*/ 187023 w 187642"/>
                          <a:gd name="connsiteY36" fmla="*/ 24825 h 137896"/>
                          <a:gd name="connsiteX37" fmla="*/ 187119 w 187642"/>
                          <a:gd name="connsiteY37" fmla="*/ 24063 h 137896"/>
                          <a:gd name="connsiteX38" fmla="*/ 187166 w 187642"/>
                          <a:gd name="connsiteY38" fmla="*/ 23539 h 137896"/>
                          <a:gd name="connsiteX39" fmla="*/ 187166 w 187642"/>
                          <a:gd name="connsiteY39" fmla="*/ 23396 h 137896"/>
                          <a:gd name="connsiteX40" fmla="*/ 187547 w 187642"/>
                          <a:gd name="connsiteY40" fmla="*/ 0 h 137896"/>
                          <a:gd name="connsiteX41" fmla="*/ 187500 w 187642"/>
                          <a:gd name="connsiteY41" fmla="*/ 715 h 13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87642" h="137896">
                            <a:moveTo>
                              <a:pt x="187643" y="619"/>
                            </a:moveTo>
                            <a:cubicBezTo>
                              <a:pt x="187643" y="858"/>
                              <a:pt x="187643" y="1144"/>
                              <a:pt x="187547" y="1382"/>
                            </a:cubicBezTo>
                            <a:cubicBezTo>
                              <a:pt x="187547" y="1620"/>
                              <a:pt x="187452" y="1763"/>
                              <a:pt x="187405" y="2001"/>
                            </a:cubicBezTo>
                            <a:cubicBezTo>
                              <a:pt x="187357" y="2240"/>
                              <a:pt x="187262" y="2525"/>
                              <a:pt x="187166" y="2764"/>
                            </a:cubicBezTo>
                            <a:cubicBezTo>
                              <a:pt x="187119" y="2954"/>
                              <a:pt x="187023" y="3145"/>
                              <a:pt x="186928" y="3336"/>
                            </a:cubicBezTo>
                            <a:cubicBezTo>
                              <a:pt x="186833" y="3574"/>
                              <a:pt x="186690" y="3812"/>
                              <a:pt x="186594" y="4098"/>
                            </a:cubicBezTo>
                            <a:cubicBezTo>
                              <a:pt x="186404" y="4431"/>
                              <a:pt x="186213" y="4765"/>
                              <a:pt x="185975" y="5099"/>
                            </a:cubicBezTo>
                            <a:cubicBezTo>
                              <a:pt x="185975" y="5146"/>
                              <a:pt x="185880" y="5194"/>
                              <a:pt x="185832" y="5241"/>
                            </a:cubicBezTo>
                            <a:cubicBezTo>
                              <a:pt x="185594" y="5575"/>
                              <a:pt x="185356" y="5908"/>
                              <a:pt x="185022" y="6242"/>
                            </a:cubicBezTo>
                            <a:cubicBezTo>
                              <a:pt x="184974" y="6290"/>
                              <a:pt x="184927" y="6385"/>
                              <a:pt x="184831" y="6480"/>
                            </a:cubicBezTo>
                            <a:cubicBezTo>
                              <a:pt x="184546" y="6814"/>
                              <a:pt x="184164" y="7147"/>
                              <a:pt x="183831" y="7481"/>
                            </a:cubicBezTo>
                            <a:cubicBezTo>
                              <a:pt x="183593" y="7719"/>
                              <a:pt x="183307" y="7910"/>
                              <a:pt x="183068" y="8100"/>
                            </a:cubicBezTo>
                            <a:cubicBezTo>
                              <a:pt x="182830" y="8291"/>
                              <a:pt x="182640" y="8434"/>
                              <a:pt x="182401" y="8625"/>
                            </a:cubicBezTo>
                            <a:cubicBezTo>
                              <a:pt x="182115" y="8815"/>
                              <a:pt x="181830" y="9053"/>
                              <a:pt x="181544" y="9244"/>
                            </a:cubicBezTo>
                            <a:cubicBezTo>
                              <a:pt x="181210" y="9435"/>
                              <a:pt x="180924" y="9625"/>
                              <a:pt x="180638" y="9816"/>
                            </a:cubicBezTo>
                            <a:lnTo>
                              <a:pt x="381" y="114549"/>
                            </a:lnTo>
                            <a:lnTo>
                              <a:pt x="0" y="137897"/>
                            </a:lnTo>
                            <a:lnTo>
                              <a:pt x="180257" y="33164"/>
                            </a:lnTo>
                            <a:cubicBezTo>
                              <a:pt x="180257" y="33164"/>
                              <a:pt x="180448" y="33069"/>
                              <a:pt x="180543" y="33021"/>
                            </a:cubicBezTo>
                            <a:cubicBezTo>
                              <a:pt x="180781" y="32878"/>
                              <a:pt x="180924" y="32735"/>
                              <a:pt x="181162" y="32592"/>
                            </a:cubicBezTo>
                            <a:cubicBezTo>
                              <a:pt x="181448" y="32354"/>
                              <a:pt x="181734" y="32211"/>
                              <a:pt x="182020" y="32020"/>
                            </a:cubicBezTo>
                            <a:cubicBezTo>
                              <a:pt x="182258" y="31830"/>
                              <a:pt x="182449" y="31687"/>
                              <a:pt x="182687" y="31496"/>
                            </a:cubicBezTo>
                            <a:cubicBezTo>
                              <a:pt x="182926" y="31258"/>
                              <a:pt x="183211" y="31067"/>
                              <a:pt x="183450" y="30829"/>
                            </a:cubicBezTo>
                            <a:cubicBezTo>
                              <a:pt x="183497" y="30829"/>
                              <a:pt x="183545" y="30734"/>
                              <a:pt x="183593" y="30734"/>
                            </a:cubicBezTo>
                            <a:cubicBezTo>
                              <a:pt x="183926" y="30448"/>
                              <a:pt x="184212" y="30162"/>
                              <a:pt x="184498" y="29876"/>
                            </a:cubicBezTo>
                            <a:cubicBezTo>
                              <a:pt x="184546" y="29781"/>
                              <a:pt x="184593" y="29733"/>
                              <a:pt x="184641" y="29686"/>
                            </a:cubicBezTo>
                            <a:cubicBezTo>
                              <a:pt x="184784" y="29495"/>
                              <a:pt x="184927" y="29352"/>
                              <a:pt x="185070" y="29161"/>
                            </a:cubicBezTo>
                            <a:cubicBezTo>
                              <a:pt x="185213" y="29018"/>
                              <a:pt x="185308" y="28875"/>
                              <a:pt x="185403" y="28685"/>
                            </a:cubicBezTo>
                            <a:cubicBezTo>
                              <a:pt x="185403" y="28685"/>
                              <a:pt x="185498" y="28590"/>
                              <a:pt x="185498" y="28494"/>
                            </a:cubicBezTo>
                            <a:cubicBezTo>
                              <a:pt x="185689" y="28256"/>
                              <a:pt x="185880" y="27970"/>
                              <a:pt x="186023" y="27684"/>
                            </a:cubicBezTo>
                            <a:cubicBezTo>
                              <a:pt x="186023" y="27637"/>
                              <a:pt x="186070" y="27541"/>
                              <a:pt x="186118" y="27494"/>
                            </a:cubicBezTo>
                            <a:cubicBezTo>
                              <a:pt x="186261" y="27255"/>
                              <a:pt x="186356" y="26969"/>
                              <a:pt x="186452" y="26731"/>
                            </a:cubicBezTo>
                            <a:cubicBezTo>
                              <a:pt x="186499" y="26588"/>
                              <a:pt x="186594" y="26445"/>
                              <a:pt x="186642" y="26302"/>
                            </a:cubicBezTo>
                            <a:cubicBezTo>
                              <a:pt x="186642" y="26255"/>
                              <a:pt x="186642" y="26207"/>
                              <a:pt x="186690" y="26112"/>
                            </a:cubicBezTo>
                            <a:cubicBezTo>
                              <a:pt x="186785" y="25874"/>
                              <a:pt x="186833" y="25635"/>
                              <a:pt x="186880" y="25397"/>
                            </a:cubicBezTo>
                            <a:cubicBezTo>
                              <a:pt x="186928" y="25254"/>
                              <a:pt x="186976" y="25111"/>
                              <a:pt x="187023" y="24921"/>
                            </a:cubicBezTo>
                            <a:cubicBezTo>
                              <a:pt x="187023" y="24921"/>
                              <a:pt x="187023" y="24825"/>
                              <a:pt x="187023" y="24825"/>
                            </a:cubicBezTo>
                            <a:cubicBezTo>
                              <a:pt x="187071" y="24539"/>
                              <a:pt x="187071" y="24253"/>
                              <a:pt x="187119" y="24063"/>
                            </a:cubicBezTo>
                            <a:cubicBezTo>
                              <a:pt x="187119" y="23872"/>
                              <a:pt x="187166" y="23682"/>
                              <a:pt x="187166" y="23539"/>
                            </a:cubicBezTo>
                            <a:lnTo>
                              <a:pt x="187166" y="23396"/>
                            </a:lnTo>
                            <a:lnTo>
                              <a:pt x="187547" y="0"/>
                            </a:lnTo>
                            <a:cubicBezTo>
                              <a:pt x="187547" y="0"/>
                              <a:pt x="187547" y="477"/>
                              <a:pt x="187500" y="715"/>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83" name="Freeform: Shape 3582">
                        <a:extLst>
                          <a:ext uri="{FF2B5EF4-FFF2-40B4-BE49-F238E27FC236}">
                            <a16:creationId xmlns:a16="http://schemas.microsoft.com/office/drawing/2014/main" id="{43A4017F-3DE5-B74E-B063-DBFD8FF0C4A9}"/>
                          </a:ext>
                        </a:extLst>
                      </p:cNvPr>
                      <p:cNvSpPr/>
                      <p:nvPr/>
                    </p:nvSpPr>
                    <p:spPr>
                      <a:xfrm>
                        <a:off x="3731462" y="3869792"/>
                        <a:ext cx="188976" cy="138135"/>
                      </a:xfrm>
                      <a:custGeom>
                        <a:avLst/>
                        <a:gdLst>
                          <a:gd name="connsiteX0" fmla="*/ 7529 w 188976"/>
                          <a:gd name="connsiteY0" fmla="*/ 10054 h 138135"/>
                          <a:gd name="connsiteX1" fmla="*/ 381 w 188976"/>
                          <a:gd name="connsiteY1" fmla="*/ 0 h 138135"/>
                          <a:gd name="connsiteX2" fmla="*/ 0 w 188976"/>
                          <a:gd name="connsiteY2" fmla="*/ 23348 h 138135"/>
                          <a:gd name="connsiteX3" fmla="*/ 7147 w 188976"/>
                          <a:gd name="connsiteY3" fmla="*/ 33402 h 138135"/>
                          <a:gd name="connsiteX4" fmla="*/ 188596 w 188976"/>
                          <a:gd name="connsiteY4" fmla="*/ 138135 h 138135"/>
                          <a:gd name="connsiteX5" fmla="*/ 188977 w 188976"/>
                          <a:gd name="connsiteY5" fmla="*/ 114787 h 138135"/>
                          <a:gd name="connsiteX6" fmla="*/ 7529 w 188976"/>
                          <a:gd name="connsiteY6" fmla="*/ 10054 h 13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976" h="138135">
                            <a:moveTo>
                              <a:pt x="7529" y="10054"/>
                            </a:moveTo>
                            <a:cubicBezTo>
                              <a:pt x="2764" y="7290"/>
                              <a:pt x="334" y="3621"/>
                              <a:pt x="381" y="0"/>
                            </a:cubicBezTo>
                            <a:lnTo>
                              <a:pt x="0" y="23348"/>
                            </a:lnTo>
                            <a:cubicBezTo>
                              <a:pt x="0" y="26969"/>
                              <a:pt x="2382" y="30638"/>
                              <a:pt x="7147" y="33402"/>
                            </a:cubicBezTo>
                            <a:lnTo>
                              <a:pt x="188596" y="138135"/>
                            </a:lnTo>
                            <a:lnTo>
                              <a:pt x="188977" y="114787"/>
                            </a:lnTo>
                            <a:lnTo>
                              <a:pt x="7529" y="10054"/>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84" name="Freeform: Shape 3583">
                        <a:extLst>
                          <a:ext uri="{FF2B5EF4-FFF2-40B4-BE49-F238E27FC236}">
                            <a16:creationId xmlns:a16="http://schemas.microsoft.com/office/drawing/2014/main" id="{F5D71A32-F938-43FD-7635-1ABBAFDBEA8E}"/>
                          </a:ext>
                        </a:extLst>
                      </p:cNvPr>
                      <p:cNvSpPr/>
                      <p:nvPr/>
                    </p:nvSpPr>
                    <p:spPr>
                      <a:xfrm>
                        <a:off x="3917628" y="3982911"/>
                        <a:ext cx="39072" cy="28827"/>
                      </a:xfrm>
                      <a:custGeom>
                        <a:avLst/>
                        <a:gdLst>
                          <a:gd name="connsiteX0" fmla="*/ 34641 w 39072"/>
                          <a:gd name="connsiteY0" fmla="*/ 26207 h 28827"/>
                          <a:gd name="connsiteX1" fmla="*/ 39072 w 39072"/>
                          <a:gd name="connsiteY1" fmla="*/ 23825 h 28827"/>
                          <a:gd name="connsiteX2" fmla="*/ 39072 w 39072"/>
                          <a:gd name="connsiteY2" fmla="*/ 715 h 28827"/>
                          <a:gd name="connsiteX3" fmla="*/ 35022 w 39072"/>
                          <a:gd name="connsiteY3" fmla="*/ 2907 h 28827"/>
                          <a:gd name="connsiteX4" fmla="*/ 34308 w 39072"/>
                          <a:gd name="connsiteY4" fmla="*/ 3193 h 28827"/>
                          <a:gd name="connsiteX5" fmla="*/ 32449 w 39072"/>
                          <a:gd name="connsiteY5" fmla="*/ 3907 h 28827"/>
                          <a:gd name="connsiteX6" fmla="*/ 31687 w 39072"/>
                          <a:gd name="connsiteY6" fmla="*/ 4145 h 28827"/>
                          <a:gd name="connsiteX7" fmla="*/ 30448 w 39072"/>
                          <a:gd name="connsiteY7" fmla="*/ 4527 h 28827"/>
                          <a:gd name="connsiteX8" fmla="*/ 29447 w 39072"/>
                          <a:gd name="connsiteY8" fmla="*/ 4765 h 28827"/>
                          <a:gd name="connsiteX9" fmla="*/ 28113 w 39072"/>
                          <a:gd name="connsiteY9" fmla="*/ 5051 h 28827"/>
                          <a:gd name="connsiteX10" fmla="*/ 27208 w 39072"/>
                          <a:gd name="connsiteY10" fmla="*/ 5194 h 28827"/>
                          <a:gd name="connsiteX11" fmla="*/ 24396 w 39072"/>
                          <a:gd name="connsiteY11" fmla="*/ 5575 h 28827"/>
                          <a:gd name="connsiteX12" fmla="*/ 23491 w 39072"/>
                          <a:gd name="connsiteY12" fmla="*/ 5623 h 28827"/>
                          <a:gd name="connsiteX13" fmla="*/ 21871 w 39072"/>
                          <a:gd name="connsiteY13" fmla="*/ 5718 h 28827"/>
                          <a:gd name="connsiteX14" fmla="*/ 20775 w 39072"/>
                          <a:gd name="connsiteY14" fmla="*/ 5718 h 28827"/>
                          <a:gd name="connsiteX15" fmla="*/ 19441 w 39072"/>
                          <a:gd name="connsiteY15" fmla="*/ 5718 h 28827"/>
                          <a:gd name="connsiteX16" fmla="*/ 18297 w 39072"/>
                          <a:gd name="connsiteY16" fmla="*/ 5718 h 28827"/>
                          <a:gd name="connsiteX17" fmla="*/ 17106 w 39072"/>
                          <a:gd name="connsiteY17" fmla="*/ 5623 h 28827"/>
                          <a:gd name="connsiteX18" fmla="*/ 15963 w 39072"/>
                          <a:gd name="connsiteY18" fmla="*/ 5527 h 28827"/>
                          <a:gd name="connsiteX19" fmla="*/ 14771 w 39072"/>
                          <a:gd name="connsiteY19" fmla="*/ 5384 h 28827"/>
                          <a:gd name="connsiteX20" fmla="*/ 13675 w 39072"/>
                          <a:gd name="connsiteY20" fmla="*/ 5241 h 28827"/>
                          <a:gd name="connsiteX21" fmla="*/ 12389 w 39072"/>
                          <a:gd name="connsiteY21" fmla="*/ 5003 h 28827"/>
                          <a:gd name="connsiteX22" fmla="*/ 11388 w 39072"/>
                          <a:gd name="connsiteY22" fmla="*/ 4813 h 28827"/>
                          <a:gd name="connsiteX23" fmla="*/ 9863 w 39072"/>
                          <a:gd name="connsiteY23" fmla="*/ 4431 h 28827"/>
                          <a:gd name="connsiteX24" fmla="*/ 9006 w 39072"/>
                          <a:gd name="connsiteY24" fmla="*/ 4193 h 28827"/>
                          <a:gd name="connsiteX25" fmla="*/ 6433 w 39072"/>
                          <a:gd name="connsiteY25" fmla="*/ 3336 h 28827"/>
                          <a:gd name="connsiteX26" fmla="*/ 5241 w 39072"/>
                          <a:gd name="connsiteY26" fmla="*/ 2811 h 28827"/>
                          <a:gd name="connsiteX27" fmla="*/ 4574 w 39072"/>
                          <a:gd name="connsiteY27" fmla="*/ 2525 h 28827"/>
                          <a:gd name="connsiteX28" fmla="*/ 0 w 39072"/>
                          <a:gd name="connsiteY28" fmla="*/ 0 h 28827"/>
                          <a:gd name="connsiteX29" fmla="*/ 0 w 39072"/>
                          <a:gd name="connsiteY29" fmla="*/ 23539 h 28827"/>
                          <a:gd name="connsiteX30" fmla="*/ 4193 w 39072"/>
                          <a:gd name="connsiteY30" fmla="*/ 25826 h 28827"/>
                          <a:gd name="connsiteX31" fmla="*/ 4813 w 39072"/>
                          <a:gd name="connsiteY31" fmla="*/ 26112 h 28827"/>
                          <a:gd name="connsiteX32" fmla="*/ 5908 w 39072"/>
                          <a:gd name="connsiteY32" fmla="*/ 26588 h 28827"/>
                          <a:gd name="connsiteX33" fmla="*/ 6051 w 39072"/>
                          <a:gd name="connsiteY33" fmla="*/ 26588 h 28827"/>
                          <a:gd name="connsiteX34" fmla="*/ 8625 w 39072"/>
                          <a:gd name="connsiteY34" fmla="*/ 27446 h 28827"/>
                          <a:gd name="connsiteX35" fmla="*/ 8863 w 39072"/>
                          <a:gd name="connsiteY35" fmla="*/ 27494 h 28827"/>
                          <a:gd name="connsiteX36" fmla="*/ 9530 w 39072"/>
                          <a:gd name="connsiteY36" fmla="*/ 27684 h 28827"/>
                          <a:gd name="connsiteX37" fmla="*/ 11007 w 39072"/>
                          <a:gd name="connsiteY37" fmla="*/ 28018 h 28827"/>
                          <a:gd name="connsiteX38" fmla="*/ 11388 w 39072"/>
                          <a:gd name="connsiteY38" fmla="*/ 28113 h 28827"/>
                          <a:gd name="connsiteX39" fmla="*/ 12055 w 39072"/>
                          <a:gd name="connsiteY39" fmla="*/ 28256 h 28827"/>
                          <a:gd name="connsiteX40" fmla="*/ 13294 w 39072"/>
                          <a:gd name="connsiteY40" fmla="*/ 28447 h 28827"/>
                          <a:gd name="connsiteX41" fmla="*/ 13818 w 39072"/>
                          <a:gd name="connsiteY41" fmla="*/ 28542 h 28827"/>
                          <a:gd name="connsiteX42" fmla="*/ 14485 w 39072"/>
                          <a:gd name="connsiteY42" fmla="*/ 28590 h 28827"/>
                          <a:gd name="connsiteX43" fmla="*/ 15629 w 39072"/>
                          <a:gd name="connsiteY43" fmla="*/ 28732 h 28827"/>
                          <a:gd name="connsiteX44" fmla="*/ 16248 w 39072"/>
                          <a:gd name="connsiteY44" fmla="*/ 28780 h 28827"/>
                          <a:gd name="connsiteX45" fmla="*/ 16820 w 39072"/>
                          <a:gd name="connsiteY45" fmla="*/ 28780 h 28827"/>
                          <a:gd name="connsiteX46" fmla="*/ 18011 w 39072"/>
                          <a:gd name="connsiteY46" fmla="*/ 28828 h 28827"/>
                          <a:gd name="connsiteX47" fmla="*/ 18679 w 39072"/>
                          <a:gd name="connsiteY47" fmla="*/ 28828 h 28827"/>
                          <a:gd name="connsiteX48" fmla="*/ 21204 w 39072"/>
                          <a:gd name="connsiteY48" fmla="*/ 28828 h 28827"/>
                          <a:gd name="connsiteX49" fmla="*/ 21585 w 39072"/>
                          <a:gd name="connsiteY49" fmla="*/ 28828 h 28827"/>
                          <a:gd name="connsiteX50" fmla="*/ 23205 w 39072"/>
                          <a:gd name="connsiteY50" fmla="*/ 28685 h 28827"/>
                          <a:gd name="connsiteX51" fmla="*/ 23920 w 39072"/>
                          <a:gd name="connsiteY51" fmla="*/ 28637 h 28827"/>
                          <a:gd name="connsiteX52" fmla="*/ 24111 w 39072"/>
                          <a:gd name="connsiteY52" fmla="*/ 28637 h 28827"/>
                          <a:gd name="connsiteX53" fmla="*/ 26874 w 39072"/>
                          <a:gd name="connsiteY53" fmla="*/ 28256 h 28827"/>
                          <a:gd name="connsiteX54" fmla="*/ 27017 w 39072"/>
                          <a:gd name="connsiteY54" fmla="*/ 28256 h 28827"/>
                          <a:gd name="connsiteX55" fmla="*/ 27827 w 39072"/>
                          <a:gd name="connsiteY55" fmla="*/ 28065 h 28827"/>
                          <a:gd name="connsiteX56" fmla="*/ 29114 w 39072"/>
                          <a:gd name="connsiteY56" fmla="*/ 27780 h 28827"/>
                          <a:gd name="connsiteX57" fmla="*/ 30067 w 39072"/>
                          <a:gd name="connsiteY57" fmla="*/ 27541 h 28827"/>
                          <a:gd name="connsiteX58" fmla="*/ 31306 w 39072"/>
                          <a:gd name="connsiteY58" fmla="*/ 27160 h 28827"/>
                          <a:gd name="connsiteX59" fmla="*/ 31591 w 39072"/>
                          <a:gd name="connsiteY59" fmla="*/ 27065 h 28827"/>
                          <a:gd name="connsiteX60" fmla="*/ 32020 w 39072"/>
                          <a:gd name="connsiteY60" fmla="*/ 26922 h 28827"/>
                          <a:gd name="connsiteX61" fmla="*/ 33879 w 39072"/>
                          <a:gd name="connsiteY61" fmla="*/ 26159 h 28827"/>
                          <a:gd name="connsiteX62" fmla="*/ 34593 w 39072"/>
                          <a:gd name="connsiteY62" fmla="*/ 25874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9072" h="28827">
                            <a:moveTo>
                              <a:pt x="34641" y="26207"/>
                            </a:moveTo>
                            <a:cubicBezTo>
                              <a:pt x="35451" y="25874"/>
                              <a:pt x="38358" y="24253"/>
                              <a:pt x="39072" y="23825"/>
                            </a:cubicBezTo>
                            <a:lnTo>
                              <a:pt x="39072" y="715"/>
                            </a:lnTo>
                            <a:cubicBezTo>
                              <a:pt x="38358" y="1144"/>
                              <a:pt x="35785" y="2525"/>
                              <a:pt x="35022" y="2907"/>
                            </a:cubicBezTo>
                            <a:cubicBezTo>
                              <a:pt x="34784" y="3002"/>
                              <a:pt x="34546" y="3097"/>
                              <a:pt x="34308" y="3193"/>
                            </a:cubicBezTo>
                            <a:cubicBezTo>
                              <a:pt x="33688" y="3431"/>
                              <a:pt x="33069" y="3717"/>
                              <a:pt x="32449" y="3907"/>
                            </a:cubicBezTo>
                            <a:cubicBezTo>
                              <a:pt x="32211" y="4003"/>
                              <a:pt x="31973" y="4050"/>
                              <a:pt x="31687" y="4145"/>
                            </a:cubicBezTo>
                            <a:cubicBezTo>
                              <a:pt x="31306" y="4288"/>
                              <a:pt x="30877" y="4384"/>
                              <a:pt x="30448" y="4527"/>
                            </a:cubicBezTo>
                            <a:cubicBezTo>
                              <a:pt x="30114" y="4622"/>
                              <a:pt x="29781" y="4717"/>
                              <a:pt x="29447" y="4765"/>
                            </a:cubicBezTo>
                            <a:cubicBezTo>
                              <a:pt x="29018" y="4860"/>
                              <a:pt x="28542" y="4956"/>
                              <a:pt x="28113" y="5051"/>
                            </a:cubicBezTo>
                            <a:cubicBezTo>
                              <a:pt x="27780" y="5099"/>
                              <a:pt x="27494" y="5146"/>
                              <a:pt x="27208" y="5194"/>
                            </a:cubicBezTo>
                            <a:cubicBezTo>
                              <a:pt x="26302" y="5337"/>
                              <a:pt x="25349" y="5480"/>
                              <a:pt x="24396" y="5575"/>
                            </a:cubicBezTo>
                            <a:cubicBezTo>
                              <a:pt x="24111" y="5575"/>
                              <a:pt x="23825" y="5623"/>
                              <a:pt x="23491" y="5623"/>
                            </a:cubicBezTo>
                            <a:cubicBezTo>
                              <a:pt x="22967" y="5623"/>
                              <a:pt x="22395" y="5718"/>
                              <a:pt x="21871" y="5718"/>
                            </a:cubicBezTo>
                            <a:cubicBezTo>
                              <a:pt x="21490" y="5718"/>
                              <a:pt x="21156" y="5718"/>
                              <a:pt x="20775" y="5718"/>
                            </a:cubicBezTo>
                            <a:cubicBezTo>
                              <a:pt x="20346" y="5718"/>
                              <a:pt x="19917" y="5718"/>
                              <a:pt x="19441" y="5718"/>
                            </a:cubicBezTo>
                            <a:cubicBezTo>
                              <a:pt x="19060" y="5718"/>
                              <a:pt x="18679" y="5718"/>
                              <a:pt x="18297" y="5718"/>
                            </a:cubicBezTo>
                            <a:cubicBezTo>
                              <a:pt x="17868" y="5718"/>
                              <a:pt x="17487" y="5670"/>
                              <a:pt x="17106" y="5623"/>
                            </a:cubicBezTo>
                            <a:cubicBezTo>
                              <a:pt x="16725" y="5623"/>
                              <a:pt x="16344" y="5623"/>
                              <a:pt x="15963" y="5527"/>
                            </a:cubicBezTo>
                            <a:cubicBezTo>
                              <a:pt x="15581" y="5527"/>
                              <a:pt x="15152" y="5432"/>
                              <a:pt x="14771" y="5384"/>
                            </a:cubicBezTo>
                            <a:cubicBezTo>
                              <a:pt x="14390" y="5337"/>
                              <a:pt x="14009" y="5289"/>
                              <a:pt x="13675" y="5241"/>
                            </a:cubicBezTo>
                            <a:cubicBezTo>
                              <a:pt x="13246" y="5241"/>
                              <a:pt x="12818" y="5099"/>
                              <a:pt x="12389" y="5003"/>
                            </a:cubicBezTo>
                            <a:cubicBezTo>
                              <a:pt x="12055" y="4956"/>
                              <a:pt x="11722" y="4860"/>
                              <a:pt x="11388" y="4813"/>
                            </a:cubicBezTo>
                            <a:cubicBezTo>
                              <a:pt x="10864" y="4717"/>
                              <a:pt x="10387" y="4574"/>
                              <a:pt x="9863" y="4431"/>
                            </a:cubicBezTo>
                            <a:cubicBezTo>
                              <a:pt x="9578" y="4336"/>
                              <a:pt x="9292" y="4288"/>
                              <a:pt x="9006" y="4193"/>
                            </a:cubicBezTo>
                            <a:cubicBezTo>
                              <a:pt x="8148" y="3907"/>
                              <a:pt x="7243" y="3621"/>
                              <a:pt x="6433" y="3336"/>
                            </a:cubicBezTo>
                            <a:cubicBezTo>
                              <a:pt x="6004" y="3145"/>
                              <a:pt x="5623" y="3002"/>
                              <a:pt x="5241" y="2811"/>
                            </a:cubicBezTo>
                            <a:cubicBezTo>
                              <a:pt x="5003" y="2716"/>
                              <a:pt x="4813" y="2621"/>
                              <a:pt x="4574" y="2525"/>
                            </a:cubicBezTo>
                            <a:cubicBezTo>
                              <a:pt x="3955" y="2240"/>
                              <a:pt x="572" y="334"/>
                              <a:pt x="0" y="0"/>
                            </a:cubicBezTo>
                            <a:lnTo>
                              <a:pt x="0" y="23539"/>
                            </a:lnTo>
                            <a:cubicBezTo>
                              <a:pt x="572" y="23872"/>
                              <a:pt x="3574" y="25540"/>
                              <a:pt x="4193" y="25826"/>
                            </a:cubicBezTo>
                            <a:cubicBezTo>
                              <a:pt x="4384" y="25921"/>
                              <a:pt x="4574" y="25969"/>
                              <a:pt x="4813" y="26112"/>
                            </a:cubicBezTo>
                            <a:cubicBezTo>
                              <a:pt x="5146" y="26255"/>
                              <a:pt x="5527" y="26445"/>
                              <a:pt x="5908" y="26588"/>
                            </a:cubicBezTo>
                            <a:cubicBezTo>
                              <a:pt x="5908" y="26588"/>
                              <a:pt x="6004" y="26588"/>
                              <a:pt x="6051" y="26588"/>
                            </a:cubicBezTo>
                            <a:cubicBezTo>
                              <a:pt x="6909" y="26922"/>
                              <a:pt x="7767" y="27208"/>
                              <a:pt x="8625" y="27446"/>
                            </a:cubicBezTo>
                            <a:cubicBezTo>
                              <a:pt x="8672" y="27494"/>
                              <a:pt x="8767" y="27494"/>
                              <a:pt x="8863" y="27494"/>
                            </a:cubicBezTo>
                            <a:cubicBezTo>
                              <a:pt x="9101" y="27541"/>
                              <a:pt x="9292" y="27637"/>
                              <a:pt x="9530" y="27684"/>
                            </a:cubicBezTo>
                            <a:cubicBezTo>
                              <a:pt x="10006" y="27827"/>
                              <a:pt x="10483" y="27923"/>
                              <a:pt x="11007" y="28018"/>
                            </a:cubicBezTo>
                            <a:cubicBezTo>
                              <a:pt x="11150" y="28018"/>
                              <a:pt x="11245" y="28065"/>
                              <a:pt x="11388" y="28113"/>
                            </a:cubicBezTo>
                            <a:cubicBezTo>
                              <a:pt x="11626" y="28208"/>
                              <a:pt x="11817" y="28208"/>
                              <a:pt x="12055" y="28256"/>
                            </a:cubicBezTo>
                            <a:cubicBezTo>
                              <a:pt x="12484" y="28304"/>
                              <a:pt x="12913" y="28399"/>
                              <a:pt x="13294" y="28447"/>
                            </a:cubicBezTo>
                            <a:cubicBezTo>
                              <a:pt x="13485" y="28447"/>
                              <a:pt x="13675" y="28542"/>
                              <a:pt x="13818" y="28542"/>
                            </a:cubicBezTo>
                            <a:cubicBezTo>
                              <a:pt x="14057" y="28542"/>
                              <a:pt x="14247" y="28590"/>
                              <a:pt x="14485" y="28590"/>
                            </a:cubicBezTo>
                            <a:cubicBezTo>
                              <a:pt x="14867" y="28685"/>
                              <a:pt x="15248" y="28685"/>
                              <a:pt x="15629" y="28732"/>
                            </a:cubicBezTo>
                            <a:cubicBezTo>
                              <a:pt x="15820" y="28732"/>
                              <a:pt x="16058" y="28780"/>
                              <a:pt x="16248" y="28780"/>
                            </a:cubicBezTo>
                            <a:cubicBezTo>
                              <a:pt x="16439" y="28780"/>
                              <a:pt x="16630" y="28780"/>
                              <a:pt x="16820" y="28780"/>
                            </a:cubicBezTo>
                            <a:cubicBezTo>
                              <a:pt x="17201" y="28780"/>
                              <a:pt x="17583" y="28780"/>
                              <a:pt x="18011" y="28828"/>
                            </a:cubicBezTo>
                            <a:cubicBezTo>
                              <a:pt x="18250" y="28828"/>
                              <a:pt x="18440" y="28828"/>
                              <a:pt x="18679" y="28828"/>
                            </a:cubicBezTo>
                            <a:lnTo>
                              <a:pt x="21204" y="28828"/>
                            </a:lnTo>
                            <a:cubicBezTo>
                              <a:pt x="21204" y="28828"/>
                              <a:pt x="21442" y="28828"/>
                              <a:pt x="21585" y="28828"/>
                            </a:cubicBezTo>
                            <a:cubicBezTo>
                              <a:pt x="22109" y="28828"/>
                              <a:pt x="22681" y="28780"/>
                              <a:pt x="23205" y="28685"/>
                            </a:cubicBezTo>
                            <a:cubicBezTo>
                              <a:pt x="23443" y="28685"/>
                              <a:pt x="23682" y="28685"/>
                              <a:pt x="23920" y="28637"/>
                            </a:cubicBezTo>
                            <a:cubicBezTo>
                              <a:pt x="23968" y="28637"/>
                              <a:pt x="24063" y="28637"/>
                              <a:pt x="24111" y="28637"/>
                            </a:cubicBezTo>
                            <a:cubicBezTo>
                              <a:pt x="25064" y="28542"/>
                              <a:pt x="25969" y="28447"/>
                              <a:pt x="26874" y="28256"/>
                            </a:cubicBezTo>
                            <a:lnTo>
                              <a:pt x="27017" y="28256"/>
                            </a:lnTo>
                            <a:cubicBezTo>
                              <a:pt x="27303" y="28208"/>
                              <a:pt x="27541" y="28113"/>
                              <a:pt x="27827" y="28065"/>
                            </a:cubicBezTo>
                            <a:cubicBezTo>
                              <a:pt x="28256" y="27970"/>
                              <a:pt x="28685" y="27875"/>
                              <a:pt x="29114" y="27780"/>
                            </a:cubicBezTo>
                            <a:cubicBezTo>
                              <a:pt x="29447" y="27732"/>
                              <a:pt x="29781" y="27589"/>
                              <a:pt x="30067" y="27541"/>
                            </a:cubicBezTo>
                            <a:cubicBezTo>
                              <a:pt x="30495" y="27398"/>
                              <a:pt x="30924" y="27303"/>
                              <a:pt x="31306" y="27160"/>
                            </a:cubicBezTo>
                            <a:cubicBezTo>
                              <a:pt x="31401" y="27160"/>
                              <a:pt x="31496" y="27160"/>
                              <a:pt x="31591" y="27065"/>
                            </a:cubicBezTo>
                            <a:cubicBezTo>
                              <a:pt x="31734" y="27065"/>
                              <a:pt x="31877" y="26969"/>
                              <a:pt x="32020" y="26922"/>
                            </a:cubicBezTo>
                            <a:cubicBezTo>
                              <a:pt x="32687" y="26731"/>
                              <a:pt x="33307" y="26445"/>
                              <a:pt x="33879" y="26159"/>
                            </a:cubicBezTo>
                            <a:cubicBezTo>
                              <a:pt x="34117" y="26064"/>
                              <a:pt x="34355" y="25969"/>
                              <a:pt x="34593" y="2587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3574" name="Freeform: Shape 3573">
                  <a:extLst>
                    <a:ext uri="{FF2B5EF4-FFF2-40B4-BE49-F238E27FC236}">
                      <a16:creationId xmlns:a16="http://schemas.microsoft.com/office/drawing/2014/main" id="{64EC4B87-AC4A-F4E1-1D6B-8444BCE999A1}"/>
                    </a:ext>
                  </a:extLst>
                </p:cNvPr>
                <p:cNvSpPr/>
                <p:nvPr/>
              </p:nvSpPr>
              <p:spPr>
                <a:xfrm>
                  <a:off x="3779151" y="3926159"/>
                  <a:ext cx="92400" cy="88359"/>
                </a:xfrm>
                <a:custGeom>
                  <a:avLst/>
                  <a:gdLst>
                    <a:gd name="connsiteX0" fmla="*/ 86873 w 92400"/>
                    <a:gd name="connsiteY0" fmla="*/ 87820 h 88359"/>
                    <a:gd name="connsiteX1" fmla="*/ 4154 w 92400"/>
                    <a:gd name="connsiteY1" fmla="*/ 39932 h 88359"/>
                    <a:gd name="connsiteX2" fmla="*/ 2295 w 92400"/>
                    <a:gd name="connsiteY2" fmla="*/ 36978 h 88359"/>
                    <a:gd name="connsiteX3" fmla="*/ 8 w 92400"/>
                    <a:gd name="connsiteY3" fmla="*/ 3957 h 88359"/>
                    <a:gd name="connsiteX4" fmla="*/ 5536 w 92400"/>
                    <a:gd name="connsiteY4" fmla="*/ 478 h 88359"/>
                    <a:gd name="connsiteX5" fmla="*/ 89922 w 92400"/>
                    <a:gd name="connsiteY5" fmla="*/ 48699 h 88359"/>
                    <a:gd name="connsiteX6" fmla="*/ 91781 w 92400"/>
                    <a:gd name="connsiteY6" fmla="*/ 51844 h 88359"/>
                    <a:gd name="connsiteX7" fmla="*/ 92400 w 92400"/>
                    <a:gd name="connsiteY7" fmla="*/ 84579 h 88359"/>
                    <a:gd name="connsiteX8" fmla="*/ 86873 w 92400"/>
                    <a:gd name="connsiteY8" fmla="*/ 87867 h 8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400" h="88359">
                      <a:moveTo>
                        <a:pt x="86873" y="87820"/>
                      </a:moveTo>
                      <a:cubicBezTo>
                        <a:pt x="59284" y="71857"/>
                        <a:pt x="31695" y="55895"/>
                        <a:pt x="4154" y="39932"/>
                      </a:cubicBezTo>
                      <a:cubicBezTo>
                        <a:pt x="3105" y="39313"/>
                        <a:pt x="2391" y="38217"/>
                        <a:pt x="2295" y="36978"/>
                      </a:cubicBezTo>
                      <a:lnTo>
                        <a:pt x="8" y="3957"/>
                      </a:lnTo>
                      <a:cubicBezTo>
                        <a:pt x="-182" y="1003"/>
                        <a:pt x="2962" y="-951"/>
                        <a:pt x="5536" y="478"/>
                      </a:cubicBezTo>
                      <a:cubicBezTo>
                        <a:pt x="33649" y="16536"/>
                        <a:pt x="61809" y="32594"/>
                        <a:pt x="89922" y="48699"/>
                      </a:cubicBezTo>
                      <a:cubicBezTo>
                        <a:pt x="91066" y="49367"/>
                        <a:pt x="91781" y="50558"/>
                        <a:pt x="91781" y="51844"/>
                      </a:cubicBezTo>
                      <a:cubicBezTo>
                        <a:pt x="91971" y="62756"/>
                        <a:pt x="92210" y="73668"/>
                        <a:pt x="92400" y="84579"/>
                      </a:cubicBezTo>
                      <a:cubicBezTo>
                        <a:pt x="92448" y="87438"/>
                        <a:pt x="89351" y="89297"/>
                        <a:pt x="86873" y="87867"/>
                      </a:cubicBezTo>
                      <a:close/>
                    </a:path>
                  </a:pathLst>
                </a:custGeom>
                <a:solidFill>
                  <a:srgbClr val="BCBCBC"/>
                </a:solidFill>
                <a:ln w="4763"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550" name="Graphic 212">
                <a:extLst>
                  <a:ext uri="{FF2B5EF4-FFF2-40B4-BE49-F238E27FC236}">
                    <a16:creationId xmlns:a16="http://schemas.microsoft.com/office/drawing/2014/main" id="{D684840C-D0BE-52E9-1010-ED8B478A85BC}"/>
                  </a:ext>
                </a:extLst>
              </p:cNvPr>
              <p:cNvGrpSpPr/>
              <p:nvPr/>
            </p:nvGrpSpPr>
            <p:grpSpPr>
              <a:xfrm>
                <a:off x="4044669" y="3457187"/>
                <a:ext cx="108738" cy="104715"/>
                <a:chOff x="3789261" y="3935596"/>
                <a:chExt cx="72141" cy="69472"/>
              </a:xfrm>
              <a:solidFill>
                <a:srgbClr val="F2F2F3"/>
              </a:solidFill>
            </p:grpSpPr>
            <p:grpSp>
              <p:nvGrpSpPr>
                <p:cNvPr id="3551" name="Graphic 212">
                  <a:extLst>
                    <a:ext uri="{FF2B5EF4-FFF2-40B4-BE49-F238E27FC236}">
                      <a16:creationId xmlns:a16="http://schemas.microsoft.com/office/drawing/2014/main" id="{992EBEE4-D3F6-7DDB-3B8A-E2E5A4AE8E14}"/>
                    </a:ext>
                  </a:extLst>
                </p:cNvPr>
                <p:cNvGrpSpPr/>
                <p:nvPr/>
              </p:nvGrpSpPr>
              <p:grpSpPr>
                <a:xfrm>
                  <a:off x="3789499" y="3935596"/>
                  <a:ext cx="71903" cy="46172"/>
                  <a:chOff x="3789499" y="3935596"/>
                  <a:chExt cx="71903" cy="46172"/>
                </a:xfrm>
                <a:solidFill>
                  <a:srgbClr val="F2F2F3"/>
                </a:solidFill>
              </p:grpSpPr>
              <p:sp>
                <p:nvSpPr>
                  <p:cNvPr id="3566" name="Freeform: Shape 3565">
                    <a:extLst>
                      <a:ext uri="{FF2B5EF4-FFF2-40B4-BE49-F238E27FC236}">
                        <a16:creationId xmlns:a16="http://schemas.microsoft.com/office/drawing/2014/main" id="{2EE329B6-4D45-CC6B-A02D-2A08344089F3}"/>
                      </a:ext>
                    </a:extLst>
                  </p:cNvPr>
                  <p:cNvSpPr/>
                  <p:nvPr/>
                </p:nvSpPr>
                <p:spPr>
                  <a:xfrm>
                    <a:off x="3789499" y="3935596"/>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7" name="Freeform: Shape 3566">
                    <a:extLst>
                      <a:ext uri="{FF2B5EF4-FFF2-40B4-BE49-F238E27FC236}">
                        <a16:creationId xmlns:a16="http://schemas.microsoft.com/office/drawing/2014/main" id="{3C7626C0-B1C0-9C45-9B5C-5B57B12B6E20}"/>
                      </a:ext>
                    </a:extLst>
                  </p:cNvPr>
                  <p:cNvSpPr/>
                  <p:nvPr/>
                </p:nvSpPr>
                <p:spPr>
                  <a:xfrm>
                    <a:off x="3799839" y="3941647"/>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8" name="Freeform: Shape 3567">
                    <a:extLst>
                      <a:ext uri="{FF2B5EF4-FFF2-40B4-BE49-F238E27FC236}">
                        <a16:creationId xmlns:a16="http://schemas.microsoft.com/office/drawing/2014/main" id="{870E0383-316D-1FE9-6C61-91A54DCBDF6B}"/>
                      </a:ext>
                    </a:extLst>
                  </p:cNvPr>
                  <p:cNvSpPr/>
                  <p:nvPr/>
                </p:nvSpPr>
                <p:spPr>
                  <a:xfrm>
                    <a:off x="3810179" y="3947699"/>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9" name="Freeform: Shape 3568">
                    <a:extLst>
                      <a:ext uri="{FF2B5EF4-FFF2-40B4-BE49-F238E27FC236}">
                        <a16:creationId xmlns:a16="http://schemas.microsoft.com/office/drawing/2014/main" id="{3CE72AE0-5BAE-AB6B-DA05-CBAF3B60F90C}"/>
                      </a:ext>
                    </a:extLst>
                  </p:cNvPr>
                  <p:cNvSpPr/>
                  <p:nvPr/>
                </p:nvSpPr>
                <p:spPr>
                  <a:xfrm>
                    <a:off x="3820519" y="395375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70" name="Freeform: Shape 3569">
                    <a:extLst>
                      <a:ext uri="{FF2B5EF4-FFF2-40B4-BE49-F238E27FC236}">
                        <a16:creationId xmlns:a16="http://schemas.microsoft.com/office/drawing/2014/main" id="{93B36B70-F649-5AAE-3187-BE30FDD0B712}"/>
                      </a:ext>
                    </a:extLst>
                  </p:cNvPr>
                  <p:cNvSpPr/>
                  <p:nvPr/>
                </p:nvSpPr>
                <p:spPr>
                  <a:xfrm>
                    <a:off x="3830858" y="3959754"/>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71" name="Freeform: Shape 3570">
                    <a:extLst>
                      <a:ext uri="{FF2B5EF4-FFF2-40B4-BE49-F238E27FC236}">
                        <a16:creationId xmlns:a16="http://schemas.microsoft.com/office/drawing/2014/main" id="{FC59408D-F08B-4741-31CE-EF341879A2FA}"/>
                      </a:ext>
                    </a:extLst>
                  </p:cNvPr>
                  <p:cNvSpPr/>
                  <p:nvPr/>
                </p:nvSpPr>
                <p:spPr>
                  <a:xfrm>
                    <a:off x="3841151" y="3965805"/>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72" name="Freeform: Shape 3571">
                    <a:extLst>
                      <a:ext uri="{FF2B5EF4-FFF2-40B4-BE49-F238E27FC236}">
                        <a16:creationId xmlns:a16="http://schemas.microsoft.com/office/drawing/2014/main" id="{85CBF1DC-04CC-9717-981F-692F7F6D084B}"/>
                      </a:ext>
                    </a:extLst>
                  </p:cNvPr>
                  <p:cNvSpPr/>
                  <p:nvPr/>
                </p:nvSpPr>
                <p:spPr>
                  <a:xfrm>
                    <a:off x="3851491" y="3971857"/>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552" name="Freeform: Shape 3551">
                  <a:extLst>
                    <a:ext uri="{FF2B5EF4-FFF2-40B4-BE49-F238E27FC236}">
                      <a16:creationId xmlns:a16="http://schemas.microsoft.com/office/drawing/2014/main" id="{B6FE94F6-6038-3600-93AA-EDCBE0283CFC}"/>
                    </a:ext>
                  </a:extLst>
                </p:cNvPr>
                <p:cNvSpPr/>
                <p:nvPr/>
              </p:nvSpPr>
              <p:spPr>
                <a:xfrm>
                  <a:off x="3789404" y="394746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3" name="Freeform: Shape 3552">
                  <a:extLst>
                    <a:ext uri="{FF2B5EF4-FFF2-40B4-BE49-F238E27FC236}">
                      <a16:creationId xmlns:a16="http://schemas.microsoft.com/office/drawing/2014/main" id="{950DDF61-93B3-2836-48EB-03DC80B5E5AE}"/>
                    </a:ext>
                  </a:extLst>
                </p:cNvPr>
                <p:cNvSpPr/>
                <p:nvPr/>
              </p:nvSpPr>
              <p:spPr>
                <a:xfrm>
                  <a:off x="3799744" y="3953512"/>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4" name="Freeform: Shape 3553">
                  <a:extLst>
                    <a:ext uri="{FF2B5EF4-FFF2-40B4-BE49-F238E27FC236}">
                      <a16:creationId xmlns:a16="http://schemas.microsoft.com/office/drawing/2014/main" id="{2DFE2AAB-01B7-BA24-5C18-C1739F0CE254}"/>
                    </a:ext>
                  </a:extLst>
                </p:cNvPr>
                <p:cNvSpPr/>
                <p:nvPr/>
              </p:nvSpPr>
              <p:spPr>
                <a:xfrm>
                  <a:off x="3810083" y="3959563"/>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5" name="Freeform: Shape 3554">
                  <a:extLst>
                    <a:ext uri="{FF2B5EF4-FFF2-40B4-BE49-F238E27FC236}">
                      <a16:creationId xmlns:a16="http://schemas.microsoft.com/office/drawing/2014/main" id="{278F4AE7-52DC-EE0E-BD35-3BBA88C2842F}"/>
                    </a:ext>
                  </a:extLst>
                </p:cNvPr>
                <p:cNvSpPr/>
                <p:nvPr/>
              </p:nvSpPr>
              <p:spPr>
                <a:xfrm>
                  <a:off x="3820404" y="3965595"/>
                  <a:ext cx="9891" cy="9902"/>
                </a:xfrm>
                <a:custGeom>
                  <a:avLst/>
                  <a:gdLst>
                    <a:gd name="connsiteX0" fmla="*/ 7453 w 9891"/>
                    <a:gd name="connsiteY0" fmla="*/ 687 h 9902"/>
                    <a:gd name="connsiteX1" fmla="*/ 9216 w 9891"/>
                    <a:gd name="connsiteY1" fmla="*/ 7453 h 9902"/>
                    <a:gd name="connsiteX2" fmla="*/ 2450 w 9891"/>
                    <a:gd name="connsiteY2" fmla="*/ 9216 h 9902"/>
                    <a:gd name="connsiteX3" fmla="*/ 686 w 9891"/>
                    <a:gd name="connsiteY3" fmla="*/ 2450 h 9902"/>
                    <a:gd name="connsiteX4" fmla="*/ 7453 w 9891"/>
                    <a:gd name="connsiteY4" fmla="*/ 687 h 9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1" h="9902">
                      <a:moveTo>
                        <a:pt x="7453" y="687"/>
                      </a:moveTo>
                      <a:cubicBezTo>
                        <a:pt x="9787" y="2068"/>
                        <a:pt x="10598" y="5070"/>
                        <a:pt x="9216" y="7453"/>
                      </a:cubicBezTo>
                      <a:cubicBezTo>
                        <a:pt x="7834" y="9835"/>
                        <a:pt x="4832" y="10598"/>
                        <a:pt x="2450" y="9216"/>
                      </a:cubicBezTo>
                      <a:cubicBezTo>
                        <a:pt x="67" y="7834"/>
                        <a:pt x="-695" y="4832"/>
                        <a:pt x="686" y="2450"/>
                      </a:cubicBezTo>
                      <a:cubicBezTo>
                        <a:pt x="2068" y="67"/>
                        <a:pt x="5070" y="-695"/>
                        <a:pt x="7453" y="687"/>
                      </a:cubicBezTo>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6" name="Freeform: Shape 3555">
                  <a:extLst>
                    <a:ext uri="{FF2B5EF4-FFF2-40B4-BE49-F238E27FC236}">
                      <a16:creationId xmlns:a16="http://schemas.microsoft.com/office/drawing/2014/main" id="{EC0D54A6-80A9-10A3-CB38-9055C6387D2E}"/>
                    </a:ext>
                  </a:extLst>
                </p:cNvPr>
                <p:cNvSpPr/>
                <p:nvPr/>
              </p:nvSpPr>
              <p:spPr>
                <a:xfrm>
                  <a:off x="3830716" y="3971666"/>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7" name="Freeform: Shape 3556">
                  <a:extLst>
                    <a:ext uri="{FF2B5EF4-FFF2-40B4-BE49-F238E27FC236}">
                      <a16:creationId xmlns:a16="http://schemas.microsoft.com/office/drawing/2014/main" id="{8D469386-0712-7C0A-4348-C8784FD19A78}"/>
                    </a:ext>
                  </a:extLst>
                </p:cNvPr>
                <p:cNvSpPr/>
                <p:nvPr/>
              </p:nvSpPr>
              <p:spPr>
                <a:xfrm>
                  <a:off x="3841055" y="3977670"/>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8" name="Freeform: Shape 3557">
                  <a:extLst>
                    <a:ext uri="{FF2B5EF4-FFF2-40B4-BE49-F238E27FC236}">
                      <a16:creationId xmlns:a16="http://schemas.microsoft.com/office/drawing/2014/main" id="{5EA77038-3550-9F60-29A9-C3284E026551}"/>
                    </a:ext>
                  </a:extLst>
                </p:cNvPr>
                <p:cNvSpPr/>
                <p:nvPr/>
              </p:nvSpPr>
              <p:spPr>
                <a:xfrm>
                  <a:off x="3851395" y="3983721"/>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59" name="Freeform: Shape 3558">
                  <a:extLst>
                    <a:ext uri="{FF2B5EF4-FFF2-40B4-BE49-F238E27FC236}">
                      <a16:creationId xmlns:a16="http://schemas.microsoft.com/office/drawing/2014/main" id="{B124E6BD-C7EF-C93D-BD5A-966B17641155}"/>
                    </a:ext>
                  </a:extLst>
                </p:cNvPr>
                <p:cNvSpPr/>
                <p:nvPr/>
              </p:nvSpPr>
              <p:spPr>
                <a:xfrm>
                  <a:off x="3789261" y="3958896"/>
                  <a:ext cx="9911" cy="9911"/>
                </a:xfrm>
                <a:custGeom>
                  <a:avLst/>
                  <a:gdLst>
                    <a:gd name="connsiteX0" fmla="*/ 9911 w 9911"/>
                    <a:gd name="connsiteY0" fmla="*/ 4955 h 9911"/>
                    <a:gd name="connsiteX1" fmla="*/ 4956 w 9911"/>
                    <a:gd name="connsiteY1" fmla="*/ 9911 h 9911"/>
                    <a:gd name="connsiteX2" fmla="*/ 0 w 9911"/>
                    <a:gd name="connsiteY2" fmla="*/ 4955 h 9911"/>
                    <a:gd name="connsiteX3" fmla="*/ 4956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6" y="9911"/>
                      </a:cubicBezTo>
                      <a:cubicBezTo>
                        <a:pt x="2219" y="9911"/>
                        <a:pt x="0" y="7692"/>
                        <a:pt x="0" y="4955"/>
                      </a:cubicBezTo>
                      <a:cubicBezTo>
                        <a:pt x="0" y="2219"/>
                        <a:pt x="2219" y="0"/>
                        <a:pt x="4956"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0" name="Freeform: Shape 3559">
                  <a:extLst>
                    <a:ext uri="{FF2B5EF4-FFF2-40B4-BE49-F238E27FC236}">
                      <a16:creationId xmlns:a16="http://schemas.microsoft.com/office/drawing/2014/main" id="{E797A95E-2452-C694-64C9-FD89DFB38DF8}"/>
                    </a:ext>
                  </a:extLst>
                </p:cNvPr>
                <p:cNvSpPr/>
                <p:nvPr/>
              </p:nvSpPr>
              <p:spPr>
                <a:xfrm>
                  <a:off x="3799601" y="3964948"/>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1" name="Freeform: Shape 3560">
                  <a:extLst>
                    <a:ext uri="{FF2B5EF4-FFF2-40B4-BE49-F238E27FC236}">
                      <a16:creationId xmlns:a16="http://schemas.microsoft.com/office/drawing/2014/main" id="{0B6D4B57-AC60-5BE4-AAD6-1C72EEB306B0}"/>
                    </a:ext>
                  </a:extLst>
                </p:cNvPr>
                <p:cNvSpPr/>
                <p:nvPr/>
              </p:nvSpPr>
              <p:spPr>
                <a:xfrm>
                  <a:off x="3809940" y="3970999"/>
                  <a:ext cx="9911" cy="9911"/>
                </a:xfrm>
                <a:custGeom>
                  <a:avLst/>
                  <a:gdLst>
                    <a:gd name="connsiteX0" fmla="*/ 9911 w 9911"/>
                    <a:gd name="connsiteY0" fmla="*/ 4956 h 9911"/>
                    <a:gd name="connsiteX1" fmla="*/ 4956 w 9911"/>
                    <a:gd name="connsiteY1" fmla="*/ 9911 h 9911"/>
                    <a:gd name="connsiteX2" fmla="*/ 0 w 9911"/>
                    <a:gd name="connsiteY2" fmla="*/ 4956 h 9911"/>
                    <a:gd name="connsiteX3" fmla="*/ 4956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6" y="9911"/>
                      </a:cubicBezTo>
                      <a:cubicBezTo>
                        <a:pt x="2219" y="9911"/>
                        <a:pt x="0" y="7692"/>
                        <a:pt x="0" y="4956"/>
                      </a:cubicBezTo>
                      <a:cubicBezTo>
                        <a:pt x="0" y="2219"/>
                        <a:pt x="2219" y="0"/>
                        <a:pt x="4956"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2" name="Freeform: Shape 3561">
                  <a:extLst>
                    <a:ext uri="{FF2B5EF4-FFF2-40B4-BE49-F238E27FC236}">
                      <a16:creationId xmlns:a16="http://schemas.microsoft.com/office/drawing/2014/main" id="{20A7EF2E-2F3F-0F0B-16FA-915CABA3277A}"/>
                    </a:ext>
                  </a:extLst>
                </p:cNvPr>
                <p:cNvSpPr/>
                <p:nvPr/>
              </p:nvSpPr>
              <p:spPr>
                <a:xfrm>
                  <a:off x="3820261" y="3977031"/>
                  <a:ext cx="9891" cy="9902"/>
                </a:xfrm>
                <a:custGeom>
                  <a:avLst/>
                  <a:gdLst>
                    <a:gd name="connsiteX0" fmla="*/ 7453 w 9891"/>
                    <a:gd name="connsiteY0" fmla="*/ 687 h 9902"/>
                    <a:gd name="connsiteX1" fmla="*/ 9216 w 9891"/>
                    <a:gd name="connsiteY1" fmla="*/ 7453 h 9902"/>
                    <a:gd name="connsiteX2" fmla="*/ 2450 w 9891"/>
                    <a:gd name="connsiteY2" fmla="*/ 9216 h 9902"/>
                    <a:gd name="connsiteX3" fmla="*/ 686 w 9891"/>
                    <a:gd name="connsiteY3" fmla="*/ 2450 h 9902"/>
                    <a:gd name="connsiteX4" fmla="*/ 7453 w 9891"/>
                    <a:gd name="connsiteY4" fmla="*/ 687 h 9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1" h="9902">
                      <a:moveTo>
                        <a:pt x="7453" y="687"/>
                      </a:moveTo>
                      <a:cubicBezTo>
                        <a:pt x="9787" y="2068"/>
                        <a:pt x="10598" y="5070"/>
                        <a:pt x="9216" y="7453"/>
                      </a:cubicBezTo>
                      <a:cubicBezTo>
                        <a:pt x="7834" y="9835"/>
                        <a:pt x="4832" y="10598"/>
                        <a:pt x="2450" y="9216"/>
                      </a:cubicBezTo>
                      <a:cubicBezTo>
                        <a:pt x="67" y="7834"/>
                        <a:pt x="-695" y="4832"/>
                        <a:pt x="686" y="2450"/>
                      </a:cubicBezTo>
                      <a:cubicBezTo>
                        <a:pt x="2068" y="67"/>
                        <a:pt x="5070" y="-695"/>
                        <a:pt x="7453" y="687"/>
                      </a:cubicBezTo>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3" name="Freeform: Shape 3562">
                  <a:extLst>
                    <a:ext uri="{FF2B5EF4-FFF2-40B4-BE49-F238E27FC236}">
                      <a16:creationId xmlns:a16="http://schemas.microsoft.com/office/drawing/2014/main" id="{44B9CE67-CBC2-B046-C50B-182DD919549F}"/>
                    </a:ext>
                  </a:extLst>
                </p:cNvPr>
                <p:cNvSpPr/>
                <p:nvPr/>
              </p:nvSpPr>
              <p:spPr>
                <a:xfrm>
                  <a:off x="3830620" y="3983102"/>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4" name="Freeform: Shape 3563">
                  <a:extLst>
                    <a:ext uri="{FF2B5EF4-FFF2-40B4-BE49-F238E27FC236}">
                      <a16:creationId xmlns:a16="http://schemas.microsoft.com/office/drawing/2014/main" id="{1508A506-A82E-3EA0-A2A9-206F0B5A605F}"/>
                    </a:ext>
                  </a:extLst>
                </p:cNvPr>
                <p:cNvSpPr/>
                <p:nvPr/>
              </p:nvSpPr>
              <p:spPr>
                <a:xfrm>
                  <a:off x="3840960" y="3989106"/>
                  <a:ext cx="9911" cy="9911"/>
                </a:xfrm>
                <a:custGeom>
                  <a:avLst/>
                  <a:gdLst>
                    <a:gd name="connsiteX0" fmla="*/ 9911 w 9911"/>
                    <a:gd name="connsiteY0" fmla="*/ 4955 h 9911"/>
                    <a:gd name="connsiteX1" fmla="*/ 4955 w 9911"/>
                    <a:gd name="connsiteY1" fmla="*/ 9911 h 9911"/>
                    <a:gd name="connsiteX2" fmla="*/ 0 w 9911"/>
                    <a:gd name="connsiteY2" fmla="*/ 4955 h 9911"/>
                    <a:gd name="connsiteX3" fmla="*/ 4955 w 9911"/>
                    <a:gd name="connsiteY3" fmla="*/ 0 h 9911"/>
                    <a:gd name="connsiteX4" fmla="*/ 9911 w 9911"/>
                    <a:gd name="connsiteY4" fmla="*/ 4955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5"/>
                      </a:moveTo>
                      <a:cubicBezTo>
                        <a:pt x="9911" y="7692"/>
                        <a:pt x="7692" y="9911"/>
                        <a:pt x="4955" y="9911"/>
                      </a:cubicBezTo>
                      <a:cubicBezTo>
                        <a:pt x="2219" y="9911"/>
                        <a:pt x="0" y="7692"/>
                        <a:pt x="0" y="4955"/>
                      </a:cubicBezTo>
                      <a:cubicBezTo>
                        <a:pt x="0" y="2219"/>
                        <a:pt x="2219" y="0"/>
                        <a:pt x="4955" y="0"/>
                      </a:cubicBezTo>
                      <a:cubicBezTo>
                        <a:pt x="7692" y="0"/>
                        <a:pt x="9911" y="2219"/>
                        <a:pt x="9911" y="4955"/>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65" name="Freeform: Shape 3564">
                  <a:extLst>
                    <a:ext uri="{FF2B5EF4-FFF2-40B4-BE49-F238E27FC236}">
                      <a16:creationId xmlns:a16="http://schemas.microsoft.com/office/drawing/2014/main" id="{60904D60-70FC-B3E5-B1BB-4AB6D4FE6F97}"/>
                    </a:ext>
                  </a:extLst>
                </p:cNvPr>
                <p:cNvSpPr/>
                <p:nvPr/>
              </p:nvSpPr>
              <p:spPr>
                <a:xfrm>
                  <a:off x="3851252" y="3995157"/>
                  <a:ext cx="9911" cy="9911"/>
                </a:xfrm>
                <a:custGeom>
                  <a:avLst/>
                  <a:gdLst>
                    <a:gd name="connsiteX0" fmla="*/ 9911 w 9911"/>
                    <a:gd name="connsiteY0" fmla="*/ 4956 h 9911"/>
                    <a:gd name="connsiteX1" fmla="*/ 4955 w 9911"/>
                    <a:gd name="connsiteY1" fmla="*/ 9911 h 9911"/>
                    <a:gd name="connsiteX2" fmla="*/ 0 w 9911"/>
                    <a:gd name="connsiteY2" fmla="*/ 4956 h 9911"/>
                    <a:gd name="connsiteX3" fmla="*/ 4955 w 9911"/>
                    <a:gd name="connsiteY3" fmla="*/ 0 h 9911"/>
                    <a:gd name="connsiteX4" fmla="*/ 9911 w 9911"/>
                    <a:gd name="connsiteY4" fmla="*/ 4956 h 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1" h="9911">
                      <a:moveTo>
                        <a:pt x="9911" y="4956"/>
                      </a:moveTo>
                      <a:cubicBezTo>
                        <a:pt x="9911" y="7692"/>
                        <a:pt x="7692" y="9911"/>
                        <a:pt x="4955" y="9911"/>
                      </a:cubicBezTo>
                      <a:cubicBezTo>
                        <a:pt x="2219" y="9911"/>
                        <a:pt x="0" y="7692"/>
                        <a:pt x="0" y="4956"/>
                      </a:cubicBezTo>
                      <a:cubicBezTo>
                        <a:pt x="0" y="2219"/>
                        <a:pt x="2219" y="0"/>
                        <a:pt x="4955" y="0"/>
                      </a:cubicBezTo>
                      <a:cubicBezTo>
                        <a:pt x="7692" y="0"/>
                        <a:pt x="9911" y="2219"/>
                        <a:pt x="9911" y="4956"/>
                      </a:cubicBezTo>
                      <a:close/>
                    </a:path>
                  </a:pathLst>
                </a:custGeom>
                <a:solidFill>
                  <a:srgbClr val="F2F2F3"/>
                </a:solidFill>
                <a:ln w="1191" cap="flat">
                  <a:solidFill>
                    <a:srgbClr val="8D8E8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2678" name="Oval 2677">
              <a:extLst>
                <a:ext uri="{FF2B5EF4-FFF2-40B4-BE49-F238E27FC236}">
                  <a16:creationId xmlns:a16="http://schemas.microsoft.com/office/drawing/2014/main" id="{74CD9034-A39C-8606-E483-2B6A55F37B91}"/>
                </a:ext>
              </a:extLst>
            </p:cNvPr>
            <p:cNvSpPr/>
            <p:nvPr/>
          </p:nvSpPr>
          <p:spPr>
            <a:xfrm>
              <a:off x="9974901" y="1202017"/>
              <a:ext cx="245786" cy="197548"/>
            </a:xfrm>
            <a:prstGeom prst="ellipse">
              <a:avLst/>
            </a:prstGeom>
            <a:noFill/>
            <a:ln w="127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100" b="0" i="0" u="none" strike="noStrike" kern="1200" cap="none" spc="0" normalizeH="0" baseline="0" noProof="0" err="1">
                <a:ln>
                  <a:noFill/>
                </a:ln>
                <a:solidFill>
                  <a:prstClr val="white"/>
                </a:solidFill>
                <a:effectLst/>
                <a:uLnTx/>
                <a:uFillTx/>
                <a:latin typeface="Franklin Gothic Book"/>
                <a:ea typeface="+mn-ea"/>
                <a:cs typeface="+mn-cs"/>
              </a:endParaRPr>
            </a:p>
          </p:txBody>
        </p:sp>
        <p:grpSp>
          <p:nvGrpSpPr>
            <p:cNvPr id="2679" name="Group 2678">
              <a:extLst>
                <a:ext uri="{FF2B5EF4-FFF2-40B4-BE49-F238E27FC236}">
                  <a16:creationId xmlns:a16="http://schemas.microsoft.com/office/drawing/2014/main" id="{571DE8DC-DF3B-4C89-3539-B28C1EA2B955}"/>
                </a:ext>
              </a:extLst>
            </p:cNvPr>
            <p:cNvGrpSpPr/>
            <p:nvPr/>
          </p:nvGrpSpPr>
          <p:grpSpPr>
            <a:xfrm>
              <a:off x="9808007" y="1073657"/>
              <a:ext cx="198376" cy="169751"/>
              <a:chOff x="3783052" y="1961470"/>
              <a:chExt cx="1360448" cy="739904"/>
            </a:xfrm>
          </p:grpSpPr>
          <p:sp>
            <p:nvSpPr>
              <p:cNvPr id="3539" name="Freeform: Shape 3538">
                <a:extLst>
                  <a:ext uri="{FF2B5EF4-FFF2-40B4-BE49-F238E27FC236}">
                    <a16:creationId xmlns:a16="http://schemas.microsoft.com/office/drawing/2014/main" id="{9D78A8AC-EA70-1668-CBF1-8D2512B15535}"/>
                  </a:ext>
                </a:extLst>
              </p:cNvPr>
              <p:cNvSpPr/>
              <p:nvPr/>
            </p:nvSpPr>
            <p:spPr>
              <a:xfrm>
                <a:off x="4192221" y="2464134"/>
                <a:ext cx="869969" cy="237240"/>
              </a:xfrm>
              <a:custGeom>
                <a:avLst/>
                <a:gdLst>
                  <a:gd name="connsiteX0" fmla="*/ 0 w 577175"/>
                  <a:gd name="connsiteY0" fmla="*/ 157397 h 157396"/>
                  <a:gd name="connsiteX1" fmla="*/ 340025 w 577175"/>
                  <a:gd name="connsiteY1" fmla="*/ 3108 h 157396"/>
                  <a:gd name="connsiteX2" fmla="*/ 376334 w 577175"/>
                  <a:gd name="connsiteY2" fmla="*/ 5300 h 157396"/>
                  <a:gd name="connsiteX3" fmla="*/ 577175 w 577175"/>
                  <a:gd name="connsiteY3" fmla="*/ 117085 h 157396"/>
                </a:gdLst>
                <a:ahLst/>
                <a:cxnLst>
                  <a:cxn ang="0">
                    <a:pos x="connsiteX0" y="connsiteY0"/>
                  </a:cxn>
                  <a:cxn ang="0">
                    <a:pos x="connsiteX1" y="connsiteY1"/>
                  </a:cxn>
                  <a:cxn ang="0">
                    <a:pos x="connsiteX2" y="connsiteY2"/>
                  </a:cxn>
                  <a:cxn ang="0">
                    <a:pos x="connsiteX3" y="connsiteY3"/>
                  </a:cxn>
                </a:cxnLst>
                <a:rect l="l" t="t" r="r" b="b"/>
                <a:pathLst>
                  <a:path w="577175" h="157396">
                    <a:moveTo>
                      <a:pt x="0" y="157397"/>
                    </a:moveTo>
                    <a:lnTo>
                      <a:pt x="340025" y="3108"/>
                    </a:lnTo>
                    <a:cubicBezTo>
                      <a:pt x="351842" y="-1704"/>
                      <a:pt x="365184" y="-894"/>
                      <a:pt x="376334" y="5300"/>
                    </a:cubicBezTo>
                    <a:lnTo>
                      <a:pt x="577175" y="117085"/>
                    </a:lnTo>
                  </a:path>
                </a:pathLst>
              </a:custGeom>
              <a:noFill/>
              <a:ln w="12700"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Franklin Gothic Book"/>
                    <a:ea typeface="+mn-ea"/>
                    <a:cs typeface="+mn-cs"/>
                  </a:rPr>
                  <a:t> </a:t>
                </a:r>
              </a:p>
            </p:txBody>
          </p:sp>
          <p:sp>
            <p:nvSpPr>
              <p:cNvPr id="3540" name="Freeform: Shape 3539">
                <a:extLst>
                  <a:ext uri="{FF2B5EF4-FFF2-40B4-BE49-F238E27FC236}">
                    <a16:creationId xmlns:a16="http://schemas.microsoft.com/office/drawing/2014/main" id="{29FC0D60-A742-7052-6938-771DDC722D37}"/>
                  </a:ext>
                </a:extLst>
              </p:cNvPr>
              <p:cNvSpPr/>
              <p:nvPr/>
            </p:nvSpPr>
            <p:spPr>
              <a:xfrm>
                <a:off x="4192294" y="2254505"/>
                <a:ext cx="925701" cy="351237"/>
              </a:xfrm>
              <a:custGeom>
                <a:avLst/>
                <a:gdLst>
                  <a:gd name="connsiteX0" fmla="*/ 614151 w 614151"/>
                  <a:gd name="connsiteY0" fmla="*/ 220807 h 233026"/>
                  <a:gd name="connsiteX1" fmla="*/ 382099 w 614151"/>
                  <a:gd name="connsiteY1" fmla="*/ 87246 h 233026"/>
                  <a:gd name="connsiteX2" fmla="*/ 364898 w 614151"/>
                  <a:gd name="connsiteY2" fmla="*/ 87198 h 233026"/>
                  <a:gd name="connsiteX3" fmla="*/ 189168 w 614151"/>
                  <a:gd name="connsiteY3" fmla="*/ 158910 h 233026"/>
                  <a:gd name="connsiteX4" fmla="*/ 34975 w 614151"/>
                  <a:gd name="connsiteY4" fmla="*/ 231003 h 233026"/>
                  <a:gd name="connsiteX5" fmla="*/ 4145 w 614151"/>
                  <a:gd name="connsiteY5" fmla="*/ 211658 h 233026"/>
                  <a:gd name="connsiteX6" fmla="*/ 0 w 614151"/>
                  <a:gd name="connsiteY6" fmla="*/ 0 h 23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4151" h="233026">
                    <a:moveTo>
                      <a:pt x="614151" y="220807"/>
                    </a:moveTo>
                    <a:lnTo>
                      <a:pt x="382099" y="87246"/>
                    </a:lnTo>
                    <a:cubicBezTo>
                      <a:pt x="376763" y="84149"/>
                      <a:pt x="370235" y="84149"/>
                      <a:pt x="364898" y="87198"/>
                    </a:cubicBezTo>
                    <a:lnTo>
                      <a:pt x="189168" y="158910"/>
                    </a:lnTo>
                    <a:cubicBezTo>
                      <a:pt x="180686" y="163723"/>
                      <a:pt x="85054" y="207941"/>
                      <a:pt x="34975" y="231003"/>
                    </a:cubicBezTo>
                    <a:cubicBezTo>
                      <a:pt x="20727" y="237579"/>
                      <a:pt x="4431" y="227335"/>
                      <a:pt x="4145" y="211658"/>
                    </a:cubicBezTo>
                    <a:lnTo>
                      <a:pt x="0" y="0"/>
                    </a:lnTo>
                  </a:path>
                </a:pathLst>
              </a:custGeom>
              <a:noFill/>
              <a:ln w="9525"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41" name="Freeform: Shape 3540">
                <a:extLst>
                  <a:ext uri="{FF2B5EF4-FFF2-40B4-BE49-F238E27FC236}">
                    <a16:creationId xmlns:a16="http://schemas.microsoft.com/office/drawing/2014/main" id="{A3A84F0E-4A85-3F7F-53D2-6F648E8058E0}"/>
                  </a:ext>
                </a:extLst>
              </p:cNvPr>
              <p:cNvSpPr/>
              <p:nvPr/>
            </p:nvSpPr>
            <p:spPr>
              <a:xfrm>
                <a:off x="4242496" y="2195829"/>
                <a:ext cx="901004" cy="318772"/>
              </a:xfrm>
              <a:custGeom>
                <a:avLst/>
                <a:gdLst>
                  <a:gd name="connsiteX0" fmla="*/ 573316 w 573315"/>
                  <a:gd name="connsiteY0" fmla="*/ 206083 h 217503"/>
                  <a:gd name="connsiteX1" fmla="*/ 356702 w 573315"/>
                  <a:gd name="connsiteY1" fmla="*/ 81433 h 217503"/>
                  <a:gd name="connsiteX2" fmla="*/ 340645 w 573315"/>
                  <a:gd name="connsiteY2" fmla="*/ 81385 h 217503"/>
                  <a:gd name="connsiteX3" fmla="*/ 176588 w 573315"/>
                  <a:gd name="connsiteY3" fmla="*/ 148332 h 217503"/>
                  <a:gd name="connsiteX4" fmla="*/ 32687 w 573315"/>
                  <a:gd name="connsiteY4" fmla="*/ 215613 h 217503"/>
                  <a:gd name="connsiteX5" fmla="*/ 3907 w 573315"/>
                  <a:gd name="connsiteY5" fmla="*/ 197554 h 217503"/>
                  <a:gd name="connsiteX6" fmla="*/ 0 w 573315"/>
                  <a:gd name="connsiteY6" fmla="*/ 0 h 217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15" h="217503">
                    <a:moveTo>
                      <a:pt x="573316" y="206083"/>
                    </a:moveTo>
                    <a:lnTo>
                      <a:pt x="356702" y="81433"/>
                    </a:lnTo>
                    <a:cubicBezTo>
                      <a:pt x="351747" y="78574"/>
                      <a:pt x="345648" y="78526"/>
                      <a:pt x="340645" y="81385"/>
                    </a:cubicBezTo>
                    <a:lnTo>
                      <a:pt x="176588" y="148332"/>
                    </a:lnTo>
                    <a:cubicBezTo>
                      <a:pt x="168678" y="152859"/>
                      <a:pt x="79431" y="194075"/>
                      <a:pt x="32687" y="215613"/>
                    </a:cubicBezTo>
                    <a:cubicBezTo>
                      <a:pt x="19393" y="221760"/>
                      <a:pt x="4193" y="212182"/>
                      <a:pt x="3907" y="197554"/>
                    </a:cubicBezTo>
                    <a:lnTo>
                      <a:pt x="0" y="0"/>
                    </a:lnTo>
                  </a:path>
                </a:pathLst>
              </a:custGeom>
              <a:noFill/>
              <a:ln w="9525" cap="rnd">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542" name="Graphic 212">
                <a:extLst>
                  <a:ext uri="{FF2B5EF4-FFF2-40B4-BE49-F238E27FC236}">
                    <a16:creationId xmlns:a16="http://schemas.microsoft.com/office/drawing/2014/main" id="{98A58E9C-6E57-19B5-DA03-B375BBF3A855}"/>
                  </a:ext>
                </a:extLst>
              </p:cNvPr>
              <p:cNvGrpSpPr/>
              <p:nvPr/>
            </p:nvGrpSpPr>
            <p:grpSpPr>
              <a:xfrm>
                <a:off x="3783052" y="1961470"/>
                <a:ext cx="756849" cy="468716"/>
                <a:chOff x="3779101" y="3338052"/>
                <a:chExt cx="502127" cy="310967"/>
              </a:xfrm>
            </p:grpSpPr>
            <p:grpSp>
              <p:nvGrpSpPr>
                <p:cNvPr id="3543" name="Graphic 212">
                  <a:extLst>
                    <a:ext uri="{FF2B5EF4-FFF2-40B4-BE49-F238E27FC236}">
                      <a16:creationId xmlns:a16="http://schemas.microsoft.com/office/drawing/2014/main" id="{B05FF9AD-BFB0-E55C-EDB4-B0955B186864}"/>
                    </a:ext>
                  </a:extLst>
                </p:cNvPr>
                <p:cNvGrpSpPr/>
                <p:nvPr/>
              </p:nvGrpSpPr>
              <p:grpSpPr>
                <a:xfrm>
                  <a:off x="3779101" y="3338052"/>
                  <a:ext cx="420624" cy="310967"/>
                  <a:chOff x="3779101" y="3338052"/>
                  <a:chExt cx="420624" cy="310967"/>
                </a:xfrm>
              </p:grpSpPr>
              <p:sp>
                <p:nvSpPr>
                  <p:cNvPr id="3547" name="Freeform: Shape 3546">
                    <a:extLst>
                      <a:ext uri="{FF2B5EF4-FFF2-40B4-BE49-F238E27FC236}">
                        <a16:creationId xmlns:a16="http://schemas.microsoft.com/office/drawing/2014/main" id="{A57422A4-8C2A-FEC2-CBC0-A339B46104D0}"/>
                      </a:ext>
                    </a:extLst>
                  </p:cNvPr>
                  <p:cNvSpPr/>
                  <p:nvPr/>
                </p:nvSpPr>
                <p:spPr>
                  <a:xfrm>
                    <a:off x="3779101" y="3338052"/>
                    <a:ext cx="407077" cy="309027"/>
                  </a:xfrm>
                  <a:custGeom>
                    <a:avLst/>
                    <a:gdLst>
                      <a:gd name="connsiteX0" fmla="*/ 406935 w 407077"/>
                      <a:gd name="connsiteY0" fmla="*/ 72163 h 309027"/>
                      <a:gd name="connsiteX1" fmla="*/ 405887 w 407077"/>
                      <a:gd name="connsiteY1" fmla="*/ 48576 h 309027"/>
                      <a:gd name="connsiteX2" fmla="*/ 384159 w 407077"/>
                      <a:gd name="connsiteY2" fmla="*/ 37283 h 309027"/>
                      <a:gd name="connsiteX3" fmla="*/ 382634 w 407077"/>
                      <a:gd name="connsiteY3" fmla="*/ 36473 h 309027"/>
                      <a:gd name="connsiteX4" fmla="*/ 382491 w 407077"/>
                      <a:gd name="connsiteY4" fmla="*/ 36378 h 309027"/>
                      <a:gd name="connsiteX5" fmla="*/ 382491 w 407077"/>
                      <a:gd name="connsiteY5" fmla="*/ 36378 h 309027"/>
                      <a:gd name="connsiteX6" fmla="*/ 370960 w 407077"/>
                      <a:gd name="connsiteY6" fmla="*/ 35044 h 309027"/>
                      <a:gd name="connsiteX7" fmla="*/ 347612 w 407077"/>
                      <a:gd name="connsiteY7" fmla="*/ 48529 h 309027"/>
                      <a:gd name="connsiteX8" fmla="*/ 335366 w 407077"/>
                      <a:gd name="connsiteY8" fmla="*/ 63204 h 309027"/>
                      <a:gd name="connsiteX9" fmla="*/ 337843 w 407077"/>
                      <a:gd name="connsiteY9" fmla="*/ 51245 h 309027"/>
                      <a:gd name="connsiteX10" fmla="*/ 337891 w 407077"/>
                      <a:gd name="connsiteY10" fmla="*/ 50625 h 309027"/>
                      <a:gd name="connsiteX11" fmla="*/ 337939 w 407077"/>
                      <a:gd name="connsiteY11" fmla="*/ 39713 h 309027"/>
                      <a:gd name="connsiteX12" fmla="*/ 345467 w 407077"/>
                      <a:gd name="connsiteY12" fmla="*/ 44192 h 309027"/>
                      <a:gd name="connsiteX13" fmla="*/ 343371 w 407077"/>
                      <a:gd name="connsiteY13" fmla="*/ 19939 h 309027"/>
                      <a:gd name="connsiteX14" fmla="*/ 321738 w 407077"/>
                      <a:gd name="connsiteY14" fmla="*/ 8646 h 309027"/>
                      <a:gd name="connsiteX15" fmla="*/ 321738 w 407077"/>
                      <a:gd name="connsiteY15" fmla="*/ 8646 h 309027"/>
                      <a:gd name="connsiteX16" fmla="*/ 294816 w 407077"/>
                      <a:gd name="connsiteY16" fmla="*/ 9885 h 309027"/>
                      <a:gd name="connsiteX17" fmla="*/ 265941 w 407077"/>
                      <a:gd name="connsiteY17" fmla="*/ 34996 h 309027"/>
                      <a:gd name="connsiteX18" fmla="*/ 264606 w 407077"/>
                      <a:gd name="connsiteY18" fmla="*/ 14173 h 309027"/>
                      <a:gd name="connsiteX19" fmla="*/ 243260 w 407077"/>
                      <a:gd name="connsiteY19" fmla="*/ 3023 h 309027"/>
                      <a:gd name="connsiteX20" fmla="*/ 243260 w 407077"/>
                      <a:gd name="connsiteY20" fmla="*/ 3023 h 309027"/>
                      <a:gd name="connsiteX21" fmla="*/ 210858 w 407077"/>
                      <a:gd name="connsiteY21" fmla="*/ 4691 h 309027"/>
                      <a:gd name="connsiteX22" fmla="*/ 149581 w 407077"/>
                      <a:gd name="connsiteY22" fmla="*/ 91842 h 309027"/>
                      <a:gd name="connsiteX23" fmla="*/ 148628 w 407077"/>
                      <a:gd name="connsiteY23" fmla="*/ 91318 h 309027"/>
                      <a:gd name="connsiteX24" fmla="*/ 146293 w 407077"/>
                      <a:gd name="connsiteY24" fmla="*/ 90079 h 309027"/>
                      <a:gd name="connsiteX25" fmla="*/ 146151 w 407077"/>
                      <a:gd name="connsiteY25" fmla="*/ 90031 h 309027"/>
                      <a:gd name="connsiteX26" fmla="*/ 146151 w 407077"/>
                      <a:gd name="connsiteY26" fmla="*/ 90031 h 309027"/>
                      <a:gd name="connsiteX27" fmla="*/ 120325 w 407077"/>
                      <a:gd name="connsiteY27" fmla="*/ 91794 h 309027"/>
                      <a:gd name="connsiteX28" fmla="*/ 67863 w 407077"/>
                      <a:gd name="connsiteY28" fmla="*/ 177420 h 309027"/>
                      <a:gd name="connsiteX29" fmla="*/ 66767 w 407077"/>
                      <a:gd name="connsiteY29" fmla="*/ 186092 h 309027"/>
                      <a:gd name="connsiteX30" fmla="*/ 64623 w 407077"/>
                      <a:gd name="connsiteY30" fmla="*/ 185187 h 309027"/>
                      <a:gd name="connsiteX31" fmla="*/ 64623 w 407077"/>
                      <a:gd name="connsiteY31" fmla="*/ 185187 h 309027"/>
                      <a:gd name="connsiteX32" fmla="*/ 63908 w 407077"/>
                      <a:gd name="connsiteY32" fmla="*/ 184901 h 309027"/>
                      <a:gd name="connsiteX33" fmla="*/ 63908 w 407077"/>
                      <a:gd name="connsiteY33" fmla="*/ 184901 h 309027"/>
                      <a:gd name="connsiteX34" fmla="*/ 42847 w 407077"/>
                      <a:gd name="connsiteY34" fmla="*/ 186521 h 309027"/>
                      <a:gd name="connsiteX35" fmla="*/ 153 w 407077"/>
                      <a:gd name="connsiteY35" fmla="*/ 258709 h 309027"/>
                      <a:gd name="connsiteX36" fmla="*/ 15496 w 407077"/>
                      <a:gd name="connsiteY36" fmla="*/ 297496 h 309027"/>
                      <a:gd name="connsiteX37" fmla="*/ 15496 w 407077"/>
                      <a:gd name="connsiteY37" fmla="*/ 297496 h 309027"/>
                      <a:gd name="connsiteX38" fmla="*/ 37606 w 407077"/>
                      <a:gd name="connsiteY38" fmla="*/ 309027 h 309027"/>
                      <a:gd name="connsiteX39" fmla="*/ 47612 w 407077"/>
                      <a:gd name="connsiteY39" fmla="*/ 292683 h 309027"/>
                      <a:gd name="connsiteX40" fmla="*/ 46421 w 407077"/>
                      <a:gd name="connsiteY40" fmla="*/ 292064 h 309027"/>
                      <a:gd name="connsiteX41" fmla="*/ 350804 w 407077"/>
                      <a:gd name="connsiteY41" fmla="*/ 149211 h 309027"/>
                      <a:gd name="connsiteX42" fmla="*/ 398215 w 407077"/>
                      <a:gd name="connsiteY42" fmla="*/ 71877 h 309027"/>
                      <a:gd name="connsiteX43" fmla="*/ 398358 w 407077"/>
                      <a:gd name="connsiteY43" fmla="*/ 67016 h 309027"/>
                      <a:gd name="connsiteX44" fmla="*/ 407078 w 407077"/>
                      <a:gd name="connsiteY44" fmla="*/ 72163 h 309027"/>
                      <a:gd name="connsiteX45" fmla="*/ 263177 w 407077"/>
                      <a:gd name="connsiteY45" fmla="*/ 38760 h 309027"/>
                      <a:gd name="connsiteX46" fmla="*/ 262891 w 407077"/>
                      <a:gd name="connsiteY46" fmla="*/ 36473 h 309027"/>
                      <a:gd name="connsiteX47" fmla="*/ 264225 w 407077"/>
                      <a:gd name="connsiteY47" fmla="*/ 37283 h 309027"/>
                      <a:gd name="connsiteX48" fmla="*/ 263129 w 407077"/>
                      <a:gd name="connsiteY48" fmla="*/ 38808 h 309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7077" h="309027">
                        <a:moveTo>
                          <a:pt x="406935" y="72163"/>
                        </a:moveTo>
                        <a:cubicBezTo>
                          <a:pt x="406601" y="64300"/>
                          <a:pt x="406220" y="56438"/>
                          <a:pt x="405887" y="48576"/>
                        </a:cubicBezTo>
                        <a:cubicBezTo>
                          <a:pt x="398644" y="44812"/>
                          <a:pt x="391401" y="41048"/>
                          <a:pt x="384159" y="37283"/>
                        </a:cubicBezTo>
                        <a:cubicBezTo>
                          <a:pt x="383682" y="36997"/>
                          <a:pt x="383158" y="36759"/>
                          <a:pt x="382634" y="36473"/>
                        </a:cubicBezTo>
                        <a:cubicBezTo>
                          <a:pt x="382586" y="36473"/>
                          <a:pt x="382538" y="36426"/>
                          <a:pt x="382491" y="36378"/>
                        </a:cubicBezTo>
                        <a:cubicBezTo>
                          <a:pt x="382491" y="36378"/>
                          <a:pt x="382491" y="36378"/>
                          <a:pt x="382491" y="36378"/>
                        </a:cubicBezTo>
                        <a:cubicBezTo>
                          <a:pt x="378869" y="34710"/>
                          <a:pt x="374962" y="34186"/>
                          <a:pt x="370960" y="35044"/>
                        </a:cubicBezTo>
                        <a:cubicBezTo>
                          <a:pt x="359905" y="37379"/>
                          <a:pt x="349994" y="46337"/>
                          <a:pt x="347612" y="48529"/>
                        </a:cubicBezTo>
                        <a:cubicBezTo>
                          <a:pt x="341703" y="54056"/>
                          <a:pt x="337605" y="59726"/>
                          <a:pt x="335366" y="63204"/>
                        </a:cubicBezTo>
                        <a:cubicBezTo>
                          <a:pt x="336366" y="60060"/>
                          <a:pt x="337415" y="55914"/>
                          <a:pt x="337843" y="51245"/>
                        </a:cubicBezTo>
                        <a:cubicBezTo>
                          <a:pt x="337843" y="51245"/>
                          <a:pt x="337843" y="50911"/>
                          <a:pt x="337891" y="50625"/>
                        </a:cubicBezTo>
                        <a:cubicBezTo>
                          <a:pt x="338177" y="46766"/>
                          <a:pt x="338177" y="43144"/>
                          <a:pt x="337939" y="39713"/>
                        </a:cubicBezTo>
                        <a:lnTo>
                          <a:pt x="345467" y="44192"/>
                        </a:lnTo>
                        <a:cubicBezTo>
                          <a:pt x="344753" y="36092"/>
                          <a:pt x="344038" y="28039"/>
                          <a:pt x="343371" y="19939"/>
                        </a:cubicBezTo>
                        <a:cubicBezTo>
                          <a:pt x="336176" y="16175"/>
                          <a:pt x="328933" y="12410"/>
                          <a:pt x="321738" y="8646"/>
                        </a:cubicBezTo>
                        <a:cubicBezTo>
                          <a:pt x="321738" y="8646"/>
                          <a:pt x="321738" y="8646"/>
                          <a:pt x="321738" y="8646"/>
                        </a:cubicBezTo>
                        <a:cubicBezTo>
                          <a:pt x="314448" y="4882"/>
                          <a:pt x="305204" y="4977"/>
                          <a:pt x="294816" y="9885"/>
                        </a:cubicBezTo>
                        <a:cubicBezTo>
                          <a:pt x="284381" y="14793"/>
                          <a:pt x="274375" y="23799"/>
                          <a:pt x="265941" y="34996"/>
                        </a:cubicBezTo>
                        <a:cubicBezTo>
                          <a:pt x="265512" y="28039"/>
                          <a:pt x="265035" y="21083"/>
                          <a:pt x="264606" y="14173"/>
                        </a:cubicBezTo>
                        <a:cubicBezTo>
                          <a:pt x="257507" y="10457"/>
                          <a:pt x="250407" y="6740"/>
                          <a:pt x="243260" y="3023"/>
                        </a:cubicBezTo>
                        <a:cubicBezTo>
                          <a:pt x="243260" y="3023"/>
                          <a:pt x="243260" y="3023"/>
                          <a:pt x="243260" y="3023"/>
                        </a:cubicBezTo>
                        <a:cubicBezTo>
                          <a:pt x="234445" y="-1360"/>
                          <a:pt x="223342" y="-1122"/>
                          <a:pt x="210858" y="4691"/>
                        </a:cubicBezTo>
                        <a:cubicBezTo>
                          <a:pt x="183031" y="17747"/>
                          <a:pt x="157825" y="54580"/>
                          <a:pt x="149581" y="91842"/>
                        </a:cubicBezTo>
                        <a:cubicBezTo>
                          <a:pt x="149248" y="91651"/>
                          <a:pt x="148962" y="91508"/>
                          <a:pt x="148628" y="91318"/>
                        </a:cubicBezTo>
                        <a:cubicBezTo>
                          <a:pt x="147866" y="90841"/>
                          <a:pt x="147104" y="90460"/>
                          <a:pt x="146293" y="90079"/>
                        </a:cubicBezTo>
                        <a:cubicBezTo>
                          <a:pt x="146293" y="90079"/>
                          <a:pt x="146198" y="90079"/>
                          <a:pt x="146151" y="90031"/>
                        </a:cubicBezTo>
                        <a:cubicBezTo>
                          <a:pt x="146151" y="90031"/>
                          <a:pt x="146151" y="90031"/>
                          <a:pt x="146151" y="90031"/>
                        </a:cubicBezTo>
                        <a:cubicBezTo>
                          <a:pt x="139051" y="86839"/>
                          <a:pt x="130188" y="87172"/>
                          <a:pt x="120325" y="91794"/>
                        </a:cubicBezTo>
                        <a:cubicBezTo>
                          <a:pt x="94594" y="103849"/>
                          <a:pt x="72866" y="148878"/>
                          <a:pt x="67863" y="177420"/>
                        </a:cubicBezTo>
                        <a:cubicBezTo>
                          <a:pt x="67243" y="180946"/>
                          <a:pt x="66958" y="183852"/>
                          <a:pt x="66767" y="186092"/>
                        </a:cubicBezTo>
                        <a:cubicBezTo>
                          <a:pt x="66052" y="185806"/>
                          <a:pt x="65337" y="185520"/>
                          <a:pt x="64623" y="185187"/>
                        </a:cubicBezTo>
                        <a:cubicBezTo>
                          <a:pt x="64623" y="185187"/>
                          <a:pt x="64623" y="185187"/>
                          <a:pt x="64623" y="185187"/>
                        </a:cubicBezTo>
                        <a:cubicBezTo>
                          <a:pt x="64384" y="185091"/>
                          <a:pt x="64146" y="184996"/>
                          <a:pt x="63908" y="184901"/>
                        </a:cubicBezTo>
                        <a:cubicBezTo>
                          <a:pt x="63908" y="184901"/>
                          <a:pt x="63908" y="184901"/>
                          <a:pt x="63908" y="184901"/>
                        </a:cubicBezTo>
                        <a:cubicBezTo>
                          <a:pt x="59810" y="183281"/>
                          <a:pt x="52615" y="181946"/>
                          <a:pt x="42847" y="186521"/>
                        </a:cubicBezTo>
                        <a:cubicBezTo>
                          <a:pt x="21167" y="196575"/>
                          <a:pt x="1964" y="233932"/>
                          <a:pt x="153" y="258709"/>
                        </a:cubicBezTo>
                        <a:cubicBezTo>
                          <a:pt x="-847" y="272432"/>
                          <a:pt x="2917" y="291540"/>
                          <a:pt x="15496" y="297496"/>
                        </a:cubicBezTo>
                        <a:cubicBezTo>
                          <a:pt x="15496" y="297496"/>
                          <a:pt x="15496" y="297496"/>
                          <a:pt x="15496" y="297496"/>
                        </a:cubicBezTo>
                        <a:cubicBezTo>
                          <a:pt x="22882" y="301355"/>
                          <a:pt x="30220" y="305215"/>
                          <a:pt x="37606" y="309027"/>
                        </a:cubicBezTo>
                        <a:cubicBezTo>
                          <a:pt x="40941" y="303595"/>
                          <a:pt x="44276" y="298115"/>
                          <a:pt x="47612" y="292683"/>
                        </a:cubicBezTo>
                        <a:cubicBezTo>
                          <a:pt x="47231" y="292493"/>
                          <a:pt x="46802" y="292254"/>
                          <a:pt x="46421" y="292064"/>
                        </a:cubicBezTo>
                        <a:cubicBezTo>
                          <a:pt x="147866" y="244462"/>
                          <a:pt x="249359" y="196813"/>
                          <a:pt x="350804" y="149211"/>
                        </a:cubicBezTo>
                        <a:cubicBezTo>
                          <a:pt x="383206" y="134011"/>
                          <a:pt x="395880" y="103182"/>
                          <a:pt x="398215" y="71877"/>
                        </a:cubicBezTo>
                        <a:cubicBezTo>
                          <a:pt x="398358" y="70209"/>
                          <a:pt x="398406" y="68589"/>
                          <a:pt x="398358" y="67016"/>
                        </a:cubicBezTo>
                        <a:lnTo>
                          <a:pt x="407078" y="72163"/>
                        </a:lnTo>
                        <a:close/>
                        <a:moveTo>
                          <a:pt x="263177" y="38760"/>
                        </a:moveTo>
                        <a:cubicBezTo>
                          <a:pt x="263082" y="37998"/>
                          <a:pt x="262986" y="37236"/>
                          <a:pt x="262891" y="36473"/>
                        </a:cubicBezTo>
                        <a:lnTo>
                          <a:pt x="264225" y="37283"/>
                        </a:lnTo>
                        <a:cubicBezTo>
                          <a:pt x="263844" y="37807"/>
                          <a:pt x="263511" y="38284"/>
                          <a:pt x="263129" y="38808"/>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48" name="Freeform: Shape 3547">
                    <a:extLst>
                      <a:ext uri="{FF2B5EF4-FFF2-40B4-BE49-F238E27FC236}">
                        <a16:creationId xmlns:a16="http://schemas.microsoft.com/office/drawing/2014/main" id="{EA0AA770-799E-1AFC-A774-86235490AE3F}"/>
                      </a:ext>
                    </a:extLst>
                  </p:cNvPr>
                  <p:cNvSpPr/>
                  <p:nvPr/>
                </p:nvSpPr>
                <p:spPr>
                  <a:xfrm>
                    <a:off x="3801351" y="3349701"/>
                    <a:ext cx="398374" cy="299318"/>
                  </a:xfrm>
                  <a:custGeom>
                    <a:avLst/>
                    <a:gdLst>
                      <a:gd name="connsiteX0" fmla="*/ 371058 w 398374"/>
                      <a:gd name="connsiteY0" fmla="*/ 35069 h 299318"/>
                      <a:gd name="connsiteX1" fmla="*/ 347710 w 398374"/>
                      <a:gd name="connsiteY1" fmla="*/ 48554 h 299318"/>
                      <a:gd name="connsiteX2" fmla="*/ 335464 w 398374"/>
                      <a:gd name="connsiteY2" fmla="*/ 63230 h 299318"/>
                      <a:gd name="connsiteX3" fmla="*/ 337941 w 398374"/>
                      <a:gd name="connsiteY3" fmla="*/ 51270 h 299318"/>
                      <a:gd name="connsiteX4" fmla="*/ 337989 w 398374"/>
                      <a:gd name="connsiteY4" fmla="*/ 50651 h 299318"/>
                      <a:gd name="connsiteX5" fmla="*/ 294867 w 398374"/>
                      <a:gd name="connsiteY5" fmla="*/ 9863 h 299318"/>
                      <a:gd name="connsiteX6" fmla="*/ 263227 w 398374"/>
                      <a:gd name="connsiteY6" fmla="*/ 38786 h 299318"/>
                      <a:gd name="connsiteX7" fmla="*/ 210909 w 398374"/>
                      <a:gd name="connsiteY7" fmla="*/ 4717 h 299318"/>
                      <a:gd name="connsiteX8" fmla="*/ 149632 w 398374"/>
                      <a:gd name="connsiteY8" fmla="*/ 91915 h 299318"/>
                      <a:gd name="connsiteX9" fmla="*/ 120375 w 398374"/>
                      <a:gd name="connsiteY9" fmla="*/ 91772 h 299318"/>
                      <a:gd name="connsiteX10" fmla="*/ 67913 w 398374"/>
                      <a:gd name="connsiteY10" fmla="*/ 177398 h 299318"/>
                      <a:gd name="connsiteX11" fmla="*/ 66817 w 398374"/>
                      <a:gd name="connsiteY11" fmla="*/ 186261 h 299318"/>
                      <a:gd name="connsiteX12" fmla="*/ 42850 w 398374"/>
                      <a:gd name="connsiteY12" fmla="*/ 186451 h 299318"/>
                      <a:gd name="connsiteX13" fmla="*/ 156 w 398374"/>
                      <a:gd name="connsiteY13" fmla="*/ 258640 h 299318"/>
                      <a:gd name="connsiteX14" fmla="*/ 39085 w 398374"/>
                      <a:gd name="connsiteY14" fmla="*/ 295473 h 299318"/>
                      <a:gd name="connsiteX15" fmla="*/ 350807 w 398374"/>
                      <a:gd name="connsiteY15" fmla="*/ 149189 h 299318"/>
                      <a:gd name="connsiteX16" fmla="*/ 398218 w 398374"/>
                      <a:gd name="connsiteY16" fmla="*/ 71855 h 299318"/>
                      <a:gd name="connsiteX17" fmla="*/ 371105 w 398374"/>
                      <a:gd name="connsiteY17" fmla="*/ 35022 h 29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8374" h="299318">
                        <a:moveTo>
                          <a:pt x="371058" y="35069"/>
                        </a:moveTo>
                        <a:cubicBezTo>
                          <a:pt x="360003" y="37404"/>
                          <a:pt x="350092" y="46362"/>
                          <a:pt x="347710" y="48554"/>
                        </a:cubicBezTo>
                        <a:cubicBezTo>
                          <a:pt x="341801" y="54081"/>
                          <a:pt x="337703" y="59752"/>
                          <a:pt x="335464" y="63230"/>
                        </a:cubicBezTo>
                        <a:cubicBezTo>
                          <a:pt x="336464" y="60085"/>
                          <a:pt x="337513" y="55940"/>
                          <a:pt x="337941" y="51270"/>
                        </a:cubicBezTo>
                        <a:cubicBezTo>
                          <a:pt x="337941" y="51270"/>
                          <a:pt x="337941" y="50937"/>
                          <a:pt x="337989" y="50651"/>
                        </a:cubicBezTo>
                        <a:cubicBezTo>
                          <a:pt x="340562" y="15724"/>
                          <a:pt x="321264" y="-2526"/>
                          <a:pt x="294867" y="9863"/>
                        </a:cubicBezTo>
                        <a:cubicBezTo>
                          <a:pt x="283240" y="15295"/>
                          <a:pt x="272185" y="25778"/>
                          <a:pt x="263227" y="38786"/>
                        </a:cubicBezTo>
                        <a:cubicBezTo>
                          <a:pt x="260178" y="6718"/>
                          <a:pt x="238831" y="-8387"/>
                          <a:pt x="210909" y="4717"/>
                        </a:cubicBezTo>
                        <a:cubicBezTo>
                          <a:pt x="183034" y="17773"/>
                          <a:pt x="157827" y="54653"/>
                          <a:pt x="149632" y="91915"/>
                        </a:cubicBezTo>
                        <a:cubicBezTo>
                          <a:pt x="142055" y="86817"/>
                          <a:pt x="131906" y="86388"/>
                          <a:pt x="120375" y="91772"/>
                        </a:cubicBezTo>
                        <a:cubicBezTo>
                          <a:pt x="94644" y="103827"/>
                          <a:pt x="72916" y="148856"/>
                          <a:pt x="67913" y="177398"/>
                        </a:cubicBezTo>
                        <a:cubicBezTo>
                          <a:pt x="67294" y="181019"/>
                          <a:pt x="66960" y="184021"/>
                          <a:pt x="66817" y="186261"/>
                        </a:cubicBezTo>
                        <a:cubicBezTo>
                          <a:pt x="64101" y="184641"/>
                          <a:pt x="55667" y="180495"/>
                          <a:pt x="42850" y="186451"/>
                        </a:cubicBezTo>
                        <a:cubicBezTo>
                          <a:pt x="21169" y="196505"/>
                          <a:pt x="1967" y="233862"/>
                          <a:pt x="156" y="258640"/>
                        </a:cubicBezTo>
                        <a:cubicBezTo>
                          <a:pt x="-1321" y="278700"/>
                          <a:pt x="7399" y="310339"/>
                          <a:pt x="39085" y="295473"/>
                        </a:cubicBezTo>
                        <a:cubicBezTo>
                          <a:pt x="143008" y="246728"/>
                          <a:pt x="246884" y="197935"/>
                          <a:pt x="350807" y="149189"/>
                        </a:cubicBezTo>
                        <a:cubicBezTo>
                          <a:pt x="383208" y="133989"/>
                          <a:pt x="395883" y="103160"/>
                          <a:pt x="398218" y="71855"/>
                        </a:cubicBezTo>
                        <a:cubicBezTo>
                          <a:pt x="400028" y="47125"/>
                          <a:pt x="385829" y="31925"/>
                          <a:pt x="371105" y="35022"/>
                        </a:cubicBez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544" name="Graphic 212">
                  <a:extLst>
                    <a:ext uri="{FF2B5EF4-FFF2-40B4-BE49-F238E27FC236}">
                      <a16:creationId xmlns:a16="http://schemas.microsoft.com/office/drawing/2014/main" id="{9BAF90E7-BD3C-76F4-2033-2623419987AD}"/>
                    </a:ext>
                  </a:extLst>
                </p:cNvPr>
                <p:cNvGrpSpPr/>
                <p:nvPr/>
              </p:nvGrpSpPr>
              <p:grpSpPr>
                <a:xfrm>
                  <a:off x="3923974" y="3351268"/>
                  <a:ext cx="357254" cy="265303"/>
                  <a:chOff x="3923974" y="3351268"/>
                  <a:chExt cx="357254" cy="265303"/>
                </a:xfrm>
              </p:grpSpPr>
              <p:sp>
                <p:nvSpPr>
                  <p:cNvPr id="3545" name="Freeform: Shape 3544">
                    <a:extLst>
                      <a:ext uri="{FF2B5EF4-FFF2-40B4-BE49-F238E27FC236}">
                        <a16:creationId xmlns:a16="http://schemas.microsoft.com/office/drawing/2014/main" id="{99E7E314-E584-52B9-65C6-6D6999109B3D}"/>
                      </a:ext>
                    </a:extLst>
                  </p:cNvPr>
                  <p:cNvSpPr/>
                  <p:nvPr/>
                </p:nvSpPr>
                <p:spPr>
                  <a:xfrm>
                    <a:off x="3923974" y="3351268"/>
                    <a:ext cx="341969" cy="259645"/>
                  </a:xfrm>
                  <a:custGeom>
                    <a:avLst/>
                    <a:gdLst>
                      <a:gd name="connsiteX0" fmla="*/ 341922 w 341969"/>
                      <a:gd name="connsiteY0" fmla="*/ 60615 h 259645"/>
                      <a:gd name="connsiteX1" fmla="*/ 341064 w 341969"/>
                      <a:gd name="connsiteY1" fmla="*/ 40793 h 259645"/>
                      <a:gd name="connsiteX2" fmla="*/ 322815 w 341969"/>
                      <a:gd name="connsiteY2" fmla="*/ 31311 h 259645"/>
                      <a:gd name="connsiteX3" fmla="*/ 321528 w 341969"/>
                      <a:gd name="connsiteY3" fmla="*/ 30643 h 259645"/>
                      <a:gd name="connsiteX4" fmla="*/ 321385 w 341969"/>
                      <a:gd name="connsiteY4" fmla="*/ 30596 h 259645"/>
                      <a:gd name="connsiteX5" fmla="*/ 321385 w 341969"/>
                      <a:gd name="connsiteY5" fmla="*/ 30596 h 259645"/>
                      <a:gd name="connsiteX6" fmla="*/ 311712 w 341969"/>
                      <a:gd name="connsiteY6" fmla="*/ 29452 h 259645"/>
                      <a:gd name="connsiteX7" fmla="*/ 292081 w 341969"/>
                      <a:gd name="connsiteY7" fmla="*/ 40793 h 259645"/>
                      <a:gd name="connsiteX8" fmla="*/ 281789 w 341969"/>
                      <a:gd name="connsiteY8" fmla="*/ 53134 h 259645"/>
                      <a:gd name="connsiteX9" fmla="*/ 283885 w 341969"/>
                      <a:gd name="connsiteY9" fmla="*/ 43080 h 259645"/>
                      <a:gd name="connsiteX10" fmla="*/ 283885 w 341969"/>
                      <a:gd name="connsiteY10" fmla="*/ 42556 h 259645"/>
                      <a:gd name="connsiteX11" fmla="*/ 283933 w 341969"/>
                      <a:gd name="connsiteY11" fmla="*/ 33359 h 259645"/>
                      <a:gd name="connsiteX12" fmla="*/ 290270 w 341969"/>
                      <a:gd name="connsiteY12" fmla="*/ 37124 h 259645"/>
                      <a:gd name="connsiteX13" fmla="*/ 288507 w 341969"/>
                      <a:gd name="connsiteY13" fmla="*/ 16730 h 259645"/>
                      <a:gd name="connsiteX14" fmla="*/ 270353 w 341969"/>
                      <a:gd name="connsiteY14" fmla="*/ 7248 h 259645"/>
                      <a:gd name="connsiteX15" fmla="*/ 270353 w 341969"/>
                      <a:gd name="connsiteY15" fmla="*/ 7248 h 259645"/>
                      <a:gd name="connsiteX16" fmla="*/ 247719 w 341969"/>
                      <a:gd name="connsiteY16" fmla="*/ 8296 h 259645"/>
                      <a:gd name="connsiteX17" fmla="*/ 223466 w 341969"/>
                      <a:gd name="connsiteY17" fmla="*/ 29405 h 259645"/>
                      <a:gd name="connsiteX18" fmla="*/ 222322 w 341969"/>
                      <a:gd name="connsiteY18" fmla="*/ 11917 h 259645"/>
                      <a:gd name="connsiteX19" fmla="*/ 204406 w 341969"/>
                      <a:gd name="connsiteY19" fmla="*/ 2530 h 259645"/>
                      <a:gd name="connsiteX20" fmla="*/ 204406 w 341969"/>
                      <a:gd name="connsiteY20" fmla="*/ 2530 h 259645"/>
                      <a:gd name="connsiteX21" fmla="*/ 177198 w 341969"/>
                      <a:gd name="connsiteY21" fmla="*/ 3960 h 259645"/>
                      <a:gd name="connsiteX22" fmla="*/ 125737 w 341969"/>
                      <a:gd name="connsiteY22" fmla="*/ 77149 h 259645"/>
                      <a:gd name="connsiteX23" fmla="*/ 124927 w 341969"/>
                      <a:gd name="connsiteY23" fmla="*/ 76720 h 259645"/>
                      <a:gd name="connsiteX24" fmla="*/ 122926 w 341969"/>
                      <a:gd name="connsiteY24" fmla="*/ 75672 h 259645"/>
                      <a:gd name="connsiteX25" fmla="*/ 122831 w 341969"/>
                      <a:gd name="connsiteY25" fmla="*/ 75624 h 259645"/>
                      <a:gd name="connsiteX26" fmla="*/ 122831 w 341969"/>
                      <a:gd name="connsiteY26" fmla="*/ 75624 h 259645"/>
                      <a:gd name="connsiteX27" fmla="*/ 101150 w 341969"/>
                      <a:gd name="connsiteY27" fmla="*/ 77101 h 259645"/>
                      <a:gd name="connsiteX28" fmla="*/ 57075 w 341969"/>
                      <a:gd name="connsiteY28" fmla="*/ 149052 h 259645"/>
                      <a:gd name="connsiteX29" fmla="*/ 56169 w 341969"/>
                      <a:gd name="connsiteY29" fmla="*/ 156342 h 259645"/>
                      <a:gd name="connsiteX30" fmla="*/ 54359 w 341969"/>
                      <a:gd name="connsiteY30" fmla="*/ 155580 h 259645"/>
                      <a:gd name="connsiteX31" fmla="*/ 54359 w 341969"/>
                      <a:gd name="connsiteY31" fmla="*/ 155580 h 259645"/>
                      <a:gd name="connsiteX32" fmla="*/ 53739 w 341969"/>
                      <a:gd name="connsiteY32" fmla="*/ 155342 h 259645"/>
                      <a:gd name="connsiteX33" fmla="*/ 53739 w 341969"/>
                      <a:gd name="connsiteY33" fmla="*/ 155342 h 259645"/>
                      <a:gd name="connsiteX34" fmla="*/ 36014 w 341969"/>
                      <a:gd name="connsiteY34" fmla="*/ 156676 h 259645"/>
                      <a:gd name="connsiteX35" fmla="*/ 134 w 341969"/>
                      <a:gd name="connsiteY35" fmla="*/ 217333 h 259645"/>
                      <a:gd name="connsiteX36" fmla="*/ 12999 w 341969"/>
                      <a:gd name="connsiteY36" fmla="*/ 249925 h 259645"/>
                      <a:gd name="connsiteX37" fmla="*/ 12999 w 341969"/>
                      <a:gd name="connsiteY37" fmla="*/ 249925 h 259645"/>
                      <a:gd name="connsiteX38" fmla="*/ 31582 w 341969"/>
                      <a:gd name="connsiteY38" fmla="*/ 259646 h 259645"/>
                      <a:gd name="connsiteX39" fmla="*/ 39969 w 341969"/>
                      <a:gd name="connsiteY39" fmla="*/ 245923 h 259645"/>
                      <a:gd name="connsiteX40" fmla="*/ 38968 w 341969"/>
                      <a:gd name="connsiteY40" fmla="*/ 245399 h 259645"/>
                      <a:gd name="connsiteX41" fmla="*/ 294701 w 341969"/>
                      <a:gd name="connsiteY41" fmla="*/ 125370 h 259645"/>
                      <a:gd name="connsiteX42" fmla="*/ 334536 w 341969"/>
                      <a:gd name="connsiteY42" fmla="*/ 60424 h 259645"/>
                      <a:gd name="connsiteX43" fmla="*/ 334679 w 341969"/>
                      <a:gd name="connsiteY43" fmla="*/ 56326 h 259645"/>
                      <a:gd name="connsiteX44" fmla="*/ 341970 w 341969"/>
                      <a:gd name="connsiteY44" fmla="*/ 60662 h 259645"/>
                      <a:gd name="connsiteX45" fmla="*/ 221179 w 341969"/>
                      <a:gd name="connsiteY45" fmla="*/ 32549 h 259645"/>
                      <a:gd name="connsiteX46" fmla="*/ 220940 w 341969"/>
                      <a:gd name="connsiteY46" fmla="*/ 30596 h 259645"/>
                      <a:gd name="connsiteX47" fmla="*/ 222084 w 341969"/>
                      <a:gd name="connsiteY47" fmla="*/ 31263 h 259645"/>
                      <a:gd name="connsiteX48" fmla="*/ 221179 w 341969"/>
                      <a:gd name="connsiteY48" fmla="*/ 32549 h 25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41969" h="259645">
                        <a:moveTo>
                          <a:pt x="341922" y="60615"/>
                        </a:moveTo>
                        <a:cubicBezTo>
                          <a:pt x="341636" y="53992"/>
                          <a:pt x="341350" y="47416"/>
                          <a:pt x="341064" y="40793"/>
                        </a:cubicBezTo>
                        <a:cubicBezTo>
                          <a:pt x="334965" y="37648"/>
                          <a:pt x="328914" y="34455"/>
                          <a:pt x="322815" y="31311"/>
                        </a:cubicBezTo>
                        <a:cubicBezTo>
                          <a:pt x="322386" y="31072"/>
                          <a:pt x="321957" y="30834"/>
                          <a:pt x="321528" y="30643"/>
                        </a:cubicBezTo>
                        <a:cubicBezTo>
                          <a:pt x="321528" y="30643"/>
                          <a:pt x="321433" y="30643"/>
                          <a:pt x="321385" y="30596"/>
                        </a:cubicBezTo>
                        <a:cubicBezTo>
                          <a:pt x="321385" y="30596"/>
                          <a:pt x="321385" y="30596"/>
                          <a:pt x="321385" y="30596"/>
                        </a:cubicBezTo>
                        <a:cubicBezTo>
                          <a:pt x="318383" y="29214"/>
                          <a:pt x="315048" y="28785"/>
                          <a:pt x="311712" y="29452"/>
                        </a:cubicBezTo>
                        <a:cubicBezTo>
                          <a:pt x="302421" y="31406"/>
                          <a:pt x="294082" y="38934"/>
                          <a:pt x="292081" y="40793"/>
                        </a:cubicBezTo>
                        <a:cubicBezTo>
                          <a:pt x="287125" y="45415"/>
                          <a:pt x="283694" y="50180"/>
                          <a:pt x="281789" y="53134"/>
                        </a:cubicBezTo>
                        <a:cubicBezTo>
                          <a:pt x="282646" y="50465"/>
                          <a:pt x="283504" y="46987"/>
                          <a:pt x="283885" y="43080"/>
                        </a:cubicBezTo>
                        <a:cubicBezTo>
                          <a:pt x="283885" y="43080"/>
                          <a:pt x="283885" y="42794"/>
                          <a:pt x="283885" y="42556"/>
                        </a:cubicBezTo>
                        <a:cubicBezTo>
                          <a:pt x="284123" y="39316"/>
                          <a:pt x="284123" y="36266"/>
                          <a:pt x="283933" y="33359"/>
                        </a:cubicBezTo>
                        <a:lnTo>
                          <a:pt x="290270" y="37124"/>
                        </a:lnTo>
                        <a:cubicBezTo>
                          <a:pt x="289698" y="30310"/>
                          <a:pt x="289079" y="23544"/>
                          <a:pt x="288507" y="16730"/>
                        </a:cubicBezTo>
                        <a:cubicBezTo>
                          <a:pt x="282456" y="13585"/>
                          <a:pt x="276404" y="10393"/>
                          <a:pt x="270353" y="7248"/>
                        </a:cubicBezTo>
                        <a:cubicBezTo>
                          <a:pt x="270353" y="7248"/>
                          <a:pt x="270353" y="7248"/>
                          <a:pt x="270353" y="7248"/>
                        </a:cubicBezTo>
                        <a:cubicBezTo>
                          <a:pt x="264254" y="4103"/>
                          <a:pt x="256439" y="4198"/>
                          <a:pt x="247719" y="8296"/>
                        </a:cubicBezTo>
                        <a:cubicBezTo>
                          <a:pt x="238952" y="12394"/>
                          <a:pt x="230518" y="19970"/>
                          <a:pt x="223466" y="29405"/>
                        </a:cubicBezTo>
                        <a:cubicBezTo>
                          <a:pt x="223085" y="23591"/>
                          <a:pt x="222703" y="17730"/>
                          <a:pt x="222322" y="11917"/>
                        </a:cubicBezTo>
                        <a:cubicBezTo>
                          <a:pt x="216366" y="8772"/>
                          <a:pt x="210362" y="5675"/>
                          <a:pt x="204406" y="2530"/>
                        </a:cubicBezTo>
                        <a:cubicBezTo>
                          <a:pt x="204406" y="2530"/>
                          <a:pt x="204406" y="2530"/>
                          <a:pt x="204406" y="2530"/>
                        </a:cubicBezTo>
                        <a:cubicBezTo>
                          <a:pt x="197020" y="-1139"/>
                          <a:pt x="187634" y="-948"/>
                          <a:pt x="177198" y="3960"/>
                        </a:cubicBezTo>
                        <a:cubicBezTo>
                          <a:pt x="153803" y="14919"/>
                          <a:pt x="132646" y="45891"/>
                          <a:pt x="125737" y="77149"/>
                        </a:cubicBezTo>
                        <a:cubicBezTo>
                          <a:pt x="125451" y="77006"/>
                          <a:pt x="125213" y="76863"/>
                          <a:pt x="124927" y="76720"/>
                        </a:cubicBezTo>
                        <a:cubicBezTo>
                          <a:pt x="124308" y="76339"/>
                          <a:pt x="123641" y="75958"/>
                          <a:pt x="122926" y="75672"/>
                        </a:cubicBezTo>
                        <a:cubicBezTo>
                          <a:pt x="122926" y="75672"/>
                          <a:pt x="122831" y="75672"/>
                          <a:pt x="122831" y="75624"/>
                        </a:cubicBezTo>
                        <a:cubicBezTo>
                          <a:pt x="122831" y="75624"/>
                          <a:pt x="122831" y="75624"/>
                          <a:pt x="122831" y="75624"/>
                        </a:cubicBezTo>
                        <a:cubicBezTo>
                          <a:pt x="116875" y="72956"/>
                          <a:pt x="109394" y="73242"/>
                          <a:pt x="101150" y="77101"/>
                        </a:cubicBezTo>
                        <a:cubicBezTo>
                          <a:pt x="79517" y="87251"/>
                          <a:pt x="61316" y="125037"/>
                          <a:pt x="57075" y="149052"/>
                        </a:cubicBezTo>
                        <a:cubicBezTo>
                          <a:pt x="56551" y="152006"/>
                          <a:pt x="56312" y="154436"/>
                          <a:pt x="56169" y="156342"/>
                        </a:cubicBezTo>
                        <a:cubicBezTo>
                          <a:pt x="55550" y="156104"/>
                          <a:pt x="54978" y="155866"/>
                          <a:pt x="54359" y="155580"/>
                        </a:cubicBezTo>
                        <a:cubicBezTo>
                          <a:pt x="54359" y="155580"/>
                          <a:pt x="54359" y="155580"/>
                          <a:pt x="54359" y="155580"/>
                        </a:cubicBezTo>
                        <a:cubicBezTo>
                          <a:pt x="54168" y="155484"/>
                          <a:pt x="53930" y="155389"/>
                          <a:pt x="53739" y="155342"/>
                        </a:cubicBezTo>
                        <a:cubicBezTo>
                          <a:pt x="53739" y="155342"/>
                          <a:pt x="53739" y="155342"/>
                          <a:pt x="53739" y="155342"/>
                        </a:cubicBezTo>
                        <a:cubicBezTo>
                          <a:pt x="50309" y="154007"/>
                          <a:pt x="44257" y="152864"/>
                          <a:pt x="36014" y="156676"/>
                        </a:cubicBezTo>
                        <a:cubicBezTo>
                          <a:pt x="17812" y="165157"/>
                          <a:pt x="1659" y="196510"/>
                          <a:pt x="134" y="217333"/>
                        </a:cubicBezTo>
                        <a:cubicBezTo>
                          <a:pt x="-724" y="228864"/>
                          <a:pt x="2421" y="244922"/>
                          <a:pt x="12999" y="249925"/>
                        </a:cubicBezTo>
                        <a:cubicBezTo>
                          <a:pt x="12999" y="249925"/>
                          <a:pt x="12999" y="249925"/>
                          <a:pt x="12999" y="249925"/>
                        </a:cubicBezTo>
                        <a:cubicBezTo>
                          <a:pt x="19194" y="253165"/>
                          <a:pt x="25388" y="256406"/>
                          <a:pt x="31582" y="259646"/>
                        </a:cubicBezTo>
                        <a:cubicBezTo>
                          <a:pt x="34394" y="255071"/>
                          <a:pt x="37157" y="250497"/>
                          <a:pt x="39969" y="245923"/>
                        </a:cubicBezTo>
                        <a:cubicBezTo>
                          <a:pt x="39635" y="245732"/>
                          <a:pt x="39302" y="245589"/>
                          <a:pt x="38968" y="245399"/>
                        </a:cubicBezTo>
                        <a:cubicBezTo>
                          <a:pt x="124212" y="205421"/>
                          <a:pt x="209457" y="165348"/>
                          <a:pt x="294701" y="125370"/>
                        </a:cubicBezTo>
                        <a:cubicBezTo>
                          <a:pt x="321957" y="112600"/>
                          <a:pt x="332583" y="86679"/>
                          <a:pt x="334536" y="60424"/>
                        </a:cubicBezTo>
                        <a:cubicBezTo>
                          <a:pt x="334632" y="59042"/>
                          <a:pt x="334679" y="57661"/>
                          <a:pt x="334679" y="56326"/>
                        </a:cubicBezTo>
                        <a:lnTo>
                          <a:pt x="341970" y="60662"/>
                        </a:lnTo>
                        <a:close/>
                        <a:moveTo>
                          <a:pt x="221179" y="32549"/>
                        </a:moveTo>
                        <a:cubicBezTo>
                          <a:pt x="221131" y="31882"/>
                          <a:pt x="221036" y="31263"/>
                          <a:pt x="220940" y="30596"/>
                        </a:cubicBezTo>
                        <a:lnTo>
                          <a:pt x="222084" y="31263"/>
                        </a:lnTo>
                        <a:cubicBezTo>
                          <a:pt x="221798" y="31692"/>
                          <a:pt x="221465" y="32121"/>
                          <a:pt x="221179" y="32549"/>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46" name="Freeform: Shape 3545">
                    <a:extLst>
                      <a:ext uri="{FF2B5EF4-FFF2-40B4-BE49-F238E27FC236}">
                        <a16:creationId xmlns:a16="http://schemas.microsoft.com/office/drawing/2014/main" id="{4A1A32D9-3566-2FFB-8AE9-68C4296441DE}"/>
                      </a:ext>
                    </a:extLst>
                  </p:cNvPr>
                  <p:cNvSpPr/>
                  <p:nvPr/>
                </p:nvSpPr>
                <p:spPr>
                  <a:xfrm>
                    <a:off x="3946563" y="3364939"/>
                    <a:ext cx="334665" cy="251632"/>
                  </a:xfrm>
                  <a:custGeom>
                    <a:avLst/>
                    <a:gdLst>
                      <a:gd name="connsiteX0" fmla="*/ 311804 w 334665"/>
                      <a:gd name="connsiteY0" fmla="*/ 29456 h 251632"/>
                      <a:gd name="connsiteX1" fmla="*/ 292173 w 334665"/>
                      <a:gd name="connsiteY1" fmla="*/ 40797 h 251632"/>
                      <a:gd name="connsiteX2" fmla="*/ 281880 w 334665"/>
                      <a:gd name="connsiteY2" fmla="*/ 53138 h 251632"/>
                      <a:gd name="connsiteX3" fmla="*/ 283977 w 334665"/>
                      <a:gd name="connsiteY3" fmla="*/ 43084 h 251632"/>
                      <a:gd name="connsiteX4" fmla="*/ 283977 w 334665"/>
                      <a:gd name="connsiteY4" fmla="*/ 42560 h 251632"/>
                      <a:gd name="connsiteX5" fmla="*/ 247764 w 334665"/>
                      <a:gd name="connsiteY5" fmla="*/ 8300 h 251632"/>
                      <a:gd name="connsiteX6" fmla="*/ 221223 w 334665"/>
                      <a:gd name="connsiteY6" fmla="*/ 32601 h 251632"/>
                      <a:gd name="connsiteX7" fmla="*/ 177243 w 334665"/>
                      <a:gd name="connsiteY7" fmla="*/ 3964 h 251632"/>
                      <a:gd name="connsiteX8" fmla="*/ 125734 w 334665"/>
                      <a:gd name="connsiteY8" fmla="*/ 77248 h 251632"/>
                      <a:gd name="connsiteX9" fmla="*/ 101147 w 334665"/>
                      <a:gd name="connsiteY9" fmla="*/ 77153 h 251632"/>
                      <a:gd name="connsiteX10" fmla="*/ 57071 w 334665"/>
                      <a:gd name="connsiteY10" fmla="*/ 149103 h 251632"/>
                      <a:gd name="connsiteX11" fmla="*/ 56166 w 334665"/>
                      <a:gd name="connsiteY11" fmla="*/ 156584 h 251632"/>
                      <a:gd name="connsiteX12" fmla="*/ 36010 w 334665"/>
                      <a:gd name="connsiteY12" fmla="*/ 156775 h 251632"/>
                      <a:gd name="connsiteX13" fmla="*/ 130 w 334665"/>
                      <a:gd name="connsiteY13" fmla="*/ 217432 h 251632"/>
                      <a:gd name="connsiteX14" fmla="*/ 32818 w 334665"/>
                      <a:gd name="connsiteY14" fmla="*/ 248404 h 251632"/>
                      <a:gd name="connsiteX15" fmla="*/ 294698 w 334665"/>
                      <a:gd name="connsiteY15" fmla="*/ 125517 h 251632"/>
                      <a:gd name="connsiteX16" fmla="*/ 334533 w 334665"/>
                      <a:gd name="connsiteY16" fmla="*/ 60571 h 251632"/>
                      <a:gd name="connsiteX17" fmla="*/ 311756 w 334665"/>
                      <a:gd name="connsiteY17" fmla="*/ 29647 h 25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4665" h="251632">
                        <a:moveTo>
                          <a:pt x="311804" y="29456"/>
                        </a:moveTo>
                        <a:cubicBezTo>
                          <a:pt x="302513" y="31410"/>
                          <a:pt x="294174" y="38938"/>
                          <a:pt x="292173" y="40797"/>
                        </a:cubicBezTo>
                        <a:cubicBezTo>
                          <a:pt x="287217" y="45419"/>
                          <a:pt x="283786" y="50183"/>
                          <a:pt x="281880" y="53138"/>
                        </a:cubicBezTo>
                        <a:cubicBezTo>
                          <a:pt x="282738" y="50469"/>
                          <a:pt x="283596" y="46991"/>
                          <a:pt x="283977" y="43084"/>
                        </a:cubicBezTo>
                        <a:cubicBezTo>
                          <a:pt x="283977" y="43084"/>
                          <a:pt x="283977" y="42798"/>
                          <a:pt x="283977" y="42560"/>
                        </a:cubicBezTo>
                        <a:cubicBezTo>
                          <a:pt x="286169" y="13255"/>
                          <a:pt x="269920" y="-2088"/>
                          <a:pt x="247764" y="8300"/>
                        </a:cubicBezTo>
                        <a:cubicBezTo>
                          <a:pt x="237995" y="12874"/>
                          <a:pt x="228704" y="21689"/>
                          <a:pt x="221223" y="32601"/>
                        </a:cubicBezTo>
                        <a:cubicBezTo>
                          <a:pt x="218697" y="5631"/>
                          <a:pt x="200734" y="-7043"/>
                          <a:pt x="177243" y="3964"/>
                        </a:cubicBezTo>
                        <a:cubicBezTo>
                          <a:pt x="153847" y="14923"/>
                          <a:pt x="132643" y="45895"/>
                          <a:pt x="125734" y="77248"/>
                        </a:cubicBezTo>
                        <a:cubicBezTo>
                          <a:pt x="119349" y="72960"/>
                          <a:pt x="110820" y="72626"/>
                          <a:pt x="101147" y="77153"/>
                        </a:cubicBezTo>
                        <a:cubicBezTo>
                          <a:pt x="79514" y="87302"/>
                          <a:pt x="61312" y="125088"/>
                          <a:pt x="57071" y="149103"/>
                        </a:cubicBezTo>
                        <a:cubicBezTo>
                          <a:pt x="56547" y="152153"/>
                          <a:pt x="56261" y="154678"/>
                          <a:pt x="56166" y="156584"/>
                        </a:cubicBezTo>
                        <a:cubicBezTo>
                          <a:pt x="53879" y="155250"/>
                          <a:pt x="46827" y="151772"/>
                          <a:pt x="36010" y="156775"/>
                        </a:cubicBezTo>
                        <a:cubicBezTo>
                          <a:pt x="17808" y="165256"/>
                          <a:pt x="1655" y="196610"/>
                          <a:pt x="130" y="217432"/>
                        </a:cubicBezTo>
                        <a:cubicBezTo>
                          <a:pt x="-1108" y="234300"/>
                          <a:pt x="6230" y="260888"/>
                          <a:pt x="32818" y="248404"/>
                        </a:cubicBezTo>
                        <a:cubicBezTo>
                          <a:pt x="120111" y="207474"/>
                          <a:pt x="207405" y="166448"/>
                          <a:pt x="294698" y="125517"/>
                        </a:cubicBezTo>
                        <a:cubicBezTo>
                          <a:pt x="321953" y="112747"/>
                          <a:pt x="332579" y="86826"/>
                          <a:pt x="334533" y="60571"/>
                        </a:cubicBezTo>
                        <a:cubicBezTo>
                          <a:pt x="336058" y="39796"/>
                          <a:pt x="324145" y="27026"/>
                          <a:pt x="311756" y="29647"/>
                        </a:cubicBez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pic>
          <p:nvPicPr>
            <p:cNvPr id="2680" name="Graphic 2679">
              <a:extLst>
                <a:ext uri="{FF2B5EF4-FFF2-40B4-BE49-F238E27FC236}">
                  <a16:creationId xmlns:a16="http://schemas.microsoft.com/office/drawing/2014/main" id="{E1554879-E2A6-B6D1-DC6C-0CF259E2055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982578" y="1437449"/>
              <a:ext cx="31117" cy="124974"/>
            </a:xfrm>
            <a:prstGeom prst="rect">
              <a:avLst/>
            </a:prstGeom>
          </p:spPr>
        </p:pic>
        <p:grpSp>
          <p:nvGrpSpPr>
            <p:cNvPr id="2681" name="Group 2680">
              <a:extLst>
                <a:ext uri="{FF2B5EF4-FFF2-40B4-BE49-F238E27FC236}">
                  <a16:creationId xmlns:a16="http://schemas.microsoft.com/office/drawing/2014/main" id="{1778E6F2-4FFE-44FE-9F5A-084D64D311F5}"/>
                </a:ext>
              </a:extLst>
            </p:cNvPr>
            <p:cNvGrpSpPr/>
            <p:nvPr/>
          </p:nvGrpSpPr>
          <p:grpSpPr>
            <a:xfrm flipH="1">
              <a:off x="9891809" y="1498859"/>
              <a:ext cx="95189" cy="101152"/>
              <a:chOff x="5045470" y="3843089"/>
              <a:chExt cx="1001380" cy="676326"/>
            </a:xfrm>
          </p:grpSpPr>
          <p:grpSp>
            <p:nvGrpSpPr>
              <p:cNvPr id="3520" name="Graphic 212">
                <a:extLst>
                  <a:ext uri="{FF2B5EF4-FFF2-40B4-BE49-F238E27FC236}">
                    <a16:creationId xmlns:a16="http://schemas.microsoft.com/office/drawing/2014/main" id="{0D195776-037C-7791-C079-793FD917A5C1}"/>
                  </a:ext>
                </a:extLst>
              </p:cNvPr>
              <p:cNvGrpSpPr/>
              <p:nvPr/>
            </p:nvGrpSpPr>
            <p:grpSpPr>
              <a:xfrm>
                <a:off x="5045470" y="3843089"/>
                <a:ext cx="1001380" cy="676326"/>
                <a:chOff x="4922721" y="4572452"/>
                <a:chExt cx="664364" cy="448704"/>
              </a:xfrm>
            </p:grpSpPr>
            <p:sp>
              <p:nvSpPr>
                <p:cNvPr id="3529" name="Freeform: Shape 3528">
                  <a:extLst>
                    <a:ext uri="{FF2B5EF4-FFF2-40B4-BE49-F238E27FC236}">
                      <a16:creationId xmlns:a16="http://schemas.microsoft.com/office/drawing/2014/main" id="{A686A21D-5678-22D6-F22B-3CAA4D28F8E5}"/>
                    </a:ext>
                  </a:extLst>
                </p:cNvPr>
                <p:cNvSpPr/>
                <p:nvPr/>
              </p:nvSpPr>
              <p:spPr>
                <a:xfrm>
                  <a:off x="4922741" y="4856656"/>
                  <a:ext cx="27350" cy="36230"/>
                </a:xfrm>
                <a:custGeom>
                  <a:avLst/>
                  <a:gdLst>
                    <a:gd name="connsiteX0" fmla="*/ 619 w 27350"/>
                    <a:gd name="connsiteY0" fmla="*/ 21204 h 36230"/>
                    <a:gd name="connsiteX1" fmla="*/ 0 w 27350"/>
                    <a:gd name="connsiteY1" fmla="*/ 0 h 36230"/>
                    <a:gd name="connsiteX2" fmla="*/ 27351 w 27350"/>
                    <a:gd name="connsiteY2" fmla="*/ 17678 h 36230"/>
                    <a:gd name="connsiteX3" fmla="*/ 18821 w 27350"/>
                    <a:gd name="connsiteY3" fmla="*/ 36214 h 36230"/>
                    <a:gd name="connsiteX4" fmla="*/ 619 w 27350"/>
                    <a:gd name="connsiteY4" fmla="*/ 21156 h 36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50" h="36230">
                      <a:moveTo>
                        <a:pt x="619" y="21204"/>
                      </a:moveTo>
                      <a:lnTo>
                        <a:pt x="0" y="0"/>
                      </a:lnTo>
                      <a:lnTo>
                        <a:pt x="27351" y="17678"/>
                      </a:lnTo>
                      <a:cubicBezTo>
                        <a:pt x="27351" y="17678"/>
                        <a:pt x="19679" y="36880"/>
                        <a:pt x="18821" y="36214"/>
                      </a:cubicBezTo>
                      <a:cubicBezTo>
                        <a:pt x="17964" y="35546"/>
                        <a:pt x="619" y="21156"/>
                        <a:pt x="619" y="21156"/>
                      </a:cubicBezTo>
                      <a:close/>
                    </a:path>
                  </a:pathLst>
                </a:custGeom>
                <a:solidFill>
                  <a:srgbClr val="BBC2C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0" name="Freeform: Shape 3529">
                  <a:extLst>
                    <a:ext uri="{FF2B5EF4-FFF2-40B4-BE49-F238E27FC236}">
                      <a16:creationId xmlns:a16="http://schemas.microsoft.com/office/drawing/2014/main" id="{18E2E192-A01A-ED88-C972-8A6283D24053}"/>
                    </a:ext>
                  </a:extLst>
                </p:cNvPr>
                <p:cNvSpPr/>
                <p:nvPr/>
              </p:nvSpPr>
              <p:spPr>
                <a:xfrm>
                  <a:off x="4922721" y="4637643"/>
                  <a:ext cx="664317" cy="383513"/>
                </a:xfrm>
                <a:custGeom>
                  <a:avLst/>
                  <a:gdLst>
                    <a:gd name="connsiteX0" fmla="*/ 220016 w 664317"/>
                    <a:gd name="connsiteY0" fmla="*/ 378589 h 383513"/>
                    <a:gd name="connsiteX1" fmla="*/ 8549 w 664317"/>
                    <a:gd name="connsiteY1" fmla="*/ 256512 h 383513"/>
                    <a:gd name="connsiteX2" fmla="*/ 12075 w 664317"/>
                    <a:gd name="connsiteY2" fmla="*/ 227970 h 383513"/>
                    <a:gd name="connsiteX3" fmla="*/ 394889 w 664317"/>
                    <a:gd name="connsiteY3" fmla="*/ 6973 h 383513"/>
                    <a:gd name="connsiteX4" fmla="*/ 444301 w 664317"/>
                    <a:gd name="connsiteY4" fmla="*/ 4924 h 383513"/>
                    <a:gd name="connsiteX5" fmla="*/ 655769 w 664317"/>
                    <a:gd name="connsiteY5" fmla="*/ 127001 h 383513"/>
                    <a:gd name="connsiteX6" fmla="*/ 652242 w 664317"/>
                    <a:gd name="connsiteY6" fmla="*/ 155543 h 383513"/>
                    <a:gd name="connsiteX7" fmla="*/ 269428 w 664317"/>
                    <a:gd name="connsiteY7" fmla="*/ 376541 h 383513"/>
                    <a:gd name="connsiteX8" fmla="*/ 220016 w 664317"/>
                    <a:gd name="connsiteY8" fmla="*/ 378589 h 38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317" h="383513">
                      <a:moveTo>
                        <a:pt x="220016" y="378589"/>
                      </a:moveTo>
                      <a:lnTo>
                        <a:pt x="8549" y="256512"/>
                      </a:lnTo>
                      <a:cubicBezTo>
                        <a:pt x="-4126" y="249222"/>
                        <a:pt x="-2506" y="236404"/>
                        <a:pt x="12075" y="227970"/>
                      </a:cubicBezTo>
                      <a:lnTo>
                        <a:pt x="394889" y="6973"/>
                      </a:lnTo>
                      <a:cubicBezTo>
                        <a:pt x="409517" y="-1461"/>
                        <a:pt x="431626" y="-2366"/>
                        <a:pt x="444301" y="4924"/>
                      </a:cubicBezTo>
                      <a:lnTo>
                        <a:pt x="655769" y="127001"/>
                      </a:lnTo>
                      <a:cubicBezTo>
                        <a:pt x="668443" y="134292"/>
                        <a:pt x="666823" y="147110"/>
                        <a:pt x="652242" y="155543"/>
                      </a:cubicBezTo>
                      <a:lnTo>
                        <a:pt x="269428" y="376541"/>
                      </a:lnTo>
                      <a:cubicBezTo>
                        <a:pt x="254800" y="384975"/>
                        <a:pt x="232691" y="385880"/>
                        <a:pt x="220016" y="378589"/>
                      </a:cubicBez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1" name="Freeform: Shape 3530">
                  <a:extLst>
                    <a:ext uri="{FF2B5EF4-FFF2-40B4-BE49-F238E27FC236}">
                      <a16:creationId xmlns:a16="http://schemas.microsoft.com/office/drawing/2014/main" id="{0F8D51C0-9A70-4D2E-FEBF-0267CDEB1C24}"/>
                    </a:ext>
                  </a:extLst>
                </p:cNvPr>
                <p:cNvSpPr/>
                <p:nvPr/>
              </p:nvSpPr>
              <p:spPr>
                <a:xfrm>
                  <a:off x="5165752" y="4637596"/>
                  <a:ext cx="421333" cy="383497"/>
                </a:xfrm>
                <a:custGeom>
                  <a:avLst/>
                  <a:gdLst>
                    <a:gd name="connsiteX0" fmla="*/ 0 w 421333"/>
                    <a:gd name="connsiteY0" fmla="*/ 261277 h 383497"/>
                    <a:gd name="connsiteX1" fmla="*/ 151906 w 421333"/>
                    <a:gd name="connsiteY1" fmla="*/ 6973 h 383497"/>
                    <a:gd name="connsiteX2" fmla="*/ 201318 w 421333"/>
                    <a:gd name="connsiteY2" fmla="*/ 4924 h 383497"/>
                    <a:gd name="connsiteX3" fmla="*/ 412785 w 421333"/>
                    <a:gd name="connsiteY3" fmla="*/ 127001 h 383497"/>
                    <a:gd name="connsiteX4" fmla="*/ 409259 w 421333"/>
                    <a:gd name="connsiteY4" fmla="*/ 155543 h 383497"/>
                    <a:gd name="connsiteX5" fmla="*/ 26445 w 421333"/>
                    <a:gd name="connsiteY5" fmla="*/ 376540 h 383497"/>
                    <a:gd name="connsiteX6" fmla="*/ 1000 w 421333"/>
                    <a:gd name="connsiteY6" fmla="*/ 383497 h 383497"/>
                    <a:gd name="connsiteX7" fmla="*/ 47 w 421333"/>
                    <a:gd name="connsiteY7" fmla="*/ 261277 h 38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333" h="383497">
                      <a:moveTo>
                        <a:pt x="0" y="261277"/>
                      </a:moveTo>
                      <a:lnTo>
                        <a:pt x="151906" y="6973"/>
                      </a:lnTo>
                      <a:cubicBezTo>
                        <a:pt x="166534" y="-1461"/>
                        <a:pt x="188643" y="-2366"/>
                        <a:pt x="201318" y="4924"/>
                      </a:cubicBezTo>
                      <a:lnTo>
                        <a:pt x="412785" y="127001"/>
                      </a:lnTo>
                      <a:cubicBezTo>
                        <a:pt x="425460" y="134292"/>
                        <a:pt x="423840" y="147109"/>
                        <a:pt x="409259" y="155543"/>
                      </a:cubicBezTo>
                      <a:lnTo>
                        <a:pt x="26445" y="376540"/>
                      </a:lnTo>
                      <a:cubicBezTo>
                        <a:pt x="19155" y="380781"/>
                        <a:pt x="9959" y="383116"/>
                        <a:pt x="1000" y="383497"/>
                      </a:cubicBezTo>
                      <a:lnTo>
                        <a:pt x="47" y="261277"/>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2" name="Freeform: Shape 3531">
                  <a:extLst>
                    <a:ext uri="{FF2B5EF4-FFF2-40B4-BE49-F238E27FC236}">
                      <a16:creationId xmlns:a16="http://schemas.microsoft.com/office/drawing/2014/main" id="{845E0E5A-A6D4-1726-DE46-98C1754DA65D}"/>
                    </a:ext>
                  </a:extLst>
                </p:cNvPr>
                <p:cNvSpPr/>
                <p:nvPr/>
              </p:nvSpPr>
              <p:spPr>
                <a:xfrm>
                  <a:off x="5332334" y="4752780"/>
                  <a:ext cx="254732" cy="99872"/>
                </a:xfrm>
                <a:custGeom>
                  <a:avLst/>
                  <a:gdLst>
                    <a:gd name="connsiteX0" fmla="*/ 0 w 254732"/>
                    <a:gd name="connsiteY0" fmla="*/ 61754 h 99872"/>
                    <a:gd name="connsiteX1" fmla="*/ 38834 w 254732"/>
                    <a:gd name="connsiteY1" fmla="*/ 9101 h 99872"/>
                    <a:gd name="connsiteX2" fmla="*/ 254733 w 254732"/>
                    <a:gd name="connsiteY2" fmla="*/ 0 h 99872"/>
                    <a:gd name="connsiteX3" fmla="*/ 254685 w 254732"/>
                    <a:gd name="connsiteY3" fmla="*/ 24682 h 99872"/>
                    <a:gd name="connsiteX4" fmla="*/ 18726 w 254732"/>
                    <a:gd name="connsiteY4" fmla="*/ 99873 h 99872"/>
                    <a:gd name="connsiteX5" fmla="*/ 0 w 254732"/>
                    <a:gd name="connsiteY5" fmla="*/ 61754 h 9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732" h="99872">
                      <a:moveTo>
                        <a:pt x="0" y="61754"/>
                      </a:moveTo>
                      <a:lnTo>
                        <a:pt x="38834" y="9101"/>
                      </a:lnTo>
                      <a:lnTo>
                        <a:pt x="254733" y="0"/>
                      </a:lnTo>
                      <a:lnTo>
                        <a:pt x="254685" y="24682"/>
                      </a:lnTo>
                      <a:lnTo>
                        <a:pt x="18726" y="99873"/>
                      </a:lnTo>
                      <a:lnTo>
                        <a:pt x="0" y="61754"/>
                      </a:lnTo>
                      <a:close/>
                    </a:path>
                  </a:pathLst>
                </a:custGeom>
                <a:solidFill>
                  <a:srgbClr val="A1AEB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3" name="Freeform: Shape 3532">
                  <a:extLst>
                    <a:ext uri="{FF2B5EF4-FFF2-40B4-BE49-F238E27FC236}">
                      <a16:creationId xmlns:a16="http://schemas.microsoft.com/office/drawing/2014/main" id="{54FA4278-52CC-7591-B891-16A53D54648B}"/>
                    </a:ext>
                  </a:extLst>
                </p:cNvPr>
                <p:cNvSpPr/>
                <p:nvPr/>
              </p:nvSpPr>
              <p:spPr>
                <a:xfrm>
                  <a:off x="4922721" y="4613438"/>
                  <a:ext cx="664317" cy="383513"/>
                </a:xfrm>
                <a:custGeom>
                  <a:avLst/>
                  <a:gdLst>
                    <a:gd name="connsiteX0" fmla="*/ 220016 w 664317"/>
                    <a:gd name="connsiteY0" fmla="*/ 378590 h 383513"/>
                    <a:gd name="connsiteX1" fmla="*/ 8549 w 664317"/>
                    <a:gd name="connsiteY1" fmla="*/ 256512 h 383513"/>
                    <a:gd name="connsiteX2" fmla="*/ 12075 w 664317"/>
                    <a:gd name="connsiteY2" fmla="*/ 227970 h 383513"/>
                    <a:gd name="connsiteX3" fmla="*/ 394889 w 664317"/>
                    <a:gd name="connsiteY3" fmla="*/ 6973 h 383513"/>
                    <a:gd name="connsiteX4" fmla="*/ 444301 w 664317"/>
                    <a:gd name="connsiteY4" fmla="*/ 4924 h 383513"/>
                    <a:gd name="connsiteX5" fmla="*/ 655769 w 664317"/>
                    <a:gd name="connsiteY5" fmla="*/ 127001 h 383513"/>
                    <a:gd name="connsiteX6" fmla="*/ 652242 w 664317"/>
                    <a:gd name="connsiteY6" fmla="*/ 155544 h 383513"/>
                    <a:gd name="connsiteX7" fmla="*/ 269428 w 664317"/>
                    <a:gd name="connsiteY7" fmla="*/ 376540 h 383513"/>
                    <a:gd name="connsiteX8" fmla="*/ 220016 w 664317"/>
                    <a:gd name="connsiteY8" fmla="*/ 378590 h 38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317" h="383513">
                      <a:moveTo>
                        <a:pt x="220016" y="378590"/>
                      </a:moveTo>
                      <a:lnTo>
                        <a:pt x="8549" y="256512"/>
                      </a:lnTo>
                      <a:cubicBezTo>
                        <a:pt x="-4126" y="249222"/>
                        <a:pt x="-2506" y="236404"/>
                        <a:pt x="12075" y="227970"/>
                      </a:cubicBezTo>
                      <a:lnTo>
                        <a:pt x="394889" y="6973"/>
                      </a:lnTo>
                      <a:cubicBezTo>
                        <a:pt x="409517" y="-1461"/>
                        <a:pt x="431626" y="-2366"/>
                        <a:pt x="444301" y="4924"/>
                      </a:cubicBezTo>
                      <a:lnTo>
                        <a:pt x="655769" y="127001"/>
                      </a:lnTo>
                      <a:cubicBezTo>
                        <a:pt x="668443" y="134292"/>
                        <a:pt x="666823" y="147109"/>
                        <a:pt x="652242" y="155544"/>
                      </a:cubicBezTo>
                      <a:lnTo>
                        <a:pt x="269428" y="376540"/>
                      </a:lnTo>
                      <a:cubicBezTo>
                        <a:pt x="254800" y="384974"/>
                        <a:pt x="232691" y="385880"/>
                        <a:pt x="220016" y="378590"/>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4" name="Freeform: Shape 3533">
                  <a:extLst>
                    <a:ext uri="{FF2B5EF4-FFF2-40B4-BE49-F238E27FC236}">
                      <a16:creationId xmlns:a16="http://schemas.microsoft.com/office/drawing/2014/main" id="{0C1F4787-B0DF-E484-9177-44138A33928F}"/>
                    </a:ext>
                  </a:extLst>
                </p:cNvPr>
                <p:cNvSpPr/>
                <p:nvPr/>
              </p:nvSpPr>
              <p:spPr>
                <a:xfrm>
                  <a:off x="5024174" y="4900598"/>
                  <a:ext cx="71736" cy="41388"/>
                </a:xfrm>
                <a:custGeom>
                  <a:avLst/>
                  <a:gdLst>
                    <a:gd name="connsiteX0" fmla="*/ 60002 w 71736"/>
                    <a:gd name="connsiteY0" fmla="*/ 40445 h 41388"/>
                    <a:gd name="connsiteX1" fmla="*/ 1632 w 71736"/>
                    <a:gd name="connsiteY1" fmla="*/ 6757 h 41388"/>
                    <a:gd name="connsiteX2" fmla="*/ 2299 w 71736"/>
                    <a:gd name="connsiteY2" fmla="*/ 1325 h 41388"/>
                    <a:gd name="connsiteX3" fmla="*/ 2299 w 71736"/>
                    <a:gd name="connsiteY3" fmla="*/ 1325 h 41388"/>
                    <a:gd name="connsiteX4" fmla="*/ 11734 w 71736"/>
                    <a:gd name="connsiteY4" fmla="*/ 944 h 41388"/>
                    <a:gd name="connsiteX5" fmla="*/ 70104 w 71736"/>
                    <a:gd name="connsiteY5" fmla="*/ 34632 h 41388"/>
                    <a:gd name="connsiteX6" fmla="*/ 69437 w 71736"/>
                    <a:gd name="connsiteY6" fmla="*/ 40064 h 41388"/>
                    <a:gd name="connsiteX7" fmla="*/ 69437 w 71736"/>
                    <a:gd name="connsiteY7" fmla="*/ 40064 h 41388"/>
                    <a:gd name="connsiteX8" fmla="*/ 60002 w 71736"/>
                    <a:gd name="connsiteY8" fmla="*/ 40445 h 4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36" h="41388">
                      <a:moveTo>
                        <a:pt x="60002" y="40445"/>
                      </a:moveTo>
                      <a:lnTo>
                        <a:pt x="1632" y="6757"/>
                      </a:lnTo>
                      <a:cubicBezTo>
                        <a:pt x="-798" y="5375"/>
                        <a:pt x="-465" y="2897"/>
                        <a:pt x="2299" y="1325"/>
                      </a:cubicBezTo>
                      <a:lnTo>
                        <a:pt x="2299" y="1325"/>
                      </a:lnTo>
                      <a:cubicBezTo>
                        <a:pt x="5063" y="-295"/>
                        <a:pt x="9304" y="-438"/>
                        <a:pt x="11734" y="944"/>
                      </a:cubicBezTo>
                      <a:lnTo>
                        <a:pt x="70104" y="34632"/>
                      </a:lnTo>
                      <a:cubicBezTo>
                        <a:pt x="72534" y="36014"/>
                        <a:pt x="72201" y="38491"/>
                        <a:pt x="69437" y="40064"/>
                      </a:cubicBezTo>
                      <a:lnTo>
                        <a:pt x="69437" y="40064"/>
                      </a:lnTo>
                      <a:cubicBezTo>
                        <a:pt x="66673" y="41684"/>
                        <a:pt x="62433" y="41827"/>
                        <a:pt x="60002" y="40445"/>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5" name="Freeform: Shape 3534">
                  <a:extLst>
                    <a:ext uri="{FF2B5EF4-FFF2-40B4-BE49-F238E27FC236}">
                      <a16:creationId xmlns:a16="http://schemas.microsoft.com/office/drawing/2014/main" id="{419F1C94-2022-B437-3E0B-C2FBC258339D}"/>
                    </a:ext>
                  </a:extLst>
                </p:cNvPr>
                <p:cNvSpPr/>
                <p:nvPr/>
              </p:nvSpPr>
              <p:spPr>
                <a:xfrm>
                  <a:off x="5235701" y="4955821"/>
                  <a:ext cx="28065" cy="20569"/>
                </a:xfrm>
                <a:custGeom>
                  <a:avLst/>
                  <a:gdLst>
                    <a:gd name="connsiteX0" fmla="*/ 2478 w 28065"/>
                    <a:gd name="connsiteY0" fmla="*/ 20291 h 20569"/>
                    <a:gd name="connsiteX1" fmla="*/ 25588 w 28065"/>
                    <a:gd name="connsiteY1" fmla="*/ 6949 h 20569"/>
                    <a:gd name="connsiteX2" fmla="*/ 28065 w 28065"/>
                    <a:gd name="connsiteY2" fmla="*/ 2184 h 20569"/>
                    <a:gd name="connsiteX3" fmla="*/ 28065 w 28065"/>
                    <a:gd name="connsiteY3" fmla="*/ 2184 h 20569"/>
                    <a:gd name="connsiteX4" fmla="*/ 25588 w 28065"/>
                    <a:gd name="connsiteY4" fmla="*/ 278 h 20569"/>
                    <a:gd name="connsiteX5" fmla="*/ 2478 w 28065"/>
                    <a:gd name="connsiteY5" fmla="*/ 13620 h 20569"/>
                    <a:gd name="connsiteX6" fmla="*/ 0 w 28065"/>
                    <a:gd name="connsiteY6" fmla="*/ 18385 h 20569"/>
                    <a:gd name="connsiteX7" fmla="*/ 0 w 28065"/>
                    <a:gd name="connsiteY7" fmla="*/ 18385 h 20569"/>
                    <a:gd name="connsiteX8" fmla="*/ 2478 w 28065"/>
                    <a:gd name="connsiteY8" fmla="*/ 20291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5" h="20569">
                      <a:moveTo>
                        <a:pt x="2478" y="20291"/>
                      </a:moveTo>
                      <a:lnTo>
                        <a:pt x="25588" y="6949"/>
                      </a:lnTo>
                      <a:cubicBezTo>
                        <a:pt x="26969" y="6139"/>
                        <a:pt x="28065" y="3995"/>
                        <a:pt x="28065" y="2184"/>
                      </a:cubicBezTo>
                      <a:lnTo>
                        <a:pt x="28065" y="2184"/>
                      </a:lnTo>
                      <a:cubicBezTo>
                        <a:pt x="28065" y="374"/>
                        <a:pt x="26922" y="-484"/>
                        <a:pt x="25588" y="278"/>
                      </a:cubicBezTo>
                      <a:lnTo>
                        <a:pt x="2478" y="13620"/>
                      </a:lnTo>
                      <a:cubicBezTo>
                        <a:pt x="1096" y="14430"/>
                        <a:pt x="0" y="16575"/>
                        <a:pt x="0" y="18385"/>
                      </a:cubicBezTo>
                      <a:lnTo>
                        <a:pt x="0" y="18385"/>
                      </a:lnTo>
                      <a:cubicBezTo>
                        <a:pt x="0" y="20196"/>
                        <a:pt x="1144" y="21053"/>
                        <a:pt x="2478" y="20291"/>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6" name="Freeform: Shape 3535">
                  <a:extLst>
                    <a:ext uri="{FF2B5EF4-FFF2-40B4-BE49-F238E27FC236}">
                      <a16:creationId xmlns:a16="http://schemas.microsoft.com/office/drawing/2014/main" id="{E2FEB9FF-E54B-8628-4673-BD90D1CDC1FF}"/>
                    </a:ext>
                  </a:extLst>
                </p:cNvPr>
                <p:cNvSpPr/>
                <p:nvPr/>
              </p:nvSpPr>
              <p:spPr>
                <a:xfrm>
                  <a:off x="5202918" y="4976406"/>
                  <a:ext cx="28065" cy="20569"/>
                </a:xfrm>
                <a:custGeom>
                  <a:avLst/>
                  <a:gdLst>
                    <a:gd name="connsiteX0" fmla="*/ 2478 w 28065"/>
                    <a:gd name="connsiteY0" fmla="*/ 20291 h 20569"/>
                    <a:gd name="connsiteX1" fmla="*/ 25588 w 28065"/>
                    <a:gd name="connsiteY1" fmla="*/ 6949 h 20569"/>
                    <a:gd name="connsiteX2" fmla="*/ 28065 w 28065"/>
                    <a:gd name="connsiteY2" fmla="*/ 2184 h 20569"/>
                    <a:gd name="connsiteX3" fmla="*/ 28065 w 28065"/>
                    <a:gd name="connsiteY3" fmla="*/ 2184 h 20569"/>
                    <a:gd name="connsiteX4" fmla="*/ 25588 w 28065"/>
                    <a:gd name="connsiteY4" fmla="*/ 278 h 20569"/>
                    <a:gd name="connsiteX5" fmla="*/ 2478 w 28065"/>
                    <a:gd name="connsiteY5" fmla="*/ 13620 h 20569"/>
                    <a:gd name="connsiteX6" fmla="*/ 0 w 28065"/>
                    <a:gd name="connsiteY6" fmla="*/ 18385 h 20569"/>
                    <a:gd name="connsiteX7" fmla="*/ 0 w 28065"/>
                    <a:gd name="connsiteY7" fmla="*/ 18385 h 20569"/>
                    <a:gd name="connsiteX8" fmla="*/ 2478 w 28065"/>
                    <a:gd name="connsiteY8" fmla="*/ 20291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5" h="20569">
                      <a:moveTo>
                        <a:pt x="2478" y="20291"/>
                      </a:moveTo>
                      <a:lnTo>
                        <a:pt x="25588" y="6949"/>
                      </a:lnTo>
                      <a:cubicBezTo>
                        <a:pt x="26969" y="6139"/>
                        <a:pt x="28065" y="3995"/>
                        <a:pt x="28065" y="2184"/>
                      </a:cubicBezTo>
                      <a:lnTo>
                        <a:pt x="28065" y="2184"/>
                      </a:lnTo>
                      <a:cubicBezTo>
                        <a:pt x="28065" y="374"/>
                        <a:pt x="26922" y="-484"/>
                        <a:pt x="25588" y="278"/>
                      </a:cubicBezTo>
                      <a:lnTo>
                        <a:pt x="2478" y="13620"/>
                      </a:lnTo>
                      <a:cubicBezTo>
                        <a:pt x="1096" y="14430"/>
                        <a:pt x="0" y="16574"/>
                        <a:pt x="0" y="18385"/>
                      </a:cubicBezTo>
                      <a:lnTo>
                        <a:pt x="0" y="18385"/>
                      </a:lnTo>
                      <a:cubicBezTo>
                        <a:pt x="0" y="20196"/>
                        <a:pt x="1144" y="21053"/>
                        <a:pt x="2478" y="20291"/>
                      </a:cubicBezTo>
                      <a:close/>
                    </a:path>
                  </a:pathLst>
                </a:custGeom>
                <a:solidFill>
                  <a:srgbClr val="5357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7" name="Freeform: Shape 3536">
                  <a:extLst>
                    <a:ext uri="{FF2B5EF4-FFF2-40B4-BE49-F238E27FC236}">
                      <a16:creationId xmlns:a16="http://schemas.microsoft.com/office/drawing/2014/main" id="{FE14ED69-5CA8-170F-DE3A-411270177214}"/>
                    </a:ext>
                  </a:extLst>
                </p:cNvPr>
                <p:cNvSpPr/>
                <p:nvPr/>
              </p:nvSpPr>
              <p:spPr>
                <a:xfrm>
                  <a:off x="4989843" y="4637588"/>
                  <a:ext cx="539842" cy="321156"/>
                </a:xfrm>
                <a:custGeom>
                  <a:avLst/>
                  <a:gdLst>
                    <a:gd name="connsiteX0" fmla="*/ 327529 w 539842"/>
                    <a:gd name="connsiteY0" fmla="*/ 1501 h 321156"/>
                    <a:gd name="connsiteX1" fmla="*/ 5611 w 539842"/>
                    <a:gd name="connsiteY1" fmla="*/ 187333 h 321156"/>
                    <a:gd name="connsiteX2" fmla="*/ 5611 w 539842"/>
                    <a:gd name="connsiteY2" fmla="*/ 206822 h 321156"/>
                    <a:gd name="connsiteX3" fmla="*/ 201068 w 539842"/>
                    <a:gd name="connsiteY3" fmla="*/ 319655 h 321156"/>
                    <a:gd name="connsiteX4" fmla="*/ 212313 w 539842"/>
                    <a:gd name="connsiteY4" fmla="*/ 319655 h 321156"/>
                    <a:gd name="connsiteX5" fmla="*/ 534231 w 539842"/>
                    <a:gd name="connsiteY5" fmla="*/ 133823 h 321156"/>
                    <a:gd name="connsiteX6" fmla="*/ 534231 w 539842"/>
                    <a:gd name="connsiteY6" fmla="*/ 114335 h 321156"/>
                    <a:gd name="connsiteX7" fmla="*/ 338774 w 539842"/>
                    <a:gd name="connsiteY7" fmla="*/ 1501 h 321156"/>
                    <a:gd name="connsiteX8" fmla="*/ 327529 w 539842"/>
                    <a:gd name="connsiteY8" fmla="*/ 1501 h 32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42" h="321156">
                      <a:moveTo>
                        <a:pt x="327529" y="1501"/>
                      </a:moveTo>
                      <a:lnTo>
                        <a:pt x="5611" y="187333"/>
                      </a:lnTo>
                      <a:cubicBezTo>
                        <a:pt x="-1870" y="191669"/>
                        <a:pt x="-1870" y="202486"/>
                        <a:pt x="5611" y="206822"/>
                      </a:cubicBezTo>
                      <a:lnTo>
                        <a:pt x="201068" y="319655"/>
                      </a:lnTo>
                      <a:cubicBezTo>
                        <a:pt x="204546" y="321656"/>
                        <a:pt x="208835" y="321656"/>
                        <a:pt x="212313" y="319655"/>
                      </a:cubicBezTo>
                      <a:lnTo>
                        <a:pt x="534231" y="133823"/>
                      </a:lnTo>
                      <a:cubicBezTo>
                        <a:pt x="541712" y="129487"/>
                        <a:pt x="541712" y="118670"/>
                        <a:pt x="534231" y="114335"/>
                      </a:cubicBezTo>
                      <a:lnTo>
                        <a:pt x="338774" y="1501"/>
                      </a:lnTo>
                      <a:cubicBezTo>
                        <a:pt x="335296" y="-500"/>
                        <a:pt x="331008" y="-500"/>
                        <a:pt x="327529" y="1501"/>
                      </a:cubicBezTo>
                      <a:close/>
                    </a:path>
                  </a:pathLst>
                </a:custGeom>
                <a:gradFill>
                  <a:gsLst>
                    <a:gs pos="0">
                      <a:srgbClr val="586A6C"/>
                    </a:gs>
                    <a:gs pos="50000">
                      <a:srgbClr val="73878A"/>
                    </a:gs>
                    <a:gs pos="100000">
                      <a:srgbClr val="8EA4A9"/>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38" name="Freeform: Shape 3537">
                  <a:extLst>
                    <a:ext uri="{FF2B5EF4-FFF2-40B4-BE49-F238E27FC236}">
                      <a16:creationId xmlns:a16="http://schemas.microsoft.com/office/drawing/2014/main" id="{91CDF45F-09C4-983F-13E8-19E978FF1874}"/>
                    </a:ext>
                  </a:extLst>
                </p:cNvPr>
                <p:cNvSpPr/>
                <p:nvPr/>
              </p:nvSpPr>
              <p:spPr>
                <a:xfrm>
                  <a:off x="4989223" y="4572452"/>
                  <a:ext cx="539841" cy="321155"/>
                </a:xfrm>
                <a:custGeom>
                  <a:avLst/>
                  <a:gdLst>
                    <a:gd name="connsiteX0" fmla="*/ 327529 w 539841"/>
                    <a:gd name="connsiteY0" fmla="*/ 1501 h 321155"/>
                    <a:gd name="connsiteX1" fmla="*/ 5611 w 539841"/>
                    <a:gd name="connsiteY1" fmla="*/ 187333 h 321155"/>
                    <a:gd name="connsiteX2" fmla="*/ 5611 w 539841"/>
                    <a:gd name="connsiteY2" fmla="*/ 206822 h 321155"/>
                    <a:gd name="connsiteX3" fmla="*/ 201068 w 539841"/>
                    <a:gd name="connsiteY3" fmla="*/ 319655 h 321155"/>
                    <a:gd name="connsiteX4" fmla="*/ 212313 w 539841"/>
                    <a:gd name="connsiteY4" fmla="*/ 319655 h 321155"/>
                    <a:gd name="connsiteX5" fmla="*/ 534231 w 539841"/>
                    <a:gd name="connsiteY5" fmla="*/ 133823 h 321155"/>
                    <a:gd name="connsiteX6" fmla="*/ 534231 w 539841"/>
                    <a:gd name="connsiteY6" fmla="*/ 114335 h 321155"/>
                    <a:gd name="connsiteX7" fmla="*/ 338774 w 539841"/>
                    <a:gd name="connsiteY7" fmla="*/ 1501 h 321155"/>
                    <a:gd name="connsiteX8" fmla="*/ 327529 w 539841"/>
                    <a:gd name="connsiteY8" fmla="*/ 1501 h 3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9841" h="321155">
                      <a:moveTo>
                        <a:pt x="327529" y="1501"/>
                      </a:moveTo>
                      <a:lnTo>
                        <a:pt x="5611" y="187333"/>
                      </a:lnTo>
                      <a:cubicBezTo>
                        <a:pt x="-1870" y="191669"/>
                        <a:pt x="-1870" y="202486"/>
                        <a:pt x="5611" y="206822"/>
                      </a:cubicBezTo>
                      <a:lnTo>
                        <a:pt x="201068" y="319655"/>
                      </a:lnTo>
                      <a:cubicBezTo>
                        <a:pt x="204546" y="321656"/>
                        <a:pt x="208835" y="321656"/>
                        <a:pt x="212313" y="319655"/>
                      </a:cubicBezTo>
                      <a:lnTo>
                        <a:pt x="534231" y="133823"/>
                      </a:lnTo>
                      <a:cubicBezTo>
                        <a:pt x="541712" y="129487"/>
                        <a:pt x="541712" y="118670"/>
                        <a:pt x="534231" y="114335"/>
                      </a:cubicBezTo>
                      <a:lnTo>
                        <a:pt x="338774" y="1501"/>
                      </a:lnTo>
                      <a:cubicBezTo>
                        <a:pt x="335296" y="-500"/>
                        <a:pt x="331007" y="-500"/>
                        <a:pt x="327529" y="1501"/>
                      </a:cubicBezTo>
                      <a:close/>
                    </a:path>
                  </a:pathLst>
                </a:custGeom>
                <a:solidFill>
                  <a:srgbClr val="8EA4A9">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521" name="Freeform: Shape 3520">
                <a:extLst>
                  <a:ext uri="{FF2B5EF4-FFF2-40B4-BE49-F238E27FC236}">
                    <a16:creationId xmlns:a16="http://schemas.microsoft.com/office/drawing/2014/main" id="{E3E1E7C1-005F-1FB1-F6C6-68D493BE851D}"/>
                  </a:ext>
                </a:extLst>
              </p:cNvPr>
              <p:cNvSpPr/>
              <p:nvPr/>
            </p:nvSpPr>
            <p:spPr>
              <a:xfrm>
                <a:off x="5245171" y="3889818"/>
                <a:ext cx="628721" cy="374080"/>
              </a:xfrm>
              <a:custGeom>
                <a:avLst/>
                <a:gdLst>
                  <a:gd name="connsiteX0" fmla="*/ 253089 w 417121"/>
                  <a:gd name="connsiteY0" fmla="*/ 1179 h 248181"/>
                  <a:gd name="connsiteX1" fmla="*/ 4360 w 417121"/>
                  <a:gd name="connsiteY1" fmla="*/ 144746 h 248181"/>
                  <a:gd name="connsiteX2" fmla="*/ 4360 w 417121"/>
                  <a:gd name="connsiteY2" fmla="*/ 159804 h 248181"/>
                  <a:gd name="connsiteX3" fmla="*/ 155360 w 417121"/>
                  <a:gd name="connsiteY3" fmla="*/ 247002 h 248181"/>
                  <a:gd name="connsiteX4" fmla="*/ 164032 w 417121"/>
                  <a:gd name="connsiteY4" fmla="*/ 247002 h 248181"/>
                  <a:gd name="connsiteX5" fmla="*/ 412762 w 417121"/>
                  <a:gd name="connsiteY5" fmla="*/ 103435 h 248181"/>
                  <a:gd name="connsiteX6" fmla="*/ 412762 w 417121"/>
                  <a:gd name="connsiteY6" fmla="*/ 88378 h 248181"/>
                  <a:gd name="connsiteX7" fmla="*/ 261761 w 417121"/>
                  <a:gd name="connsiteY7" fmla="*/ 1179 h 248181"/>
                  <a:gd name="connsiteX8" fmla="*/ 253089 w 417121"/>
                  <a:gd name="connsiteY8" fmla="*/ 1179 h 24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121" h="248181">
                    <a:moveTo>
                      <a:pt x="253089" y="1179"/>
                    </a:moveTo>
                    <a:lnTo>
                      <a:pt x="4360" y="144746"/>
                    </a:lnTo>
                    <a:cubicBezTo>
                      <a:pt x="-1453" y="148082"/>
                      <a:pt x="-1453" y="156468"/>
                      <a:pt x="4360" y="159804"/>
                    </a:cubicBezTo>
                    <a:lnTo>
                      <a:pt x="155360" y="247002"/>
                    </a:lnTo>
                    <a:cubicBezTo>
                      <a:pt x="158029" y="248574"/>
                      <a:pt x="161364" y="248574"/>
                      <a:pt x="164032" y="247002"/>
                    </a:cubicBezTo>
                    <a:lnTo>
                      <a:pt x="412762" y="103435"/>
                    </a:lnTo>
                    <a:cubicBezTo>
                      <a:pt x="418575" y="100099"/>
                      <a:pt x="418575" y="91713"/>
                      <a:pt x="412762" y="88378"/>
                    </a:cubicBezTo>
                    <a:lnTo>
                      <a:pt x="261761" y="1179"/>
                    </a:lnTo>
                    <a:cubicBezTo>
                      <a:pt x="259093" y="-393"/>
                      <a:pt x="255757" y="-393"/>
                      <a:pt x="253089" y="1179"/>
                    </a:cubicBezTo>
                    <a:close/>
                  </a:path>
                </a:pathLst>
              </a:custGeom>
              <a:solidFill>
                <a:srgbClr val="F2F2F3">
                  <a:alpha val="64000"/>
                </a:srgbClr>
              </a:solidFill>
              <a:ln w="2381" cap="flat">
                <a:solidFill>
                  <a:srgbClr val="8EA4A9">
                    <a:alpha val="64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2" name="Freeform: Shape 3521">
                <a:extLst>
                  <a:ext uri="{FF2B5EF4-FFF2-40B4-BE49-F238E27FC236}">
                    <a16:creationId xmlns:a16="http://schemas.microsoft.com/office/drawing/2014/main" id="{3CF29CAE-8862-4C4E-B5D3-C6A32545003F}"/>
                  </a:ext>
                </a:extLst>
              </p:cNvPr>
              <p:cNvSpPr/>
              <p:nvPr/>
            </p:nvSpPr>
            <p:spPr>
              <a:xfrm>
                <a:off x="5284206" y="4088459"/>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3" name="Freeform: Shape 3522">
                <a:extLst>
                  <a:ext uri="{FF2B5EF4-FFF2-40B4-BE49-F238E27FC236}">
                    <a16:creationId xmlns:a16="http://schemas.microsoft.com/office/drawing/2014/main" id="{BAC76275-D4A4-47FE-C896-7BDBA7F5AE69}"/>
                  </a:ext>
                </a:extLst>
              </p:cNvPr>
              <p:cNvSpPr/>
              <p:nvPr/>
            </p:nvSpPr>
            <p:spPr>
              <a:xfrm>
                <a:off x="5336276" y="4057001"/>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4" name="Freeform: Shape 3523">
                <a:extLst>
                  <a:ext uri="{FF2B5EF4-FFF2-40B4-BE49-F238E27FC236}">
                    <a16:creationId xmlns:a16="http://schemas.microsoft.com/office/drawing/2014/main" id="{1AA8662C-85D2-79AF-3192-6B5012E96C33}"/>
                  </a:ext>
                </a:extLst>
              </p:cNvPr>
              <p:cNvSpPr/>
              <p:nvPr/>
            </p:nvSpPr>
            <p:spPr>
              <a:xfrm>
                <a:off x="5388275" y="4026404"/>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5" name="Freeform: Shape 3524">
                <a:extLst>
                  <a:ext uri="{FF2B5EF4-FFF2-40B4-BE49-F238E27FC236}">
                    <a16:creationId xmlns:a16="http://schemas.microsoft.com/office/drawing/2014/main" id="{9CAEAED5-A172-AFF8-DC73-0620EEAB7462}"/>
                  </a:ext>
                </a:extLst>
              </p:cNvPr>
              <p:cNvSpPr/>
              <p:nvPr/>
            </p:nvSpPr>
            <p:spPr>
              <a:xfrm>
                <a:off x="5440274" y="3996527"/>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6" name="Freeform: Shape 3525">
                <a:extLst>
                  <a:ext uri="{FF2B5EF4-FFF2-40B4-BE49-F238E27FC236}">
                    <a16:creationId xmlns:a16="http://schemas.microsoft.com/office/drawing/2014/main" id="{B26A82C4-A4BA-E834-F292-4D4C60E220DD}"/>
                  </a:ext>
                </a:extLst>
              </p:cNvPr>
              <p:cNvSpPr/>
              <p:nvPr/>
            </p:nvSpPr>
            <p:spPr>
              <a:xfrm>
                <a:off x="5492344" y="3966865"/>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7" name="Freeform: Shape 3526">
                <a:extLst>
                  <a:ext uri="{FF2B5EF4-FFF2-40B4-BE49-F238E27FC236}">
                    <a16:creationId xmlns:a16="http://schemas.microsoft.com/office/drawing/2014/main" id="{3858B391-044E-0957-697F-A069CFFDD8DB}"/>
                  </a:ext>
                </a:extLst>
              </p:cNvPr>
              <p:cNvSpPr/>
              <p:nvPr/>
            </p:nvSpPr>
            <p:spPr>
              <a:xfrm>
                <a:off x="5544342" y="3937131"/>
                <a:ext cx="252020" cy="148024"/>
              </a:xfrm>
              <a:custGeom>
                <a:avLst/>
                <a:gdLst>
                  <a:gd name="connsiteX0" fmla="*/ 0 w 167201"/>
                  <a:gd name="connsiteY0" fmla="*/ 0 h 98205"/>
                  <a:gd name="connsiteX1" fmla="*/ 167201 w 167201"/>
                  <a:gd name="connsiteY1" fmla="*/ 98205 h 98205"/>
                </a:gdLst>
                <a:ahLst/>
                <a:cxnLst>
                  <a:cxn ang="0">
                    <a:pos x="connsiteX0" y="connsiteY0"/>
                  </a:cxn>
                  <a:cxn ang="0">
                    <a:pos x="connsiteX1" y="connsiteY1"/>
                  </a:cxn>
                </a:cxnLst>
                <a:rect l="l" t="t" r="r" b="b"/>
                <a:pathLst>
                  <a:path w="167201" h="98205">
                    <a:moveTo>
                      <a:pt x="0" y="0"/>
                    </a:moveTo>
                    <a:lnTo>
                      <a:pt x="167201"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28" name="Freeform: Shape 3527">
                <a:extLst>
                  <a:ext uri="{FF2B5EF4-FFF2-40B4-BE49-F238E27FC236}">
                    <a16:creationId xmlns:a16="http://schemas.microsoft.com/office/drawing/2014/main" id="{72A130D4-1498-0ED6-B80B-56C280521E73}"/>
                  </a:ext>
                </a:extLst>
              </p:cNvPr>
              <p:cNvSpPr/>
              <p:nvPr/>
            </p:nvSpPr>
            <p:spPr>
              <a:xfrm>
                <a:off x="5596341" y="3908332"/>
                <a:ext cx="252091" cy="148024"/>
              </a:xfrm>
              <a:custGeom>
                <a:avLst/>
                <a:gdLst>
                  <a:gd name="connsiteX0" fmla="*/ 0 w 167248"/>
                  <a:gd name="connsiteY0" fmla="*/ 0 h 98205"/>
                  <a:gd name="connsiteX1" fmla="*/ 167249 w 167248"/>
                  <a:gd name="connsiteY1" fmla="*/ 98205 h 98205"/>
                </a:gdLst>
                <a:ahLst/>
                <a:cxnLst>
                  <a:cxn ang="0">
                    <a:pos x="connsiteX0" y="connsiteY0"/>
                  </a:cxn>
                  <a:cxn ang="0">
                    <a:pos x="connsiteX1" y="connsiteY1"/>
                  </a:cxn>
                </a:cxnLst>
                <a:rect l="l" t="t" r="r" b="b"/>
                <a:pathLst>
                  <a:path w="167248" h="98205">
                    <a:moveTo>
                      <a:pt x="0" y="0"/>
                    </a:moveTo>
                    <a:lnTo>
                      <a:pt x="167249" y="98205"/>
                    </a:lnTo>
                  </a:path>
                </a:pathLst>
              </a:custGeom>
              <a:ln w="2381" cap="flat">
                <a:solidFill>
                  <a:srgbClr val="8EA4A9"/>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pic>
          <p:nvPicPr>
            <p:cNvPr id="2682" name="Graphic 2681">
              <a:extLst>
                <a:ext uri="{FF2B5EF4-FFF2-40B4-BE49-F238E27FC236}">
                  <a16:creationId xmlns:a16="http://schemas.microsoft.com/office/drawing/2014/main" id="{208F6D50-0FD1-86AD-80DE-62793A47FF9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884493" y="1424623"/>
              <a:ext cx="86132" cy="56307"/>
            </a:xfrm>
            <a:prstGeom prst="rect">
              <a:avLst/>
            </a:prstGeom>
          </p:spPr>
        </p:pic>
        <p:pic>
          <p:nvPicPr>
            <p:cNvPr id="2683" name="Graphic 2682">
              <a:extLst>
                <a:ext uri="{FF2B5EF4-FFF2-40B4-BE49-F238E27FC236}">
                  <a16:creationId xmlns:a16="http://schemas.microsoft.com/office/drawing/2014/main" id="{7B6CEBBE-F703-E655-C906-61AF5377BD5A}"/>
                </a:ext>
              </a:extLst>
            </p:cNvPr>
            <p:cNvPicPr>
              <a:picLocks/>
            </p:cNvPicPr>
            <p:nvPr/>
          </p:nvPicPr>
          <p:blipFill>
            <a:blip r:embed="rId21">
              <a:extLst>
                <a:ext uri="{96DAC541-7B7A-43D3-8B79-37D633B846F1}">
                  <asvg:svgBlip xmlns:asvg="http://schemas.microsoft.com/office/drawing/2016/SVG/main" r:embed="rId22"/>
                </a:ext>
              </a:extLst>
            </a:blip>
            <a:stretch>
              <a:fillRect/>
            </a:stretch>
          </p:blipFill>
          <p:spPr>
            <a:xfrm>
              <a:off x="9816081" y="1376727"/>
              <a:ext cx="88054" cy="181682"/>
            </a:xfrm>
            <a:prstGeom prst="rect">
              <a:avLst/>
            </a:prstGeom>
          </p:spPr>
        </p:pic>
        <p:grpSp>
          <p:nvGrpSpPr>
            <p:cNvPr id="2684" name="Group 2683">
              <a:extLst>
                <a:ext uri="{FF2B5EF4-FFF2-40B4-BE49-F238E27FC236}">
                  <a16:creationId xmlns:a16="http://schemas.microsoft.com/office/drawing/2014/main" id="{7BF26465-C1A9-02E2-56CB-68FEC984C805}"/>
                </a:ext>
              </a:extLst>
            </p:cNvPr>
            <p:cNvGrpSpPr/>
            <p:nvPr/>
          </p:nvGrpSpPr>
          <p:grpSpPr>
            <a:xfrm>
              <a:off x="9880074" y="1280946"/>
              <a:ext cx="100967" cy="173212"/>
              <a:chOff x="4596529" y="2639621"/>
              <a:chExt cx="820041" cy="894130"/>
            </a:xfrm>
          </p:grpSpPr>
          <p:grpSp>
            <p:nvGrpSpPr>
              <p:cNvPr id="3455" name="Group 3454">
                <a:extLst>
                  <a:ext uri="{FF2B5EF4-FFF2-40B4-BE49-F238E27FC236}">
                    <a16:creationId xmlns:a16="http://schemas.microsoft.com/office/drawing/2014/main" id="{2EBE535B-6021-F356-93D5-D1F5901FED8B}"/>
                  </a:ext>
                </a:extLst>
              </p:cNvPr>
              <p:cNvGrpSpPr/>
              <p:nvPr/>
            </p:nvGrpSpPr>
            <p:grpSpPr>
              <a:xfrm>
                <a:off x="4596529" y="2639621"/>
                <a:ext cx="820041" cy="894130"/>
                <a:chOff x="3778638" y="2566823"/>
                <a:chExt cx="1072788" cy="1169706"/>
              </a:xfrm>
            </p:grpSpPr>
            <p:sp>
              <p:nvSpPr>
                <p:cNvPr id="3460" name="Freeform: Shape 3459">
                  <a:extLst>
                    <a:ext uri="{FF2B5EF4-FFF2-40B4-BE49-F238E27FC236}">
                      <a16:creationId xmlns:a16="http://schemas.microsoft.com/office/drawing/2014/main" id="{125711C1-295B-7766-C373-DC9DB3761FFF}"/>
                    </a:ext>
                  </a:extLst>
                </p:cNvPr>
                <p:cNvSpPr/>
                <p:nvPr/>
              </p:nvSpPr>
              <p:spPr>
                <a:xfrm>
                  <a:off x="3780440" y="3071227"/>
                  <a:ext cx="1070986" cy="620318"/>
                </a:xfrm>
                <a:custGeom>
                  <a:avLst/>
                  <a:gdLst>
                    <a:gd name="connsiteX0" fmla="*/ 698097 w 710539"/>
                    <a:gd name="connsiteY0" fmla="*/ 188453 h 411546"/>
                    <a:gd name="connsiteX1" fmla="*/ 698288 w 710539"/>
                    <a:gd name="connsiteY1" fmla="*/ 223046 h 411546"/>
                    <a:gd name="connsiteX2" fmla="*/ 386233 w 710539"/>
                    <a:gd name="connsiteY2" fmla="*/ 404399 h 411546"/>
                    <a:gd name="connsiteX3" fmla="*/ 326529 w 710539"/>
                    <a:gd name="connsiteY3" fmla="*/ 404399 h 411546"/>
                    <a:gd name="connsiteX4" fmla="*/ 12425 w 710539"/>
                    <a:gd name="connsiteY4" fmla="*/ 223046 h 411546"/>
                    <a:gd name="connsiteX5" fmla="*/ 12234 w 710539"/>
                    <a:gd name="connsiteY5" fmla="*/ 188453 h 411546"/>
                    <a:gd name="connsiteX6" fmla="*/ 324289 w 710539"/>
                    <a:gd name="connsiteY6" fmla="*/ 7147 h 411546"/>
                    <a:gd name="connsiteX7" fmla="*/ 383994 w 710539"/>
                    <a:gd name="connsiteY7" fmla="*/ 7147 h 411546"/>
                    <a:gd name="connsiteX8" fmla="*/ 698097 w 710539"/>
                    <a:gd name="connsiteY8" fmla="*/ 188500 h 41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539" h="411546">
                      <a:moveTo>
                        <a:pt x="698097" y="188453"/>
                      </a:moveTo>
                      <a:cubicBezTo>
                        <a:pt x="714632" y="197983"/>
                        <a:pt x="714679" y="213516"/>
                        <a:pt x="698288" y="223046"/>
                      </a:cubicBezTo>
                      <a:lnTo>
                        <a:pt x="386233" y="404399"/>
                      </a:lnTo>
                      <a:cubicBezTo>
                        <a:pt x="369889" y="413929"/>
                        <a:pt x="343015" y="413929"/>
                        <a:pt x="326529" y="404399"/>
                      </a:cubicBezTo>
                      <a:lnTo>
                        <a:pt x="12425" y="223046"/>
                      </a:lnTo>
                      <a:cubicBezTo>
                        <a:pt x="-4062" y="213516"/>
                        <a:pt x="-4157" y="197983"/>
                        <a:pt x="12234" y="188453"/>
                      </a:cubicBezTo>
                      <a:lnTo>
                        <a:pt x="324289" y="7147"/>
                      </a:lnTo>
                      <a:cubicBezTo>
                        <a:pt x="340680" y="-2382"/>
                        <a:pt x="367507" y="-2382"/>
                        <a:pt x="383994" y="7147"/>
                      </a:cubicBezTo>
                      <a:lnTo>
                        <a:pt x="698097" y="18850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1" name="Freeform: Shape 3460">
                  <a:extLst>
                    <a:ext uri="{FF2B5EF4-FFF2-40B4-BE49-F238E27FC236}">
                      <a16:creationId xmlns:a16="http://schemas.microsoft.com/office/drawing/2014/main" id="{7EAF545F-FF06-7F00-E787-74F4F09DBC7B}"/>
                    </a:ext>
                  </a:extLst>
                </p:cNvPr>
                <p:cNvSpPr/>
                <p:nvPr/>
              </p:nvSpPr>
              <p:spPr>
                <a:xfrm>
                  <a:off x="3799028" y="3418797"/>
                  <a:ext cx="998854" cy="317732"/>
                </a:xfrm>
                <a:custGeom>
                  <a:avLst/>
                  <a:gdLst>
                    <a:gd name="connsiteX0" fmla="*/ 12425 w 710486"/>
                    <a:gd name="connsiteY0" fmla="*/ 39799 h 228263"/>
                    <a:gd name="connsiteX1" fmla="*/ 12234 w 710486"/>
                    <a:gd name="connsiteY1" fmla="*/ 5253 h 228263"/>
                    <a:gd name="connsiteX2" fmla="*/ 324289 w 710486"/>
                    <a:gd name="connsiteY2" fmla="*/ 7112 h 228263"/>
                    <a:gd name="connsiteX3" fmla="*/ 383994 w 710486"/>
                    <a:gd name="connsiteY3" fmla="*/ 7112 h 228263"/>
                    <a:gd name="connsiteX4" fmla="*/ 698097 w 710486"/>
                    <a:gd name="connsiteY4" fmla="*/ 5253 h 228263"/>
                    <a:gd name="connsiteX5" fmla="*/ 698288 w 710486"/>
                    <a:gd name="connsiteY5" fmla="*/ 39799 h 228263"/>
                    <a:gd name="connsiteX6" fmla="*/ 386233 w 710486"/>
                    <a:gd name="connsiteY6" fmla="*/ 221152 h 228263"/>
                    <a:gd name="connsiteX7" fmla="*/ 326529 w 710486"/>
                    <a:gd name="connsiteY7" fmla="*/ 221152 h 228263"/>
                    <a:gd name="connsiteX8" fmla="*/ 12425 w 710486"/>
                    <a:gd name="connsiteY8" fmla="*/ 39799 h 22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486" h="228263">
                      <a:moveTo>
                        <a:pt x="12425" y="39799"/>
                      </a:moveTo>
                      <a:cubicBezTo>
                        <a:pt x="-4062" y="30269"/>
                        <a:pt x="-4157" y="14735"/>
                        <a:pt x="12234" y="5253"/>
                      </a:cubicBezTo>
                      <a:lnTo>
                        <a:pt x="324289" y="7112"/>
                      </a:lnTo>
                      <a:cubicBezTo>
                        <a:pt x="340633" y="-2371"/>
                        <a:pt x="367507" y="-2371"/>
                        <a:pt x="383994" y="7112"/>
                      </a:cubicBezTo>
                      <a:lnTo>
                        <a:pt x="698097" y="5253"/>
                      </a:lnTo>
                      <a:cubicBezTo>
                        <a:pt x="714536" y="14735"/>
                        <a:pt x="714632" y="30317"/>
                        <a:pt x="698288" y="39799"/>
                      </a:cubicBezTo>
                      <a:lnTo>
                        <a:pt x="386233" y="221152"/>
                      </a:lnTo>
                      <a:cubicBezTo>
                        <a:pt x="369842" y="230634"/>
                        <a:pt x="343015" y="230634"/>
                        <a:pt x="326529" y="221152"/>
                      </a:cubicBezTo>
                      <a:lnTo>
                        <a:pt x="12425" y="39799"/>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2" name="Freeform: Shape 3461">
                  <a:extLst>
                    <a:ext uri="{FF2B5EF4-FFF2-40B4-BE49-F238E27FC236}">
                      <a16:creationId xmlns:a16="http://schemas.microsoft.com/office/drawing/2014/main" id="{DE527DF7-5052-9618-343C-6ED7455B2D75}"/>
                    </a:ext>
                  </a:extLst>
                </p:cNvPr>
                <p:cNvSpPr/>
                <p:nvPr/>
              </p:nvSpPr>
              <p:spPr>
                <a:xfrm>
                  <a:off x="4360916" y="3369926"/>
                  <a:ext cx="456595" cy="332158"/>
                </a:xfrm>
                <a:custGeom>
                  <a:avLst/>
                  <a:gdLst>
                    <a:gd name="connsiteX0" fmla="*/ 324634 w 324777"/>
                    <a:gd name="connsiteY0" fmla="*/ 953 h 238627"/>
                    <a:gd name="connsiteX1" fmla="*/ 324491 w 324777"/>
                    <a:gd name="connsiteY1" fmla="*/ 2287 h 238627"/>
                    <a:gd name="connsiteX2" fmla="*/ 324205 w 324777"/>
                    <a:gd name="connsiteY2" fmla="*/ 3335 h 238627"/>
                    <a:gd name="connsiteX3" fmla="*/ 323824 w 324777"/>
                    <a:gd name="connsiteY3" fmla="*/ 4670 h 238627"/>
                    <a:gd name="connsiteX4" fmla="*/ 323443 w 324777"/>
                    <a:gd name="connsiteY4" fmla="*/ 5670 h 238627"/>
                    <a:gd name="connsiteX5" fmla="*/ 322824 w 324777"/>
                    <a:gd name="connsiteY5" fmla="*/ 7004 h 238627"/>
                    <a:gd name="connsiteX6" fmla="*/ 321775 w 324777"/>
                    <a:gd name="connsiteY6" fmla="*/ 8767 h 238627"/>
                    <a:gd name="connsiteX7" fmla="*/ 321585 w 324777"/>
                    <a:gd name="connsiteY7" fmla="*/ 9053 h 238627"/>
                    <a:gd name="connsiteX8" fmla="*/ 320203 w 324777"/>
                    <a:gd name="connsiteY8" fmla="*/ 10769 h 238627"/>
                    <a:gd name="connsiteX9" fmla="*/ 319917 w 324777"/>
                    <a:gd name="connsiteY9" fmla="*/ 11150 h 238627"/>
                    <a:gd name="connsiteX10" fmla="*/ 318201 w 324777"/>
                    <a:gd name="connsiteY10" fmla="*/ 12865 h 238627"/>
                    <a:gd name="connsiteX11" fmla="*/ 316915 w 324777"/>
                    <a:gd name="connsiteY11" fmla="*/ 13914 h 238627"/>
                    <a:gd name="connsiteX12" fmla="*/ 315772 w 324777"/>
                    <a:gd name="connsiteY12" fmla="*/ 14819 h 238627"/>
                    <a:gd name="connsiteX13" fmla="*/ 314247 w 324777"/>
                    <a:gd name="connsiteY13" fmla="*/ 15867 h 238627"/>
                    <a:gd name="connsiteX14" fmla="*/ 312674 w 324777"/>
                    <a:gd name="connsiteY14" fmla="*/ 16868 h 238627"/>
                    <a:gd name="connsiteX15" fmla="*/ 619 w 324777"/>
                    <a:gd name="connsiteY15" fmla="*/ 198221 h 238627"/>
                    <a:gd name="connsiteX16" fmla="*/ 0 w 324777"/>
                    <a:gd name="connsiteY16" fmla="*/ 238627 h 238627"/>
                    <a:gd name="connsiteX17" fmla="*/ 312055 w 324777"/>
                    <a:gd name="connsiteY17" fmla="*/ 57274 h 238627"/>
                    <a:gd name="connsiteX18" fmla="*/ 312579 w 324777"/>
                    <a:gd name="connsiteY18" fmla="*/ 56988 h 238627"/>
                    <a:gd name="connsiteX19" fmla="*/ 313627 w 324777"/>
                    <a:gd name="connsiteY19" fmla="*/ 56274 h 238627"/>
                    <a:gd name="connsiteX20" fmla="*/ 315152 w 324777"/>
                    <a:gd name="connsiteY20" fmla="*/ 55273 h 238627"/>
                    <a:gd name="connsiteX21" fmla="*/ 316296 w 324777"/>
                    <a:gd name="connsiteY21" fmla="*/ 54368 h 238627"/>
                    <a:gd name="connsiteX22" fmla="*/ 317582 w 324777"/>
                    <a:gd name="connsiteY22" fmla="*/ 53272 h 238627"/>
                    <a:gd name="connsiteX23" fmla="*/ 317821 w 324777"/>
                    <a:gd name="connsiteY23" fmla="*/ 53081 h 238627"/>
                    <a:gd name="connsiteX24" fmla="*/ 319393 w 324777"/>
                    <a:gd name="connsiteY24" fmla="*/ 51557 h 238627"/>
                    <a:gd name="connsiteX25" fmla="*/ 319679 w 324777"/>
                    <a:gd name="connsiteY25" fmla="*/ 51223 h 238627"/>
                    <a:gd name="connsiteX26" fmla="*/ 320441 w 324777"/>
                    <a:gd name="connsiteY26" fmla="*/ 50318 h 238627"/>
                    <a:gd name="connsiteX27" fmla="*/ 321013 w 324777"/>
                    <a:gd name="connsiteY27" fmla="*/ 49507 h 238627"/>
                    <a:gd name="connsiteX28" fmla="*/ 321203 w 324777"/>
                    <a:gd name="connsiteY28" fmla="*/ 49222 h 238627"/>
                    <a:gd name="connsiteX29" fmla="*/ 322109 w 324777"/>
                    <a:gd name="connsiteY29" fmla="*/ 47840 h 238627"/>
                    <a:gd name="connsiteX30" fmla="*/ 322300 w 324777"/>
                    <a:gd name="connsiteY30" fmla="*/ 47506 h 238627"/>
                    <a:gd name="connsiteX31" fmla="*/ 322871 w 324777"/>
                    <a:gd name="connsiteY31" fmla="*/ 46220 h 238627"/>
                    <a:gd name="connsiteX32" fmla="*/ 323205 w 324777"/>
                    <a:gd name="connsiteY32" fmla="*/ 45457 h 238627"/>
                    <a:gd name="connsiteX33" fmla="*/ 323300 w 324777"/>
                    <a:gd name="connsiteY33" fmla="*/ 45171 h 238627"/>
                    <a:gd name="connsiteX34" fmla="*/ 323634 w 324777"/>
                    <a:gd name="connsiteY34" fmla="*/ 43933 h 238627"/>
                    <a:gd name="connsiteX35" fmla="*/ 323872 w 324777"/>
                    <a:gd name="connsiteY35" fmla="*/ 43123 h 238627"/>
                    <a:gd name="connsiteX36" fmla="*/ 323872 w 324777"/>
                    <a:gd name="connsiteY36" fmla="*/ 42980 h 238627"/>
                    <a:gd name="connsiteX37" fmla="*/ 324063 w 324777"/>
                    <a:gd name="connsiteY37" fmla="*/ 41645 h 238627"/>
                    <a:gd name="connsiteX38" fmla="*/ 324158 w 324777"/>
                    <a:gd name="connsiteY38" fmla="*/ 40740 h 238627"/>
                    <a:gd name="connsiteX39" fmla="*/ 324158 w 324777"/>
                    <a:gd name="connsiteY39" fmla="*/ 40502 h 238627"/>
                    <a:gd name="connsiteX40" fmla="*/ 324777 w 324777"/>
                    <a:gd name="connsiteY40" fmla="*/ 0 h 238627"/>
                    <a:gd name="connsiteX41" fmla="*/ 324682 w 324777"/>
                    <a:gd name="connsiteY41" fmla="*/ 1239 h 23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24777" h="238627">
                      <a:moveTo>
                        <a:pt x="324634" y="953"/>
                      </a:moveTo>
                      <a:cubicBezTo>
                        <a:pt x="324587" y="1382"/>
                        <a:pt x="324587" y="1811"/>
                        <a:pt x="324491" y="2287"/>
                      </a:cubicBezTo>
                      <a:cubicBezTo>
                        <a:pt x="324444" y="2668"/>
                        <a:pt x="324301" y="2954"/>
                        <a:pt x="324205" y="3335"/>
                      </a:cubicBezTo>
                      <a:cubicBezTo>
                        <a:pt x="324110" y="3764"/>
                        <a:pt x="324015" y="4193"/>
                        <a:pt x="323824" y="4670"/>
                      </a:cubicBezTo>
                      <a:cubicBezTo>
                        <a:pt x="323729" y="4955"/>
                        <a:pt x="323586" y="5289"/>
                        <a:pt x="323443" y="5670"/>
                      </a:cubicBezTo>
                      <a:cubicBezTo>
                        <a:pt x="323252" y="6099"/>
                        <a:pt x="323062" y="6480"/>
                        <a:pt x="322824" y="7004"/>
                      </a:cubicBezTo>
                      <a:cubicBezTo>
                        <a:pt x="322490" y="7576"/>
                        <a:pt x="322156" y="8148"/>
                        <a:pt x="321775" y="8767"/>
                      </a:cubicBezTo>
                      <a:cubicBezTo>
                        <a:pt x="321728" y="8863"/>
                        <a:pt x="321632" y="8958"/>
                        <a:pt x="321585" y="9053"/>
                      </a:cubicBezTo>
                      <a:cubicBezTo>
                        <a:pt x="321203" y="9625"/>
                        <a:pt x="320727" y="10197"/>
                        <a:pt x="320203" y="10769"/>
                      </a:cubicBezTo>
                      <a:cubicBezTo>
                        <a:pt x="320108" y="10864"/>
                        <a:pt x="320060" y="11007"/>
                        <a:pt x="319917" y="11150"/>
                      </a:cubicBezTo>
                      <a:cubicBezTo>
                        <a:pt x="319440" y="11722"/>
                        <a:pt x="318821" y="12293"/>
                        <a:pt x="318201" y="12865"/>
                      </a:cubicBezTo>
                      <a:cubicBezTo>
                        <a:pt x="317773" y="13246"/>
                        <a:pt x="317296" y="13580"/>
                        <a:pt x="316915" y="13914"/>
                      </a:cubicBezTo>
                      <a:cubicBezTo>
                        <a:pt x="316534" y="14199"/>
                        <a:pt x="316153" y="14533"/>
                        <a:pt x="315772" y="14819"/>
                      </a:cubicBezTo>
                      <a:cubicBezTo>
                        <a:pt x="315295" y="15152"/>
                        <a:pt x="314771" y="15534"/>
                        <a:pt x="314247" y="15867"/>
                      </a:cubicBezTo>
                      <a:cubicBezTo>
                        <a:pt x="313722" y="16201"/>
                        <a:pt x="313198" y="16534"/>
                        <a:pt x="312674" y="16868"/>
                      </a:cubicBezTo>
                      <a:lnTo>
                        <a:pt x="619" y="198221"/>
                      </a:lnTo>
                      <a:lnTo>
                        <a:pt x="0" y="238627"/>
                      </a:lnTo>
                      <a:lnTo>
                        <a:pt x="312055" y="57274"/>
                      </a:lnTo>
                      <a:cubicBezTo>
                        <a:pt x="312055" y="57274"/>
                        <a:pt x="312388" y="57084"/>
                        <a:pt x="312579" y="56988"/>
                      </a:cubicBezTo>
                      <a:cubicBezTo>
                        <a:pt x="312960" y="56750"/>
                        <a:pt x="313246" y="56512"/>
                        <a:pt x="313627" y="56274"/>
                      </a:cubicBezTo>
                      <a:cubicBezTo>
                        <a:pt x="314104" y="55892"/>
                        <a:pt x="314628" y="55607"/>
                        <a:pt x="315152" y="55273"/>
                      </a:cubicBezTo>
                      <a:cubicBezTo>
                        <a:pt x="315533" y="54987"/>
                        <a:pt x="315914" y="54701"/>
                        <a:pt x="316296" y="54368"/>
                      </a:cubicBezTo>
                      <a:cubicBezTo>
                        <a:pt x="316724" y="53987"/>
                        <a:pt x="317201" y="53605"/>
                        <a:pt x="317582" y="53272"/>
                      </a:cubicBezTo>
                      <a:cubicBezTo>
                        <a:pt x="317677" y="53272"/>
                        <a:pt x="317773" y="53129"/>
                        <a:pt x="317821" y="53081"/>
                      </a:cubicBezTo>
                      <a:cubicBezTo>
                        <a:pt x="318392" y="52605"/>
                        <a:pt x="318869" y="52081"/>
                        <a:pt x="319393" y="51557"/>
                      </a:cubicBezTo>
                      <a:cubicBezTo>
                        <a:pt x="319488" y="51413"/>
                        <a:pt x="319584" y="51318"/>
                        <a:pt x="319679" y="51223"/>
                      </a:cubicBezTo>
                      <a:cubicBezTo>
                        <a:pt x="319964" y="50937"/>
                        <a:pt x="320203" y="50651"/>
                        <a:pt x="320441" y="50318"/>
                      </a:cubicBezTo>
                      <a:cubicBezTo>
                        <a:pt x="320632" y="50032"/>
                        <a:pt x="320822" y="49793"/>
                        <a:pt x="321013" y="49507"/>
                      </a:cubicBezTo>
                      <a:cubicBezTo>
                        <a:pt x="321061" y="49460"/>
                        <a:pt x="321156" y="49365"/>
                        <a:pt x="321203" y="49222"/>
                      </a:cubicBezTo>
                      <a:cubicBezTo>
                        <a:pt x="321537" y="48793"/>
                        <a:pt x="321871" y="48316"/>
                        <a:pt x="322109" y="47840"/>
                      </a:cubicBezTo>
                      <a:cubicBezTo>
                        <a:pt x="322156" y="47745"/>
                        <a:pt x="322252" y="47554"/>
                        <a:pt x="322300" y="47506"/>
                      </a:cubicBezTo>
                      <a:cubicBezTo>
                        <a:pt x="322490" y="47077"/>
                        <a:pt x="322681" y="46649"/>
                        <a:pt x="322871" y="46220"/>
                      </a:cubicBezTo>
                      <a:cubicBezTo>
                        <a:pt x="322966" y="45982"/>
                        <a:pt x="323110" y="45743"/>
                        <a:pt x="323205" y="45457"/>
                      </a:cubicBezTo>
                      <a:cubicBezTo>
                        <a:pt x="323205" y="45362"/>
                        <a:pt x="323252" y="45267"/>
                        <a:pt x="323300" y="45171"/>
                      </a:cubicBezTo>
                      <a:cubicBezTo>
                        <a:pt x="323443" y="44790"/>
                        <a:pt x="323538" y="44361"/>
                        <a:pt x="323634" y="43933"/>
                      </a:cubicBezTo>
                      <a:cubicBezTo>
                        <a:pt x="323729" y="43647"/>
                        <a:pt x="323824" y="43408"/>
                        <a:pt x="323872" y="43123"/>
                      </a:cubicBezTo>
                      <a:cubicBezTo>
                        <a:pt x="323872" y="43075"/>
                        <a:pt x="323872" y="42980"/>
                        <a:pt x="323872" y="42980"/>
                      </a:cubicBezTo>
                      <a:cubicBezTo>
                        <a:pt x="323967" y="42503"/>
                        <a:pt x="323967" y="42027"/>
                        <a:pt x="324063" y="41645"/>
                      </a:cubicBezTo>
                      <a:cubicBezTo>
                        <a:pt x="324063" y="41360"/>
                        <a:pt x="324158" y="41026"/>
                        <a:pt x="324158" y="40740"/>
                      </a:cubicBezTo>
                      <a:lnTo>
                        <a:pt x="324158" y="40502"/>
                      </a:lnTo>
                      <a:lnTo>
                        <a:pt x="324777" y="0"/>
                      </a:lnTo>
                      <a:cubicBezTo>
                        <a:pt x="324777" y="381"/>
                        <a:pt x="324729" y="810"/>
                        <a:pt x="324682" y="1239"/>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3" name="Freeform: Shape 3462">
                  <a:extLst>
                    <a:ext uri="{FF2B5EF4-FFF2-40B4-BE49-F238E27FC236}">
                      <a16:creationId xmlns:a16="http://schemas.microsoft.com/office/drawing/2014/main" id="{2ED5C03C-DEB4-22BC-3E07-801129BC8F1E}"/>
                    </a:ext>
                  </a:extLst>
                </p:cNvPr>
                <p:cNvSpPr/>
                <p:nvPr/>
              </p:nvSpPr>
              <p:spPr>
                <a:xfrm>
                  <a:off x="3778638" y="3369095"/>
                  <a:ext cx="459945" cy="332886"/>
                </a:xfrm>
                <a:custGeom>
                  <a:avLst/>
                  <a:gdLst>
                    <a:gd name="connsiteX0" fmla="*/ 13056 w 327159"/>
                    <a:gd name="connsiteY0" fmla="*/ 17439 h 239151"/>
                    <a:gd name="connsiteX1" fmla="*/ 667 w 327159"/>
                    <a:gd name="connsiteY1" fmla="*/ 0 h 239151"/>
                    <a:gd name="connsiteX2" fmla="*/ 0 w 327159"/>
                    <a:gd name="connsiteY2" fmla="*/ 40406 h 239151"/>
                    <a:gd name="connsiteX3" fmla="*/ 12389 w 327159"/>
                    <a:gd name="connsiteY3" fmla="*/ 57798 h 239151"/>
                    <a:gd name="connsiteX4" fmla="*/ 326493 w 327159"/>
                    <a:gd name="connsiteY4" fmla="*/ 239152 h 239151"/>
                    <a:gd name="connsiteX5" fmla="*/ 327160 w 327159"/>
                    <a:gd name="connsiteY5" fmla="*/ 198745 h 239151"/>
                    <a:gd name="connsiteX6" fmla="*/ 13056 w 327159"/>
                    <a:gd name="connsiteY6" fmla="*/ 17392 h 239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159" h="239151">
                      <a:moveTo>
                        <a:pt x="13056" y="17439"/>
                      </a:moveTo>
                      <a:cubicBezTo>
                        <a:pt x="4765" y="12627"/>
                        <a:pt x="619" y="6337"/>
                        <a:pt x="667" y="0"/>
                      </a:cubicBezTo>
                      <a:lnTo>
                        <a:pt x="0" y="40406"/>
                      </a:lnTo>
                      <a:cubicBezTo>
                        <a:pt x="0" y="46696"/>
                        <a:pt x="4145" y="53033"/>
                        <a:pt x="12389" y="57798"/>
                      </a:cubicBezTo>
                      <a:lnTo>
                        <a:pt x="326493" y="239152"/>
                      </a:lnTo>
                      <a:lnTo>
                        <a:pt x="327160" y="198745"/>
                      </a:lnTo>
                      <a:lnTo>
                        <a:pt x="13056" y="17392"/>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4" name="Freeform: Shape 3463">
                  <a:extLst>
                    <a:ext uri="{FF2B5EF4-FFF2-40B4-BE49-F238E27FC236}">
                      <a16:creationId xmlns:a16="http://schemas.microsoft.com/office/drawing/2014/main" id="{8DA9659E-DA9F-33A9-D0A8-5AA10A796620}"/>
                    </a:ext>
                  </a:extLst>
                </p:cNvPr>
                <p:cNvSpPr/>
                <p:nvPr/>
              </p:nvSpPr>
              <p:spPr>
                <a:xfrm>
                  <a:off x="3799028" y="3048158"/>
                  <a:ext cx="998854" cy="572852"/>
                </a:xfrm>
                <a:custGeom>
                  <a:avLst/>
                  <a:gdLst>
                    <a:gd name="connsiteX0" fmla="*/ 12425 w 710486"/>
                    <a:gd name="connsiteY0" fmla="*/ 223141 h 411546"/>
                    <a:gd name="connsiteX1" fmla="*/ 12234 w 710486"/>
                    <a:gd name="connsiteY1" fmla="*/ 188500 h 411546"/>
                    <a:gd name="connsiteX2" fmla="*/ 324289 w 710486"/>
                    <a:gd name="connsiteY2" fmla="*/ 7147 h 411546"/>
                    <a:gd name="connsiteX3" fmla="*/ 383994 w 710486"/>
                    <a:gd name="connsiteY3" fmla="*/ 7147 h 411546"/>
                    <a:gd name="connsiteX4" fmla="*/ 698097 w 710486"/>
                    <a:gd name="connsiteY4" fmla="*/ 188500 h 411546"/>
                    <a:gd name="connsiteX5" fmla="*/ 698288 w 710486"/>
                    <a:gd name="connsiteY5" fmla="*/ 223094 h 411546"/>
                    <a:gd name="connsiteX6" fmla="*/ 386233 w 710486"/>
                    <a:gd name="connsiteY6" fmla="*/ 404399 h 411546"/>
                    <a:gd name="connsiteX7" fmla="*/ 326529 w 710486"/>
                    <a:gd name="connsiteY7" fmla="*/ 404399 h 411546"/>
                    <a:gd name="connsiteX8" fmla="*/ 12425 w 710486"/>
                    <a:gd name="connsiteY8" fmla="*/ 223094 h 41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0486" h="411546">
                      <a:moveTo>
                        <a:pt x="12425" y="223141"/>
                      </a:moveTo>
                      <a:cubicBezTo>
                        <a:pt x="-4062" y="213612"/>
                        <a:pt x="-4157" y="198030"/>
                        <a:pt x="12234" y="188500"/>
                      </a:cubicBezTo>
                      <a:lnTo>
                        <a:pt x="324289" y="7147"/>
                      </a:lnTo>
                      <a:cubicBezTo>
                        <a:pt x="340633" y="-2382"/>
                        <a:pt x="367507" y="-2382"/>
                        <a:pt x="383994" y="7147"/>
                      </a:cubicBezTo>
                      <a:lnTo>
                        <a:pt x="698097" y="188500"/>
                      </a:lnTo>
                      <a:cubicBezTo>
                        <a:pt x="714536" y="198030"/>
                        <a:pt x="714632" y="213564"/>
                        <a:pt x="698288" y="223094"/>
                      </a:cubicBezTo>
                      <a:lnTo>
                        <a:pt x="386233" y="404399"/>
                      </a:lnTo>
                      <a:cubicBezTo>
                        <a:pt x="369842" y="413929"/>
                        <a:pt x="343015" y="413929"/>
                        <a:pt x="326529" y="404399"/>
                      </a:cubicBezTo>
                      <a:lnTo>
                        <a:pt x="12425" y="223094"/>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5" name="Freeform: Shape 3464">
                  <a:extLst>
                    <a:ext uri="{FF2B5EF4-FFF2-40B4-BE49-F238E27FC236}">
                      <a16:creationId xmlns:a16="http://schemas.microsoft.com/office/drawing/2014/main" id="{90283A29-58BF-A2B8-DBD4-4CF65626C752}"/>
                    </a:ext>
                  </a:extLst>
                </p:cNvPr>
                <p:cNvSpPr/>
                <p:nvPr/>
              </p:nvSpPr>
              <p:spPr>
                <a:xfrm>
                  <a:off x="4251278" y="3653525"/>
                  <a:ext cx="95057" cy="69841"/>
                </a:xfrm>
                <a:custGeom>
                  <a:avLst/>
                  <a:gdLst>
                    <a:gd name="connsiteX0" fmla="*/ 59943 w 67614"/>
                    <a:gd name="connsiteY0" fmla="*/ 45219 h 50174"/>
                    <a:gd name="connsiteX1" fmla="*/ 67614 w 67614"/>
                    <a:gd name="connsiteY1" fmla="*/ 41074 h 50174"/>
                    <a:gd name="connsiteX2" fmla="*/ 67614 w 67614"/>
                    <a:gd name="connsiteY2" fmla="*/ 1048 h 50174"/>
                    <a:gd name="connsiteX3" fmla="*/ 60562 w 67614"/>
                    <a:gd name="connsiteY3" fmla="*/ 4812 h 50174"/>
                    <a:gd name="connsiteX4" fmla="*/ 59371 w 67614"/>
                    <a:gd name="connsiteY4" fmla="*/ 5289 h 50174"/>
                    <a:gd name="connsiteX5" fmla="*/ 56131 w 67614"/>
                    <a:gd name="connsiteY5" fmla="*/ 6528 h 50174"/>
                    <a:gd name="connsiteX6" fmla="*/ 54844 w 67614"/>
                    <a:gd name="connsiteY6" fmla="*/ 6957 h 50174"/>
                    <a:gd name="connsiteX7" fmla="*/ 52748 w 67614"/>
                    <a:gd name="connsiteY7" fmla="*/ 7576 h 50174"/>
                    <a:gd name="connsiteX8" fmla="*/ 51032 w 67614"/>
                    <a:gd name="connsiteY8" fmla="*/ 8005 h 50174"/>
                    <a:gd name="connsiteX9" fmla="*/ 48698 w 67614"/>
                    <a:gd name="connsiteY9" fmla="*/ 8529 h 50174"/>
                    <a:gd name="connsiteX10" fmla="*/ 47125 w 67614"/>
                    <a:gd name="connsiteY10" fmla="*/ 8815 h 50174"/>
                    <a:gd name="connsiteX11" fmla="*/ 42265 w 67614"/>
                    <a:gd name="connsiteY11" fmla="*/ 9482 h 50174"/>
                    <a:gd name="connsiteX12" fmla="*/ 40740 w 67614"/>
                    <a:gd name="connsiteY12" fmla="*/ 9577 h 50174"/>
                    <a:gd name="connsiteX13" fmla="*/ 37929 w 67614"/>
                    <a:gd name="connsiteY13" fmla="*/ 9768 h 50174"/>
                    <a:gd name="connsiteX14" fmla="*/ 36071 w 67614"/>
                    <a:gd name="connsiteY14" fmla="*/ 9816 h 50174"/>
                    <a:gd name="connsiteX15" fmla="*/ 33783 w 67614"/>
                    <a:gd name="connsiteY15" fmla="*/ 9816 h 50174"/>
                    <a:gd name="connsiteX16" fmla="*/ 31782 w 67614"/>
                    <a:gd name="connsiteY16" fmla="*/ 9768 h 50174"/>
                    <a:gd name="connsiteX17" fmla="*/ 29686 w 67614"/>
                    <a:gd name="connsiteY17" fmla="*/ 9625 h 50174"/>
                    <a:gd name="connsiteX18" fmla="*/ 27684 w 67614"/>
                    <a:gd name="connsiteY18" fmla="*/ 9482 h 50174"/>
                    <a:gd name="connsiteX19" fmla="*/ 25588 w 67614"/>
                    <a:gd name="connsiteY19" fmla="*/ 9292 h 50174"/>
                    <a:gd name="connsiteX20" fmla="*/ 23682 w 67614"/>
                    <a:gd name="connsiteY20" fmla="*/ 9006 h 50174"/>
                    <a:gd name="connsiteX21" fmla="*/ 21442 w 67614"/>
                    <a:gd name="connsiteY21" fmla="*/ 8625 h 50174"/>
                    <a:gd name="connsiteX22" fmla="*/ 19727 w 67614"/>
                    <a:gd name="connsiteY22" fmla="*/ 8291 h 50174"/>
                    <a:gd name="connsiteX23" fmla="*/ 17059 w 67614"/>
                    <a:gd name="connsiteY23" fmla="*/ 7671 h 50174"/>
                    <a:gd name="connsiteX24" fmla="*/ 15629 w 67614"/>
                    <a:gd name="connsiteY24" fmla="*/ 7290 h 50174"/>
                    <a:gd name="connsiteX25" fmla="*/ 11150 w 67614"/>
                    <a:gd name="connsiteY25" fmla="*/ 5766 h 50174"/>
                    <a:gd name="connsiteX26" fmla="*/ 9053 w 67614"/>
                    <a:gd name="connsiteY26" fmla="*/ 4860 h 50174"/>
                    <a:gd name="connsiteX27" fmla="*/ 7910 w 67614"/>
                    <a:gd name="connsiteY27" fmla="*/ 4384 h 50174"/>
                    <a:gd name="connsiteX28" fmla="*/ 0 w 67614"/>
                    <a:gd name="connsiteY28" fmla="*/ 0 h 50174"/>
                    <a:gd name="connsiteX29" fmla="*/ 0 w 67614"/>
                    <a:gd name="connsiteY29" fmla="*/ 40788 h 50174"/>
                    <a:gd name="connsiteX30" fmla="*/ 7290 w 67614"/>
                    <a:gd name="connsiteY30" fmla="*/ 44790 h 50174"/>
                    <a:gd name="connsiteX31" fmla="*/ 8339 w 67614"/>
                    <a:gd name="connsiteY31" fmla="*/ 45267 h 50174"/>
                    <a:gd name="connsiteX32" fmla="*/ 10245 w 67614"/>
                    <a:gd name="connsiteY32" fmla="*/ 46077 h 50174"/>
                    <a:gd name="connsiteX33" fmla="*/ 10530 w 67614"/>
                    <a:gd name="connsiteY33" fmla="*/ 46124 h 50174"/>
                    <a:gd name="connsiteX34" fmla="*/ 15009 w 67614"/>
                    <a:gd name="connsiteY34" fmla="*/ 47649 h 50174"/>
                    <a:gd name="connsiteX35" fmla="*/ 15391 w 67614"/>
                    <a:gd name="connsiteY35" fmla="*/ 47745 h 50174"/>
                    <a:gd name="connsiteX36" fmla="*/ 16534 w 67614"/>
                    <a:gd name="connsiteY36" fmla="*/ 48030 h 50174"/>
                    <a:gd name="connsiteX37" fmla="*/ 19060 w 67614"/>
                    <a:gd name="connsiteY37" fmla="*/ 48650 h 50174"/>
                    <a:gd name="connsiteX38" fmla="*/ 19727 w 67614"/>
                    <a:gd name="connsiteY38" fmla="*/ 48793 h 50174"/>
                    <a:gd name="connsiteX39" fmla="*/ 20823 w 67614"/>
                    <a:gd name="connsiteY39" fmla="*/ 49079 h 50174"/>
                    <a:gd name="connsiteX40" fmla="*/ 22967 w 67614"/>
                    <a:gd name="connsiteY40" fmla="*/ 49365 h 50174"/>
                    <a:gd name="connsiteX41" fmla="*/ 23872 w 67614"/>
                    <a:gd name="connsiteY41" fmla="*/ 49507 h 50174"/>
                    <a:gd name="connsiteX42" fmla="*/ 24968 w 67614"/>
                    <a:gd name="connsiteY42" fmla="*/ 49603 h 50174"/>
                    <a:gd name="connsiteX43" fmla="*/ 26922 w 67614"/>
                    <a:gd name="connsiteY43" fmla="*/ 49841 h 50174"/>
                    <a:gd name="connsiteX44" fmla="*/ 27970 w 67614"/>
                    <a:gd name="connsiteY44" fmla="*/ 49936 h 50174"/>
                    <a:gd name="connsiteX45" fmla="*/ 28971 w 67614"/>
                    <a:gd name="connsiteY45" fmla="*/ 50032 h 50174"/>
                    <a:gd name="connsiteX46" fmla="*/ 31020 w 67614"/>
                    <a:gd name="connsiteY46" fmla="*/ 50127 h 50174"/>
                    <a:gd name="connsiteX47" fmla="*/ 32163 w 67614"/>
                    <a:gd name="connsiteY47" fmla="*/ 50175 h 50174"/>
                    <a:gd name="connsiteX48" fmla="*/ 36499 w 67614"/>
                    <a:gd name="connsiteY48" fmla="*/ 50175 h 50174"/>
                    <a:gd name="connsiteX49" fmla="*/ 37166 w 67614"/>
                    <a:gd name="connsiteY49" fmla="*/ 50127 h 50174"/>
                    <a:gd name="connsiteX50" fmla="*/ 39978 w 67614"/>
                    <a:gd name="connsiteY50" fmla="*/ 49936 h 50174"/>
                    <a:gd name="connsiteX51" fmla="*/ 41169 w 67614"/>
                    <a:gd name="connsiteY51" fmla="*/ 49841 h 50174"/>
                    <a:gd name="connsiteX52" fmla="*/ 41502 w 67614"/>
                    <a:gd name="connsiteY52" fmla="*/ 49793 h 50174"/>
                    <a:gd name="connsiteX53" fmla="*/ 46315 w 67614"/>
                    <a:gd name="connsiteY53" fmla="*/ 49126 h 50174"/>
                    <a:gd name="connsiteX54" fmla="*/ 46601 w 67614"/>
                    <a:gd name="connsiteY54" fmla="*/ 49126 h 50174"/>
                    <a:gd name="connsiteX55" fmla="*/ 48031 w 67614"/>
                    <a:gd name="connsiteY55" fmla="*/ 48840 h 50174"/>
                    <a:gd name="connsiteX56" fmla="*/ 50270 w 67614"/>
                    <a:gd name="connsiteY56" fmla="*/ 48364 h 50174"/>
                    <a:gd name="connsiteX57" fmla="*/ 51938 w 67614"/>
                    <a:gd name="connsiteY57" fmla="*/ 47935 h 50174"/>
                    <a:gd name="connsiteX58" fmla="*/ 54034 w 67614"/>
                    <a:gd name="connsiteY58" fmla="*/ 47268 h 50174"/>
                    <a:gd name="connsiteX59" fmla="*/ 54558 w 67614"/>
                    <a:gd name="connsiteY59" fmla="*/ 47125 h 50174"/>
                    <a:gd name="connsiteX60" fmla="*/ 55321 w 67614"/>
                    <a:gd name="connsiteY60" fmla="*/ 46887 h 50174"/>
                    <a:gd name="connsiteX61" fmla="*/ 58561 w 67614"/>
                    <a:gd name="connsiteY61" fmla="*/ 45600 h 50174"/>
                    <a:gd name="connsiteX62" fmla="*/ 59752 w 67614"/>
                    <a:gd name="connsiteY62" fmla="*/ 45124 h 5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67614" h="50174">
                      <a:moveTo>
                        <a:pt x="59943" y="45219"/>
                      </a:moveTo>
                      <a:cubicBezTo>
                        <a:pt x="61325" y="44647"/>
                        <a:pt x="66375" y="41836"/>
                        <a:pt x="67614" y="41074"/>
                      </a:cubicBezTo>
                      <a:lnTo>
                        <a:pt x="67614" y="1048"/>
                      </a:lnTo>
                      <a:cubicBezTo>
                        <a:pt x="66375" y="1763"/>
                        <a:pt x="61944" y="4193"/>
                        <a:pt x="60562" y="4812"/>
                      </a:cubicBezTo>
                      <a:cubicBezTo>
                        <a:pt x="60181" y="5003"/>
                        <a:pt x="59752" y="5146"/>
                        <a:pt x="59371" y="5289"/>
                      </a:cubicBezTo>
                      <a:cubicBezTo>
                        <a:pt x="58323" y="5718"/>
                        <a:pt x="57227" y="6194"/>
                        <a:pt x="56131" y="6528"/>
                      </a:cubicBezTo>
                      <a:cubicBezTo>
                        <a:pt x="55750" y="6671"/>
                        <a:pt x="55321" y="6814"/>
                        <a:pt x="54844" y="6957"/>
                      </a:cubicBezTo>
                      <a:cubicBezTo>
                        <a:pt x="54177" y="7195"/>
                        <a:pt x="53462" y="7386"/>
                        <a:pt x="52748" y="7576"/>
                      </a:cubicBezTo>
                      <a:cubicBezTo>
                        <a:pt x="52176" y="7719"/>
                        <a:pt x="51604" y="7862"/>
                        <a:pt x="51032" y="8005"/>
                      </a:cubicBezTo>
                      <a:cubicBezTo>
                        <a:pt x="50270" y="8148"/>
                        <a:pt x="49508" y="8339"/>
                        <a:pt x="48698" y="8529"/>
                      </a:cubicBezTo>
                      <a:cubicBezTo>
                        <a:pt x="48173" y="8625"/>
                        <a:pt x="47649" y="8720"/>
                        <a:pt x="47125" y="8815"/>
                      </a:cubicBezTo>
                      <a:cubicBezTo>
                        <a:pt x="45553" y="9053"/>
                        <a:pt x="43933" y="9292"/>
                        <a:pt x="42265" y="9482"/>
                      </a:cubicBezTo>
                      <a:cubicBezTo>
                        <a:pt x="41788" y="9530"/>
                        <a:pt x="41264" y="9577"/>
                        <a:pt x="40740" y="9577"/>
                      </a:cubicBezTo>
                      <a:cubicBezTo>
                        <a:pt x="39835" y="9625"/>
                        <a:pt x="38882" y="9720"/>
                        <a:pt x="37929" y="9768"/>
                      </a:cubicBezTo>
                      <a:cubicBezTo>
                        <a:pt x="37309" y="9816"/>
                        <a:pt x="36690" y="9816"/>
                        <a:pt x="36071" y="9816"/>
                      </a:cubicBezTo>
                      <a:cubicBezTo>
                        <a:pt x="35308" y="9816"/>
                        <a:pt x="34546" y="9816"/>
                        <a:pt x="33783" y="9816"/>
                      </a:cubicBezTo>
                      <a:cubicBezTo>
                        <a:pt x="33116" y="9816"/>
                        <a:pt x="32449" y="9816"/>
                        <a:pt x="31782" y="9768"/>
                      </a:cubicBezTo>
                      <a:cubicBezTo>
                        <a:pt x="31067" y="9720"/>
                        <a:pt x="30353" y="9673"/>
                        <a:pt x="29686" y="9625"/>
                      </a:cubicBezTo>
                      <a:cubicBezTo>
                        <a:pt x="29018" y="9625"/>
                        <a:pt x="28351" y="9577"/>
                        <a:pt x="27684" y="9482"/>
                      </a:cubicBezTo>
                      <a:cubicBezTo>
                        <a:pt x="27017" y="9434"/>
                        <a:pt x="26302" y="9339"/>
                        <a:pt x="25588" y="9292"/>
                      </a:cubicBezTo>
                      <a:cubicBezTo>
                        <a:pt x="24968" y="9196"/>
                        <a:pt x="24301" y="9101"/>
                        <a:pt x="23682" y="9006"/>
                      </a:cubicBezTo>
                      <a:cubicBezTo>
                        <a:pt x="22919" y="8958"/>
                        <a:pt x="22205" y="8767"/>
                        <a:pt x="21442" y="8625"/>
                      </a:cubicBezTo>
                      <a:cubicBezTo>
                        <a:pt x="20870" y="8529"/>
                        <a:pt x="20251" y="8386"/>
                        <a:pt x="19727" y="8291"/>
                      </a:cubicBezTo>
                      <a:cubicBezTo>
                        <a:pt x="18822" y="8100"/>
                        <a:pt x="17964" y="7862"/>
                        <a:pt x="17059" y="7671"/>
                      </a:cubicBezTo>
                      <a:cubicBezTo>
                        <a:pt x="16582" y="7529"/>
                        <a:pt x="16105" y="7433"/>
                        <a:pt x="15629" y="7290"/>
                      </a:cubicBezTo>
                      <a:cubicBezTo>
                        <a:pt x="14104" y="6814"/>
                        <a:pt x="12579" y="6337"/>
                        <a:pt x="11150" y="5766"/>
                      </a:cubicBezTo>
                      <a:cubicBezTo>
                        <a:pt x="10435" y="5480"/>
                        <a:pt x="9720" y="5194"/>
                        <a:pt x="9053" y="4860"/>
                      </a:cubicBezTo>
                      <a:cubicBezTo>
                        <a:pt x="8672" y="4717"/>
                        <a:pt x="8291" y="4527"/>
                        <a:pt x="7910" y="4384"/>
                      </a:cubicBezTo>
                      <a:cubicBezTo>
                        <a:pt x="6862" y="3860"/>
                        <a:pt x="1001" y="572"/>
                        <a:pt x="0" y="0"/>
                      </a:cubicBezTo>
                      <a:lnTo>
                        <a:pt x="0" y="40788"/>
                      </a:lnTo>
                      <a:cubicBezTo>
                        <a:pt x="1001" y="41312"/>
                        <a:pt x="6242" y="44266"/>
                        <a:pt x="7290" y="44790"/>
                      </a:cubicBezTo>
                      <a:cubicBezTo>
                        <a:pt x="7624" y="44933"/>
                        <a:pt x="7957" y="45076"/>
                        <a:pt x="8339" y="45267"/>
                      </a:cubicBezTo>
                      <a:cubicBezTo>
                        <a:pt x="8958" y="45553"/>
                        <a:pt x="9578" y="45839"/>
                        <a:pt x="10245" y="46077"/>
                      </a:cubicBezTo>
                      <a:cubicBezTo>
                        <a:pt x="10340" y="46077"/>
                        <a:pt x="10435" y="46077"/>
                        <a:pt x="10530" y="46124"/>
                      </a:cubicBezTo>
                      <a:cubicBezTo>
                        <a:pt x="12008" y="46696"/>
                        <a:pt x="13485" y="47173"/>
                        <a:pt x="15009" y="47649"/>
                      </a:cubicBezTo>
                      <a:cubicBezTo>
                        <a:pt x="15105" y="47745"/>
                        <a:pt x="15248" y="47745"/>
                        <a:pt x="15391" y="47745"/>
                      </a:cubicBezTo>
                      <a:cubicBezTo>
                        <a:pt x="15772" y="47840"/>
                        <a:pt x="16153" y="47935"/>
                        <a:pt x="16534" y="48030"/>
                      </a:cubicBezTo>
                      <a:cubicBezTo>
                        <a:pt x="17392" y="48269"/>
                        <a:pt x="18202" y="48459"/>
                        <a:pt x="19060" y="48650"/>
                      </a:cubicBezTo>
                      <a:cubicBezTo>
                        <a:pt x="19298" y="48650"/>
                        <a:pt x="19489" y="48745"/>
                        <a:pt x="19727" y="48793"/>
                      </a:cubicBezTo>
                      <a:cubicBezTo>
                        <a:pt x="20108" y="48936"/>
                        <a:pt x="20489" y="48936"/>
                        <a:pt x="20823" y="49079"/>
                      </a:cubicBezTo>
                      <a:cubicBezTo>
                        <a:pt x="21538" y="49174"/>
                        <a:pt x="22252" y="49269"/>
                        <a:pt x="22967" y="49365"/>
                      </a:cubicBezTo>
                      <a:cubicBezTo>
                        <a:pt x="23301" y="49365"/>
                        <a:pt x="23586" y="49507"/>
                        <a:pt x="23872" y="49507"/>
                      </a:cubicBezTo>
                      <a:cubicBezTo>
                        <a:pt x="24253" y="49555"/>
                        <a:pt x="24587" y="49603"/>
                        <a:pt x="24968" y="49603"/>
                      </a:cubicBezTo>
                      <a:cubicBezTo>
                        <a:pt x="25588" y="49746"/>
                        <a:pt x="26255" y="49793"/>
                        <a:pt x="26922" y="49841"/>
                      </a:cubicBezTo>
                      <a:cubicBezTo>
                        <a:pt x="27255" y="49841"/>
                        <a:pt x="27637" y="49936"/>
                        <a:pt x="27970" y="49936"/>
                      </a:cubicBezTo>
                      <a:cubicBezTo>
                        <a:pt x="28304" y="49936"/>
                        <a:pt x="28637" y="49936"/>
                        <a:pt x="28971" y="50032"/>
                      </a:cubicBezTo>
                      <a:cubicBezTo>
                        <a:pt x="29638" y="50032"/>
                        <a:pt x="30305" y="50079"/>
                        <a:pt x="31020" y="50127"/>
                      </a:cubicBezTo>
                      <a:cubicBezTo>
                        <a:pt x="31401" y="50127"/>
                        <a:pt x="31734" y="50175"/>
                        <a:pt x="32163" y="50175"/>
                      </a:cubicBezTo>
                      <a:lnTo>
                        <a:pt x="36499" y="50175"/>
                      </a:lnTo>
                      <a:cubicBezTo>
                        <a:pt x="36499" y="50175"/>
                        <a:pt x="36928" y="50127"/>
                        <a:pt x="37166" y="50127"/>
                      </a:cubicBezTo>
                      <a:cubicBezTo>
                        <a:pt x="38119" y="50032"/>
                        <a:pt x="39025" y="50032"/>
                        <a:pt x="39978" y="49936"/>
                      </a:cubicBezTo>
                      <a:cubicBezTo>
                        <a:pt x="40407" y="49889"/>
                        <a:pt x="40788" y="49889"/>
                        <a:pt x="41169" y="49841"/>
                      </a:cubicBezTo>
                      <a:cubicBezTo>
                        <a:pt x="41264" y="49841"/>
                        <a:pt x="41455" y="49793"/>
                        <a:pt x="41502" y="49793"/>
                      </a:cubicBezTo>
                      <a:cubicBezTo>
                        <a:pt x="43123" y="49603"/>
                        <a:pt x="44743" y="49460"/>
                        <a:pt x="46315" y="49126"/>
                      </a:cubicBezTo>
                      <a:lnTo>
                        <a:pt x="46601" y="49126"/>
                      </a:lnTo>
                      <a:cubicBezTo>
                        <a:pt x="47077" y="49031"/>
                        <a:pt x="47554" y="48888"/>
                        <a:pt x="48031" y="48840"/>
                      </a:cubicBezTo>
                      <a:cubicBezTo>
                        <a:pt x="48793" y="48650"/>
                        <a:pt x="49508" y="48555"/>
                        <a:pt x="50270" y="48364"/>
                      </a:cubicBezTo>
                      <a:cubicBezTo>
                        <a:pt x="50842" y="48269"/>
                        <a:pt x="51366" y="48030"/>
                        <a:pt x="51938" y="47935"/>
                      </a:cubicBezTo>
                      <a:cubicBezTo>
                        <a:pt x="52652" y="47745"/>
                        <a:pt x="53367" y="47506"/>
                        <a:pt x="54034" y="47268"/>
                      </a:cubicBezTo>
                      <a:cubicBezTo>
                        <a:pt x="54225" y="47268"/>
                        <a:pt x="54368" y="47268"/>
                        <a:pt x="54558" y="47125"/>
                      </a:cubicBezTo>
                      <a:cubicBezTo>
                        <a:pt x="54797" y="47077"/>
                        <a:pt x="55035" y="46935"/>
                        <a:pt x="55321" y="46887"/>
                      </a:cubicBezTo>
                      <a:cubicBezTo>
                        <a:pt x="56417" y="46553"/>
                        <a:pt x="57513" y="46077"/>
                        <a:pt x="58561" y="45600"/>
                      </a:cubicBezTo>
                      <a:cubicBezTo>
                        <a:pt x="58942" y="45457"/>
                        <a:pt x="59371" y="45267"/>
                        <a:pt x="59752" y="45124"/>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66" name="Graphic 212">
                  <a:extLst>
                    <a:ext uri="{FF2B5EF4-FFF2-40B4-BE49-F238E27FC236}">
                      <a16:creationId xmlns:a16="http://schemas.microsoft.com/office/drawing/2014/main" id="{58E2AEA9-51AD-68AE-B668-2450B02DEAB9}"/>
                    </a:ext>
                  </a:extLst>
                </p:cNvPr>
                <p:cNvGrpSpPr/>
                <p:nvPr/>
              </p:nvGrpSpPr>
              <p:grpSpPr>
                <a:xfrm>
                  <a:off x="3884848" y="2566823"/>
                  <a:ext cx="750429" cy="894099"/>
                  <a:chOff x="4227191" y="3764392"/>
                  <a:chExt cx="533780" cy="642335"/>
                </a:xfrm>
              </p:grpSpPr>
              <p:sp>
                <p:nvSpPr>
                  <p:cNvPr id="3469" name="Freeform: Shape 3468">
                    <a:extLst>
                      <a:ext uri="{FF2B5EF4-FFF2-40B4-BE49-F238E27FC236}">
                        <a16:creationId xmlns:a16="http://schemas.microsoft.com/office/drawing/2014/main" id="{1A99FAF4-C2B9-DF6C-A673-E9346D389B07}"/>
                      </a:ext>
                    </a:extLst>
                  </p:cNvPr>
                  <p:cNvSpPr/>
                  <p:nvPr/>
                </p:nvSpPr>
                <p:spPr>
                  <a:xfrm>
                    <a:off x="4333558" y="4303424"/>
                    <a:ext cx="321537" cy="103303"/>
                  </a:xfrm>
                  <a:custGeom>
                    <a:avLst/>
                    <a:gdLst>
                      <a:gd name="connsiteX0" fmla="*/ 5623 w 321537"/>
                      <a:gd name="connsiteY0" fmla="*/ 17988 h 103303"/>
                      <a:gd name="connsiteX1" fmla="*/ 5527 w 321537"/>
                      <a:gd name="connsiteY1" fmla="*/ 2359 h 103303"/>
                      <a:gd name="connsiteX2" fmla="*/ 146760 w 321537"/>
                      <a:gd name="connsiteY2" fmla="*/ 3216 h 103303"/>
                      <a:gd name="connsiteX3" fmla="*/ 173777 w 321537"/>
                      <a:gd name="connsiteY3" fmla="*/ 3216 h 103303"/>
                      <a:gd name="connsiteX4" fmla="*/ 315915 w 321537"/>
                      <a:gd name="connsiteY4" fmla="*/ 2359 h 103303"/>
                      <a:gd name="connsiteX5" fmla="*/ 316010 w 321537"/>
                      <a:gd name="connsiteY5" fmla="*/ 17988 h 103303"/>
                      <a:gd name="connsiteX6" fmla="*/ 174777 w 321537"/>
                      <a:gd name="connsiteY6" fmla="*/ 100087 h 103303"/>
                      <a:gd name="connsiteX7" fmla="*/ 147760 w 321537"/>
                      <a:gd name="connsiteY7" fmla="*/ 100087 h 103303"/>
                      <a:gd name="connsiteX8" fmla="*/ 5575 w 321537"/>
                      <a:gd name="connsiteY8" fmla="*/ 17988 h 103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37" h="103303">
                        <a:moveTo>
                          <a:pt x="5623" y="17988"/>
                        </a:moveTo>
                        <a:cubicBezTo>
                          <a:pt x="-1858" y="13699"/>
                          <a:pt x="-1858" y="6647"/>
                          <a:pt x="5527" y="2359"/>
                        </a:cubicBezTo>
                        <a:lnTo>
                          <a:pt x="146760" y="3216"/>
                        </a:lnTo>
                        <a:cubicBezTo>
                          <a:pt x="154145" y="-1072"/>
                          <a:pt x="166296" y="-1072"/>
                          <a:pt x="173777" y="3216"/>
                        </a:cubicBezTo>
                        <a:lnTo>
                          <a:pt x="315915" y="2359"/>
                        </a:lnTo>
                        <a:cubicBezTo>
                          <a:pt x="323395" y="6647"/>
                          <a:pt x="323395" y="13699"/>
                          <a:pt x="316010" y="17988"/>
                        </a:cubicBezTo>
                        <a:lnTo>
                          <a:pt x="174777" y="100087"/>
                        </a:lnTo>
                        <a:cubicBezTo>
                          <a:pt x="167392" y="104376"/>
                          <a:pt x="155241" y="104376"/>
                          <a:pt x="147760" y="100087"/>
                        </a:cubicBezTo>
                        <a:lnTo>
                          <a:pt x="5575" y="17988"/>
                        </a:ln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0" name="Freeform: Shape 3469">
                    <a:extLst>
                      <a:ext uri="{FF2B5EF4-FFF2-40B4-BE49-F238E27FC236}">
                        <a16:creationId xmlns:a16="http://schemas.microsoft.com/office/drawing/2014/main" id="{127A5C5E-5ECF-C456-3A17-A97002D5F903}"/>
                      </a:ext>
                    </a:extLst>
                  </p:cNvPr>
                  <p:cNvSpPr/>
                  <p:nvPr/>
                </p:nvSpPr>
                <p:spPr>
                  <a:xfrm>
                    <a:off x="4508002" y="4288486"/>
                    <a:ext cx="147045" cy="108116"/>
                  </a:xfrm>
                  <a:custGeom>
                    <a:avLst/>
                    <a:gdLst>
                      <a:gd name="connsiteX0" fmla="*/ 147046 w 147045"/>
                      <a:gd name="connsiteY0" fmla="*/ 477 h 108116"/>
                      <a:gd name="connsiteX1" fmla="*/ 146950 w 147045"/>
                      <a:gd name="connsiteY1" fmla="*/ 1096 h 108116"/>
                      <a:gd name="connsiteX2" fmla="*/ 146807 w 147045"/>
                      <a:gd name="connsiteY2" fmla="*/ 1572 h 108116"/>
                      <a:gd name="connsiteX3" fmla="*/ 146664 w 147045"/>
                      <a:gd name="connsiteY3" fmla="*/ 2192 h 108116"/>
                      <a:gd name="connsiteX4" fmla="*/ 146474 w 147045"/>
                      <a:gd name="connsiteY4" fmla="*/ 2668 h 108116"/>
                      <a:gd name="connsiteX5" fmla="*/ 146188 w 147045"/>
                      <a:gd name="connsiteY5" fmla="*/ 3288 h 108116"/>
                      <a:gd name="connsiteX6" fmla="*/ 145711 w 147045"/>
                      <a:gd name="connsiteY6" fmla="*/ 4098 h 108116"/>
                      <a:gd name="connsiteX7" fmla="*/ 145616 w 147045"/>
                      <a:gd name="connsiteY7" fmla="*/ 4193 h 108116"/>
                      <a:gd name="connsiteX8" fmla="*/ 144997 w 147045"/>
                      <a:gd name="connsiteY8" fmla="*/ 4956 h 108116"/>
                      <a:gd name="connsiteX9" fmla="*/ 144854 w 147045"/>
                      <a:gd name="connsiteY9" fmla="*/ 5146 h 108116"/>
                      <a:gd name="connsiteX10" fmla="*/ 144044 w 147045"/>
                      <a:gd name="connsiteY10" fmla="*/ 5908 h 108116"/>
                      <a:gd name="connsiteX11" fmla="*/ 143472 w 147045"/>
                      <a:gd name="connsiteY11" fmla="*/ 6385 h 108116"/>
                      <a:gd name="connsiteX12" fmla="*/ 142948 w 147045"/>
                      <a:gd name="connsiteY12" fmla="*/ 6814 h 108116"/>
                      <a:gd name="connsiteX13" fmla="*/ 142233 w 147045"/>
                      <a:gd name="connsiteY13" fmla="*/ 7290 h 108116"/>
                      <a:gd name="connsiteX14" fmla="*/ 141518 w 147045"/>
                      <a:gd name="connsiteY14" fmla="*/ 7767 h 108116"/>
                      <a:gd name="connsiteX15" fmla="*/ 286 w 147045"/>
                      <a:gd name="connsiteY15" fmla="*/ 89819 h 108116"/>
                      <a:gd name="connsiteX16" fmla="*/ 0 w 147045"/>
                      <a:gd name="connsiteY16" fmla="*/ 108116 h 108116"/>
                      <a:gd name="connsiteX17" fmla="*/ 141232 w 147045"/>
                      <a:gd name="connsiteY17" fmla="*/ 26016 h 108116"/>
                      <a:gd name="connsiteX18" fmla="*/ 141471 w 147045"/>
                      <a:gd name="connsiteY18" fmla="*/ 25874 h 108116"/>
                      <a:gd name="connsiteX19" fmla="*/ 141947 w 147045"/>
                      <a:gd name="connsiteY19" fmla="*/ 25588 h 108116"/>
                      <a:gd name="connsiteX20" fmla="*/ 142614 w 147045"/>
                      <a:gd name="connsiteY20" fmla="*/ 25111 h 108116"/>
                      <a:gd name="connsiteX21" fmla="*/ 143138 w 147045"/>
                      <a:gd name="connsiteY21" fmla="*/ 24682 h 108116"/>
                      <a:gd name="connsiteX22" fmla="*/ 143710 w 147045"/>
                      <a:gd name="connsiteY22" fmla="*/ 24206 h 108116"/>
                      <a:gd name="connsiteX23" fmla="*/ 143853 w 147045"/>
                      <a:gd name="connsiteY23" fmla="*/ 24111 h 108116"/>
                      <a:gd name="connsiteX24" fmla="*/ 144520 w 147045"/>
                      <a:gd name="connsiteY24" fmla="*/ 23443 h 108116"/>
                      <a:gd name="connsiteX25" fmla="*/ 144663 w 147045"/>
                      <a:gd name="connsiteY25" fmla="*/ 23301 h 108116"/>
                      <a:gd name="connsiteX26" fmla="*/ 144997 w 147045"/>
                      <a:gd name="connsiteY26" fmla="*/ 22872 h 108116"/>
                      <a:gd name="connsiteX27" fmla="*/ 145283 w 147045"/>
                      <a:gd name="connsiteY27" fmla="*/ 22490 h 108116"/>
                      <a:gd name="connsiteX28" fmla="*/ 145330 w 147045"/>
                      <a:gd name="connsiteY28" fmla="*/ 22348 h 108116"/>
                      <a:gd name="connsiteX29" fmla="*/ 145759 w 147045"/>
                      <a:gd name="connsiteY29" fmla="*/ 21728 h 108116"/>
                      <a:gd name="connsiteX30" fmla="*/ 145854 w 147045"/>
                      <a:gd name="connsiteY30" fmla="*/ 21537 h 108116"/>
                      <a:gd name="connsiteX31" fmla="*/ 146140 w 147045"/>
                      <a:gd name="connsiteY31" fmla="*/ 20966 h 108116"/>
                      <a:gd name="connsiteX32" fmla="*/ 146283 w 147045"/>
                      <a:gd name="connsiteY32" fmla="*/ 20632 h 108116"/>
                      <a:gd name="connsiteX33" fmla="*/ 146331 w 147045"/>
                      <a:gd name="connsiteY33" fmla="*/ 20489 h 108116"/>
                      <a:gd name="connsiteX34" fmla="*/ 146521 w 147045"/>
                      <a:gd name="connsiteY34" fmla="*/ 19917 h 108116"/>
                      <a:gd name="connsiteX35" fmla="*/ 146617 w 147045"/>
                      <a:gd name="connsiteY35" fmla="*/ 19536 h 108116"/>
                      <a:gd name="connsiteX36" fmla="*/ 146617 w 147045"/>
                      <a:gd name="connsiteY36" fmla="*/ 19441 h 108116"/>
                      <a:gd name="connsiteX37" fmla="*/ 146712 w 147045"/>
                      <a:gd name="connsiteY37" fmla="*/ 18869 h 108116"/>
                      <a:gd name="connsiteX38" fmla="*/ 146712 w 147045"/>
                      <a:gd name="connsiteY38" fmla="*/ 18440 h 108116"/>
                      <a:gd name="connsiteX39" fmla="*/ 146712 w 147045"/>
                      <a:gd name="connsiteY39" fmla="*/ 18297 h 108116"/>
                      <a:gd name="connsiteX40" fmla="*/ 146998 w 147045"/>
                      <a:gd name="connsiteY40" fmla="*/ 0 h 108116"/>
                      <a:gd name="connsiteX41" fmla="*/ 146998 w 147045"/>
                      <a:gd name="connsiteY41" fmla="*/ 572 h 10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7045" h="108116">
                        <a:moveTo>
                          <a:pt x="147046" y="477"/>
                        </a:moveTo>
                        <a:cubicBezTo>
                          <a:pt x="147046" y="477"/>
                          <a:pt x="147046" y="858"/>
                          <a:pt x="146950" y="1096"/>
                        </a:cubicBezTo>
                        <a:cubicBezTo>
                          <a:pt x="146950" y="1239"/>
                          <a:pt x="146855" y="1429"/>
                          <a:pt x="146807" y="1572"/>
                        </a:cubicBezTo>
                        <a:cubicBezTo>
                          <a:pt x="146807" y="1763"/>
                          <a:pt x="146712" y="1954"/>
                          <a:pt x="146664" y="2192"/>
                        </a:cubicBezTo>
                        <a:cubicBezTo>
                          <a:pt x="146617" y="2335"/>
                          <a:pt x="146521" y="2478"/>
                          <a:pt x="146474" y="2668"/>
                        </a:cubicBezTo>
                        <a:cubicBezTo>
                          <a:pt x="146378" y="2859"/>
                          <a:pt x="146283" y="3050"/>
                          <a:pt x="146188" y="3288"/>
                        </a:cubicBezTo>
                        <a:cubicBezTo>
                          <a:pt x="146045" y="3526"/>
                          <a:pt x="145854" y="3812"/>
                          <a:pt x="145711" y="4098"/>
                        </a:cubicBezTo>
                        <a:cubicBezTo>
                          <a:pt x="145711" y="4098"/>
                          <a:pt x="145664" y="4193"/>
                          <a:pt x="145616" y="4193"/>
                        </a:cubicBezTo>
                        <a:cubicBezTo>
                          <a:pt x="145426" y="4479"/>
                          <a:pt x="145235" y="4717"/>
                          <a:pt x="144997" y="4956"/>
                        </a:cubicBezTo>
                        <a:cubicBezTo>
                          <a:pt x="144949" y="5003"/>
                          <a:pt x="144901" y="5099"/>
                          <a:pt x="144854" y="5146"/>
                        </a:cubicBezTo>
                        <a:cubicBezTo>
                          <a:pt x="144615" y="5432"/>
                          <a:pt x="144377" y="5670"/>
                          <a:pt x="144044" y="5908"/>
                        </a:cubicBezTo>
                        <a:cubicBezTo>
                          <a:pt x="143853" y="6099"/>
                          <a:pt x="143663" y="6242"/>
                          <a:pt x="143472" y="6385"/>
                        </a:cubicBezTo>
                        <a:cubicBezTo>
                          <a:pt x="143281" y="6528"/>
                          <a:pt x="143138" y="6671"/>
                          <a:pt x="142948" y="6814"/>
                        </a:cubicBezTo>
                        <a:cubicBezTo>
                          <a:pt x="142710" y="6957"/>
                          <a:pt x="142471" y="7147"/>
                          <a:pt x="142233" y="7290"/>
                        </a:cubicBezTo>
                        <a:cubicBezTo>
                          <a:pt x="141995" y="7433"/>
                          <a:pt x="141756" y="7576"/>
                          <a:pt x="141518" y="7767"/>
                        </a:cubicBezTo>
                        <a:lnTo>
                          <a:pt x="286" y="89819"/>
                        </a:lnTo>
                        <a:lnTo>
                          <a:pt x="0" y="108116"/>
                        </a:lnTo>
                        <a:lnTo>
                          <a:pt x="141232" y="26016"/>
                        </a:lnTo>
                        <a:cubicBezTo>
                          <a:pt x="141232" y="26016"/>
                          <a:pt x="141423" y="25921"/>
                          <a:pt x="141471" y="25874"/>
                        </a:cubicBezTo>
                        <a:cubicBezTo>
                          <a:pt x="141661" y="25778"/>
                          <a:pt x="141804" y="25683"/>
                          <a:pt x="141947" y="25588"/>
                        </a:cubicBezTo>
                        <a:cubicBezTo>
                          <a:pt x="142185" y="25397"/>
                          <a:pt x="142424" y="25254"/>
                          <a:pt x="142614" y="25111"/>
                        </a:cubicBezTo>
                        <a:cubicBezTo>
                          <a:pt x="142805" y="24968"/>
                          <a:pt x="142948" y="24825"/>
                          <a:pt x="143138" y="24682"/>
                        </a:cubicBezTo>
                        <a:cubicBezTo>
                          <a:pt x="143329" y="24492"/>
                          <a:pt x="143519" y="24349"/>
                          <a:pt x="143710" y="24206"/>
                        </a:cubicBezTo>
                        <a:cubicBezTo>
                          <a:pt x="143758" y="24206"/>
                          <a:pt x="143806" y="24158"/>
                          <a:pt x="143853" y="24111"/>
                        </a:cubicBezTo>
                        <a:cubicBezTo>
                          <a:pt x="144091" y="23872"/>
                          <a:pt x="144330" y="23634"/>
                          <a:pt x="144520" y="23443"/>
                        </a:cubicBezTo>
                        <a:cubicBezTo>
                          <a:pt x="144520" y="23396"/>
                          <a:pt x="144615" y="23348"/>
                          <a:pt x="144663" y="23301"/>
                        </a:cubicBezTo>
                        <a:cubicBezTo>
                          <a:pt x="144758" y="23157"/>
                          <a:pt x="144901" y="23015"/>
                          <a:pt x="144997" y="22872"/>
                        </a:cubicBezTo>
                        <a:cubicBezTo>
                          <a:pt x="145092" y="22776"/>
                          <a:pt x="145187" y="22633"/>
                          <a:pt x="145283" y="22490"/>
                        </a:cubicBezTo>
                        <a:cubicBezTo>
                          <a:pt x="145283" y="22490"/>
                          <a:pt x="145330" y="22395"/>
                          <a:pt x="145330" y="22348"/>
                        </a:cubicBezTo>
                        <a:cubicBezTo>
                          <a:pt x="145473" y="22157"/>
                          <a:pt x="145616" y="21919"/>
                          <a:pt x="145759" y="21728"/>
                        </a:cubicBezTo>
                        <a:cubicBezTo>
                          <a:pt x="145759" y="21680"/>
                          <a:pt x="145759" y="21633"/>
                          <a:pt x="145854" y="21537"/>
                        </a:cubicBezTo>
                        <a:cubicBezTo>
                          <a:pt x="145950" y="21347"/>
                          <a:pt x="146045" y="21156"/>
                          <a:pt x="146140" y="20966"/>
                        </a:cubicBezTo>
                        <a:cubicBezTo>
                          <a:pt x="146188" y="20823"/>
                          <a:pt x="146236" y="20727"/>
                          <a:pt x="146283" y="20632"/>
                        </a:cubicBezTo>
                        <a:cubicBezTo>
                          <a:pt x="146283" y="20632"/>
                          <a:pt x="146283" y="20537"/>
                          <a:pt x="146331" y="20489"/>
                        </a:cubicBezTo>
                        <a:cubicBezTo>
                          <a:pt x="146378" y="20299"/>
                          <a:pt x="146426" y="20108"/>
                          <a:pt x="146521" y="19917"/>
                        </a:cubicBezTo>
                        <a:cubicBezTo>
                          <a:pt x="146521" y="19774"/>
                          <a:pt x="146569" y="19679"/>
                          <a:pt x="146617" y="19536"/>
                        </a:cubicBezTo>
                        <a:cubicBezTo>
                          <a:pt x="146617" y="19489"/>
                          <a:pt x="146617" y="19441"/>
                          <a:pt x="146617" y="19441"/>
                        </a:cubicBezTo>
                        <a:cubicBezTo>
                          <a:pt x="146617" y="19250"/>
                          <a:pt x="146664" y="19060"/>
                          <a:pt x="146712" y="18869"/>
                        </a:cubicBezTo>
                        <a:cubicBezTo>
                          <a:pt x="146712" y="18726"/>
                          <a:pt x="146712" y="18583"/>
                          <a:pt x="146712" y="18440"/>
                        </a:cubicBezTo>
                        <a:lnTo>
                          <a:pt x="146712" y="18297"/>
                        </a:lnTo>
                        <a:lnTo>
                          <a:pt x="146998" y="0"/>
                        </a:lnTo>
                        <a:cubicBezTo>
                          <a:pt x="146998" y="0"/>
                          <a:pt x="146998" y="381"/>
                          <a:pt x="146998" y="572"/>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1" name="Freeform: Shape 3470">
                    <a:extLst>
                      <a:ext uri="{FF2B5EF4-FFF2-40B4-BE49-F238E27FC236}">
                        <a16:creationId xmlns:a16="http://schemas.microsoft.com/office/drawing/2014/main" id="{16489DB8-5C78-B73B-13DF-DB2C354E2B2F}"/>
                      </a:ext>
                    </a:extLst>
                  </p:cNvPr>
                  <p:cNvSpPr/>
                  <p:nvPr/>
                </p:nvSpPr>
                <p:spPr>
                  <a:xfrm>
                    <a:off x="4333224" y="4288248"/>
                    <a:ext cx="148093" cy="108259"/>
                  </a:xfrm>
                  <a:custGeom>
                    <a:avLst/>
                    <a:gdLst>
                      <a:gd name="connsiteX0" fmla="*/ 5908 w 148093"/>
                      <a:gd name="connsiteY0" fmla="*/ 7910 h 108259"/>
                      <a:gd name="connsiteX1" fmla="*/ 286 w 148093"/>
                      <a:gd name="connsiteY1" fmla="*/ 0 h 108259"/>
                      <a:gd name="connsiteX2" fmla="*/ 0 w 148093"/>
                      <a:gd name="connsiteY2" fmla="*/ 18297 h 108259"/>
                      <a:gd name="connsiteX3" fmla="*/ 5623 w 148093"/>
                      <a:gd name="connsiteY3" fmla="*/ 26159 h 108259"/>
                      <a:gd name="connsiteX4" fmla="*/ 147808 w 148093"/>
                      <a:gd name="connsiteY4" fmla="*/ 108259 h 108259"/>
                      <a:gd name="connsiteX5" fmla="*/ 148094 w 148093"/>
                      <a:gd name="connsiteY5" fmla="*/ 89962 h 108259"/>
                      <a:gd name="connsiteX6" fmla="*/ 5956 w 148093"/>
                      <a:gd name="connsiteY6" fmla="*/ 7910 h 10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93" h="108259">
                        <a:moveTo>
                          <a:pt x="5908" y="7910"/>
                        </a:moveTo>
                        <a:cubicBezTo>
                          <a:pt x="2144" y="5766"/>
                          <a:pt x="286" y="2907"/>
                          <a:pt x="286" y="0"/>
                        </a:cubicBezTo>
                        <a:lnTo>
                          <a:pt x="0" y="18297"/>
                        </a:lnTo>
                        <a:cubicBezTo>
                          <a:pt x="0" y="21156"/>
                          <a:pt x="1858" y="24015"/>
                          <a:pt x="5623" y="26159"/>
                        </a:cubicBezTo>
                        <a:lnTo>
                          <a:pt x="147808" y="108259"/>
                        </a:lnTo>
                        <a:lnTo>
                          <a:pt x="148094" y="89962"/>
                        </a:lnTo>
                        <a:lnTo>
                          <a:pt x="5956" y="7910"/>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2" name="Freeform: Shape 3471">
                    <a:extLst>
                      <a:ext uri="{FF2B5EF4-FFF2-40B4-BE49-F238E27FC236}">
                        <a16:creationId xmlns:a16="http://schemas.microsoft.com/office/drawing/2014/main" id="{B47382F2-EF90-6C57-43B9-D44F3134693D}"/>
                      </a:ext>
                    </a:extLst>
                  </p:cNvPr>
                  <p:cNvSpPr/>
                  <p:nvPr/>
                </p:nvSpPr>
                <p:spPr>
                  <a:xfrm>
                    <a:off x="4333576" y="4195213"/>
                    <a:ext cx="321519" cy="186248"/>
                  </a:xfrm>
                  <a:custGeom>
                    <a:avLst/>
                    <a:gdLst>
                      <a:gd name="connsiteX0" fmla="*/ 315897 w 321519"/>
                      <a:gd name="connsiteY0" fmla="*/ 85316 h 186248"/>
                      <a:gd name="connsiteX1" fmla="*/ 315992 w 321519"/>
                      <a:gd name="connsiteY1" fmla="*/ 100945 h 186248"/>
                      <a:gd name="connsiteX2" fmla="*/ 174760 w 321519"/>
                      <a:gd name="connsiteY2" fmla="*/ 182997 h 186248"/>
                      <a:gd name="connsiteX3" fmla="*/ 147743 w 321519"/>
                      <a:gd name="connsiteY3" fmla="*/ 182997 h 186248"/>
                      <a:gd name="connsiteX4" fmla="*/ 5605 w 321519"/>
                      <a:gd name="connsiteY4" fmla="*/ 100945 h 186248"/>
                      <a:gd name="connsiteX5" fmla="*/ 5510 w 321519"/>
                      <a:gd name="connsiteY5" fmla="*/ 85316 h 186248"/>
                      <a:gd name="connsiteX6" fmla="*/ 146742 w 321519"/>
                      <a:gd name="connsiteY6" fmla="*/ 3216 h 186248"/>
                      <a:gd name="connsiteX7" fmla="*/ 173759 w 321519"/>
                      <a:gd name="connsiteY7" fmla="*/ 3216 h 186248"/>
                      <a:gd name="connsiteX8" fmla="*/ 315897 w 321519"/>
                      <a:gd name="connsiteY8" fmla="*/ 85316 h 18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19" h="186248">
                        <a:moveTo>
                          <a:pt x="315897" y="85316"/>
                        </a:moveTo>
                        <a:cubicBezTo>
                          <a:pt x="323378" y="89604"/>
                          <a:pt x="323378" y="96656"/>
                          <a:pt x="315992" y="100945"/>
                        </a:cubicBezTo>
                        <a:lnTo>
                          <a:pt x="174760" y="182997"/>
                        </a:lnTo>
                        <a:cubicBezTo>
                          <a:pt x="167374" y="187333"/>
                          <a:pt x="155223" y="187333"/>
                          <a:pt x="147743" y="182997"/>
                        </a:cubicBezTo>
                        <a:lnTo>
                          <a:pt x="5605" y="100945"/>
                        </a:lnTo>
                        <a:cubicBezTo>
                          <a:pt x="-1828" y="96609"/>
                          <a:pt x="-1876" y="89604"/>
                          <a:pt x="5510" y="85316"/>
                        </a:cubicBezTo>
                        <a:lnTo>
                          <a:pt x="146742" y="3216"/>
                        </a:lnTo>
                        <a:cubicBezTo>
                          <a:pt x="154175" y="-1072"/>
                          <a:pt x="166326" y="-1072"/>
                          <a:pt x="173759" y="3216"/>
                        </a:cubicBezTo>
                        <a:lnTo>
                          <a:pt x="315897" y="85316"/>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3" name="Freeform: Shape 3472">
                    <a:extLst>
                      <a:ext uri="{FF2B5EF4-FFF2-40B4-BE49-F238E27FC236}">
                        <a16:creationId xmlns:a16="http://schemas.microsoft.com/office/drawing/2014/main" id="{56674987-3C2F-7F56-1251-2F07E435AB2D}"/>
                      </a:ext>
                    </a:extLst>
                  </p:cNvPr>
                  <p:cNvSpPr/>
                  <p:nvPr/>
                </p:nvSpPr>
                <p:spPr>
                  <a:xfrm>
                    <a:off x="4333558" y="4188935"/>
                    <a:ext cx="321537" cy="186284"/>
                  </a:xfrm>
                  <a:custGeom>
                    <a:avLst/>
                    <a:gdLst>
                      <a:gd name="connsiteX0" fmla="*/ 5623 w 321537"/>
                      <a:gd name="connsiteY0" fmla="*/ 100981 h 186284"/>
                      <a:gd name="connsiteX1" fmla="*/ 5527 w 321537"/>
                      <a:gd name="connsiteY1" fmla="*/ 85352 h 186284"/>
                      <a:gd name="connsiteX2" fmla="*/ 146760 w 321537"/>
                      <a:gd name="connsiteY2" fmla="*/ 3252 h 186284"/>
                      <a:gd name="connsiteX3" fmla="*/ 173777 w 321537"/>
                      <a:gd name="connsiteY3" fmla="*/ 3252 h 186284"/>
                      <a:gd name="connsiteX4" fmla="*/ 315915 w 321537"/>
                      <a:gd name="connsiteY4" fmla="*/ 85352 h 186284"/>
                      <a:gd name="connsiteX5" fmla="*/ 316010 w 321537"/>
                      <a:gd name="connsiteY5" fmla="*/ 100981 h 186284"/>
                      <a:gd name="connsiteX6" fmla="*/ 174777 w 321537"/>
                      <a:gd name="connsiteY6" fmla="*/ 183033 h 186284"/>
                      <a:gd name="connsiteX7" fmla="*/ 147760 w 321537"/>
                      <a:gd name="connsiteY7" fmla="*/ 183033 h 186284"/>
                      <a:gd name="connsiteX8" fmla="*/ 5575 w 321537"/>
                      <a:gd name="connsiteY8" fmla="*/ 100981 h 18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537" h="186284">
                        <a:moveTo>
                          <a:pt x="5623" y="100981"/>
                        </a:moveTo>
                        <a:cubicBezTo>
                          <a:pt x="-1858" y="96692"/>
                          <a:pt x="-1858" y="89640"/>
                          <a:pt x="5527" y="85352"/>
                        </a:cubicBezTo>
                        <a:lnTo>
                          <a:pt x="146760" y="3252"/>
                        </a:lnTo>
                        <a:cubicBezTo>
                          <a:pt x="154145" y="-1084"/>
                          <a:pt x="166296" y="-1084"/>
                          <a:pt x="173777" y="3252"/>
                        </a:cubicBezTo>
                        <a:lnTo>
                          <a:pt x="315915" y="85352"/>
                        </a:lnTo>
                        <a:cubicBezTo>
                          <a:pt x="323395" y="89640"/>
                          <a:pt x="323395" y="96692"/>
                          <a:pt x="316010" y="100981"/>
                        </a:cubicBezTo>
                        <a:lnTo>
                          <a:pt x="174777" y="183033"/>
                        </a:lnTo>
                        <a:cubicBezTo>
                          <a:pt x="167392" y="187369"/>
                          <a:pt x="155241" y="187369"/>
                          <a:pt x="147760" y="183033"/>
                        </a:cubicBezTo>
                        <a:lnTo>
                          <a:pt x="5575" y="100981"/>
                        </a:lnTo>
                        <a:close/>
                      </a:path>
                    </a:pathLst>
                  </a:custGeom>
                  <a:gradFill>
                    <a:gsLst>
                      <a:gs pos="0">
                        <a:srgbClr val="F4F3FD"/>
                      </a:gs>
                      <a:gs pos="64000">
                        <a:srgbClr val="F9F8FD"/>
                      </a:gs>
                      <a:gs pos="100000">
                        <a:srgbClr val="FFFFFF"/>
                      </a:gs>
                    </a:gsLst>
                    <a:lin ang="162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4" name="Freeform: Shape 3473">
                    <a:extLst>
                      <a:ext uri="{FF2B5EF4-FFF2-40B4-BE49-F238E27FC236}">
                        <a16:creationId xmlns:a16="http://schemas.microsoft.com/office/drawing/2014/main" id="{EB7C34F5-33DE-30AC-5ED5-15C2542211FA}"/>
                      </a:ext>
                    </a:extLst>
                  </p:cNvPr>
                  <p:cNvSpPr/>
                  <p:nvPr/>
                </p:nvSpPr>
                <p:spPr>
                  <a:xfrm>
                    <a:off x="4353331" y="4200240"/>
                    <a:ext cx="281989" cy="163627"/>
                  </a:xfrm>
                  <a:custGeom>
                    <a:avLst/>
                    <a:gdLst>
                      <a:gd name="connsiteX0" fmla="*/ 141472 w 281989"/>
                      <a:gd name="connsiteY0" fmla="*/ 163628 h 163627"/>
                      <a:gd name="connsiteX1" fmla="*/ 129464 w 281989"/>
                      <a:gd name="connsiteY1" fmla="*/ 160769 h 163627"/>
                      <a:gd name="connsiteX2" fmla="*/ 5099 w 281989"/>
                      <a:gd name="connsiteY2" fmla="*/ 88961 h 163627"/>
                      <a:gd name="connsiteX3" fmla="*/ 1 w 281989"/>
                      <a:gd name="connsiteY3" fmla="*/ 81814 h 163627"/>
                      <a:gd name="connsiteX4" fmla="*/ 5004 w 281989"/>
                      <a:gd name="connsiteY4" fmla="*/ 74666 h 163627"/>
                      <a:gd name="connsiteX5" fmla="*/ 128559 w 281989"/>
                      <a:gd name="connsiteY5" fmla="*/ 2859 h 163627"/>
                      <a:gd name="connsiteX6" fmla="*/ 140518 w 281989"/>
                      <a:gd name="connsiteY6" fmla="*/ 0 h 163627"/>
                      <a:gd name="connsiteX7" fmla="*/ 152526 w 281989"/>
                      <a:gd name="connsiteY7" fmla="*/ 2859 h 163627"/>
                      <a:gd name="connsiteX8" fmla="*/ 276891 w 281989"/>
                      <a:gd name="connsiteY8" fmla="*/ 74666 h 163627"/>
                      <a:gd name="connsiteX9" fmla="*/ 281989 w 281989"/>
                      <a:gd name="connsiteY9" fmla="*/ 81861 h 163627"/>
                      <a:gd name="connsiteX10" fmla="*/ 276986 w 281989"/>
                      <a:gd name="connsiteY10" fmla="*/ 88961 h 163627"/>
                      <a:gd name="connsiteX11" fmla="*/ 153479 w 281989"/>
                      <a:gd name="connsiteY11" fmla="*/ 160769 h 163627"/>
                      <a:gd name="connsiteX12" fmla="*/ 141472 w 281989"/>
                      <a:gd name="connsiteY12" fmla="*/ 163628 h 163627"/>
                      <a:gd name="connsiteX13" fmla="*/ 140518 w 281989"/>
                      <a:gd name="connsiteY13" fmla="*/ 715 h 163627"/>
                      <a:gd name="connsiteX14" fmla="*/ 128892 w 281989"/>
                      <a:gd name="connsiteY14" fmla="*/ 3526 h 163627"/>
                      <a:gd name="connsiteX15" fmla="*/ 5338 w 281989"/>
                      <a:gd name="connsiteY15" fmla="*/ 75333 h 163627"/>
                      <a:gd name="connsiteX16" fmla="*/ 668 w 281989"/>
                      <a:gd name="connsiteY16" fmla="*/ 81861 h 163627"/>
                      <a:gd name="connsiteX17" fmla="*/ 5385 w 281989"/>
                      <a:gd name="connsiteY17" fmla="*/ 88389 h 163627"/>
                      <a:gd name="connsiteX18" fmla="*/ 129750 w 281989"/>
                      <a:gd name="connsiteY18" fmla="*/ 160197 h 163627"/>
                      <a:gd name="connsiteX19" fmla="*/ 141424 w 281989"/>
                      <a:gd name="connsiteY19" fmla="*/ 162960 h 163627"/>
                      <a:gd name="connsiteX20" fmla="*/ 153050 w 281989"/>
                      <a:gd name="connsiteY20" fmla="*/ 160197 h 163627"/>
                      <a:gd name="connsiteX21" fmla="*/ 276557 w 281989"/>
                      <a:gd name="connsiteY21" fmla="*/ 88389 h 163627"/>
                      <a:gd name="connsiteX22" fmla="*/ 281227 w 281989"/>
                      <a:gd name="connsiteY22" fmla="*/ 81909 h 163627"/>
                      <a:gd name="connsiteX23" fmla="*/ 276509 w 281989"/>
                      <a:gd name="connsiteY23" fmla="*/ 75333 h 163627"/>
                      <a:gd name="connsiteX24" fmla="*/ 152145 w 281989"/>
                      <a:gd name="connsiteY24" fmla="*/ 3526 h 163627"/>
                      <a:gd name="connsiteX25" fmla="*/ 140518 w 281989"/>
                      <a:gd name="connsiteY25" fmla="*/ 715 h 16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1989" h="163627">
                        <a:moveTo>
                          <a:pt x="141472" y="163628"/>
                        </a:moveTo>
                        <a:cubicBezTo>
                          <a:pt x="136945" y="163628"/>
                          <a:pt x="132656" y="162627"/>
                          <a:pt x="129464" y="160769"/>
                        </a:cubicBezTo>
                        <a:lnTo>
                          <a:pt x="5099" y="88961"/>
                        </a:lnTo>
                        <a:cubicBezTo>
                          <a:pt x="1812" y="87103"/>
                          <a:pt x="49" y="84530"/>
                          <a:pt x="1" y="81814"/>
                        </a:cubicBezTo>
                        <a:cubicBezTo>
                          <a:pt x="-47" y="79098"/>
                          <a:pt x="1764" y="76525"/>
                          <a:pt x="5004" y="74666"/>
                        </a:cubicBezTo>
                        <a:lnTo>
                          <a:pt x="128559" y="2859"/>
                        </a:lnTo>
                        <a:cubicBezTo>
                          <a:pt x="131751" y="1001"/>
                          <a:pt x="135992" y="0"/>
                          <a:pt x="140518" y="0"/>
                        </a:cubicBezTo>
                        <a:cubicBezTo>
                          <a:pt x="145045" y="0"/>
                          <a:pt x="149334" y="1001"/>
                          <a:pt x="152526" y="2859"/>
                        </a:cubicBezTo>
                        <a:lnTo>
                          <a:pt x="276891" y="74666"/>
                        </a:lnTo>
                        <a:cubicBezTo>
                          <a:pt x="280178" y="76572"/>
                          <a:pt x="281989" y="79098"/>
                          <a:pt x="281989" y="81861"/>
                        </a:cubicBezTo>
                        <a:cubicBezTo>
                          <a:pt x="281989" y="84625"/>
                          <a:pt x="280226" y="87103"/>
                          <a:pt x="276986" y="88961"/>
                        </a:cubicBezTo>
                        <a:lnTo>
                          <a:pt x="153479" y="160769"/>
                        </a:lnTo>
                        <a:cubicBezTo>
                          <a:pt x="150287" y="162627"/>
                          <a:pt x="145998" y="163628"/>
                          <a:pt x="141472" y="163628"/>
                        </a:cubicBezTo>
                        <a:close/>
                        <a:moveTo>
                          <a:pt x="140518" y="715"/>
                        </a:moveTo>
                        <a:cubicBezTo>
                          <a:pt x="136087" y="715"/>
                          <a:pt x="131989" y="1715"/>
                          <a:pt x="128892" y="3526"/>
                        </a:cubicBezTo>
                        <a:lnTo>
                          <a:pt x="5338" y="75333"/>
                        </a:lnTo>
                        <a:cubicBezTo>
                          <a:pt x="2336" y="77096"/>
                          <a:pt x="668" y="79384"/>
                          <a:pt x="668" y="81861"/>
                        </a:cubicBezTo>
                        <a:cubicBezTo>
                          <a:pt x="668" y="84339"/>
                          <a:pt x="2336" y="86674"/>
                          <a:pt x="5385" y="88389"/>
                        </a:cubicBezTo>
                        <a:lnTo>
                          <a:pt x="129750" y="160197"/>
                        </a:lnTo>
                        <a:cubicBezTo>
                          <a:pt x="132847" y="162007"/>
                          <a:pt x="136992" y="162960"/>
                          <a:pt x="141424" y="162960"/>
                        </a:cubicBezTo>
                        <a:cubicBezTo>
                          <a:pt x="145855" y="162960"/>
                          <a:pt x="149953" y="161960"/>
                          <a:pt x="153050" y="160197"/>
                        </a:cubicBezTo>
                        <a:lnTo>
                          <a:pt x="276557" y="88389"/>
                        </a:lnTo>
                        <a:cubicBezTo>
                          <a:pt x="279559" y="86674"/>
                          <a:pt x="281227" y="84339"/>
                          <a:pt x="281227" y="81909"/>
                        </a:cubicBezTo>
                        <a:cubicBezTo>
                          <a:pt x="281227" y="79431"/>
                          <a:pt x="279559" y="77096"/>
                          <a:pt x="276509" y="75333"/>
                        </a:cubicBezTo>
                        <a:lnTo>
                          <a:pt x="152145" y="3526"/>
                        </a:lnTo>
                        <a:cubicBezTo>
                          <a:pt x="149048" y="1715"/>
                          <a:pt x="144902" y="715"/>
                          <a:pt x="140518" y="715"/>
                        </a:cubicBezTo>
                        <a:close/>
                      </a:path>
                    </a:pathLst>
                  </a:custGeom>
                  <a:gradFill>
                    <a:gsLst>
                      <a:gs pos="0">
                        <a:srgbClr val="7B7F8A"/>
                      </a:gs>
                      <a:gs pos="64000">
                        <a:srgbClr val="C7B59D"/>
                      </a:gs>
                      <a:gs pos="100000">
                        <a:srgbClr val="EED1A7"/>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5" name="Freeform: Shape 3474">
                    <a:extLst>
                      <a:ext uri="{FF2B5EF4-FFF2-40B4-BE49-F238E27FC236}">
                        <a16:creationId xmlns:a16="http://schemas.microsoft.com/office/drawing/2014/main" id="{ABD7FE50-B827-F301-EA16-3E20532B5977}"/>
                      </a:ext>
                    </a:extLst>
                  </p:cNvPr>
                  <p:cNvSpPr/>
                  <p:nvPr/>
                </p:nvSpPr>
                <p:spPr>
                  <a:xfrm>
                    <a:off x="4479079" y="4376875"/>
                    <a:ext cx="30685" cy="22538"/>
                  </a:xfrm>
                  <a:custGeom>
                    <a:avLst/>
                    <a:gdLst>
                      <a:gd name="connsiteX0" fmla="*/ 27208 w 30685"/>
                      <a:gd name="connsiteY0" fmla="*/ 20537 h 22538"/>
                      <a:gd name="connsiteX1" fmla="*/ 30686 w 30685"/>
                      <a:gd name="connsiteY1" fmla="*/ 18631 h 22538"/>
                      <a:gd name="connsiteX2" fmla="*/ 30686 w 30685"/>
                      <a:gd name="connsiteY2" fmla="*/ 524 h 22538"/>
                      <a:gd name="connsiteX3" fmla="*/ 27494 w 30685"/>
                      <a:gd name="connsiteY3" fmla="*/ 2240 h 22538"/>
                      <a:gd name="connsiteX4" fmla="*/ 26922 w 30685"/>
                      <a:gd name="connsiteY4" fmla="*/ 2478 h 22538"/>
                      <a:gd name="connsiteX5" fmla="*/ 25445 w 30685"/>
                      <a:gd name="connsiteY5" fmla="*/ 3002 h 22538"/>
                      <a:gd name="connsiteX6" fmla="*/ 24873 w 30685"/>
                      <a:gd name="connsiteY6" fmla="*/ 3193 h 22538"/>
                      <a:gd name="connsiteX7" fmla="*/ 23920 w 30685"/>
                      <a:gd name="connsiteY7" fmla="*/ 3478 h 22538"/>
                      <a:gd name="connsiteX8" fmla="*/ 23157 w 30685"/>
                      <a:gd name="connsiteY8" fmla="*/ 3669 h 22538"/>
                      <a:gd name="connsiteX9" fmla="*/ 22109 w 30685"/>
                      <a:gd name="connsiteY9" fmla="*/ 3907 h 22538"/>
                      <a:gd name="connsiteX10" fmla="*/ 21394 w 30685"/>
                      <a:gd name="connsiteY10" fmla="*/ 4050 h 22538"/>
                      <a:gd name="connsiteX11" fmla="*/ 19203 w 30685"/>
                      <a:gd name="connsiteY11" fmla="*/ 4336 h 22538"/>
                      <a:gd name="connsiteX12" fmla="*/ 18488 w 30685"/>
                      <a:gd name="connsiteY12" fmla="*/ 4384 h 22538"/>
                      <a:gd name="connsiteX13" fmla="*/ 17201 w 30685"/>
                      <a:gd name="connsiteY13" fmla="*/ 4479 h 22538"/>
                      <a:gd name="connsiteX14" fmla="*/ 16344 w 30685"/>
                      <a:gd name="connsiteY14" fmla="*/ 4479 h 22538"/>
                      <a:gd name="connsiteX15" fmla="*/ 15295 w 30685"/>
                      <a:gd name="connsiteY15" fmla="*/ 4479 h 22538"/>
                      <a:gd name="connsiteX16" fmla="*/ 14390 w 30685"/>
                      <a:gd name="connsiteY16" fmla="*/ 4479 h 22538"/>
                      <a:gd name="connsiteX17" fmla="*/ 13437 w 30685"/>
                      <a:gd name="connsiteY17" fmla="*/ 4384 h 22538"/>
                      <a:gd name="connsiteX18" fmla="*/ 12532 w 30685"/>
                      <a:gd name="connsiteY18" fmla="*/ 4336 h 22538"/>
                      <a:gd name="connsiteX19" fmla="*/ 11579 w 30685"/>
                      <a:gd name="connsiteY19" fmla="*/ 4241 h 22538"/>
                      <a:gd name="connsiteX20" fmla="*/ 10721 w 30685"/>
                      <a:gd name="connsiteY20" fmla="*/ 4098 h 22538"/>
                      <a:gd name="connsiteX21" fmla="*/ 9720 w 30685"/>
                      <a:gd name="connsiteY21" fmla="*/ 3907 h 22538"/>
                      <a:gd name="connsiteX22" fmla="*/ 8958 w 30685"/>
                      <a:gd name="connsiteY22" fmla="*/ 3764 h 22538"/>
                      <a:gd name="connsiteX23" fmla="*/ 7767 w 30685"/>
                      <a:gd name="connsiteY23" fmla="*/ 3478 h 22538"/>
                      <a:gd name="connsiteX24" fmla="*/ 7100 w 30685"/>
                      <a:gd name="connsiteY24" fmla="*/ 3288 h 22538"/>
                      <a:gd name="connsiteX25" fmla="*/ 5051 w 30685"/>
                      <a:gd name="connsiteY25" fmla="*/ 2573 h 22538"/>
                      <a:gd name="connsiteX26" fmla="*/ 4098 w 30685"/>
                      <a:gd name="connsiteY26" fmla="*/ 2192 h 22538"/>
                      <a:gd name="connsiteX27" fmla="*/ 3574 w 30685"/>
                      <a:gd name="connsiteY27" fmla="*/ 1954 h 22538"/>
                      <a:gd name="connsiteX28" fmla="*/ 0 w 30685"/>
                      <a:gd name="connsiteY28" fmla="*/ 0 h 22538"/>
                      <a:gd name="connsiteX29" fmla="*/ 0 w 30685"/>
                      <a:gd name="connsiteY29" fmla="*/ 18440 h 22538"/>
                      <a:gd name="connsiteX30" fmla="*/ 3288 w 30685"/>
                      <a:gd name="connsiteY30" fmla="*/ 20251 h 22538"/>
                      <a:gd name="connsiteX31" fmla="*/ 3764 w 30685"/>
                      <a:gd name="connsiteY31" fmla="*/ 20442 h 22538"/>
                      <a:gd name="connsiteX32" fmla="*/ 4622 w 30685"/>
                      <a:gd name="connsiteY32" fmla="*/ 20823 h 22538"/>
                      <a:gd name="connsiteX33" fmla="*/ 4717 w 30685"/>
                      <a:gd name="connsiteY33" fmla="*/ 20823 h 22538"/>
                      <a:gd name="connsiteX34" fmla="*/ 6766 w 30685"/>
                      <a:gd name="connsiteY34" fmla="*/ 21538 h 22538"/>
                      <a:gd name="connsiteX35" fmla="*/ 6957 w 30685"/>
                      <a:gd name="connsiteY35" fmla="*/ 21538 h 22538"/>
                      <a:gd name="connsiteX36" fmla="*/ 7481 w 30685"/>
                      <a:gd name="connsiteY36" fmla="*/ 21680 h 22538"/>
                      <a:gd name="connsiteX37" fmla="*/ 8625 w 30685"/>
                      <a:gd name="connsiteY37" fmla="*/ 21966 h 22538"/>
                      <a:gd name="connsiteX38" fmla="*/ 8958 w 30685"/>
                      <a:gd name="connsiteY38" fmla="*/ 22062 h 22538"/>
                      <a:gd name="connsiteX39" fmla="*/ 9434 w 30685"/>
                      <a:gd name="connsiteY39" fmla="*/ 22157 h 22538"/>
                      <a:gd name="connsiteX40" fmla="*/ 10387 w 30685"/>
                      <a:gd name="connsiteY40" fmla="*/ 22348 h 22538"/>
                      <a:gd name="connsiteX41" fmla="*/ 10816 w 30685"/>
                      <a:gd name="connsiteY41" fmla="*/ 22395 h 22538"/>
                      <a:gd name="connsiteX42" fmla="*/ 11293 w 30685"/>
                      <a:gd name="connsiteY42" fmla="*/ 22443 h 22538"/>
                      <a:gd name="connsiteX43" fmla="*/ 12198 w 30685"/>
                      <a:gd name="connsiteY43" fmla="*/ 22538 h 22538"/>
                      <a:gd name="connsiteX44" fmla="*/ 12675 w 30685"/>
                      <a:gd name="connsiteY44" fmla="*/ 22538 h 22538"/>
                      <a:gd name="connsiteX45" fmla="*/ 13151 w 30685"/>
                      <a:gd name="connsiteY45" fmla="*/ 22538 h 22538"/>
                      <a:gd name="connsiteX46" fmla="*/ 14056 w 30685"/>
                      <a:gd name="connsiteY46" fmla="*/ 22538 h 22538"/>
                      <a:gd name="connsiteX47" fmla="*/ 14581 w 30685"/>
                      <a:gd name="connsiteY47" fmla="*/ 22538 h 22538"/>
                      <a:gd name="connsiteX48" fmla="*/ 16534 w 30685"/>
                      <a:gd name="connsiteY48" fmla="*/ 22538 h 22538"/>
                      <a:gd name="connsiteX49" fmla="*/ 16868 w 30685"/>
                      <a:gd name="connsiteY49" fmla="*/ 22538 h 22538"/>
                      <a:gd name="connsiteX50" fmla="*/ 18154 w 30685"/>
                      <a:gd name="connsiteY50" fmla="*/ 22443 h 22538"/>
                      <a:gd name="connsiteX51" fmla="*/ 18678 w 30685"/>
                      <a:gd name="connsiteY51" fmla="*/ 22443 h 22538"/>
                      <a:gd name="connsiteX52" fmla="*/ 18869 w 30685"/>
                      <a:gd name="connsiteY52" fmla="*/ 22443 h 22538"/>
                      <a:gd name="connsiteX53" fmla="*/ 21013 w 30685"/>
                      <a:gd name="connsiteY53" fmla="*/ 22109 h 22538"/>
                      <a:gd name="connsiteX54" fmla="*/ 21109 w 30685"/>
                      <a:gd name="connsiteY54" fmla="*/ 22109 h 22538"/>
                      <a:gd name="connsiteX55" fmla="*/ 21728 w 30685"/>
                      <a:gd name="connsiteY55" fmla="*/ 21966 h 22538"/>
                      <a:gd name="connsiteX56" fmla="*/ 22729 w 30685"/>
                      <a:gd name="connsiteY56" fmla="*/ 21728 h 22538"/>
                      <a:gd name="connsiteX57" fmla="*/ 23491 w 30685"/>
                      <a:gd name="connsiteY57" fmla="*/ 21538 h 22538"/>
                      <a:gd name="connsiteX58" fmla="*/ 24444 w 30685"/>
                      <a:gd name="connsiteY58" fmla="*/ 21252 h 22538"/>
                      <a:gd name="connsiteX59" fmla="*/ 24682 w 30685"/>
                      <a:gd name="connsiteY59" fmla="*/ 21204 h 22538"/>
                      <a:gd name="connsiteX60" fmla="*/ 25016 w 30685"/>
                      <a:gd name="connsiteY60" fmla="*/ 21061 h 22538"/>
                      <a:gd name="connsiteX61" fmla="*/ 26493 w 30685"/>
                      <a:gd name="connsiteY61" fmla="*/ 20489 h 22538"/>
                      <a:gd name="connsiteX62" fmla="*/ 27017 w 30685"/>
                      <a:gd name="connsiteY62" fmla="*/ 20299 h 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0685" h="22538">
                        <a:moveTo>
                          <a:pt x="27208" y="20537"/>
                        </a:moveTo>
                        <a:cubicBezTo>
                          <a:pt x="27827" y="20251"/>
                          <a:pt x="30114" y="18964"/>
                          <a:pt x="30686" y="18631"/>
                        </a:cubicBezTo>
                        <a:lnTo>
                          <a:pt x="30686" y="524"/>
                        </a:lnTo>
                        <a:cubicBezTo>
                          <a:pt x="30114" y="858"/>
                          <a:pt x="28113" y="1954"/>
                          <a:pt x="27494" y="2240"/>
                        </a:cubicBezTo>
                        <a:cubicBezTo>
                          <a:pt x="27303" y="2335"/>
                          <a:pt x="27112" y="2430"/>
                          <a:pt x="26922" y="2478"/>
                        </a:cubicBezTo>
                        <a:cubicBezTo>
                          <a:pt x="26445" y="2668"/>
                          <a:pt x="25969" y="2859"/>
                          <a:pt x="25445" y="3002"/>
                        </a:cubicBezTo>
                        <a:cubicBezTo>
                          <a:pt x="25254" y="3097"/>
                          <a:pt x="25063" y="3145"/>
                          <a:pt x="24873" y="3193"/>
                        </a:cubicBezTo>
                        <a:cubicBezTo>
                          <a:pt x="24539" y="3288"/>
                          <a:pt x="24206" y="3383"/>
                          <a:pt x="23920" y="3478"/>
                        </a:cubicBezTo>
                        <a:cubicBezTo>
                          <a:pt x="23682" y="3574"/>
                          <a:pt x="23396" y="3621"/>
                          <a:pt x="23157" y="3669"/>
                        </a:cubicBezTo>
                        <a:cubicBezTo>
                          <a:pt x="22824" y="3764"/>
                          <a:pt x="22443" y="3812"/>
                          <a:pt x="22109" y="3907"/>
                        </a:cubicBezTo>
                        <a:cubicBezTo>
                          <a:pt x="21871" y="3955"/>
                          <a:pt x="21633" y="4003"/>
                          <a:pt x="21394" y="4050"/>
                        </a:cubicBezTo>
                        <a:cubicBezTo>
                          <a:pt x="20680" y="4146"/>
                          <a:pt x="19965" y="4241"/>
                          <a:pt x="19203" y="4336"/>
                        </a:cubicBezTo>
                        <a:cubicBezTo>
                          <a:pt x="18964" y="4336"/>
                          <a:pt x="18726" y="4384"/>
                          <a:pt x="18488" y="4384"/>
                        </a:cubicBezTo>
                        <a:cubicBezTo>
                          <a:pt x="18059" y="4384"/>
                          <a:pt x="17630" y="4431"/>
                          <a:pt x="17201" y="4479"/>
                        </a:cubicBezTo>
                        <a:cubicBezTo>
                          <a:pt x="16915" y="4479"/>
                          <a:pt x="16630" y="4479"/>
                          <a:pt x="16344" y="4479"/>
                        </a:cubicBezTo>
                        <a:cubicBezTo>
                          <a:pt x="16010" y="4479"/>
                          <a:pt x="15676" y="4479"/>
                          <a:pt x="15295" y="4479"/>
                        </a:cubicBezTo>
                        <a:cubicBezTo>
                          <a:pt x="15009" y="4479"/>
                          <a:pt x="14676" y="4479"/>
                          <a:pt x="14390" y="4479"/>
                        </a:cubicBezTo>
                        <a:cubicBezTo>
                          <a:pt x="14056" y="4479"/>
                          <a:pt x="13723" y="4431"/>
                          <a:pt x="13437" y="4384"/>
                        </a:cubicBezTo>
                        <a:cubicBezTo>
                          <a:pt x="13151" y="4384"/>
                          <a:pt x="12818" y="4384"/>
                          <a:pt x="12532" y="4336"/>
                        </a:cubicBezTo>
                        <a:cubicBezTo>
                          <a:pt x="12198" y="4336"/>
                          <a:pt x="11912" y="4241"/>
                          <a:pt x="11579" y="4241"/>
                        </a:cubicBezTo>
                        <a:cubicBezTo>
                          <a:pt x="11293" y="4241"/>
                          <a:pt x="11007" y="4146"/>
                          <a:pt x="10721" y="4098"/>
                        </a:cubicBezTo>
                        <a:cubicBezTo>
                          <a:pt x="10387" y="4098"/>
                          <a:pt x="10054" y="4003"/>
                          <a:pt x="9720" y="3907"/>
                        </a:cubicBezTo>
                        <a:cubicBezTo>
                          <a:pt x="9482" y="3860"/>
                          <a:pt x="9196" y="3812"/>
                          <a:pt x="8958" y="3764"/>
                        </a:cubicBezTo>
                        <a:cubicBezTo>
                          <a:pt x="8529" y="3669"/>
                          <a:pt x="8148" y="3574"/>
                          <a:pt x="7767" y="3478"/>
                        </a:cubicBezTo>
                        <a:cubicBezTo>
                          <a:pt x="7529" y="3383"/>
                          <a:pt x="7338" y="3336"/>
                          <a:pt x="7100" y="3288"/>
                        </a:cubicBezTo>
                        <a:cubicBezTo>
                          <a:pt x="6385" y="3097"/>
                          <a:pt x="5718" y="2859"/>
                          <a:pt x="5051" y="2573"/>
                        </a:cubicBezTo>
                        <a:cubicBezTo>
                          <a:pt x="4717" y="2478"/>
                          <a:pt x="4431" y="2335"/>
                          <a:pt x="4098" y="2192"/>
                        </a:cubicBezTo>
                        <a:cubicBezTo>
                          <a:pt x="3907" y="2144"/>
                          <a:pt x="3764" y="2049"/>
                          <a:pt x="3574" y="1954"/>
                        </a:cubicBezTo>
                        <a:cubicBezTo>
                          <a:pt x="3097" y="1715"/>
                          <a:pt x="429" y="238"/>
                          <a:pt x="0" y="0"/>
                        </a:cubicBezTo>
                        <a:lnTo>
                          <a:pt x="0" y="18440"/>
                        </a:lnTo>
                        <a:cubicBezTo>
                          <a:pt x="429" y="18679"/>
                          <a:pt x="2811" y="20013"/>
                          <a:pt x="3288" y="20251"/>
                        </a:cubicBezTo>
                        <a:cubicBezTo>
                          <a:pt x="3431" y="20346"/>
                          <a:pt x="3621" y="20394"/>
                          <a:pt x="3764" y="20442"/>
                        </a:cubicBezTo>
                        <a:cubicBezTo>
                          <a:pt x="4050" y="20585"/>
                          <a:pt x="4336" y="20727"/>
                          <a:pt x="4622" y="20823"/>
                        </a:cubicBezTo>
                        <a:cubicBezTo>
                          <a:pt x="4622" y="20823"/>
                          <a:pt x="4717" y="20823"/>
                          <a:pt x="4717" y="20823"/>
                        </a:cubicBezTo>
                        <a:cubicBezTo>
                          <a:pt x="5384" y="21061"/>
                          <a:pt x="6051" y="21299"/>
                          <a:pt x="6766" y="21538"/>
                        </a:cubicBezTo>
                        <a:cubicBezTo>
                          <a:pt x="6814" y="21538"/>
                          <a:pt x="6861" y="21538"/>
                          <a:pt x="6957" y="21538"/>
                        </a:cubicBezTo>
                        <a:cubicBezTo>
                          <a:pt x="7147" y="21538"/>
                          <a:pt x="7290" y="21633"/>
                          <a:pt x="7481" y="21680"/>
                        </a:cubicBezTo>
                        <a:cubicBezTo>
                          <a:pt x="7862" y="21776"/>
                          <a:pt x="8243" y="21871"/>
                          <a:pt x="8625" y="21966"/>
                        </a:cubicBezTo>
                        <a:cubicBezTo>
                          <a:pt x="8767" y="21966"/>
                          <a:pt x="8863" y="22014"/>
                          <a:pt x="8958" y="22062"/>
                        </a:cubicBezTo>
                        <a:cubicBezTo>
                          <a:pt x="9101" y="22109"/>
                          <a:pt x="9292" y="22109"/>
                          <a:pt x="9434" y="22157"/>
                        </a:cubicBezTo>
                        <a:cubicBezTo>
                          <a:pt x="9768" y="22252"/>
                          <a:pt x="10102" y="22252"/>
                          <a:pt x="10387" y="22348"/>
                        </a:cubicBezTo>
                        <a:cubicBezTo>
                          <a:pt x="10530" y="22348"/>
                          <a:pt x="10673" y="22395"/>
                          <a:pt x="10816" y="22395"/>
                        </a:cubicBezTo>
                        <a:cubicBezTo>
                          <a:pt x="10959" y="22395"/>
                          <a:pt x="11150" y="22395"/>
                          <a:pt x="11293" y="22443"/>
                        </a:cubicBezTo>
                        <a:cubicBezTo>
                          <a:pt x="11579" y="22443"/>
                          <a:pt x="11865" y="22490"/>
                          <a:pt x="12198" y="22538"/>
                        </a:cubicBezTo>
                        <a:cubicBezTo>
                          <a:pt x="12389" y="22538"/>
                          <a:pt x="12532" y="22538"/>
                          <a:pt x="12675" y="22538"/>
                        </a:cubicBezTo>
                        <a:cubicBezTo>
                          <a:pt x="12818" y="22538"/>
                          <a:pt x="13008" y="22538"/>
                          <a:pt x="13151" y="22538"/>
                        </a:cubicBezTo>
                        <a:cubicBezTo>
                          <a:pt x="13437" y="22538"/>
                          <a:pt x="13771" y="22538"/>
                          <a:pt x="14056" y="22538"/>
                        </a:cubicBezTo>
                        <a:cubicBezTo>
                          <a:pt x="14247" y="22538"/>
                          <a:pt x="14390" y="22538"/>
                          <a:pt x="14581" y="22538"/>
                        </a:cubicBezTo>
                        <a:lnTo>
                          <a:pt x="16534" y="22538"/>
                        </a:lnTo>
                        <a:cubicBezTo>
                          <a:pt x="16534" y="22538"/>
                          <a:pt x="16725" y="22538"/>
                          <a:pt x="16868" y="22538"/>
                        </a:cubicBezTo>
                        <a:cubicBezTo>
                          <a:pt x="17297" y="22538"/>
                          <a:pt x="17726" y="22538"/>
                          <a:pt x="18154" y="22443"/>
                        </a:cubicBezTo>
                        <a:cubicBezTo>
                          <a:pt x="18345" y="22443"/>
                          <a:pt x="18535" y="22443"/>
                          <a:pt x="18678" y="22443"/>
                        </a:cubicBezTo>
                        <a:cubicBezTo>
                          <a:pt x="18726" y="22443"/>
                          <a:pt x="18774" y="22443"/>
                          <a:pt x="18869" y="22443"/>
                        </a:cubicBezTo>
                        <a:cubicBezTo>
                          <a:pt x="19584" y="22348"/>
                          <a:pt x="20298" y="22252"/>
                          <a:pt x="21013" y="22109"/>
                        </a:cubicBezTo>
                        <a:lnTo>
                          <a:pt x="21109" y="22109"/>
                        </a:lnTo>
                        <a:cubicBezTo>
                          <a:pt x="21109" y="22109"/>
                          <a:pt x="21537" y="22014"/>
                          <a:pt x="21728" y="21966"/>
                        </a:cubicBezTo>
                        <a:cubicBezTo>
                          <a:pt x="22061" y="21871"/>
                          <a:pt x="22395" y="21823"/>
                          <a:pt x="22729" y="21728"/>
                        </a:cubicBezTo>
                        <a:cubicBezTo>
                          <a:pt x="23015" y="21680"/>
                          <a:pt x="23253" y="21585"/>
                          <a:pt x="23491" y="21538"/>
                        </a:cubicBezTo>
                        <a:cubicBezTo>
                          <a:pt x="23825" y="21442"/>
                          <a:pt x="24158" y="21347"/>
                          <a:pt x="24444" y="21252"/>
                        </a:cubicBezTo>
                        <a:cubicBezTo>
                          <a:pt x="24539" y="21252"/>
                          <a:pt x="24587" y="21252"/>
                          <a:pt x="24682" y="21204"/>
                        </a:cubicBezTo>
                        <a:cubicBezTo>
                          <a:pt x="24778" y="21204"/>
                          <a:pt x="24920" y="21109"/>
                          <a:pt x="25016" y="21061"/>
                        </a:cubicBezTo>
                        <a:cubicBezTo>
                          <a:pt x="25540" y="20918"/>
                          <a:pt x="26016" y="20727"/>
                          <a:pt x="26493" y="20489"/>
                        </a:cubicBezTo>
                        <a:cubicBezTo>
                          <a:pt x="26683" y="20442"/>
                          <a:pt x="26874" y="20346"/>
                          <a:pt x="27017" y="20299"/>
                        </a:cubicBezTo>
                        <a:close/>
                      </a:path>
                    </a:pathLst>
                  </a:custGeom>
                  <a:gradFill>
                    <a:gsLst>
                      <a:gs pos="0">
                        <a:srgbClr val="F2F0FD"/>
                      </a:gs>
                      <a:gs pos="50000">
                        <a:srgbClr val="EDEBF9"/>
                      </a:gs>
                      <a:gs pos="100000">
                        <a:srgbClr val="E9E6F6"/>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6" name="Freeform: Shape 3475">
                    <a:extLst>
                      <a:ext uri="{FF2B5EF4-FFF2-40B4-BE49-F238E27FC236}">
                        <a16:creationId xmlns:a16="http://schemas.microsoft.com/office/drawing/2014/main" id="{C559E777-FB9B-DA43-FEFE-AD45A10A56DC}"/>
                      </a:ext>
                    </a:extLst>
                  </p:cNvPr>
                  <p:cNvSpPr/>
                  <p:nvPr/>
                </p:nvSpPr>
                <p:spPr>
                  <a:xfrm>
                    <a:off x="4389784" y="4181654"/>
                    <a:ext cx="201050" cy="165017"/>
                  </a:xfrm>
                  <a:custGeom>
                    <a:avLst/>
                    <a:gdLst>
                      <a:gd name="connsiteX0" fmla="*/ 185784 w 201050"/>
                      <a:gd name="connsiteY0" fmla="*/ 40266 h 165017"/>
                      <a:gd name="connsiteX1" fmla="*/ 164819 w 201050"/>
                      <a:gd name="connsiteY1" fmla="*/ 1480 h 165017"/>
                      <a:gd name="connsiteX2" fmla="*/ 159434 w 201050"/>
                      <a:gd name="connsiteY2" fmla="*/ 813 h 165017"/>
                      <a:gd name="connsiteX3" fmla="*/ 156671 w 201050"/>
                      <a:gd name="connsiteY3" fmla="*/ 3195 h 165017"/>
                      <a:gd name="connsiteX4" fmla="*/ 154193 w 201050"/>
                      <a:gd name="connsiteY4" fmla="*/ 13964 h 165017"/>
                      <a:gd name="connsiteX5" fmla="*/ 175302 w 201050"/>
                      <a:gd name="connsiteY5" fmla="*/ 53275 h 165017"/>
                      <a:gd name="connsiteX6" fmla="*/ 188310 w 201050"/>
                      <a:gd name="connsiteY6" fmla="*/ 91060 h 165017"/>
                      <a:gd name="connsiteX7" fmla="*/ 180972 w 201050"/>
                      <a:gd name="connsiteY7" fmla="*/ 107118 h 165017"/>
                      <a:gd name="connsiteX8" fmla="*/ 105638 w 201050"/>
                      <a:gd name="connsiteY8" fmla="*/ 150622 h 165017"/>
                      <a:gd name="connsiteX9" fmla="*/ 103542 w 201050"/>
                      <a:gd name="connsiteY9" fmla="*/ 152242 h 165017"/>
                      <a:gd name="connsiteX10" fmla="*/ 104114 w 201050"/>
                      <a:gd name="connsiteY10" fmla="*/ 151718 h 165017"/>
                      <a:gd name="connsiteX11" fmla="*/ 4384 w 201050"/>
                      <a:gd name="connsiteY11" fmla="*/ 93919 h 165017"/>
                      <a:gd name="connsiteX12" fmla="*/ 2859 w 201050"/>
                      <a:gd name="connsiteY12" fmla="*/ 95540 h 165017"/>
                      <a:gd name="connsiteX13" fmla="*/ 1811 w 201050"/>
                      <a:gd name="connsiteY13" fmla="*/ 97112 h 165017"/>
                      <a:gd name="connsiteX14" fmla="*/ 1525 w 201050"/>
                      <a:gd name="connsiteY14" fmla="*/ 97636 h 165017"/>
                      <a:gd name="connsiteX15" fmla="*/ 1001 w 201050"/>
                      <a:gd name="connsiteY15" fmla="*/ 98637 h 165017"/>
                      <a:gd name="connsiteX16" fmla="*/ 810 w 201050"/>
                      <a:gd name="connsiteY16" fmla="*/ 99161 h 165017"/>
                      <a:gd name="connsiteX17" fmla="*/ 238 w 201050"/>
                      <a:gd name="connsiteY17" fmla="*/ 101019 h 165017"/>
                      <a:gd name="connsiteX18" fmla="*/ 95 w 201050"/>
                      <a:gd name="connsiteY18" fmla="*/ 101829 h 165017"/>
                      <a:gd name="connsiteX19" fmla="*/ 0 w 201050"/>
                      <a:gd name="connsiteY19" fmla="*/ 103020 h 165017"/>
                      <a:gd name="connsiteX20" fmla="*/ 1763 w 201050"/>
                      <a:gd name="connsiteY20" fmla="*/ 106880 h 165017"/>
                      <a:gd name="connsiteX21" fmla="*/ 101398 w 201050"/>
                      <a:gd name="connsiteY21" fmla="*/ 164822 h 165017"/>
                      <a:gd name="connsiteX22" fmla="*/ 105686 w 201050"/>
                      <a:gd name="connsiteY22" fmla="*/ 164393 h 165017"/>
                      <a:gd name="connsiteX23" fmla="*/ 187929 w 201050"/>
                      <a:gd name="connsiteY23" fmla="*/ 116934 h 165017"/>
                      <a:gd name="connsiteX24" fmla="*/ 198650 w 201050"/>
                      <a:gd name="connsiteY24" fmla="*/ 104021 h 165017"/>
                      <a:gd name="connsiteX25" fmla="*/ 185832 w 201050"/>
                      <a:gd name="connsiteY25" fmla="*/ 40219 h 16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050" h="165017">
                        <a:moveTo>
                          <a:pt x="185784" y="40266"/>
                        </a:moveTo>
                        <a:cubicBezTo>
                          <a:pt x="176016" y="19491"/>
                          <a:pt x="164914" y="1575"/>
                          <a:pt x="164819" y="1480"/>
                        </a:cubicBezTo>
                        <a:cubicBezTo>
                          <a:pt x="163723" y="-283"/>
                          <a:pt x="161626" y="-426"/>
                          <a:pt x="159434" y="813"/>
                        </a:cubicBezTo>
                        <a:cubicBezTo>
                          <a:pt x="158481" y="1337"/>
                          <a:pt x="157576" y="2147"/>
                          <a:pt x="156671" y="3195"/>
                        </a:cubicBezTo>
                        <a:cubicBezTo>
                          <a:pt x="153717" y="6674"/>
                          <a:pt x="152621" y="11486"/>
                          <a:pt x="154193" y="13964"/>
                        </a:cubicBezTo>
                        <a:cubicBezTo>
                          <a:pt x="154288" y="14154"/>
                          <a:pt x="165677" y="32452"/>
                          <a:pt x="175302" y="53275"/>
                        </a:cubicBezTo>
                        <a:cubicBezTo>
                          <a:pt x="185117" y="74431"/>
                          <a:pt x="187643" y="83722"/>
                          <a:pt x="188310" y="91060"/>
                        </a:cubicBezTo>
                        <a:cubicBezTo>
                          <a:pt x="188834" y="96540"/>
                          <a:pt x="187833" y="103211"/>
                          <a:pt x="180972" y="107118"/>
                        </a:cubicBezTo>
                        <a:cubicBezTo>
                          <a:pt x="174110" y="111026"/>
                          <a:pt x="109069" y="148621"/>
                          <a:pt x="105638" y="150622"/>
                        </a:cubicBezTo>
                        <a:cubicBezTo>
                          <a:pt x="104924" y="151051"/>
                          <a:pt x="104209" y="151623"/>
                          <a:pt x="103542" y="152242"/>
                        </a:cubicBezTo>
                        <a:cubicBezTo>
                          <a:pt x="103780" y="152051"/>
                          <a:pt x="104018" y="151813"/>
                          <a:pt x="104114" y="151718"/>
                        </a:cubicBezTo>
                        <a:lnTo>
                          <a:pt x="4384" y="93919"/>
                        </a:lnTo>
                        <a:cubicBezTo>
                          <a:pt x="4384" y="93919"/>
                          <a:pt x="3002" y="95349"/>
                          <a:pt x="2859" y="95540"/>
                        </a:cubicBezTo>
                        <a:cubicBezTo>
                          <a:pt x="2716" y="95730"/>
                          <a:pt x="1906" y="96969"/>
                          <a:pt x="1811" y="97112"/>
                        </a:cubicBezTo>
                        <a:cubicBezTo>
                          <a:pt x="1715" y="97255"/>
                          <a:pt x="1620" y="97445"/>
                          <a:pt x="1525" y="97636"/>
                        </a:cubicBezTo>
                        <a:cubicBezTo>
                          <a:pt x="1430" y="97779"/>
                          <a:pt x="1096" y="98494"/>
                          <a:pt x="1001" y="98637"/>
                        </a:cubicBezTo>
                        <a:cubicBezTo>
                          <a:pt x="953" y="98827"/>
                          <a:pt x="858" y="99018"/>
                          <a:pt x="810" y="99161"/>
                        </a:cubicBezTo>
                        <a:cubicBezTo>
                          <a:pt x="762" y="99351"/>
                          <a:pt x="286" y="100781"/>
                          <a:pt x="238" y="101019"/>
                        </a:cubicBezTo>
                        <a:cubicBezTo>
                          <a:pt x="191" y="101305"/>
                          <a:pt x="143" y="101543"/>
                          <a:pt x="95" y="101829"/>
                        </a:cubicBezTo>
                        <a:cubicBezTo>
                          <a:pt x="48" y="102210"/>
                          <a:pt x="0" y="102639"/>
                          <a:pt x="0" y="103020"/>
                        </a:cubicBezTo>
                        <a:cubicBezTo>
                          <a:pt x="0" y="104926"/>
                          <a:pt x="667" y="106261"/>
                          <a:pt x="1763" y="106880"/>
                        </a:cubicBezTo>
                        <a:lnTo>
                          <a:pt x="101398" y="164822"/>
                        </a:lnTo>
                        <a:cubicBezTo>
                          <a:pt x="101159" y="164679"/>
                          <a:pt x="103637" y="165584"/>
                          <a:pt x="105686" y="164393"/>
                        </a:cubicBezTo>
                        <a:lnTo>
                          <a:pt x="187929" y="116934"/>
                        </a:lnTo>
                        <a:cubicBezTo>
                          <a:pt x="192598" y="114218"/>
                          <a:pt x="196363" y="109691"/>
                          <a:pt x="198650" y="104021"/>
                        </a:cubicBezTo>
                        <a:cubicBezTo>
                          <a:pt x="202319" y="94872"/>
                          <a:pt x="204177" y="79386"/>
                          <a:pt x="185832" y="40219"/>
                        </a:cubicBez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7" name="Freeform: Shape 3476">
                    <a:extLst>
                      <a:ext uri="{FF2B5EF4-FFF2-40B4-BE49-F238E27FC236}">
                        <a16:creationId xmlns:a16="http://schemas.microsoft.com/office/drawing/2014/main" id="{0602830A-19B7-0CD4-EABA-557B231D43AA}"/>
                      </a:ext>
                    </a:extLst>
                  </p:cNvPr>
                  <p:cNvSpPr/>
                  <p:nvPr/>
                </p:nvSpPr>
                <p:spPr>
                  <a:xfrm>
                    <a:off x="4389832" y="4272142"/>
                    <a:ext cx="104113" cy="70997"/>
                  </a:xfrm>
                  <a:custGeom>
                    <a:avLst/>
                    <a:gdLst>
                      <a:gd name="connsiteX0" fmla="*/ 4336 w 104113"/>
                      <a:gd name="connsiteY0" fmla="*/ 48 h 70997"/>
                      <a:gd name="connsiteX1" fmla="*/ 3288 w 104113"/>
                      <a:gd name="connsiteY1" fmla="*/ 1096 h 70997"/>
                      <a:gd name="connsiteX2" fmla="*/ 2811 w 104113"/>
                      <a:gd name="connsiteY2" fmla="*/ 1715 h 70997"/>
                      <a:gd name="connsiteX3" fmla="*/ 2430 w 104113"/>
                      <a:gd name="connsiteY3" fmla="*/ 2240 h 70997"/>
                      <a:gd name="connsiteX4" fmla="*/ 2097 w 104113"/>
                      <a:gd name="connsiteY4" fmla="*/ 2764 h 70997"/>
                      <a:gd name="connsiteX5" fmla="*/ 1763 w 104113"/>
                      <a:gd name="connsiteY5" fmla="*/ 3288 h 70997"/>
                      <a:gd name="connsiteX6" fmla="*/ 1477 w 104113"/>
                      <a:gd name="connsiteY6" fmla="*/ 3812 h 70997"/>
                      <a:gd name="connsiteX7" fmla="*/ 1239 w 104113"/>
                      <a:gd name="connsiteY7" fmla="*/ 4288 h 70997"/>
                      <a:gd name="connsiteX8" fmla="*/ 1001 w 104113"/>
                      <a:gd name="connsiteY8" fmla="*/ 4812 h 70997"/>
                      <a:gd name="connsiteX9" fmla="*/ 810 w 104113"/>
                      <a:gd name="connsiteY9" fmla="*/ 5337 h 70997"/>
                      <a:gd name="connsiteX10" fmla="*/ 619 w 104113"/>
                      <a:gd name="connsiteY10" fmla="*/ 5908 h 70997"/>
                      <a:gd name="connsiteX11" fmla="*/ 429 w 104113"/>
                      <a:gd name="connsiteY11" fmla="*/ 6528 h 70997"/>
                      <a:gd name="connsiteX12" fmla="*/ 238 w 104113"/>
                      <a:gd name="connsiteY12" fmla="*/ 7243 h 70997"/>
                      <a:gd name="connsiteX13" fmla="*/ 95 w 104113"/>
                      <a:gd name="connsiteY13" fmla="*/ 8053 h 70997"/>
                      <a:gd name="connsiteX14" fmla="*/ 0 w 104113"/>
                      <a:gd name="connsiteY14" fmla="*/ 9244 h 70997"/>
                      <a:gd name="connsiteX15" fmla="*/ 1763 w 104113"/>
                      <a:gd name="connsiteY15" fmla="*/ 13104 h 70997"/>
                      <a:gd name="connsiteX16" fmla="*/ 101398 w 104113"/>
                      <a:gd name="connsiteY16" fmla="*/ 70997 h 70997"/>
                      <a:gd name="connsiteX17" fmla="*/ 99682 w 104113"/>
                      <a:gd name="connsiteY17" fmla="*/ 67138 h 70997"/>
                      <a:gd name="connsiteX18" fmla="*/ 99730 w 104113"/>
                      <a:gd name="connsiteY18" fmla="*/ 65947 h 70997"/>
                      <a:gd name="connsiteX19" fmla="*/ 99873 w 104113"/>
                      <a:gd name="connsiteY19" fmla="*/ 65136 h 70997"/>
                      <a:gd name="connsiteX20" fmla="*/ 100063 w 104113"/>
                      <a:gd name="connsiteY20" fmla="*/ 64469 h 70997"/>
                      <a:gd name="connsiteX21" fmla="*/ 100254 w 104113"/>
                      <a:gd name="connsiteY21" fmla="*/ 63850 h 70997"/>
                      <a:gd name="connsiteX22" fmla="*/ 100445 w 104113"/>
                      <a:gd name="connsiteY22" fmla="*/ 63278 h 70997"/>
                      <a:gd name="connsiteX23" fmla="*/ 100683 w 104113"/>
                      <a:gd name="connsiteY23" fmla="*/ 62706 h 70997"/>
                      <a:gd name="connsiteX24" fmla="*/ 100921 w 104113"/>
                      <a:gd name="connsiteY24" fmla="*/ 62230 h 70997"/>
                      <a:gd name="connsiteX25" fmla="*/ 101159 w 104113"/>
                      <a:gd name="connsiteY25" fmla="*/ 61706 h 70997"/>
                      <a:gd name="connsiteX26" fmla="*/ 101445 w 104113"/>
                      <a:gd name="connsiteY26" fmla="*/ 61182 h 70997"/>
                      <a:gd name="connsiteX27" fmla="*/ 101731 w 104113"/>
                      <a:gd name="connsiteY27" fmla="*/ 60657 h 70997"/>
                      <a:gd name="connsiteX28" fmla="*/ 102112 w 104113"/>
                      <a:gd name="connsiteY28" fmla="*/ 60133 h 70997"/>
                      <a:gd name="connsiteX29" fmla="*/ 102494 w 104113"/>
                      <a:gd name="connsiteY29" fmla="*/ 59562 h 70997"/>
                      <a:gd name="connsiteX30" fmla="*/ 102970 w 104113"/>
                      <a:gd name="connsiteY30" fmla="*/ 58942 h 70997"/>
                      <a:gd name="connsiteX31" fmla="*/ 104114 w 104113"/>
                      <a:gd name="connsiteY31" fmla="*/ 57799 h 70997"/>
                      <a:gd name="connsiteX32" fmla="*/ 4384 w 104113"/>
                      <a:gd name="connsiteY32" fmla="*/ 0 h 7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4113" h="70997">
                        <a:moveTo>
                          <a:pt x="4336" y="48"/>
                        </a:moveTo>
                        <a:cubicBezTo>
                          <a:pt x="4336" y="48"/>
                          <a:pt x="3526" y="858"/>
                          <a:pt x="3288" y="1096"/>
                        </a:cubicBezTo>
                        <a:cubicBezTo>
                          <a:pt x="3097" y="1286"/>
                          <a:pt x="2954" y="1477"/>
                          <a:pt x="2811" y="1715"/>
                        </a:cubicBezTo>
                        <a:cubicBezTo>
                          <a:pt x="2668" y="1906"/>
                          <a:pt x="2573" y="2049"/>
                          <a:pt x="2430" y="2240"/>
                        </a:cubicBezTo>
                        <a:cubicBezTo>
                          <a:pt x="2335" y="2430"/>
                          <a:pt x="2192" y="2573"/>
                          <a:pt x="2097" y="2764"/>
                        </a:cubicBezTo>
                        <a:cubicBezTo>
                          <a:pt x="2001" y="2954"/>
                          <a:pt x="1906" y="3097"/>
                          <a:pt x="1763" y="3288"/>
                        </a:cubicBezTo>
                        <a:cubicBezTo>
                          <a:pt x="1668" y="3478"/>
                          <a:pt x="1572" y="3621"/>
                          <a:pt x="1477" y="3812"/>
                        </a:cubicBezTo>
                        <a:cubicBezTo>
                          <a:pt x="1382" y="3955"/>
                          <a:pt x="1286" y="4145"/>
                          <a:pt x="1239" y="4288"/>
                        </a:cubicBezTo>
                        <a:cubicBezTo>
                          <a:pt x="1144" y="4479"/>
                          <a:pt x="1048" y="4670"/>
                          <a:pt x="1001" y="4812"/>
                        </a:cubicBezTo>
                        <a:cubicBezTo>
                          <a:pt x="953" y="5003"/>
                          <a:pt x="858" y="5194"/>
                          <a:pt x="810" y="5337"/>
                        </a:cubicBezTo>
                        <a:cubicBezTo>
                          <a:pt x="762" y="5527"/>
                          <a:pt x="667" y="5718"/>
                          <a:pt x="619" y="5908"/>
                        </a:cubicBezTo>
                        <a:cubicBezTo>
                          <a:pt x="572" y="6099"/>
                          <a:pt x="477" y="6290"/>
                          <a:pt x="429" y="6528"/>
                        </a:cubicBezTo>
                        <a:cubicBezTo>
                          <a:pt x="334" y="6766"/>
                          <a:pt x="286" y="7004"/>
                          <a:pt x="238" y="7243"/>
                        </a:cubicBezTo>
                        <a:cubicBezTo>
                          <a:pt x="191" y="7481"/>
                          <a:pt x="143" y="7767"/>
                          <a:pt x="95" y="8053"/>
                        </a:cubicBezTo>
                        <a:cubicBezTo>
                          <a:pt x="48" y="8434"/>
                          <a:pt x="0" y="8863"/>
                          <a:pt x="0" y="9244"/>
                        </a:cubicBezTo>
                        <a:cubicBezTo>
                          <a:pt x="0" y="11150"/>
                          <a:pt x="667" y="12484"/>
                          <a:pt x="1763" y="13104"/>
                        </a:cubicBezTo>
                        <a:lnTo>
                          <a:pt x="101398" y="70997"/>
                        </a:lnTo>
                        <a:cubicBezTo>
                          <a:pt x="100302" y="70378"/>
                          <a:pt x="99682" y="69044"/>
                          <a:pt x="99682" y="67138"/>
                        </a:cubicBezTo>
                        <a:cubicBezTo>
                          <a:pt x="99682" y="66757"/>
                          <a:pt x="99682" y="66375"/>
                          <a:pt x="99730" y="65947"/>
                        </a:cubicBezTo>
                        <a:cubicBezTo>
                          <a:pt x="99730" y="65661"/>
                          <a:pt x="99825" y="65422"/>
                          <a:pt x="99873" y="65136"/>
                        </a:cubicBezTo>
                        <a:cubicBezTo>
                          <a:pt x="99920" y="64898"/>
                          <a:pt x="99968" y="64660"/>
                          <a:pt x="100063" y="64469"/>
                        </a:cubicBezTo>
                        <a:cubicBezTo>
                          <a:pt x="100111" y="64279"/>
                          <a:pt x="100159" y="64088"/>
                          <a:pt x="100254" y="63850"/>
                        </a:cubicBezTo>
                        <a:cubicBezTo>
                          <a:pt x="100349" y="63659"/>
                          <a:pt x="100397" y="63469"/>
                          <a:pt x="100445" y="63278"/>
                        </a:cubicBezTo>
                        <a:cubicBezTo>
                          <a:pt x="100540" y="63088"/>
                          <a:pt x="100587" y="62897"/>
                          <a:pt x="100683" y="62706"/>
                        </a:cubicBezTo>
                        <a:cubicBezTo>
                          <a:pt x="100730" y="62563"/>
                          <a:pt x="100826" y="62373"/>
                          <a:pt x="100921" y="62230"/>
                        </a:cubicBezTo>
                        <a:cubicBezTo>
                          <a:pt x="101016" y="62039"/>
                          <a:pt x="101112" y="61896"/>
                          <a:pt x="101159" y="61706"/>
                        </a:cubicBezTo>
                        <a:cubicBezTo>
                          <a:pt x="101255" y="61515"/>
                          <a:pt x="101350" y="61372"/>
                          <a:pt x="101445" y="61182"/>
                        </a:cubicBezTo>
                        <a:cubicBezTo>
                          <a:pt x="101541" y="60991"/>
                          <a:pt x="101636" y="60848"/>
                          <a:pt x="101731" y="60657"/>
                        </a:cubicBezTo>
                        <a:cubicBezTo>
                          <a:pt x="101826" y="60467"/>
                          <a:pt x="101969" y="60324"/>
                          <a:pt x="102112" y="60133"/>
                        </a:cubicBezTo>
                        <a:cubicBezTo>
                          <a:pt x="102208" y="59943"/>
                          <a:pt x="102351" y="59752"/>
                          <a:pt x="102494" y="59562"/>
                        </a:cubicBezTo>
                        <a:cubicBezTo>
                          <a:pt x="102637" y="59371"/>
                          <a:pt x="102827" y="59180"/>
                          <a:pt x="102970" y="58942"/>
                        </a:cubicBezTo>
                        <a:cubicBezTo>
                          <a:pt x="103208" y="58704"/>
                          <a:pt x="103923" y="58037"/>
                          <a:pt x="104114" y="57799"/>
                        </a:cubicBezTo>
                        <a:lnTo>
                          <a:pt x="4384" y="0"/>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8" name="Freeform: Shape 3477">
                    <a:extLst>
                      <a:ext uri="{FF2B5EF4-FFF2-40B4-BE49-F238E27FC236}">
                        <a16:creationId xmlns:a16="http://schemas.microsoft.com/office/drawing/2014/main" id="{D3BE542E-A7C5-3C2F-77BF-7912C1B4A18A}"/>
                      </a:ext>
                    </a:extLst>
                  </p:cNvPr>
                  <p:cNvSpPr/>
                  <p:nvPr/>
                </p:nvSpPr>
                <p:spPr>
                  <a:xfrm>
                    <a:off x="4473361" y="4215630"/>
                    <a:ext cx="104780" cy="68090"/>
                  </a:xfrm>
                  <a:custGeom>
                    <a:avLst/>
                    <a:gdLst>
                      <a:gd name="connsiteX0" fmla="*/ 5146 w 104780"/>
                      <a:gd name="connsiteY0" fmla="*/ 48 h 68090"/>
                      <a:gd name="connsiteX1" fmla="*/ 4813 w 104780"/>
                      <a:gd name="connsiteY1" fmla="*/ 2192 h 68090"/>
                      <a:gd name="connsiteX2" fmla="*/ 4574 w 104780"/>
                      <a:gd name="connsiteY2" fmla="*/ 3145 h 68090"/>
                      <a:gd name="connsiteX3" fmla="*/ 4336 w 104780"/>
                      <a:gd name="connsiteY3" fmla="*/ 3907 h 68090"/>
                      <a:gd name="connsiteX4" fmla="*/ 4098 w 104780"/>
                      <a:gd name="connsiteY4" fmla="*/ 4574 h 68090"/>
                      <a:gd name="connsiteX5" fmla="*/ 3860 w 104780"/>
                      <a:gd name="connsiteY5" fmla="*/ 5146 h 68090"/>
                      <a:gd name="connsiteX6" fmla="*/ 3621 w 104780"/>
                      <a:gd name="connsiteY6" fmla="*/ 5670 h 68090"/>
                      <a:gd name="connsiteX7" fmla="*/ 3383 w 104780"/>
                      <a:gd name="connsiteY7" fmla="*/ 6147 h 68090"/>
                      <a:gd name="connsiteX8" fmla="*/ 3145 w 104780"/>
                      <a:gd name="connsiteY8" fmla="*/ 6623 h 68090"/>
                      <a:gd name="connsiteX9" fmla="*/ 2859 w 104780"/>
                      <a:gd name="connsiteY9" fmla="*/ 7100 h 68090"/>
                      <a:gd name="connsiteX10" fmla="*/ 2525 w 104780"/>
                      <a:gd name="connsiteY10" fmla="*/ 7576 h 68090"/>
                      <a:gd name="connsiteX11" fmla="*/ 2144 w 104780"/>
                      <a:gd name="connsiteY11" fmla="*/ 8100 h 68090"/>
                      <a:gd name="connsiteX12" fmla="*/ 1668 w 104780"/>
                      <a:gd name="connsiteY12" fmla="*/ 8720 h 68090"/>
                      <a:gd name="connsiteX13" fmla="*/ 0 w 104780"/>
                      <a:gd name="connsiteY13" fmla="*/ 10292 h 68090"/>
                      <a:gd name="connsiteX14" fmla="*/ 99778 w 104780"/>
                      <a:gd name="connsiteY14" fmla="*/ 68091 h 68090"/>
                      <a:gd name="connsiteX15" fmla="*/ 101302 w 104780"/>
                      <a:gd name="connsiteY15" fmla="*/ 66566 h 68090"/>
                      <a:gd name="connsiteX16" fmla="*/ 101779 w 104780"/>
                      <a:gd name="connsiteY16" fmla="*/ 65994 h 68090"/>
                      <a:gd name="connsiteX17" fmla="*/ 102160 w 104780"/>
                      <a:gd name="connsiteY17" fmla="*/ 65422 h 68090"/>
                      <a:gd name="connsiteX18" fmla="*/ 102494 w 104780"/>
                      <a:gd name="connsiteY18" fmla="*/ 64946 h 68090"/>
                      <a:gd name="connsiteX19" fmla="*/ 102779 w 104780"/>
                      <a:gd name="connsiteY19" fmla="*/ 64469 h 68090"/>
                      <a:gd name="connsiteX20" fmla="*/ 103018 w 104780"/>
                      <a:gd name="connsiteY20" fmla="*/ 63993 h 68090"/>
                      <a:gd name="connsiteX21" fmla="*/ 103256 w 104780"/>
                      <a:gd name="connsiteY21" fmla="*/ 63469 h 68090"/>
                      <a:gd name="connsiteX22" fmla="*/ 103494 w 104780"/>
                      <a:gd name="connsiteY22" fmla="*/ 62945 h 68090"/>
                      <a:gd name="connsiteX23" fmla="*/ 103732 w 104780"/>
                      <a:gd name="connsiteY23" fmla="*/ 62373 h 68090"/>
                      <a:gd name="connsiteX24" fmla="*/ 103971 w 104780"/>
                      <a:gd name="connsiteY24" fmla="*/ 61754 h 68090"/>
                      <a:gd name="connsiteX25" fmla="*/ 104209 w 104780"/>
                      <a:gd name="connsiteY25" fmla="*/ 60991 h 68090"/>
                      <a:gd name="connsiteX26" fmla="*/ 104447 w 104780"/>
                      <a:gd name="connsiteY26" fmla="*/ 60038 h 68090"/>
                      <a:gd name="connsiteX27" fmla="*/ 104781 w 104780"/>
                      <a:gd name="connsiteY27" fmla="*/ 57942 h 68090"/>
                      <a:gd name="connsiteX28" fmla="*/ 5146 w 104780"/>
                      <a:gd name="connsiteY28" fmla="*/ 0 h 6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4780" h="68090">
                        <a:moveTo>
                          <a:pt x="5146" y="48"/>
                        </a:moveTo>
                        <a:cubicBezTo>
                          <a:pt x="5099" y="524"/>
                          <a:pt x="4908" y="1715"/>
                          <a:pt x="4813" y="2192"/>
                        </a:cubicBezTo>
                        <a:cubicBezTo>
                          <a:pt x="4765" y="2525"/>
                          <a:pt x="4670" y="2811"/>
                          <a:pt x="4574" y="3145"/>
                        </a:cubicBezTo>
                        <a:cubicBezTo>
                          <a:pt x="4479" y="3383"/>
                          <a:pt x="4431" y="3621"/>
                          <a:pt x="4336" y="3907"/>
                        </a:cubicBezTo>
                        <a:cubicBezTo>
                          <a:pt x="4288" y="4098"/>
                          <a:pt x="4193" y="4336"/>
                          <a:pt x="4098" y="4574"/>
                        </a:cubicBezTo>
                        <a:cubicBezTo>
                          <a:pt x="4003" y="4765"/>
                          <a:pt x="3955" y="4956"/>
                          <a:pt x="3860" y="5146"/>
                        </a:cubicBezTo>
                        <a:cubicBezTo>
                          <a:pt x="3812" y="5337"/>
                          <a:pt x="3717" y="5480"/>
                          <a:pt x="3621" y="5670"/>
                        </a:cubicBezTo>
                        <a:cubicBezTo>
                          <a:pt x="3526" y="5861"/>
                          <a:pt x="3478" y="6004"/>
                          <a:pt x="3383" y="6147"/>
                        </a:cubicBezTo>
                        <a:cubicBezTo>
                          <a:pt x="3288" y="6337"/>
                          <a:pt x="3193" y="6480"/>
                          <a:pt x="3145" y="6623"/>
                        </a:cubicBezTo>
                        <a:cubicBezTo>
                          <a:pt x="3049" y="6814"/>
                          <a:pt x="2954" y="6957"/>
                          <a:pt x="2859" y="7100"/>
                        </a:cubicBezTo>
                        <a:cubicBezTo>
                          <a:pt x="2764" y="7243"/>
                          <a:pt x="2621" y="7433"/>
                          <a:pt x="2525" y="7576"/>
                        </a:cubicBezTo>
                        <a:cubicBezTo>
                          <a:pt x="2430" y="7767"/>
                          <a:pt x="2287" y="7957"/>
                          <a:pt x="2144" y="8100"/>
                        </a:cubicBezTo>
                        <a:cubicBezTo>
                          <a:pt x="2001" y="8291"/>
                          <a:pt x="1811" y="8529"/>
                          <a:pt x="1668" y="8720"/>
                        </a:cubicBezTo>
                        <a:cubicBezTo>
                          <a:pt x="1429" y="8958"/>
                          <a:pt x="238" y="10054"/>
                          <a:pt x="0" y="10292"/>
                        </a:cubicBezTo>
                        <a:lnTo>
                          <a:pt x="99778" y="68091"/>
                        </a:lnTo>
                        <a:cubicBezTo>
                          <a:pt x="100016" y="67853"/>
                          <a:pt x="101064" y="66852"/>
                          <a:pt x="101302" y="66566"/>
                        </a:cubicBezTo>
                        <a:cubicBezTo>
                          <a:pt x="101493" y="66376"/>
                          <a:pt x="101636" y="66185"/>
                          <a:pt x="101779" y="65994"/>
                        </a:cubicBezTo>
                        <a:cubicBezTo>
                          <a:pt x="101922" y="65804"/>
                          <a:pt x="102017" y="65613"/>
                          <a:pt x="102160" y="65422"/>
                        </a:cubicBezTo>
                        <a:cubicBezTo>
                          <a:pt x="102255" y="65280"/>
                          <a:pt x="102351" y="65089"/>
                          <a:pt x="102494" y="64946"/>
                        </a:cubicBezTo>
                        <a:cubicBezTo>
                          <a:pt x="102589" y="64755"/>
                          <a:pt x="102684" y="64612"/>
                          <a:pt x="102779" y="64469"/>
                        </a:cubicBezTo>
                        <a:cubicBezTo>
                          <a:pt x="102875" y="64326"/>
                          <a:pt x="102970" y="64136"/>
                          <a:pt x="103018" y="63993"/>
                        </a:cubicBezTo>
                        <a:cubicBezTo>
                          <a:pt x="103113" y="63850"/>
                          <a:pt x="103208" y="63659"/>
                          <a:pt x="103256" y="63469"/>
                        </a:cubicBezTo>
                        <a:cubicBezTo>
                          <a:pt x="103351" y="63326"/>
                          <a:pt x="103399" y="63135"/>
                          <a:pt x="103494" y="62945"/>
                        </a:cubicBezTo>
                        <a:cubicBezTo>
                          <a:pt x="103589" y="62754"/>
                          <a:pt x="103637" y="62563"/>
                          <a:pt x="103732" y="62373"/>
                        </a:cubicBezTo>
                        <a:cubicBezTo>
                          <a:pt x="103828" y="62182"/>
                          <a:pt x="103875" y="61944"/>
                          <a:pt x="103971" y="61754"/>
                        </a:cubicBezTo>
                        <a:cubicBezTo>
                          <a:pt x="104066" y="61515"/>
                          <a:pt x="104114" y="61229"/>
                          <a:pt x="104209" y="60991"/>
                        </a:cubicBezTo>
                        <a:cubicBezTo>
                          <a:pt x="104304" y="60658"/>
                          <a:pt x="104400" y="60372"/>
                          <a:pt x="104447" y="60038"/>
                        </a:cubicBezTo>
                        <a:cubicBezTo>
                          <a:pt x="104542" y="59562"/>
                          <a:pt x="104685" y="58418"/>
                          <a:pt x="104781" y="57942"/>
                        </a:cubicBezTo>
                        <a:lnTo>
                          <a:pt x="5146" y="0"/>
                        </a:lnTo>
                        <a:close/>
                      </a:path>
                    </a:pathLst>
                  </a:custGeom>
                  <a:gradFill>
                    <a:gsLst>
                      <a:gs pos="0">
                        <a:srgbClr val="F4F3FD"/>
                      </a:gs>
                      <a:gs pos="64000">
                        <a:srgbClr val="F9F8FD"/>
                      </a:gs>
                      <a:gs pos="100000">
                        <a:srgbClr val="FFFFFF"/>
                      </a:gs>
                    </a:gsLst>
                    <a:lin ang="15000386"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79" name="Freeform: Shape 3478">
                    <a:extLst>
                      <a:ext uri="{FF2B5EF4-FFF2-40B4-BE49-F238E27FC236}">
                        <a16:creationId xmlns:a16="http://schemas.microsoft.com/office/drawing/2014/main" id="{526831A5-C336-E08F-3621-928C6992513B}"/>
                      </a:ext>
                    </a:extLst>
                  </p:cNvPr>
                  <p:cNvSpPr/>
                  <p:nvPr/>
                </p:nvSpPr>
                <p:spPr>
                  <a:xfrm>
                    <a:off x="4444295" y="4134388"/>
                    <a:ext cx="133870" cy="139945"/>
                  </a:xfrm>
                  <a:custGeom>
                    <a:avLst/>
                    <a:gdLst>
                      <a:gd name="connsiteX0" fmla="*/ 133751 w 133870"/>
                      <a:gd name="connsiteY0" fmla="*/ 139946 h 139945"/>
                      <a:gd name="connsiteX1" fmla="*/ 34117 w 133870"/>
                      <a:gd name="connsiteY1" fmla="*/ 82052 h 139945"/>
                      <a:gd name="connsiteX2" fmla="*/ 34165 w 133870"/>
                      <a:gd name="connsiteY2" fmla="*/ 77001 h 139945"/>
                      <a:gd name="connsiteX3" fmla="*/ 21109 w 133870"/>
                      <a:gd name="connsiteY3" fmla="*/ 39263 h 139945"/>
                      <a:gd name="connsiteX4" fmla="*/ 0 w 133870"/>
                      <a:gd name="connsiteY4" fmla="*/ 0 h 139945"/>
                      <a:gd name="connsiteX5" fmla="*/ 99635 w 133870"/>
                      <a:gd name="connsiteY5" fmla="*/ 57894 h 139945"/>
                      <a:gd name="connsiteX6" fmla="*/ 120743 w 133870"/>
                      <a:gd name="connsiteY6" fmla="*/ 97157 h 139945"/>
                      <a:gd name="connsiteX7" fmla="*/ 133751 w 133870"/>
                      <a:gd name="connsiteY7" fmla="*/ 134943 h 139945"/>
                      <a:gd name="connsiteX8" fmla="*/ 133704 w 133870"/>
                      <a:gd name="connsiteY8" fmla="*/ 139946 h 139945"/>
                      <a:gd name="connsiteX9" fmla="*/ 133704 w 133870"/>
                      <a:gd name="connsiteY9" fmla="*/ 139946 h 139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870" h="139945">
                        <a:moveTo>
                          <a:pt x="133751" y="139946"/>
                        </a:moveTo>
                        <a:lnTo>
                          <a:pt x="34117" y="82052"/>
                        </a:lnTo>
                        <a:cubicBezTo>
                          <a:pt x="34308" y="80337"/>
                          <a:pt x="34308" y="78621"/>
                          <a:pt x="34165" y="77001"/>
                        </a:cubicBezTo>
                        <a:cubicBezTo>
                          <a:pt x="33497" y="69711"/>
                          <a:pt x="30924" y="60419"/>
                          <a:pt x="21109" y="39263"/>
                        </a:cubicBezTo>
                        <a:cubicBezTo>
                          <a:pt x="11436" y="18440"/>
                          <a:pt x="95" y="191"/>
                          <a:pt x="0" y="0"/>
                        </a:cubicBezTo>
                        <a:lnTo>
                          <a:pt x="99635" y="57894"/>
                        </a:lnTo>
                        <a:cubicBezTo>
                          <a:pt x="99635" y="57894"/>
                          <a:pt x="111118" y="76334"/>
                          <a:pt x="120743" y="97157"/>
                        </a:cubicBezTo>
                        <a:cubicBezTo>
                          <a:pt x="130559" y="118313"/>
                          <a:pt x="133084" y="127652"/>
                          <a:pt x="133751" y="134943"/>
                        </a:cubicBezTo>
                        <a:cubicBezTo>
                          <a:pt x="133894" y="136563"/>
                          <a:pt x="133942" y="138231"/>
                          <a:pt x="133704" y="139946"/>
                        </a:cubicBezTo>
                        <a:lnTo>
                          <a:pt x="133704" y="139946"/>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80" name="Graphic 212">
                    <a:extLst>
                      <a:ext uri="{FF2B5EF4-FFF2-40B4-BE49-F238E27FC236}">
                        <a16:creationId xmlns:a16="http://schemas.microsoft.com/office/drawing/2014/main" id="{7459FE78-3242-3352-3B70-E1A73AF862E6}"/>
                      </a:ext>
                    </a:extLst>
                  </p:cNvPr>
                  <p:cNvGrpSpPr/>
                  <p:nvPr/>
                </p:nvGrpSpPr>
                <p:grpSpPr>
                  <a:xfrm>
                    <a:off x="4449584" y="4120332"/>
                    <a:ext cx="103923" cy="58703"/>
                    <a:chOff x="4449584" y="4120332"/>
                    <a:chExt cx="103923" cy="58703"/>
                  </a:xfrm>
                </p:grpSpPr>
                <p:sp>
                  <p:nvSpPr>
                    <p:cNvPr id="3510" name="Freeform: Shape 3509">
                      <a:extLst>
                        <a:ext uri="{FF2B5EF4-FFF2-40B4-BE49-F238E27FC236}">
                          <a16:creationId xmlns:a16="http://schemas.microsoft.com/office/drawing/2014/main" id="{57A4E5B3-64D6-F324-A889-B6FCA3911A7B}"/>
                        </a:ext>
                      </a:extLst>
                    </p:cNvPr>
                    <p:cNvSpPr/>
                    <p:nvPr/>
                  </p:nvSpPr>
                  <p:spPr>
                    <a:xfrm>
                      <a:off x="4449584" y="4120713"/>
                      <a:ext cx="100492" cy="58322"/>
                    </a:xfrm>
                    <a:custGeom>
                      <a:avLst/>
                      <a:gdLst>
                        <a:gd name="connsiteX0" fmla="*/ 99635 w 100492"/>
                        <a:gd name="connsiteY0" fmla="*/ 58323 h 58322"/>
                        <a:gd name="connsiteX1" fmla="*/ 0 w 100492"/>
                        <a:gd name="connsiteY1" fmla="*/ 429 h 58322"/>
                        <a:gd name="connsiteX2" fmla="*/ 858 w 100492"/>
                        <a:gd name="connsiteY2" fmla="*/ 0 h 58322"/>
                        <a:gd name="connsiteX3" fmla="*/ 100492 w 100492"/>
                        <a:gd name="connsiteY3" fmla="*/ 57894 h 58322"/>
                        <a:gd name="connsiteX4" fmla="*/ 99635 w 100492"/>
                        <a:gd name="connsiteY4" fmla="*/ 58275 h 58322"/>
                        <a:gd name="connsiteX5" fmla="*/ 99635 w 100492"/>
                        <a:gd name="connsiteY5" fmla="*/ 58275 h 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492" h="58322">
                          <a:moveTo>
                            <a:pt x="99635" y="58323"/>
                          </a:moveTo>
                          <a:lnTo>
                            <a:pt x="0" y="429"/>
                          </a:lnTo>
                          <a:cubicBezTo>
                            <a:pt x="286" y="286"/>
                            <a:pt x="572" y="143"/>
                            <a:pt x="858" y="0"/>
                          </a:cubicBezTo>
                          <a:lnTo>
                            <a:pt x="100492" y="57894"/>
                          </a:lnTo>
                          <a:cubicBezTo>
                            <a:pt x="100206" y="57989"/>
                            <a:pt x="99920" y="58132"/>
                            <a:pt x="99635" y="58275"/>
                          </a:cubicBezTo>
                          <a:lnTo>
                            <a:pt x="99635" y="58275"/>
                          </a:lnTo>
                          <a:close/>
                        </a:path>
                      </a:pathLst>
                    </a:custGeom>
                    <a:solidFill>
                      <a:srgbClr val="C9CCC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1" name="Freeform: Shape 3510">
                      <a:extLst>
                        <a:ext uri="{FF2B5EF4-FFF2-40B4-BE49-F238E27FC236}">
                          <a16:creationId xmlns:a16="http://schemas.microsoft.com/office/drawing/2014/main" id="{E3581620-9EDC-5A56-3D5E-7C34DF7D3C49}"/>
                        </a:ext>
                      </a:extLst>
                    </p:cNvPr>
                    <p:cNvSpPr/>
                    <p:nvPr/>
                  </p:nvSpPr>
                  <p:spPr>
                    <a:xfrm>
                      <a:off x="4450442" y="4120522"/>
                      <a:ext cx="100349" cy="58132"/>
                    </a:xfrm>
                    <a:custGeom>
                      <a:avLst/>
                      <a:gdLst>
                        <a:gd name="connsiteX0" fmla="*/ 99635 w 100349"/>
                        <a:gd name="connsiteY0" fmla="*/ 58132 h 58132"/>
                        <a:gd name="connsiteX1" fmla="*/ 0 w 100349"/>
                        <a:gd name="connsiteY1" fmla="*/ 238 h 58132"/>
                        <a:gd name="connsiteX2" fmla="*/ 715 w 100349"/>
                        <a:gd name="connsiteY2" fmla="*/ 0 h 58132"/>
                        <a:gd name="connsiteX3" fmla="*/ 100349 w 100349"/>
                        <a:gd name="connsiteY3" fmla="*/ 57894 h 58132"/>
                        <a:gd name="connsiteX4" fmla="*/ 99635 w 100349"/>
                        <a:gd name="connsiteY4" fmla="*/ 58132 h 58132"/>
                        <a:gd name="connsiteX5" fmla="*/ 99635 w 100349"/>
                        <a:gd name="connsiteY5" fmla="*/ 58132 h 5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49" h="58132">
                          <a:moveTo>
                            <a:pt x="99635" y="58132"/>
                          </a:moveTo>
                          <a:lnTo>
                            <a:pt x="0" y="238"/>
                          </a:lnTo>
                          <a:cubicBezTo>
                            <a:pt x="238" y="143"/>
                            <a:pt x="477" y="48"/>
                            <a:pt x="715" y="0"/>
                          </a:cubicBezTo>
                          <a:lnTo>
                            <a:pt x="100349" y="57894"/>
                          </a:lnTo>
                          <a:cubicBezTo>
                            <a:pt x="100349" y="57894"/>
                            <a:pt x="99873" y="58037"/>
                            <a:pt x="99635" y="58132"/>
                          </a:cubicBezTo>
                          <a:lnTo>
                            <a:pt x="99635" y="58132"/>
                          </a:lnTo>
                          <a:close/>
                        </a:path>
                      </a:pathLst>
                    </a:custGeom>
                    <a:solidFill>
                      <a:srgbClr val="C4C7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2" name="Freeform: Shape 3511">
                      <a:extLst>
                        <a:ext uri="{FF2B5EF4-FFF2-40B4-BE49-F238E27FC236}">
                          <a16:creationId xmlns:a16="http://schemas.microsoft.com/office/drawing/2014/main" id="{A62C0F67-9B21-CF41-E186-822236F26B61}"/>
                        </a:ext>
                      </a:extLst>
                    </p:cNvPr>
                    <p:cNvSpPr/>
                    <p:nvPr/>
                  </p:nvSpPr>
                  <p:spPr>
                    <a:xfrm>
                      <a:off x="4451156" y="4120427"/>
                      <a:ext cx="100158" cy="58036"/>
                    </a:xfrm>
                    <a:custGeom>
                      <a:avLst/>
                      <a:gdLst>
                        <a:gd name="connsiteX0" fmla="*/ 99635 w 100158"/>
                        <a:gd name="connsiteY0" fmla="*/ 57989 h 58036"/>
                        <a:gd name="connsiteX1" fmla="*/ 0 w 100158"/>
                        <a:gd name="connsiteY1" fmla="*/ 95 h 58036"/>
                        <a:gd name="connsiteX2" fmla="*/ 524 w 100158"/>
                        <a:gd name="connsiteY2" fmla="*/ 0 h 58036"/>
                        <a:gd name="connsiteX3" fmla="*/ 100159 w 100158"/>
                        <a:gd name="connsiteY3" fmla="*/ 57894 h 58036"/>
                        <a:gd name="connsiteX4" fmla="*/ 99635 w 100158"/>
                        <a:gd name="connsiteY4" fmla="*/ 58037 h 58036"/>
                        <a:gd name="connsiteX5" fmla="*/ 99635 w 100158"/>
                        <a:gd name="connsiteY5" fmla="*/ 58037 h 5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58" h="58036">
                          <a:moveTo>
                            <a:pt x="99635" y="57989"/>
                          </a:moveTo>
                          <a:lnTo>
                            <a:pt x="0" y="95"/>
                          </a:lnTo>
                          <a:cubicBezTo>
                            <a:pt x="0" y="95"/>
                            <a:pt x="381" y="48"/>
                            <a:pt x="524" y="0"/>
                          </a:cubicBezTo>
                          <a:lnTo>
                            <a:pt x="100159" y="57894"/>
                          </a:lnTo>
                          <a:cubicBezTo>
                            <a:pt x="100159" y="57894"/>
                            <a:pt x="99825" y="57989"/>
                            <a:pt x="99635" y="58037"/>
                          </a:cubicBezTo>
                          <a:lnTo>
                            <a:pt x="99635" y="58037"/>
                          </a:lnTo>
                          <a:close/>
                        </a:path>
                      </a:pathLst>
                    </a:custGeom>
                    <a:solidFill>
                      <a:srgbClr val="BEC2C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3" name="Freeform: Shape 3512">
                      <a:extLst>
                        <a:ext uri="{FF2B5EF4-FFF2-40B4-BE49-F238E27FC236}">
                          <a16:creationId xmlns:a16="http://schemas.microsoft.com/office/drawing/2014/main" id="{460360F3-1502-768B-1015-0817A144E828}"/>
                        </a:ext>
                      </a:extLst>
                    </p:cNvPr>
                    <p:cNvSpPr/>
                    <p:nvPr/>
                  </p:nvSpPr>
                  <p:spPr>
                    <a:xfrm>
                      <a:off x="4451680" y="4120332"/>
                      <a:ext cx="100110" cy="57941"/>
                    </a:xfrm>
                    <a:custGeom>
                      <a:avLst/>
                      <a:gdLst>
                        <a:gd name="connsiteX0" fmla="*/ 99634 w 100110"/>
                        <a:gd name="connsiteY0" fmla="*/ 57942 h 57941"/>
                        <a:gd name="connsiteX1" fmla="*/ 0 w 100110"/>
                        <a:gd name="connsiteY1" fmla="*/ 48 h 57941"/>
                        <a:gd name="connsiteX2" fmla="*/ 476 w 100110"/>
                        <a:gd name="connsiteY2" fmla="*/ 0 h 57941"/>
                        <a:gd name="connsiteX3" fmla="*/ 100111 w 100110"/>
                        <a:gd name="connsiteY3" fmla="*/ 57894 h 57941"/>
                        <a:gd name="connsiteX4" fmla="*/ 99682 w 100110"/>
                        <a:gd name="connsiteY4" fmla="*/ 57894 h 57941"/>
                        <a:gd name="connsiteX5" fmla="*/ 99682 w 100110"/>
                        <a:gd name="connsiteY5" fmla="*/ 57894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110" h="57941">
                          <a:moveTo>
                            <a:pt x="99634" y="57942"/>
                          </a:moveTo>
                          <a:lnTo>
                            <a:pt x="0" y="48"/>
                          </a:lnTo>
                          <a:cubicBezTo>
                            <a:pt x="0" y="48"/>
                            <a:pt x="333" y="0"/>
                            <a:pt x="476" y="0"/>
                          </a:cubicBezTo>
                          <a:lnTo>
                            <a:pt x="100111" y="57894"/>
                          </a:lnTo>
                          <a:cubicBezTo>
                            <a:pt x="100111" y="57894"/>
                            <a:pt x="99825" y="57894"/>
                            <a:pt x="99682" y="57894"/>
                          </a:cubicBezTo>
                          <a:lnTo>
                            <a:pt x="99682" y="57894"/>
                          </a:lnTo>
                          <a:close/>
                        </a:path>
                      </a:pathLst>
                    </a:custGeom>
                    <a:solidFill>
                      <a:srgbClr val="B9BD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4" name="Freeform: Shape 3513">
                      <a:extLst>
                        <a:ext uri="{FF2B5EF4-FFF2-40B4-BE49-F238E27FC236}">
                          <a16:creationId xmlns:a16="http://schemas.microsoft.com/office/drawing/2014/main" id="{14EDEABC-6346-6C37-B393-C67B0359AE23}"/>
                        </a:ext>
                      </a:extLst>
                    </p:cNvPr>
                    <p:cNvSpPr/>
                    <p:nvPr/>
                  </p:nvSpPr>
                  <p:spPr>
                    <a:xfrm>
                      <a:off x="4452109" y="4120379"/>
                      <a:ext cx="100015" cy="57893"/>
                    </a:xfrm>
                    <a:custGeom>
                      <a:avLst/>
                      <a:gdLst>
                        <a:gd name="connsiteX0" fmla="*/ 99635 w 100015"/>
                        <a:gd name="connsiteY0" fmla="*/ 57894 h 57893"/>
                        <a:gd name="connsiteX1" fmla="*/ 0 w 100015"/>
                        <a:gd name="connsiteY1" fmla="*/ 0 h 57893"/>
                        <a:gd name="connsiteX2" fmla="*/ 381 w 100015"/>
                        <a:gd name="connsiteY2" fmla="*/ 0 h 57893"/>
                        <a:gd name="connsiteX3" fmla="*/ 100016 w 100015"/>
                        <a:gd name="connsiteY3" fmla="*/ 57894 h 57893"/>
                        <a:gd name="connsiteX4" fmla="*/ 99635 w 100015"/>
                        <a:gd name="connsiteY4" fmla="*/ 57894 h 57893"/>
                        <a:gd name="connsiteX5" fmla="*/ 99635 w 100015"/>
                        <a:gd name="connsiteY5" fmla="*/ 57894 h 5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5" h="57893">
                          <a:moveTo>
                            <a:pt x="99635" y="57894"/>
                          </a:moveTo>
                          <a:lnTo>
                            <a:pt x="0" y="0"/>
                          </a:lnTo>
                          <a:lnTo>
                            <a:pt x="381" y="0"/>
                          </a:lnTo>
                          <a:lnTo>
                            <a:pt x="100016" y="57894"/>
                          </a:lnTo>
                          <a:cubicBezTo>
                            <a:pt x="100016" y="57894"/>
                            <a:pt x="99778" y="57894"/>
                            <a:pt x="99635" y="57894"/>
                          </a:cubicBezTo>
                          <a:lnTo>
                            <a:pt x="99635" y="57894"/>
                          </a:lnTo>
                          <a:close/>
                        </a:path>
                      </a:pathLst>
                    </a:custGeom>
                    <a:solidFill>
                      <a:srgbClr val="B4B9B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5" name="Freeform: Shape 3514">
                      <a:extLst>
                        <a:ext uri="{FF2B5EF4-FFF2-40B4-BE49-F238E27FC236}">
                          <a16:creationId xmlns:a16="http://schemas.microsoft.com/office/drawing/2014/main" id="{4F892A2D-3387-52FF-972B-ED66426360C3}"/>
                        </a:ext>
                      </a:extLst>
                    </p:cNvPr>
                    <p:cNvSpPr/>
                    <p:nvPr/>
                  </p:nvSpPr>
                  <p:spPr>
                    <a:xfrm>
                      <a:off x="4452538" y="4120379"/>
                      <a:ext cx="100015" cy="57941"/>
                    </a:xfrm>
                    <a:custGeom>
                      <a:avLst/>
                      <a:gdLst>
                        <a:gd name="connsiteX0" fmla="*/ 99635 w 100015"/>
                        <a:gd name="connsiteY0" fmla="*/ 57894 h 57941"/>
                        <a:gd name="connsiteX1" fmla="*/ 0 w 100015"/>
                        <a:gd name="connsiteY1" fmla="*/ 0 h 57941"/>
                        <a:gd name="connsiteX2" fmla="*/ 381 w 100015"/>
                        <a:gd name="connsiteY2" fmla="*/ 48 h 57941"/>
                        <a:gd name="connsiteX3" fmla="*/ 100016 w 100015"/>
                        <a:gd name="connsiteY3" fmla="*/ 57942 h 57941"/>
                        <a:gd name="connsiteX4" fmla="*/ 99635 w 100015"/>
                        <a:gd name="connsiteY4" fmla="*/ 57942 h 57941"/>
                        <a:gd name="connsiteX5" fmla="*/ 99635 w 100015"/>
                        <a:gd name="connsiteY5" fmla="*/ 57942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5" h="57941">
                          <a:moveTo>
                            <a:pt x="99635" y="57894"/>
                          </a:moveTo>
                          <a:lnTo>
                            <a:pt x="0" y="0"/>
                          </a:lnTo>
                          <a:cubicBezTo>
                            <a:pt x="0" y="0"/>
                            <a:pt x="238" y="0"/>
                            <a:pt x="381" y="48"/>
                          </a:cubicBezTo>
                          <a:lnTo>
                            <a:pt x="100016" y="57942"/>
                          </a:lnTo>
                          <a:cubicBezTo>
                            <a:pt x="100016" y="57942"/>
                            <a:pt x="99778" y="57942"/>
                            <a:pt x="99635" y="57942"/>
                          </a:cubicBezTo>
                          <a:lnTo>
                            <a:pt x="99635" y="57942"/>
                          </a:lnTo>
                          <a:close/>
                        </a:path>
                      </a:pathLst>
                    </a:custGeom>
                    <a:solidFill>
                      <a:srgbClr val="AEB4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6" name="Freeform: Shape 3515">
                      <a:extLst>
                        <a:ext uri="{FF2B5EF4-FFF2-40B4-BE49-F238E27FC236}">
                          <a16:creationId xmlns:a16="http://schemas.microsoft.com/office/drawing/2014/main" id="{B190FA62-48FA-5177-B4E3-CC556A8BF01E}"/>
                        </a:ext>
                      </a:extLst>
                    </p:cNvPr>
                    <p:cNvSpPr/>
                    <p:nvPr/>
                  </p:nvSpPr>
                  <p:spPr>
                    <a:xfrm>
                      <a:off x="4452919" y="4120379"/>
                      <a:ext cx="99968" cy="57989"/>
                    </a:xfrm>
                    <a:custGeom>
                      <a:avLst/>
                      <a:gdLst>
                        <a:gd name="connsiteX0" fmla="*/ 99635 w 99968"/>
                        <a:gd name="connsiteY0" fmla="*/ 57894 h 57989"/>
                        <a:gd name="connsiteX1" fmla="*/ 0 w 99968"/>
                        <a:gd name="connsiteY1" fmla="*/ 0 h 57989"/>
                        <a:gd name="connsiteX2" fmla="*/ 334 w 99968"/>
                        <a:gd name="connsiteY2" fmla="*/ 48 h 57989"/>
                        <a:gd name="connsiteX3" fmla="*/ 99968 w 99968"/>
                        <a:gd name="connsiteY3" fmla="*/ 57989 h 57989"/>
                        <a:gd name="connsiteX4" fmla="*/ 99635 w 99968"/>
                        <a:gd name="connsiteY4" fmla="*/ 57894 h 57989"/>
                        <a:gd name="connsiteX5" fmla="*/ 99635 w 99968"/>
                        <a:gd name="connsiteY5" fmla="*/ 57894 h 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7989">
                          <a:moveTo>
                            <a:pt x="99635" y="57894"/>
                          </a:moveTo>
                          <a:lnTo>
                            <a:pt x="0" y="0"/>
                          </a:lnTo>
                          <a:cubicBezTo>
                            <a:pt x="0" y="0"/>
                            <a:pt x="238" y="0"/>
                            <a:pt x="334" y="48"/>
                          </a:cubicBezTo>
                          <a:lnTo>
                            <a:pt x="99968" y="57989"/>
                          </a:lnTo>
                          <a:cubicBezTo>
                            <a:pt x="99968" y="57989"/>
                            <a:pt x="99730" y="57894"/>
                            <a:pt x="99635" y="57894"/>
                          </a:cubicBezTo>
                          <a:lnTo>
                            <a:pt x="99635" y="57894"/>
                          </a:lnTo>
                          <a:close/>
                        </a:path>
                      </a:pathLst>
                    </a:custGeom>
                    <a:solidFill>
                      <a:srgbClr val="A8AEA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7" name="Freeform: Shape 3516">
                      <a:extLst>
                        <a:ext uri="{FF2B5EF4-FFF2-40B4-BE49-F238E27FC236}">
                          <a16:creationId xmlns:a16="http://schemas.microsoft.com/office/drawing/2014/main" id="{40A50FF4-EA65-A4EE-DE43-CF963CDEA901}"/>
                        </a:ext>
                      </a:extLst>
                    </p:cNvPr>
                    <p:cNvSpPr/>
                    <p:nvPr/>
                  </p:nvSpPr>
                  <p:spPr>
                    <a:xfrm>
                      <a:off x="4453253" y="4120427"/>
                      <a:ext cx="99968" cy="57989"/>
                    </a:xfrm>
                    <a:custGeom>
                      <a:avLst/>
                      <a:gdLst>
                        <a:gd name="connsiteX0" fmla="*/ 99635 w 99968"/>
                        <a:gd name="connsiteY0" fmla="*/ 57942 h 57989"/>
                        <a:gd name="connsiteX1" fmla="*/ 0 w 99968"/>
                        <a:gd name="connsiteY1" fmla="*/ 0 h 57989"/>
                        <a:gd name="connsiteX2" fmla="*/ 334 w 99968"/>
                        <a:gd name="connsiteY2" fmla="*/ 95 h 57989"/>
                        <a:gd name="connsiteX3" fmla="*/ 99968 w 99968"/>
                        <a:gd name="connsiteY3" fmla="*/ 57989 h 57989"/>
                        <a:gd name="connsiteX4" fmla="*/ 99635 w 99968"/>
                        <a:gd name="connsiteY4" fmla="*/ 57894 h 57989"/>
                        <a:gd name="connsiteX5" fmla="*/ 99635 w 99968"/>
                        <a:gd name="connsiteY5" fmla="*/ 57894 h 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7989">
                          <a:moveTo>
                            <a:pt x="99635" y="57942"/>
                          </a:moveTo>
                          <a:lnTo>
                            <a:pt x="0" y="0"/>
                          </a:lnTo>
                          <a:cubicBezTo>
                            <a:pt x="0" y="0"/>
                            <a:pt x="238" y="95"/>
                            <a:pt x="334" y="95"/>
                          </a:cubicBezTo>
                          <a:lnTo>
                            <a:pt x="99968" y="57989"/>
                          </a:lnTo>
                          <a:cubicBezTo>
                            <a:pt x="99968" y="57989"/>
                            <a:pt x="99778" y="57894"/>
                            <a:pt x="99635" y="57894"/>
                          </a:cubicBezTo>
                          <a:lnTo>
                            <a:pt x="99635" y="57894"/>
                          </a:lnTo>
                          <a:close/>
                        </a:path>
                      </a:pathLst>
                    </a:custGeom>
                    <a:solidFill>
                      <a:srgbClr val="A3A9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8" name="Freeform: Shape 3517">
                      <a:extLst>
                        <a:ext uri="{FF2B5EF4-FFF2-40B4-BE49-F238E27FC236}">
                          <a16:creationId xmlns:a16="http://schemas.microsoft.com/office/drawing/2014/main" id="{FB90B141-78CF-BE01-9AC7-89FC24E889A4}"/>
                        </a:ext>
                      </a:extLst>
                    </p:cNvPr>
                    <p:cNvSpPr/>
                    <p:nvPr/>
                  </p:nvSpPr>
                  <p:spPr>
                    <a:xfrm>
                      <a:off x="4453539" y="4120570"/>
                      <a:ext cx="99968" cy="58084"/>
                    </a:xfrm>
                    <a:custGeom>
                      <a:avLst/>
                      <a:gdLst>
                        <a:gd name="connsiteX0" fmla="*/ 99635 w 99968"/>
                        <a:gd name="connsiteY0" fmla="*/ 57894 h 58084"/>
                        <a:gd name="connsiteX1" fmla="*/ 0 w 99968"/>
                        <a:gd name="connsiteY1" fmla="*/ 0 h 58084"/>
                        <a:gd name="connsiteX2" fmla="*/ 334 w 99968"/>
                        <a:gd name="connsiteY2" fmla="*/ 143 h 58084"/>
                        <a:gd name="connsiteX3" fmla="*/ 99968 w 99968"/>
                        <a:gd name="connsiteY3" fmla="*/ 58084 h 58084"/>
                        <a:gd name="connsiteX4" fmla="*/ 99635 w 99968"/>
                        <a:gd name="connsiteY4" fmla="*/ 57942 h 58084"/>
                        <a:gd name="connsiteX5" fmla="*/ 99635 w 99968"/>
                        <a:gd name="connsiteY5" fmla="*/ 57942 h 5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084">
                          <a:moveTo>
                            <a:pt x="99635" y="57894"/>
                          </a:moveTo>
                          <a:lnTo>
                            <a:pt x="0" y="0"/>
                          </a:lnTo>
                          <a:cubicBezTo>
                            <a:pt x="0" y="0"/>
                            <a:pt x="238" y="95"/>
                            <a:pt x="334" y="143"/>
                          </a:cubicBezTo>
                          <a:lnTo>
                            <a:pt x="99968" y="58084"/>
                          </a:lnTo>
                          <a:cubicBezTo>
                            <a:pt x="99968" y="58084"/>
                            <a:pt x="99778" y="57942"/>
                            <a:pt x="99635" y="57942"/>
                          </a:cubicBezTo>
                          <a:lnTo>
                            <a:pt x="99635" y="57942"/>
                          </a:lnTo>
                          <a:close/>
                        </a:path>
                      </a:pathLst>
                    </a:custGeom>
                    <a:solidFill>
                      <a:srgbClr val="9EA4A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19" name="Freeform: Shape 3518">
                      <a:extLst>
                        <a:ext uri="{FF2B5EF4-FFF2-40B4-BE49-F238E27FC236}">
                          <a16:creationId xmlns:a16="http://schemas.microsoft.com/office/drawing/2014/main" id="{70A9CA20-EDD4-BCA5-3476-448CC2C5E1C6}"/>
                        </a:ext>
                      </a:extLst>
                    </p:cNvPr>
                    <p:cNvSpPr/>
                    <p:nvPr/>
                  </p:nvSpPr>
                  <p:spPr>
                    <a:xfrm>
                      <a:off x="4453872" y="4120713"/>
                      <a:ext cx="99634" cy="57941"/>
                    </a:xfrm>
                    <a:custGeom>
                      <a:avLst/>
                      <a:gdLst>
                        <a:gd name="connsiteX0" fmla="*/ 99635 w 99634"/>
                        <a:gd name="connsiteY0" fmla="*/ 57942 h 57941"/>
                        <a:gd name="connsiteX1" fmla="*/ 0 w 99634"/>
                        <a:gd name="connsiteY1" fmla="*/ 0 h 57941"/>
                        <a:gd name="connsiteX2" fmla="*/ 0 w 99634"/>
                        <a:gd name="connsiteY2" fmla="*/ 0 h 57941"/>
                        <a:gd name="connsiteX3" fmla="*/ 99635 w 99634"/>
                        <a:gd name="connsiteY3" fmla="*/ 57942 h 57941"/>
                        <a:gd name="connsiteX4" fmla="*/ 99635 w 99634"/>
                        <a:gd name="connsiteY4" fmla="*/ 57942 h 57941"/>
                        <a:gd name="connsiteX5" fmla="*/ 99635 w 99634"/>
                        <a:gd name="connsiteY5" fmla="*/ 57942 h 5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634" h="57941">
                          <a:moveTo>
                            <a:pt x="99635" y="57942"/>
                          </a:moveTo>
                          <a:lnTo>
                            <a:pt x="0" y="0"/>
                          </a:lnTo>
                          <a:lnTo>
                            <a:pt x="0" y="0"/>
                          </a:lnTo>
                          <a:lnTo>
                            <a:pt x="99635" y="57942"/>
                          </a:lnTo>
                          <a:lnTo>
                            <a:pt x="99635" y="57942"/>
                          </a:lnTo>
                          <a:lnTo>
                            <a:pt x="99635" y="57942"/>
                          </a:lnTo>
                          <a:close/>
                        </a:path>
                      </a:pathLst>
                    </a:custGeom>
                    <a:solidFill>
                      <a:srgbClr val="999F9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481" name="Freeform: Shape 3480">
                    <a:extLst>
                      <a:ext uri="{FF2B5EF4-FFF2-40B4-BE49-F238E27FC236}">
                        <a16:creationId xmlns:a16="http://schemas.microsoft.com/office/drawing/2014/main" id="{0DD3DF13-3A36-0F73-94FE-4541B279864D}"/>
                      </a:ext>
                    </a:extLst>
                  </p:cNvPr>
                  <p:cNvSpPr/>
                  <p:nvPr/>
                </p:nvSpPr>
                <p:spPr>
                  <a:xfrm>
                    <a:off x="4489371" y="4178223"/>
                    <a:ext cx="101415" cy="165308"/>
                  </a:xfrm>
                  <a:custGeom>
                    <a:avLst/>
                    <a:gdLst>
                      <a:gd name="connsiteX0" fmla="*/ 59848 w 101415"/>
                      <a:gd name="connsiteY0" fmla="*/ 813 h 165308"/>
                      <a:gd name="connsiteX1" fmla="*/ 65232 w 101415"/>
                      <a:gd name="connsiteY1" fmla="*/ 1480 h 165308"/>
                      <a:gd name="connsiteX2" fmla="*/ 86198 w 101415"/>
                      <a:gd name="connsiteY2" fmla="*/ 40314 h 165308"/>
                      <a:gd name="connsiteX3" fmla="*/ 99015 w 101415"/>
                      <a:gd name="connsiteY3" fmla="*/ 104116 h 165308"/>
                      <a:gd name="connsiteX4" fmla="*/ 88294 w 101415"/>
                      <a:gd name="connsiteY4" fmla="*/ 116982 h 165308"/>
                      <a:gd name="connsiteX5" fmla="*/ 6052 w 101415"/>
                      <a:gd name="connsiteY5" fmla="*/ 164488 h 165308"/>
                      <a:gd name="connsiteX6" fmla="*/ 0 w 101415"/>
                      <a:gd name="connsiteY6" fmla="*/ 161057 h 165308"/>
                      <a:gd name="connsiteX7" fmla="*/ 6004 w 101415"/>
                      <a:gd name="connsiteY7" fmla="*/ 150717 h 165308"/>
                      <a:gd name="connsiteX8" fmla="*/ 81337 w 101415"/>
                      <a:gd name="connsiteY8" fmla="*/ 107213 h 165308"/>
                      <a:gd name="connsiteX9" fmla="*/ 88675 w 101415"/>
                      <a:gd name="connsiteY9" fmla="*/ 91156 h 165308"/>
                      <a:gd name="connsiteX10" fmla="*/ 75667 w 101415"/>
                      <a:gd name="connsiteY10" fmla="*/ 53370 h 165308"/>
                      <a:gd name="connsiteX11" fmla="*/ 54558 w 101415"/>
                      <a:gd name="connsiteY11" fmla="*/ 14107 h 165308"/>
                      <a:gd name="connsiteX12" fmla="*/ 57036 w 101415"/>
                      <a:gd name="connsiteY12" fmla="*/ 3338 h 165308"/>
                      <a:gd name="connsiteX13" fmla="*/ 59800 w 101415"/>
                      <a:gd name="connsiteY13" fmla="*/ 956 h 165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1415" h="165308">
                        <a:moveTo>
                          <a:pt x="59848" y="813"/>
                        </a:moveTo>
                        <a:cubicBezTo>
                          <a:pt x="61992" y="-426"/>
                          <a:pt x="64136" y="-283"/>
                          <a:pt x="65232" y="1480"/>
                        </a:cubicBezTo>
                        <a:cubicBezTo>
                          <a:pt x="65327" y="1623"/>
                          <a:pt x="76477" y="19539"/>
                          <a:pt x="86198" y="40314"/>
                        </a:cubicBezTo>
                        <a:cubicBezTo>
                          <a:pt x="104542" y="79434"/>
                          <a:pt x="102684" y="94968"/>
                          <a:pt x="99015" y="104116"/>
                        </a:cubicBezTo>
                        <a:cubicBezTo>
                          <a:pt x="96776" y="109739"/>
                          <a:pt x="92964" y="114313"/>
                          <a:pt x="88294" y="116982"/>
                        </a:cubicBezTo>
                        <a:lnTo>
                          <a:pt x="6052" y="164488"/>
                        </a:lnTo>
                        <a:cubicBezTo>
                          <a:pt x="2716" y="166394"/>
                          <a:pt x="0" y="164869"/>
                          <a:pt x="0" y="161057"/>
                        </a:cubicBezTo>
                        <a:cubicBezTo>
                          <a:pt x="0" y="157245"/>
                          <a:pt x="2668" y="152623"/>
                          <a:pt x="6004" y="150717"/>
                        </a:cubicBezTo>
                        <a:cubicBezTo>
                          <a:pt x="9435" y="148716"/>
                          <a:pt x="74476" y="111168"/>
                          <a:pt x="81337" y="107213"/>
                        </a:cubicBezTo>
                        <a:cubicBezTo>
                          <a:pt x="88199" y="103259"/>
                          <a:pt x="89247" y="96635"/>
                          <a:pt x="88675" y="91156"/>
                        </a:cubicBezTo>
                        <a:cubicBezTo>
                          <a:pt x="88008" y="83865"/>
                          <a:pt x="85483" y="74526"/>
                          <a:pt x="75667" y="53370"/>
                        </a:cubicBezTo>
                        <a:cubicBezTo>
                          <a:pt x="65994" y="32547"/>
                          <a:pt x="54654" y="14297"/>
                          <a:pt x="54558" y="14107"/>
                        </a:cubicBezTo>
                        <a:cubicBezTo>
                          <a:pt x="52986" y="11629"/>
                          <a:pt x="54130" y="6817"/>
                          <a:pt x="57036" y="3338"/>
                        </a:cubicBezTo>
                        <a:cubicBezTo>
                          <a:pt x="57941" y="2290"/>
                          <a:pt x="58895" y="1480"/>
                          <a:pt x="59800" y="956"/>
                        </a:cubicBez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82" name="Graphic 212">
                    <a:extLst>
                      <a:ext uri="{FF2B5EF4-FFF2-40B4-BE49-F238E27FC236}">
                        <a16:creationId xmlns:a16="http://schemas.microsoft.com/office/drawing/2014/main" id="{C6808811-1DC5-6164-5BC7-9415B3C1EE86}"/>
                      </a:ext>
                    </a:extLst>
                  </p:cNvPr>
                  <p:cNvGrpSpPr/>
                  <p:nvPr/>
                </p:nvGrpSpPr>
                <p:grpSpPr>
                  <a:xfrm>
                    <a:off x="4443652" y="4121142"/>
                    <a:ext cx="105566" cy="71092"/>
                    <a:chOff x="4443652" y="4121142"/>
                    <a:chExt cx="105566" cy="71092"/>
                  </a:xfrm>
                </p:grpSpPr>
                <p:sp>
                  <p:nvSpPr>
                    <p:cNvPr id="3495" name="Freeform: Shape 3494">
                      <a:extLst>
                        <a:ext uri="{FF2B5EF4-FFF2-40B4-BE49-F238E27FC236}">
                          <a16:creationId xmlns:a16="http://schemas.microsoft.com/office/drawing/2014/main" id="{1F3FE8DA-4B87-DA94-C7A6-650209EBB916}"/>
                        </a:ext>
                      </a:extLst>
                    </p:cNvPr>
                    <p:cNvSpPr/>
                    <p:nvPr/>
                  </p:nvSpPr>
                  <p:spPr>
                    <a:xfrm>
                      <a:off x="4443652" y="4130386"/>
                      <a:ext cx="100324" cy="61848"/>
                    </a:xfrm>
                    <a:custGeom>
                      <a:avLst/>
                      <a:gdLst>
                        <a:gd name="connsiteX0" fmla="*/ 100325 w 100324"/>
                        <a:gd name="connsiteY0" fmla="*/ 61849 h 61848"/>
                        <a:gd name="connsiteX1" fmla="*/ 690 w 100324"/>
                        <a:gd name="connsiteY1" fmla="*/ 3955 h 61848"/>
                        <a:gd name="connsiteX2" fmla="*/ 71 w 100324"/>
                        <a:gd name="connsiteY2" fmla="*/ 0 h 61848"/>
                        <a:gd name="connsiteX3" fmla="*/ 99705 w 100324"/>
                        <a:gd name="connsiteY3" fmla="*/ 57894 h 61848"/>
                        <a:gd name="connsiteX4" fmla="*/ 100325 w 100324"/>
                        <a:gd name="connsiteY4" fmla="*/ 61849 h 61848"/>
                        <a:gd name="connsiteX5" fmla="*/ 100325 w 100324"/>
                        <a:gd name="connsiteY5" fmla="*/ 61849 h 6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24" h="61848">
                          <a:moveTo>
                            <a:pt x="100325" y="61849"/>
                          </a:moveTo>
                          <a:lnTo>
                            <a:pt x="690" y="3955"/>
                          </a:lnTo>
                          <a:cubicBezTo>
                            <a:pt x="71" y="2907"/>
                            <a:pt x="-120" y="1525"/>
                            <a:pt x="71" y="0"/>
                          </a:cubicBezTo>
                          <a:lnTo>
                            <a:pt x="99705" y="57894"/>
                          </a:lnTo>
                          <a:cubicBezTo>
                            <a:pt x="99515" y="59419"/>
                            <a:pt x="99705" y="60848"/>
                            <a:pt x="100325" y="61849"/>
                          </a:cubicBezTo>
                          <a:lnTo>
                            <a:pt x="100325" y="61849"/>
                          </a:lnTo>
                          <a:close/>
                        </a:path>
                      </a:pathLst>
                    </a:custGeom>
                    <a:solidFill>
                      <a:srgbClr val="81868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6" name="Freeform: Shape 3495">
                      <a:extLst>
                        <a:ext uri="{FF2B5EF4-FFF2-40B4-BE49-F238E27FC236}">
                          <a16:creationId xmlns:a16="http://schemas.microsoft.com/office/drawing/2014/main" id="{2E16B408-48EA-3501-1C13-63EC210DBB5C}"/>
                        </a:ext>
                      </a:extLst>
                    </p:cNvPr>
                    <p:cNvSpPr/>
                    <p:nvPr/>
                  </p:nvSpPr>
                  <p:spPr>
                    <a:xfrm>
                      <a:off x="4443675" y="4129528"/>
                      <a:ext cx="99777" cy="58751"/>
                    </a:xfrm>
                    <a:custGeom>
                      <a:avLst/>
                      <a:gdLst>
                        <a:gd name="connsiteX0" fmla="*/ 99635 w 99777"/>
                        <a:gd name="connsiteY0" fmla="*/ 58751 h 58751"/>
                        <a:gd name="connsiteX1" fmla="*/ 0 w 99777"/>
                        <a:gd name="connsiteY1" fmla="*/ 858 h 58751"/>
                        <a:gd name="connsiteX2" fmla="*/ 143 w 99777"/>
                        <a:gd name="connsiteY2" fmla="*/ 0 h 58751"/>
                        <a:gd name="connsiteX3" fmla="*/ 99778 w 99777"/>
                        <a:gd name="connsiteY3" fmla="*/ 57894 h 58751"/>
                        <a:gd name="connsiteX4" fmla="*/ 99635 w 99777"/>
                        <a:gd name="connsiteY4" fmla="*/ 58751 h 58751"/>
                        <a:gd name="connsiteX5" fmla="*/ 99635 w 99777"/>
                        <a:gd name="connsiteY5" fmla="*/ 58751 h 5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777" h="58751">
                          <a:moveTo>
                            <a:pt x="99635" y="58751"/>
                          </a:moveTo>
                          <a:lnTo>
                            <a:pt x="0" y="858"/>
                          </a:lnTo>
                          <a:cubicBezTo>
                            <a:pt x="0" y="572"/>
                            <a:pt x="95" y="286"/>
                            <a:pt x="143" y="0"/>
                          </a:cubicBezTo>
                          <a:lnTo>
                            <a:pt x="99778" y="57894"/>
                          </a:lnTo>
                          <a:cubicBezTo>
                            <a:pt x="99730" y="58180"/>
                            <a:pt x="99682" y="58466"/>
                            <a:pt x="99635" y="58751"/>
                          </a:cubicBezTo>
                          <a:lnTo>
                            <a:pt x="99635" y="58751"/>
                          </a:lnTo>
                          <a:close/>
                        </a:path>
                      </a:pathLst>
                    </a:custGeom>
                    <a:solidFill>
                      <a:srgbClr val="868B8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7" name="Freeform: Shape 3496">
                      <a:extLst>
                        <a:ext uri="{FF2B5EF4-FFF2-40B4-BE49-F238E27FC236}">
                          <a16:creationId xmlns:a16="http://schemas.microsoft.com/office/drawing/2014/main" id="{F11C5061-286B-0D1E-D159-3E82E999E615}"/>
                        </a:ext>
                      </a:extLst>
                    </p:cNvPr>
                    <p:cNvSpPr/>
                    <p:nvPr/>
                  </p:nvSpPr>
                  <p:spPr>
                    <a:xfrm>
                      <a:off x="4443818" y="4128813"/>
                      <a:ext cx="99825" cy="58608"/>
                    </a:xfrm>
                    <a:custGeom>
                      <a:avLst/>
                      <a:gdLst>
                        <a:gd name="connsiteX0" fmla="*/ 99635 w 99825"/>
                        <a:gd name="connsiteY0" fmla="*/ 58609 h 58608"/>
                        <a:gd name="connsiteX1" fmla="*/ 0 w 99825"/>
                        <a:gd name="connsiteY1" fmla="*/ 715 h 58608"/>
                        <a:gd name="connsiteX2" fmla="*/ 191 w 99825"/>
                        <a:gd name="connsiteY2" fmla="*/ 0 h 58608"/>
                        <a:gd name="connsiteX3" fmla="*/ 99825 w 99825"/>
                        <a:gd name="connsiteY3" fmla="*/ 57894 h 58608"/>
                        <a:gd name="connsiteX4" fmla="*/ 99635 w 99825"/>
                        <a:gd name="connsiteY4" fmla="*/ 58609 h 58608"/>
                        <a:gd name="connsiteX5" fmla="*/ 99635 w 99825"/>
                        <a:gd name="connsiteY5" fmla="*/ 58609 h 5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608">
                          <a:moveTo>
                            <a:pt x="99635" y="58609"/>
                          </a:moveTo>
                          <a:lnTo>
                            <a:pt x="0" y="715"/>
                          </a:lnTo>
                          <a:cubicBezTo>
                            <a:pt x="0" y="715"/>
                            <a:pt x="95" y="238"/>
                            <a:pt x="191" y="0"/>
                          </a:cubicBezTo>
                          <a:lnTo>
                            <a:pt x="99825" y="57894"/>
                          </a:lnTo>
                          <a:cubicBezTo>
                            <a:pt x="99825" y="57894"/>
                            <a:pt x="99682" y="58370"/>
                            <a:pt x="99635" y="58609"/>
                          </a:cubicBezTo>
                          <a:lnTo>
                            <a:pt x="99635" y="58609"/>
                          </a:lnTo>
                          <a:close/>
                        </a:path>
                      </a:pathLst>
                    </a:custGeom>
                    <a:solidFill>
                      <a:srgbClr val="8A908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8" name="Freeform: Shape 3497">
                      <a:extLst>
                        <a:ext uri="{FF2B5EF4-FFF2-40B4-BE49-F238E27FC236}">
                          <a16:creationId xmlns:a16="http://schemas.microsoft.com/office/drawing/2014/main" id="{3E3938A3-7A3F-C963-C946-11E555DA7A0B}"/>
                        </a:ext>
                      </a:extLst>
                    </p:cNvPr>
                    <p:cNvSpPr/>
                    <p:nvPr/>
                  </p:nvSpPr>
                  <p:spPr>
                    <a:xfrm>
                      <a:off x="4444009" y="4128242"/>
                      <a:ext cx="99825" cy="58513"/>
                    </a:xfrm>
                    <a:custGeom>
                      <a:avLst/>
                      <a:gdLst>
                        <a:gd name="connsiteX0" fmla="*/ 99635 w 99825"/>
                        <a:gd name="connsiteY0" fmla="*/ 58513 h 58513"/>
                        <a:gd name="connsiteX1" fmla="*/ 0 w 99825"/>
                        <a:gd name="connsiteY1" fmla="*/ 619 h 58513"/>
                        <a:gd name="connsiteX2" fmla="*/ 191 w 99825"/>
                        <a:gd name="connsiteY2" fmla="*/ 0 h 58513"/>
                        <a:gd name="connsiteX3" fmla="*/ 99825 w 99825"/>
                        <a:gd name="connsiteY3" fmla="*/ 57894 h 58513"/>
                        <a:gd name="connsiteX4" fmla="*/ 99635 w 99825"/>
                        <a:gd name="connsiteY4" fmla="*/ 58513 h 58513"/>
                        <a:gd name="connsiteX5" fmla="*/ 99635 w 99825"/>
                        <a:gd name="connsiteY5" fmla="*/ 58513 h 5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513">
                          <a:moveTo>
                            <a:pt x="99635" y="58513"/>
                          </a:moveTo>
                          <a:lnTo>
                            <a:pt x="0" y="619"/>
                          </a:lnTo>
                          <a:cubicBezTo>
                            <a:pt x="0" y="619"/>
                            <a:pt x="95" y="238"/>
                            <a:pt x="191" y="0"/>
                          </a:cubicBezTo>
                          <a:lnTo>
                            <a:pt x="99825" y="57894"/>
                          </a:lnTo>
                          <a:cubicBezTo>
                            <a:pt x="99825" y="57894"/>
                            <a:pt x="99730" y="58323"/>
                            <a:pt x="99635" y="58513"/>
                          </a:cubicBezTo>
                          <a:lnTo>
                            <a:pt x="99635" y="58513"/>
                          </a:lnTo>
                          <a:close/>
                        </a:path>
                      </a:pathLst>
                    </a:custGeom>
                    <a:solidFill>
                      <a:srgbClr val="8F959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9" name="Freeform: Shape 3498">
                      <a:extLst>
                        <a:ext uri="{FF2B5EF4-FFF2-40B4-BE49-F238E27FC236}">
                          <a16:creationId xmlns:a16="http://schemas.microsoft.com/office/drawing/2014/main" id="{4F8CE64C-E807-915A-AAD4-7001C0335BF0}"/>
                        </a:ext>
                      </a:extLst>
                    </p:cNvPr>
                    <p:cNvSpPr/>
                    <p:nvPr/>
                  </p:nvSpPr>
                  <p:spPr>
                    <a:xfrm>
                      <a:off x="4444200" y="4127622"/>
                      <a:ext cx="99825" cy="58465"/>
                    </a:xfrm>
                    <a:custGeom>
                      <a:avLst/>
                      <a:gdLst>
                        <a:gd name="connsiteX0" fmla="*/ 99635 w 99825"/>
                        <a:gd name="connsiteY0" fmla="*/ 58466 h 58465"/>
                        <a:gd name="connsiteX1" fmla="*/ 0 w 99825"/>
                        <a:gd name="connsiteY1" fmla="*/ 572 h 58465"/>
                        <a:gd name="connsiteX2" fmla="*/ 191 w 99825"/>
                        <a:gd name="connsiteY2" fmla="*/ 0 h 58465"/>
                        <a:gd name="connsiteX3" fmla="*/ 99825 w 99825"/>
                        <a:gd name="connsiteY3" fmla="*/ 57894 h 58465"/>
                        <a:gd name="connsiteX4" fmla="*/ 99635 w 99825"/>
                        <a:gd name="connsiteY4" fmla="*/ 58466 h 58465"/>
                        <a:gd name="connsiteX5" fmla="*/ 99635 w 99825"/>
                        <a:gd name="connsiteY5" fmla="*/ 58466 h 5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465">
                          <a:moveTo>
                            <a:pt x="99635" y="58466"/>
                          </a:moveTo>
                          <a:lnTo>
                            <a:pt x="0" y="572"/>
                          </a:lnTo>
                          <a:cubicBezTo>
                            <a:pt x="0" y="572"/>
                            <a:pt x="143" y="191"/>
                            <a:pt x="191" y="0"/>
                          </a:cubicBezTo>
                          <a:lnTo>
                            <a:pt x="99825" y="57894"/>
                          </a:lnTo>
                          <a:cubicBezTo>
                            <a:pt x="99825" y="57894"/>
                            <a:pt x="99682" y="58275"/>
                            <a:pt x="99635" y="58466"/>
                          </a:cubicBezTo>
                          <a:lnTo>
                            <a:pt x="99635" y="58466"/>
                          </a:lnTo>
                          <a:close/>
                        </a:path>
                      </a:pathLst>
                    </a:custGeom>
                    <a:solidFill>
                      <a:srgbClr val="949A98"/>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0" name="Freeform: Shape 3499">
                      <a:extLst>
                        <a:ext uri="{FF2B5EF4-FFF2-40B4-BE49-F238E27FC236}">
                          <a16:creationId xmlns:a16="http://schemas.microsoft.com/office/drawing/2014/main" id="{7FDC9C41-FE25-5737-C2FD-8400F0D1155A}"/>
                        </a:ext>
                      </a:extLst>
                    </p:cNvPr>
                    <p:cNvSpPr/>
                    <p:nvPr/>
                  </p:nvSpPr>
                  <p:spPr>
                    <a:xfrm>
                      <a:off x="4444390" y="4127098"/>
                      <a:ext cx="99825" cy="58418"/>
                    </a:xfrm>
                    <a:custGeom>
                      <a:avLst/>
                      <a:gdLst>
                        <a:gd name="connsiteX0" fmla="*/ 99634 w 99825"/>
                        <a:gd name="connsiteY0" fmla="*/ 58418 h 58418"/>
                        <a:gd name="connsiteX1" fmla="*/ 0 w 99825"/>
                        <a:gd name="connsiteY1" fmla="*/ 524 h 58418"/>
                        <a:gd name="connsiteX2" fmla="*/ 190 w 99825"/>
                        <a:gd name="connsiteY2" fmla="*/ 0 h 58418"/>
                        <a:gd name="connsiteX3" fmla="*/ 99825 w 99825"/>
                        <a:gd name="connsiteY3" fmla="*/ 57894 h 58418"/>
                        <a:gd name="connsiteX4" fmla="*/ 99634 w 99825"/>
                        <a:gd name="connsiteY4" fmla="*/ 58418 h 58418"/>
                        <a:gd name="connsiteX5" fmla="*/ 99634 w 99825"/>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25" h="58418">
                          <a:moveTo>
                            <a:pt x="99634" y="58418"/>
                          </a:moveTo>
                          <a:lnTo>
                            <a:pt x="0" y="524"/>
                          </a:lnTo>
                          <a:cubicBezTo>
                            <a:pt x="0" y="524"/>
                            <a:pt x="143" y="191"/>
                            <a:pt x="190" y="0"/>
                          </a:cubicBezTo>
                          <a:lnTo>
                            <a:pt x="99825" y="57894"/>
                          </a:lnTo>
                          <a:cubicBezTo>
                            <a:pt x="99825" y="57894"/>
                            <a:pt x="99682" y="58275"/>
                            <a:pt x="99634" y="58418"/>
                          </a:cubicBezTo>
                          <a:lnTo>
                            <a:pt x="99634" y="58418"/>
                          </a:lnTo>
                          <a:close/>
                        </a:path>
                      </a:pathLst>
                    </a:custGeom>
                    <a:solidFill>
                      <a:srgbClr val="999F9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1" name="Freeform: Shape 3500">
                      <a:extLst>
                        <a:ext uri="{FF2B5EF4-FFF2-40B4-BE49-F238E27FC236}">
                          <a16:creationId xmlns:a16="http://schemas.microsoft.com/office/drawing/2014/main" id="{83B8F55F-5980-3C8F-15C8-4D4A3E92EBCA}"/>
                        </a:ext>
                      </a:extLst>
                    </p:cNvPr>
                    <p:cNvSpPr/>
                    <p:nvPr/>
                  </p:nvSpPr>
                  <p:spPr>
                    <a:xfrm>
                      <a:off x="4444628" y="4126574"/>
                      <a:ext cx="99872" cy="58418"/>
                    </a:xfrm>
                    <a:custGeom>
                      <a:avLst/>
                      <a:gdLst>
                        <a:gd name="connsiteX0" fmla="*/ 99635 w 99872"/>
                        <a:gd name="connsiteY0" fmla="*/ 58418 h 58418"/>
                        <a:gd name="connsiteX1" fmla="*/ 0 w 99872"/>
                        <a:gd name="connsiteY1" fmla="*/ 524 h 58418"/>
                        <a:gd name="connsiteX2" fmla="*/ 238 w 99872"/>
                        <a:gd name="connsiteY2" fmla="*/ 0 h 58418"/>
                        <a:gd name="connsiteX3" fmla="*/ 99873 w 99872"/>
                        <a:gd name="connsiteY3" fmla="*/ 57894 h 58418"/>
                        <a:gd name="connsiteX4" fmla="*/ 99635 w 99872"/>
                        <a:gd name="connsiteY4" fmla="*/ 58418 h 58418"/>
                        <a:gd name="connsiteX5" fmla="*/ 99635 w 99872"/>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72" h="58418">
                          <a:moveTo>
                            <a:pt x="99635" y="58418"/>
                          </a:moveTo>
                          <a:lnTo>
                            <a:pt x="0" y="524"/>
                          </a:lnTo>
                          <a:cubicBezTo>
                            <a:pt x="0" y="524"/>
                            <a:pt x="143" y="191"/>
                            <a:pt x="238" y="0"/>
                          </a:cubicBezTo>
                          <a:lnTo>
                            <a:pt x="99873" y="57894"/>
                          </a:lnTo>
                          <a:cubicBezTo>
                            <a:pt x="99873" y="57894"/>
                            <a:pt x="99730" y="58275"/>
                            <a:pt x="99635" y="58418"/>
                          </a:cubicBezTo>
                          <a:lnTo>
                            <a:pt x="99635" y="58418"/>
                          </a:lnTo>
                          <a:close/>
                        </a:path>
                      </a:pathLst>
                    </a:custGeom>
                    <a:solidFill>
                      <a:srgbClr val="9EA4A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2" name="Freeform: Shape 3501">
                      <a:extLst>
                        <a:ext uri="{FF2B5EF4-FFF2-40B4-BE49-F238E27FC236}">
                          <a16:creationId xmlns:a16="http://schemas.microsoft.com/office/drawing/2014/main" id="{BBD3631D-489A-27F7-A43E-32BB616F7B86}"/>
                        </a:ext>
                      </a:extLst>
                    </p:cNvPr>
                    <p:cNvSpPr/>
                    <p:nvPr/>
                  </p:nvSpPr>
                  <p:spPr>
                    <a:xfrm>
                      <a:off x="4444867" y="4126097"/>
                      <a:ext cx="99920" cy="58370"/>
                    </a:xfrm>
                    <a:custGeom>
                      <a:avLst/>
                      <a:gdLst>
                        <a:gd name="connsiteX0" fmla="*/ 99635 w 99920"/>
                        <a:gd name="connsiteY0" fmla="*/ 58370 h 58370"/>
                        <a:gd name="connsiteX1" fmla="*/ 0 w 99920"/>
                        <a:gd name="connsiteY1" fmla="*/ 476 h 58370"/>
                        <a:gd name="connsiteX2" fmla="*/ 286 w 99920"/>
                        <a:gd name="connsiteY2" fmla="*/ 0 h 58370"/>
                        <a:gd name="connsiteX3" fmla="*/ 99920 w 99920"/>
                        <a:gd name="connsiteY3" fmla="*/ 57894 h 58370"/>
                        <a:gd name="connsiteX4" fmla="*/ 99682 w 99920"/>
                        <a:gd name="connsiteY4" fmla="*/ 58370 h 58370"/>
                        <a:gd name="connsiteX5" fmla="*/ 99682 w 99920"/>
                        <a:gd name="connsiteY5" fmla="*/ 58370 h 58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0" h="58370">
                          <a:moveTo>
                            <a:pt x="99635" y="58370"/>
                          </a:moveTo>
                          <a:lnTo>
                            <a:pt x="0" y="476"/>
                          </a:lnTo>
                          <a:cubicBezTo>
                            <a:pt x="0" y="476"/>
                            <a:pt x="191" y="143"/>
                            <a:pt x="286" y="0"/>
                          </a:cubicBezTo>
                          <a:lnTo>
                            <a:pt x="99920" y="57894"/>
                          </a:lnTo>
                          <a:cubicBezTo>
                            <a:pt x="99920" y="57894"/>
                            <a:pt x="99730" y="58227"/>
                            <a:pt x="99682" y="58370"/>
                          </a:cubicBezTo>
                          <a:lnTo>
                            <a:pt x="99682" y="58370"/>
                          </a:lnTo>
                          <a:close/>
                        </a:path>
                      </a:pathLst>
                    </a:custGeom>
                    <a:solidFill>
                      <a:srgbClr val="A3A9A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3" name="Freeform: Shape 3502">
                      <a:extLst>
                        <a:ext uri="{FF2B5EF4-FFF2-40B4-BE49-F238E27FC236}">
                          <a16:creationId xmlns:a16="http://schemas.microsoft.com/office/drawing/2014/main" id="{AC8B7076-A1E4-B31E-DEB0-31415AD8C7D1}"/>
                        </a:ext>
                      </a:extLst>
                    </p:cNvPr>
                    <p:cNvSpPr/>
                    <p:nvPr/>
                  </p:nvSpPr>
                  <p:spPr>
                    <a:xfrm>
                      <a:off x="4445105" y="4125573"/>
                      <a:ext cx="99920" cy="58418"/>
                    </a:xfrm>
                    <a:custGeom>
                      <a:avLst/>
                      <a:gdLst>
                        <a:gd name="connsiteX0" fmla="*/ 99635 w 99920"/>
                        <a:gd name="connsiteY0" fmla="*/ 58418 h 58418"/>
                        <a:gd name="connsiteX1" fmla="*/ 0 w 99920"/>
                        <a:gd name="connsiteY1" fmla="*/ 524 h 58418"/>
                        <a:gd name="connsiteX2" fmla="*/ 286 w 99920"/>
                        <a:gd name="connsiteY2" fmla="*/ 0 h 58418"/>
                        <a:gd name="connsiteX3" fmla="*/ 99920 w 99920"/>
                        <a:gd name="connsiteY3" fmla="*/ 57894 h 58418"/>
                        <a:gd name="connsiteX4" fmla="*/ 99635 w 99920"/>
                        <a:gd name="connsiteY4" fmla="*/ 58418 h 58418"/>
                        <a:gd name="connsiteX5" fmla="*/ 99635 w 99920"/>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0" h="58418">
                          <a:moveTo>
                            <a:pt x="99635" y="58418"/>
                          </a:moveTo>
                          <a:lnTo>
                            <a:pt x="0" y="524"/>
                          </a:lnTo>
                          <a:cubicBezTo>
                            <a:pt x="0" y="524"/>
                            <a:pt x="190" y="191"/>
                            <a:pt x="286" y="0"/>
                          </a:cubicBezTo>
                          <a:lnTo>
                            <a:pt x="99920" y="57894"/>
                          </a:lnTo>
                          <a:cubicBezTo>
                            <a:pt x="99920" y="57894"/>
                            <a:pt x="99730" y="58227"/>
                            <a:pt x="99635" y="58418"/>
                          </a:cubicBezTo>
                          <a:lnTo>
                            <a:pt x="99635" y="58418"/>
                          </a:lnTo>
                          <a:close/>
                        </a:path>
                      </a:pathLst>
                    </a:custGeom>
                    <a:solidFill>
                      <a:srgbClr val="A8AEA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4" name="Freeform: Shape 3503">
                      <a:extLst>
                        <a:ext uri="{FF2B5EF4-FFF2-40B4-BE49-F238E27FC236}">
                          <a16:creationId xmlns:a16="http://schemas.microsoft.com/office/drawing/2014/main" id="{F8EB30B6-1043-838F-EF21-89DB330FC83A}"/>
                        </a:ext>
                      </a:extLst>
                    </p:cNvPr>
                    <p:cNvSpPr/>
                    <p:nvPr/>
                  </p:nvSpPr>
                  <p:spPr>
                    <a:xfrm>
                      <a:off x="4445391" y="4125097"/>
                      <a:ext cx="99968" cy="58418"/>
                    </a:xfrm>
                    <a:custGeom>
                      <a:avLst/>
                      <a:gdLst>
                        <a:gd name="connsiteX0" fmla="*/ 99635 w 99968"/>
                        <a:gd name="connsiteY0" fmla="*/ 58370 h 58418"/>
                        <a:gd name="connsiteX1" fmla="*/ 0 w 99968"/>
                        <a:gd name="connsiteY1" fmla="*/ 477 h 58418"/>
                        <a:gd name="connsiteX2" fmla="*/ 334 w 99968"/>
                        <a:gd name="connsiteY2" fmla="*/ 0 h 58418"/>
                        <a:gd name="connsiteX3" fmla="*/ 99968 w 99968"/>
                        <a:gd name="connsiteY3" fmla="*/ 57894 h 58418"/>
                        <a:gd name="connsiteX4" fmla="*/ 99635 w 99968"/>
                        <a:gd name="connsiteY4" fmla="*/ 58418 h 58418"/>
                        <a:gd name="connsiteX5" fmla="*/ 99635 w 99968"/>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418">
                          <a:moveTo>
                            <a:pt x="99635" y="58370"/>
                          </a:moveTo>
                          <a:lnTo>
                            <a:pt x="0" y="477"/>
                          </a:lnTo>
                          <a:cubicBezTo>
                            <a:pt x="0" y="477"/>
                            <a:pt x="191" y="143"/>
                            <a:pt x="334" y="0"/>
                          </a:cubicBezTo>
                          <a:lnTo>
                            <a:pt x="99968" y="57894"/>
                          </a:lnTo>
                          <a:cubicBezTo>
                            <a:pt x="99968" y="57894"/>
                            <a:pt x="99778" y="58227"/>
                            <a:pt x="99635" y="58418"/>
                          </a:cubicBezTo>
                          <a:lnTo>
                            <a:pt x="99635" y="58418"/>
                          </a:lnTo>
                          <a:close/>
                        </a:path>
                      </a:pathLst>
                    </a:custGeom>
                    <a:solidFill>
                      <a:srgbClr val="AEB4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5" name="Freeform: Shape 3504">
                      <a:extLst>
                        <a:ext uri="{FF2B5EF4-FFF2-40B4-BE49-F238E27FC236}">
                          <a16:creationId xmlns:a16="http://schemas.microsoft.com/office/drawing/2014/main" id="{D4F8CA8A-B9B3-3A6C-C70B-552BB201A5CC}"/>
                        </a:ext>
                      </a:extLst>
                    </p:cNvPr>
                    <p:cNvSpPr/>
                    <p:nvPr/>
                  </p:nvSpPr>
                  <p:spPr>
                    <a:xfrm>
                      <a:off x="4445677" y="4124525"/>
                      <a:ext cx="99968" cy="58418"/>
                    </a:xfrm>
                    <a:custGeom>
                      <a:avLst/>
                      <a:gdLst>
                        <a:gd name="connsiteX0" fmla="*/ 99635 w 99968"/>
                        <a:gd name="connsiteY0" fmla="*/ 58418 h 58418"/>
                        <a:gd name="connsiteX1" fmla="*/ 0 w 99968"/>
                        <a:gd name="connsiteY1" fmla="*/ 524 h 58418"/>
                        <a:gd name="connsiteX2" fmla="*/ 334 w 99968"/>
                        <a:gd name="connsiteY2" fmla="*/ 0 h 58418"/>
                        <a:gd name="connsiteX3" fmla="*/ 99968 w 99968"/>
                        <a:gd name="connsiteY3" fmla="*/ 57894 h 58418"/>
                        <a:gd name="connsiteX4" fmla="*/ 99635 w 99968"/>
                        <a:gd name="connsiteY4" fmla="*/ 58418 h 58418"/>
                        <a:gd name="connsiteX5" fmla="*/ 99635 w 99968"/>
                        <a:gd name="connsiteY5" fmla="*/ 58418 h 5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68" h="58418">
                          <a:moveTo>
                            <a:pt x="99635" y="58418"/>
                          </a:moveTo>
                          <a:lnTo>
                            <a:pt x="0" y="524"/>
                          </a:lnTo>
                          <a:cubicBezTo>
                            <a:pt x="0" y="524"/>
                            <a:pt x="238" y="143"/>
                            <a:pt x="334" y="0"/>
                          </a:cubicBezTo>
                          <a:lnTo>
                            <a:pt x="99968" y="57894"/>
                          </a:lnTo>
                          <a:cubicBezTo>
                            <a:pt x="99968" y="57894"/>
                            <a:pt x="99730" y="58227"/>
                            <a:pt x="99635" y="58418"/>
                          </a:cubicBezTo>
                          <a:lnTo>
                            <a:pt x="99635" y="58418"/>
                          </a:lnTo>
                          <a:close/>
                        </a:path>
                      </a:pathLst>
                    </a:custGeom>
                    <a:solidFill>
                      <a:srgbClr val="B4B9B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6" name="Freeform: Shape 3505">
                      <a:extLst>
                        <a:ext uri="{FF2B5EF4-FFF2-40B4-BE49-F238E27FC236}">
                          <a16:creationId xmlns:a16="http://schemas.microsoft.com/office/drawing/2014/main" id="{4E5AB281-778B-7C34-D9FD-DCE4CD15EE07}"/>
                        </a:ext>
                      </a:extLst>
                    </p:cNvPr>
                    <p:cNvSpPr/>
                    <p:nvPr/>
                  </p:nvSpPr>
                  <p:spPr>
                    <a:xfrm>
                      <a:off x="4446058" y="4124001"/>
                      <a:ext cx="100063" cy="58417"/>
                    </a:xfrm>
                    <a:custGeom>
                      <a:avLst/>
                      <a:gdLst>
                        <a:gd name="connsiteX0" fmla="*/ 99635 w 100063"/>
                        <a:gd name="connsiteY0" fmla="*/ 58418 h 58417"/>
                        <a:gd name="connsiteX1" fmla="*/ 0 w 100063"/>
                        <a:gd name="connsiteY1" fmla="*/ 524 h 58417"/>
                        <a:gd name="connsiteX2" fmla="*/ 429 w 100063"/>
                        <a:gd name="connsiteY2" fmla="*/ 0 h 58417"/>
                        <a:gd name="connsiteX3" fmla="*/ 100063 w 100063"/>
                        <a:gd name="connsiteY3" fmla="*/ 57894 h 58417"/>
                        <a:gd name="connsiteX4" fmla="*/ 99635 w 100063"/>
                        <a:gd name="connsiteY4" fmla="*/ 58418 h 58417"/>
                        <a:gd name="connsiteX5" fmla="*/ 99635 w 100063"/>
                        <a:gd name="connsiteY5" fmla="*/ 58418 h 5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63" h="58417">
                          <a:moveTo>
                            <a:pt x="99635" y="58418"/>
                          </a:moveTo>
                          <a:lnTo>
                            <a:pt x="0" y="524"/>
                          </a:lnTo>
                          <a:cubicBezTo>
                            <a:pt x="0" y="524"/>
                            <a:pt x="286" y="143"/>
                            <a:pt x="429" y="0"/>
                          </a:cubicBezTo>
                          <a:lnTo>
                            <a:pt x="100063" y="57894"/>
                          </a:lnTo>
                          <a:cubicBezTo>
                            <a:pt x="100063" y="57894"/>
                            <a:pt x="99778" y="58275"/>
                            <a:pt x="99635" y="58418"/>
                          </a:cubicBezTo>
                          <a:lnTo>
                            <a:pt x="99635" y="58418"/>
                          </a:lnTo>
                          <a:close/>
                        </a:path>
                      </a:pathLst>
                    </a:custGeom>
                    <a:solidFill>
                      <a:srgbClr val="B9BD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7" name="Freeform: Shape 3506">
                      <a:extLst>
                        <a:ext uri="{FF2B5EF4-FFF2-40B4-BE49-F238E27FC236}">
                          <a16:creationId xmlns:a16="http://schemas.microsoft.com/office/drawing/2014/main" id="{AE821430-86B7-2582-C38C-0D050981FC5A}"/>
                        </a:ext>
                      </a:extLst>
                    </p:cNvPr>
                    <p:cNvSpPr/>
                    <p:nvPr/>
                  </p:nvSpPr>
                  <p:spPr>
                    <a:xfrm>
                      <a:off x="4446439" y="4123429"/>
                      <a:ext cx="100158" cy="58465"/>
                    </a:xfrm>
                    <a:custGeom>
                      <a:avLst/>
                      <a:gdLst>
                        <a:gd name="connsiteX0" fmla="*/ 99635 w 100158"/>
                        <a:gd name="connsiteY0" fmla="*/ 58466 h 58465"/>
                        <a:gd name="connsiteX1" fmla="*/ 0 w 100158"/>
                        <a:gd name="connsiteY1" fmla="*/ 572 h 58465"/>
                        <a:gd name="connsiteX2" fmla="*/ 381 w 100158"/>
                        <a:gd name="connsiteY2" fmla="*/ 95 h 58465"/>
                        <a:gd name="connsiteX3" fmla="*/ 477 w 100158"/>
                        <a:gd name="connsiteY3" fmla="*/ 0 h 58465"/>
                        <a:gd name="connsiteX4" fmla="*/ 100159 w 100158"/>
                        <a:gd name="connsiteY4" fmla="*/ 57894 h 58465"/>
                        <a:gd name="connsiteX5" fmla="*/ 100063 w 100158"/>
                        <a:gd name="connsiteY5" fmla="*/ 57989 h 58465"/>
                        <a:gd name="connsiteX6" fmla="*/ 99730 w 100158"/>
                        <a:gd name="connsiteY6" fmla="*/ 58466 h 58465"/>
                        <a:gd name="connsiteX7" fmla="*/ 99730 w 100158"/>
                        <a:gd name="connsiteY7" fmla="*/ 58466 h 5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158" h="58465">
                          <a:moveTo>
                            <a:pt x="99635" y="58466"/>
                          </a:moveTo>
                          <a:lnTo>
                            <a:pt x="0" y="572"/>
                          </a:lnTo>
                          <a:cubicBezTo>
                            <a:pt x="0" y="572"/>
                            <a:pt x="238" y="238"/>
                            <a:pt x="381" y="95"/>
                          </a:cubicBezTo>
                          <a:cubicBezTo>
                            <a:pt x="381" y="95"/>
                            <a:pt x="477" y="0"/>
                            <a:pt x="477" y="0"/>
                          </a:cubicBezTo>
                          <a:lnTo>
                            <a:pt x="100159" y="57894"/>
                          </a:lnTo>
                          <a:cubicBezTo>
                            <a:pt x="100159" y="57894"/>
                            <a:pt x="100111" y="57989"/>
                            <a:pt x="100063" y="57989"/>
                          </a:cubicBezTo>
                          <a:cubicBezTo>
                            <a:pt x="99920" y="58132"/>
                            <a:pt x="99825" y="58323"/>
                            <a:pt x="99730" y="58466"/>
                          </a:cubicBezTo>
                          <a:lnTo>
                            <a:pt x="99730" y="58466"/>
                          </a:lnTo>
                          <a:close/>
                        </a:path>
                      </a:pathLst>
                    </a:custGeom>
                    <a:solidFill>
                      <a:srgbClr val="BEC2C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8" name="Freeform: Shape 3507">
                      <a:extLst>
                        <a:ext uri="{FF2B5EF4-FFF2-40B4-BE49-F238E27FC236}">
                          <a16:creationId xmlns:a16="http://schemas.microsoft.com/office/drawing/2014/main" id="{FDB07DAC-A1B0-39AE-A825-1473D2A29992}"/>
                        </a:ext>
                      </a:extLst>
                    </p:cNvPr>
                    <p:cNvSpPr/>
                    <p:nvPr/>
                  </p:nvSpPr>
                  <p:spPr>
                    <a:xfrm>
                      <a:off x="4446868" y="4122714"/>
                      <a:ext cx="100301" cy="58608"/>
                    </a:xfrm>
                    <a:custGeom>
                      <a:avLst/>
                      <a:gdLst>
                        <a:gd name="connsiteX0" fmla="*/ 99682 w 100301"/>
                        <a:gd name="connsiteY0" fmla="*/ 58609 h 58608"/>
                        <a:gd name="connsiteX1" fmla="*/ 0 w 100301"/>
                        <a:gd name="connsiteY1" fmla="*/ 715 h 58608"/>
                        <a:gd name="connsiteX2" fmla="*/ 667 w 100301"/>
                        <a:gd name="connsiteY2" fmla="*/ 0 h 58608"/>
                        <a:gd name="connsiteX3" fmla="*/ 100302 w 100301"/>
                        <a:gd name="connsiteY3" fmla="*/ 57894 h 58608"/>
                        <a:gd name="connsiteX4" fmla="*/ 99635 w 100301"/>
                        <a:gd name="connsiteY4" fmla="*/ 58609 h 58608"/>
                        <a:gd name="connsiteX5" fmla="*/ 99635 w 100301"/>
                        <a:gd name="connsiteY5" fmla="*/ 58609 h 5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01" h="58608">
                          <a:moveTo>
                            <a:pt x="99682" y="58609"/>
                          </a:moveTo>
                          <a:lnTo>
                            <a:pt x="0" y="715"/>
                          </a:lnTo>
                          <a:cubicBezTo>
                            <a:pt x="238" y="477"/>
                            <a:pt x="477" y="238"/>
                            <a:pt x="667" y="0"/>
                          </a:cubicBezTo>
                          <a:lnTo>
                            <a:pt x="100302" y="57894"/>
                          </a:lnTo>
                          <a:cubicBezTo>
                            <a:pt x="100302" y="57894"/>
                            <a:pt x="99825" y="58370"/>
                            <a:pt x="99635" y="58609"/>
                          </a:cubicBezTo>
                          <a:lnTo>
                            <a:pt x="99635" y="58609"/>
                          </a:lnTo>
                          <a:close/>
                        </a:path>
                      </a:pathLst>
                    </a:custGeom>
                    <a:solidFill>
                      <a:srgbClr val="C4C7C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509" name="Freeform: Shape 3508">
                      <a:extLst>
                        <a:ext uri="{FF2B5EF4-FFF2-40B4-BE49-F238E27FC236}">
                          <a16:creationId xmlns:a16="http://schemas.microsoft.com/office/drawing/2014/main" id="{9575DDB9-D0E3-F56C-F059-75F295FCE72C}"/>
                        </a:ext>
                      </a:extLst>
                    </p:cNvPr>
                    <p:cNvSpPr/>
                    <p:nvPr/>
                  </p:nvSpPr>
                  <p:spPr>
                    <a:xfrm>
                      <a:off x="4447583" y="4121142"/>
                      <a:ext cx="101635" cy="59466"/>
                    </a:xfrm>
                    <a:custGeom>
                      <a:avLst/>
                      <a:gdLst>
                        <a:gd name="connsiteX0" fmla="*/ 99635 w 101635"/>
                        <a:gd name="connsiteY0" fmla="*/ 59466 h 59466"/>
                        <a:gd name="connsiteX1" fmla="*/ 0 w 101635"/>
                        <a:gd name="connsiteY1" fmla="*/ 1572 h 59466"/>
                        <a:gd name="connsiteX2" fmla="*/ 2001 w 101635"/>
                        <a:gd name="connsiteY2" fmla="*/ 0 h 59466"/>
                        <a:gd name="connsiteX3" fmla="*/ 101636 w 101635"/>
                        <a:gd name="connsiteY3" fmla="*/ 57894 h 59466"/>
                        <a:gd name="connsiteX4" fmla="*/ 99635 w 101635"/>
                        <a:gd name="connsiteY4" fmla="*/ 59466 h 59466"/>
                        <a:gd name="connsiteX5" fmla="*/ 99635 w 101635"/>
                        <a:gd name="connsiteY5" fmla="*/ 59466 h 59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635" h="59466">
                          <a:moveTo>
                            <a:pt x="99635" y="59466"/>
                          </a:moveTo>
                          <a:lnTo>
                            <a:pt x="0" y="1572"/>
                          </a:lnTo>
                          <a:cubicBezTo>
                            <a:pt x="667" y="905"/>
                            <a:pt x="1334" y="381"/>
                            <a:pt x="2001" y="0"/>
                          </a:cubicBezTo>
                          <a:lnTo>
                            <a:pt x="101636" y="57894"/>
                          </a:lnTo>
                          <a:cubicBezTo>
                            <a:pt x="100969" y="58275"/>
                            <a:pt x="100302" y="58799"/>
                            <a:pt x="99635" y="59466"/>
                          </a:cubicBezTo>
                          <a:lnTo>
                            <a:pt x="99635" y="59466"/>
                          </a:lnTo>
                          <a:close/>
                        </a:path>
                      </a:pathLst>
                    </a:custGeom>
                    <a:solidFill>
                      <a:srgbClr val="C9CCC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483" name="Freeform: Shape 3482">
                    <a:extLst>
                      <a:ext uri="{FF2B5EF4-FFF2-40B4-BE49-F238E27FC236}">
                        <a16:creationId xmlns:a16="http://schemas.microsoft.com/office/drawing/2014/main" id="{4561F426-16F5-B2C1-8353-95E058D4846B}"/>
                      </a:ext>
                    </a:extLst>
                  </p:cNvPr>
                  <p:cNvSpPr/>
                  <p:nvPr/>
                </p:nvSpPr>
                <p:spPr>
                  <a:xfrm>
                    <a:off x="4318787" y="3764392"/>
                    <a:ext cx="423601" cy="234624"/>
                  </a:xfrm>
                  <a:custGeom>
                    <a:avLst/>
                    <a:gdLst>
                      <a:gd name="connsiteX0" fmla="*/ 28494 w 423601"/>
                      <a:gd name="connsiteY0" fmla="*/ 2907 h 234624"/>
                      <a:gd name="connsiteX1" fmla="*/ 27446 w 423601"/>
                      <a:gd name="connsiteY1" fmla="*/ 2335 h 234624"/>
                      <a:gd name="connsiteX2" fmla="*/ 26684 w 423601"/>
                      <a:gd name="connsiteY2" fmla="*/ 1954 h 234624"/>
                      <a:gd name="connsiteX3" fmla="*/ 26493 w 423601"/>
                      <a:gd name="connsiteY3" fmla="*/ 1858 h 234624"/>
                      <a:gd name="connsiteX4" fmla="*/ 26398 w 423601"/>
                      <a:gd name="connsiteY4" fmla="*/ 1811 h 234624"/>
                      <a:gd name="connsiteX5" fmla="*/ 25349 w 423601"/>
                      <a:gd name="connsiteY5" fmla="*/ 1334 h 234624"/>
                      <a:gd name="connsiteX6" fmla="*/ 24825 w 423601"/>
                      <a:gd name="connsiteY6" fmla="*/ 1144 h 234624"/>
                      <a:gd name="connsiteX7" fmla="*/ 24492 w 423601"/>
                      <a:gd name="connsiteY7" fmla="*/ 1048 h 234624"/>
                      <a:gd name="connsiteX8" fmla="*/ 24253 w 423601"/>
                      <a:gd name="connsiteY8" fmla="*/ 953 h 234624"/>
                      <a:gd name="connsiteX9" fmla="*/ 23158 w 423601"/>
                      <a:gd name="connsiteY9" fmla="*/ 619 h 234624"/>
                      <a:gd name="connsiteX10" fmla="*/ 22872 w 423601"/>
                      <a:gd name="connsiteY10" fmla="*/ 524 h 234624"/>
                      <a:gd name="connsiteX11" fmla="*/ 22490 w 423601"/>
                      <a:gd name="connsiteY11" fmla="*/ 429 h 234624"/>
                      <a:gd name="connsiteX12" fmla="*/ 22014 w 423601"/>
                      <a:gd name="connsiteY12" fmla="*/ 333 h 234624"/>
                      <a:gd name="connsiteX13" fmla="*/ 20823 w 423601"/>
                      <a:gd name="connsiteY13" fmla="*/ 143 h 234624"/>
                      <a:gd name="connsiteX14" fmla="*/ 20823 w 423601"/>
                      <a:gd name="connsiteY14" fmla="*/ 143 h 234624"/>
                      <a:gd name="connsiteX15" fmla="*/ 20680 w 423601"/>
                      <a:gd name="connsiteY15" fmla="*/ 143 h 234624"/>
                      <a:gd name="connsiteX16" fmla="*/ 19584 w 423601"/>
                      <a:gd name="connsiteY16" fmla="*/ 0 h 234624"/>
                      <a:gd name="connsiteX17" fmla="*/ 19203 w 423601"/>
                      <a:gd name="connsiteY17" fmla="*/ 0 h 234624"/>
                      <a:gd name="connsiteX18" fmla="*/ 18631 w 423601"/>
                      <a:gd name="connsiteY18" fmla="*/ 0 h 234624"/>
                      <a:gd name="connsiteX19" fmla="*/ 18250 w 423601"/>
                      <a:gd name="connsiteY19" fmla="*/ 0 h 234624"/>
                      <a:gd name="connsiteX20" fmla="*/ 17392 w 423601"/>
                      <a:gd name="connsiteY20" fmla="*/ 0 h 234624"/>
                      <a:gd name="connsiteX21" fmla="*/ 16915 w 423601"/>
                      <a:gd name="connsiteY21" fmla="*/ 0 h 234624"/>
                      <a:gd name="connsiteX22" fmla="*/ 16772 w 423601"/>
                      <a:gd name="connsiteY22" fmla="*/ 0 h 234624"/>
                      <a:gd name="connsiteX23" fmla="*/ 15820 w 423601"/>
                      <a:gd name="connsiteY23" fmla="*/ 143 h 234624"/>
                      <a:gd name="connsiteX24" fmla="*/ 15152 w 423601"/>
                      <a:gd name="connsiteY24" fmla="*/ 238 h 234624"/>
                      <a:gd name="connsiteX25" fmla="*/ 15105 w 423601"/>
                      <a:gd name="connsiteY25" fmla="*/ 238 h 234624"/>
                      <a:gd name="connsiteX26" fmla="*/ 13437 w 423601"/>
                      <a:gd name="connsiteY26" fmla="*/ 619 h 234624"/>
                      <a:gd name="connsiteX27" fmla="*/ 0 w 423601"/>
                      <a:gd name="connsiteY27" fmla="*/ 4241 h 234624"/>
                      <a:gd name="connsiteX28" fmla="*/ 1715 w 423601"/>
                      <a:gd name="connsiteY28" fmla="*/ 3860 h 234624"/>
                      <a:gd name="connsiteX29" fmla="*/ 2287 w 423601"/>
                      <a:gd name="connsiteY29" fmla="*/ 3812 h 234624"/>
                      <a:gd name="connsiteX30" fmla="*/ 3478 w 423601"/>
                      <a:gd name="connsiteY30" fmla="*/ 3717 h 234624"/>
                      <a:gd name="connsiteX31" fmla="*/ 3955 w 423601"/>
                      <a:gd name="connsiteY31" fmla="*/ 3717 h 234624"/>
                      <a:gd name="connsiteX32" fmla="*/ 5194 w 423601"/>
                      <a:gd name="connsiteY32" fmla="*/ 3717 h 234624"/>
                      <a:gd name="connsiteX33" fmla="*/ 5718 w 423601"/>
                      <a:gd name="connsiteY33" fmla="*/ 3717 h 234624"/>
                      <a:gd name="connsiteX34" fmla="*/ 7290 w 423601"/>
                      <a:gd name="connsiteY34" fmla="*/ 3860 h 234624"/>
                      <a:gd name="connsiteX35" fmla="*/ 7338 w 423601"/>
                      <a:gd name="connsiteY35" fmla="*/ 3860 h 234624"/>
                      <a:gd name="connsiteX36" fmla="*/ 9053 w 423601"/>
                      <a:gd name="connsiteY36" fmla="*/ 4241 h 234624"/>
                      <a:gd name="connsiteX37" fmla="*/ 9387 w 423601"/>
                      <a:gd name="connsiteY37" fmla="*/ 4336 h 234624"/>
                      <a:gd name="connsiteX38" fmla="*/ 11007 w 423601"/>
                      <a:gd name="connsiteY38" fmla="*/ 4860 h 234624"/>
                      <a:gd name="connsiteX39" fmla="*/ 11388 w 423601"/>
                      <a:gd name="connsiteY39" fmla="*/ 5003 h 234624"/>
                      <a:gd name="connsiteX40" fmla="*/ 13056 w 423601"/>
                      <a:gd name="connsiteY40" fmla="*/ 5670 h 234624"/>
                      <a:gd name="connsiteX41" fmla="*/ 13294 w 423601"/>
                      <a:gd name="connsiteY41" fmla="*/ 5813 h 234624"/>
                      <a:gd name="connsiteX42" fmla="*/ 15057 w 423601"/>
                      <a:gd name="connsiteY42" fmla="*/ 6719 h 234624"/>
                      <a:gd name="connsiteX43" fmla="*/ 410165 w 423601"/>
                      <a:gd name="connsiteY43" fmla="*/ 234625 h 234624"/>
                      <a:gd name="connsiteX44" fmla="*/ 423602 w 423601"/>
                      <a:gd name="connsiteY44" fmla="*/ 230956 h 234624"/>
                      <a:gd name="connsiteX45" fmla="*/ 28494 w 423601"/>
                      <a:gd name="connsiteY45" fmla="*/ 3049 h 23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3601" h="234624">
                        <a:moveTo>
                          <a:pt x="28494" y="2907"/>
                        </a:moveTo>
                        <a:cubicBezTo>
                          <a:pt x="28161" y="2716"/>
                          <a:pt x="27779" y="2525"/>
                          <a:pt x="27446" y="2335"/>
                        </a:cubicBezTo>
                        <a:cubicBezTo>
                          <a:pt x="27208" y="2192"/>
                          <a:pt x="26922" y="2097"/>
                          <a:pt x="26684" y="1954"/>
                        </a:cubicBezTo>
                        <a:cubicBezTo>
                          <a:pt x="26636" y="1954"/>
                          <a:pt x="26541" y="1858"/>
                          <a:pt x="26493" y="1858"/>
                        </a:cubicBezTo>
                        <a:cubicBezTo>
                          <a:pt x="26493" y="1858"/>
                          <a:pt x="26445" y="1858"/>
                          <a:pt x="26398" y="1811"/>
                        </a:cubicBezTo>
                        <a:cubicBezTo>
                          <a:pt x="26064" y="1668"/>
                          <a:pt x="25683" y="1477"/>
                          <a:pt x="25349" y="1334"/>
                        </a:cubicBezTo>
                        <a:cubicBezTo>
                          <a:pt x="25159" y="1286"/>
                          <a:pt x="24968" y="1191"/>
                          <a:pt x="24825" y="1144"/>
                        </a:cubicBezTo>
                        <a:cubicBezTo>
                          <a:pt x="24730" y="1144"/>
                          <a:pt x="24635" y="1096"/>
                          <a:pt x="24492" y="1048"/>
                        </a:cubicBezTo>
                        <a:cubicBezTo>
                          <a:pt x="24396" y="1048"/>
                          <a:pt x="24349" y="1001"/>
                          <a:pt x="24253" y="953"/>
                        </a:cubicBezTo>
                        <a:cubicBezTo>
                          <a:pt x="23872" y="810"/>
                          <a:pt x="23539" y="715"/>
                          <a:pt x="23158" y="619"/>
                        </a:cubicBezTo>
                        <a:cubicBezTo>
                          <a:pt x="23062" y="619"/>
                          <a:pt x="22967" y="572"/>
                          <a:pt x="22872" y="524"/>
                        </a:cubicBezTo>
                        <a:cubicBezTo>
                          <a:pt x="22776" y="524"/>
                          <a:pt x="22633" y="476"/>
                          <a:pt x="22490" y="429"/>
                        </a:cubicBezTo>
                        <a:cubicBezTo>
                          <a:pt x="22348" y="429"/>
                          <a:pt x="22157" y="333"/>
                          <a:pt x="22014" y="333"/>
                        </a:cubicBezTo>
                        <a:cubicBezTo>
                          <a:pt x="21633" y="286"/>
                          <a:pt x="21252" y="190"/>
                          <a:pt x="20823" y="143"/>
                        </a:cubicBezTo>
                        <a:lnTo>
                          <a:pt x="20823" y="143"/>
                        </a:lnTo>
                        <a:cubicBezTo>
                          <a:pt x="20823" y="143"/>
                          <a:pt x="20727" y="143"/>
                          <a:pt x="20680" y="143"/>
                        </a:cubicBezTo>
                        <a:cubicBezTo>
                          <a:pt x="20299" y="95"/>
                          <a:pt x="19965" y="48"/>
                          <a:pt x="19584" y="0"/>
                        </a:cubicBezTo>
                        <a:cubicBezTo>
                          <a:pt x="19441" y="0"/>
                          <a:pt x="19298" y="0"/>
                          <a:pt x="19203" y="0"/>
                        </a:cubicBezTo>
                        <a:cubicBezTo>
                          <a:pt x="19012" y="0"/>
                          <a:pt x="18822" y="0"/>
                          <a:pt x="18631" y="0"/>
                        </a:cubicBezTo>
                        <a:cubicBezTo>
                          <a:pt x="18488" y="0"/>
                          <a:pt x="18393" y="0"/>
                          <a:pt x="18250" y="0"/>
                        </a:cubicBezTo>
                        <a:cubicBezTo>
                          <a:pt x="17964" y="0"/>
                          <a:pt x="17678" y="0"/>
                          <a:pt x="17392" y="0"/>
                        </a:cubicBezTo>
                        <a:cubicBezTo>
                          <a:pt x="17249" y="0"/>
                          <a:pt x="17106" y="0"/>
                          <a:pt x="16915" y="0"/>
                        </a:cubicBezTo>
                        <a:lnTo>
                          <a:pt x="16772" y="0"/>
                        </a:lnTo>
                        <a:cubicBezTo>
                          <a:pt x="16439" y="0"/>
                          <a:pt x="16105" y="95"/>
                          <a:pt x="15820" y="143"/>
                        </a:cubicBezTo>
                        <a:cubicBezTo>
                          <a:pt x="15581" y="143"/>
                          <a:pt x="15343" y="143"/>
                          <a:pt x="15152" y="238"/>
                        </a:cubicBezTo>
                        <a:lnTo>
                          <a:pt x="15105" y="238"/>
                        </a:lnTo>
                        <a:cubicBezTo>
                          <a:pt x="14533" y="333"/>
                          <a:pt x="14009" y="476"/>
                          <a:pt x="13437" y="619"/>
                        </a:cubicBezTo>
                        <a:cubicBezTo>
                          <a:pt x="8958" y="1811"/>
                          <a:pt x="4479" y="3049"/>
                          <a:pt x="0" y="4241"/>
                        </a:cubicBezTo>
                        <a:cubicBezTo>
                          <a:pt x="572" y="4098"/>
                          <a:pt x="1144" y="3955"/>
                          <a:pt x="1715" y="3860"/>
                        </a:cubicBezTo>
                        <a:cubicBezTo>
                          <a:pt x="1906" y="3860"/>
                          <a:pt x="2097" y="3860"/>
                          <a:pt x="2287" y="3812"/>
                        </a:cubicBezTo>
                        <a:cubicBezTo>
                          <a:pt x="2668" y="3764"/>
                          <a:pt x="3097" y="3717"/>
                          <a:pt x="3478" y="3717"/>
                        </a:cubicBezTo>
                        <a:cubicBezTo>
                          <a:pt x="3621" y="3717"/>
                          <a:pt x="3764" y="3717"/>
                          <a:pt x="3955" y="3717"/>
                        </a:cubicBezTo>
                        <a:cubicBezTo>
                          <a:pt x="4384" y="3717"/>
                          <a:pt x="4813" y="3717"/>
                          <a:pt x="5194" y="3717"/>
                        </a:cubicBezTo>
                        <a:cubicBezTo>
                          <a:pt x="5384" y="3717"/>
                          <a:pt x="5527" y="3717"/>
                          <a:pt x="5718" y="3717"/>
                        </a:cubicBezTo>
                        <a:cubicBezTo>
                          <a:pt x="6242" y="3717"/>
                          <a:pt x="6766" y="3764"/>
                          <a:pt x="7290" y="3860"/>
                        </a:cubicBezTo>
                        <a:lnTo>
                          <a:pt x="7338" y="3860"/>
                        </a:lnTo>
                        <a:cubicBezTo>
                          <a:pt x="7910" y="3955"/>
                          <a:pt x="8482" y="4050"/>
                          <a:pt x="9053" y="4241"/>
                        </a:cubicBezTo>
                        <a:cubicBezTo>
                          <a:pt x="9149" y="4241"/>
                          <a:pt x="9292" y="4288"/>
                          <a:pt x="9387" y="4336"/>
                        </a:cubicBezTo>
                        <a:cubicBezTo>
                          <a:pt x="9911" y="4479"/>
                          <a:pt x="10483" y="4670"/>
                          <a:pt x="11007" y="4860"/>
                        </a:cubicBezTo>
                        <a:cubicBezTo>
                          <a:pt x="11150" y="4860"/>
                          <a:pt x="11245" y="4955"/>
                          <a:pt x="11388" y="5003"/>
                        </a:cubicBezTo>
                        <a:cubicBezTo>
                          <a:pt x="11960" y="5194"/>
                          <a:pt x="12484" y="5432"/>
                          <a:pt x="13056" y="5670"/>
                        </a:cubicBezTo>
                        <a:cubicBezTo>
                          <a:pt x="13151" y="5670"/>
                          <a:pt x="13246" y="5766"/>
                          <a:pt x="13294" y="5813"/>
                        </a:cubicBezTo>
                        <a:cubicBezTo>
                          <a:pt x="13866" y="6099"/>
                          <a:pt x="14485" y="6385"/>
                          <a:pt x="15057" y="6719"/>
                        </a:cubicBezTo>
                        <a:lnTo>
                          <a:pt x="410165" y="234625"/>
                        </a:lnTo>
                        <a:lnTo>
                          <a:pt x="423602" y="230956"/>
                        </a:lnTo>
                        <a:lnTo>
                          <a:pt x="28494" y="3049"/>
                        </a:lnTo>
                        <a:close/>
                      </a:path>
                    </a:pathLst>
                  </a:custGeom>
                  <a:gradFill>
                    <a:gsLst>
                      <a:gs pos="0">
                        <a:srgbClr val="F4F3FD"/>
                      </a:gs>
                      <a:gs pos="64000">
                        <a:srgbClr val="F9F8FD"/>
                      </a:gs>
                      <a:gs pos="100000">
                        <a:srgbClr val="FFFFFF"/>
                      </a:gs>
                    </a:gsLst>
                    <a:lin ang="1080000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4" name="Freeform: Shape 3483">
                    <a:extLst>
                      <a:ext uri="{FF2B5EF4-FFF2-40B4-BE49-F238E27FC236}">
                        <a16:creationId xmlns:a16="http://schemas.microsoft.com/office/drawing/2014/main" id="{95DF98C7-4124-4BE1-2222-14AB3B547C04}"/>
                      </a:ext>
                    </a:extLst>
                  </p:cNvPr>
                  <p:cNvSpPr/>
                  <p:nvPr/>
                </p:nvSpPr>
                <p:spPr>
                  <a:xfrm>
                    <a:off x="4730953" y="4039471"/>
                    <a:ext cx="29208" cy="289564"/>
                  </a:xfrm>
                  <a:custGeom>
                    <a:avLst/>
                    <a:gdLst>
                      <a:gd name="connsiteX0" fmla="*/ 15819 w 29208"/>
                      <a:gd name="connsiteY0" fmla="*/ 3621 h 289564"/>
                      <a:gd name="connsiteX1" fmla="*/ 15248 w 29208"/>
                      <a:gd name="connsiteY1" fmla="*/ 270695 h 289564"/>
                      <a:gd name="connsiteX2" fmla="*/ 14342 w 29208"/>
                      <a:gd name="connsiteY2" fmla="*/ 274222 h 289564"/>
                      <a:gd name="connsiteX3" fmla="*/ 14295 w 29208"/>
                      <a:gd name="connsiteY3" fmla="*/ 274460 h 289564"/>
                      <a:gd name="connsiteX4" fmla="*/ 13056 w 29208"/>
                      <a:gd name="connsiteY4" fmla="*/ 277605 h 289564"/>
                      <a:gd name="connsiteX5" fmla="*/ 12961 w 29208"/>
                      <a:gd name="connsiteY5" fmla="*/ 277795 h 289564"/>
                      <a:gd name="connsiteX6" fmla="*/ 11483 w 29208"/>
                      <a:gd name="connsiteY6" fmla="*/ 280511 h 289564"/>
                      <a:gd name="connsiteX7" fmla="*/ 11293 w 29208"/>
                      <a:gd name="connsiteY7" fmla="*/ 280797 h 289564"/>
                      <a:gd name="connsiteX8" fmla="*/ 9911 w 29208"/>
                      <a:gd name="connsiteY8" fmla="*/ 282751 h 289564"/>
                      <a:gd name="connsiteX9" fmla="*/ 9339 w 29208"/>
                      <a:gd name="connsiteY9" fmla="*/ 283418 h 289564"/>
                      <a:gd name="connsiteX10" fmla="*/ 8148 w 29208"/>
                      <a:gd name="connsiteY10" fmla="*/ 284657 h 289564"/>
                      <a:gd name="connsiteX11" fmla="*/ 7243 w 29208"/>
                      <a:gd name="connsiteY11" fmla="*/ 285562 h 289564"/>
                      <a:gd name="connsiteX12" fmla="*/ 5956 w 29208"/>
                      <a:gd name="connsiteY12" fmla="*/ 286563 h 289564"/>
                      <a:gd name="connsiteX13" fmla="*/ 5003 w 29208"/>
                      <a:gd name="connsiteY13" fmla="*/ 287277 h 289564"/>
                      <a:gd name="connsiteX14" fmla="*/ 3478 w 29208"/>
                      <a:gd name="connsiteY14" fmla="*/ 288135 h 289564"/>
                      <a:gd name="connsiteX15" fmla="*/ 2573 w 29208"/>
                      <a:gd name="connsiteY15" fmla="*/ 288612 h 289564"/>
                      <a:gd name="connsiteX16" fmla="*/ 0 w 29208"/>
                      <a:gd name="connsiteY16" fmla="*/ 289565 h 289564"/>
                      <a:gd name="connsiteX17" fmla="*/ 13485 w 29208"/>
                      <a:gd name="connsiteY17" fmla="*/ 285943 h 289564"/>
                      <a:gd name="connsiteX18" fmla="*/ 16058 w 29208"/>
                      <a:gd name="connsiteY18" fmla="*/ 284990 h 289564"/>
                      <a:gd name="connsiteX19" fmla="*/ 16820 w 29208"/>
                      <a:gd name="connsiteY19" fmla="*/ 284561 h 289564"/>
                      <a:gd name="connsiteX20" fmla="*/ 18440 w 29208"/>
                      <a:gd name="connsiteY20" fmla="*/ 283656 h 289564"/>
                      <a:gd name="connsiteX21" fmla="*/ 19346 w 29208"/>
                      <a:gd name="connsiteY21" fmla="*/ 283037 h 289564"/>
                      <a:gd name="connsiteX22" fmla="*/ 20727 w 29208"/>
                      <a:gd name="connsiteY22" fmla="*/ 281988 h 289564"/>
                      <a:gd name="connsiteX23" fmla="*/ 21585 w 29208"/>
                      <a:gd name="connsiteY23" fmla="*/ 281131 h 289564"/>
                      <a:gd name="connsiteX24" fmla="*/ 22538 w 29208"/>
                      <a:gd name="connsiteY24" fmla="*/ 280225 h 289564"/>
                      <a:gd name="connsiteX25" fmla="*/ 22824 w 29208"/>
                      <a:gd name="connsiteY25" fmla="*/ 279844 h 289564"/>
                      <a:gd name="connsiteX26" fmla="*/ 23348 w 29208"/>
                      <a:gd name="connsiteY26" fmla="*/ 279177 h 289564"/>
                      <a:gd name="connsiteX27" fmla="*/ 24015 w 29208"/>
                      <a:gd name="connsiteY27" fmla="*/ 278319 h 289564"/>
                      <a:gd name="connsiteX28" fmla="*/ 24730 w 29208"/>
                      <a:gd name="connsiteY28" fmla="*/ 277271 h 289564"/>
                      <a:gd name="connsiteX29" fmla="*/ 24968 w 29208"/>
                      <a:gd name="connsiteY29" fmla="*/ 276937 h 289564"/>
                      <a:gd name="connsiteX30" fmla="*/ 25063 w 29208"/>
                      <a:gd name="connsiteY30" fmla="*/ 276747 h 289564"/>
                      <a:gd name="connsiteX31" fmla="*/ 25874 w 29208"/>
                      <a:gd name="connsiteY31" fmla="*/ 275270 h 289564"/>
                      <a:gd name="connsiteX32" fmla="*/ 26398 w 29208"/>
                      <a:gd name="connsiteY32" fmla="*/ 274222 h 289564"/>
                      <a:gd name="connsiteX33" fmla="*/ 26493 w 29208"/>
                      <a:gd name="connsiteY33" fmla="*/ 273983 h 289564"/>
                      <a:gd name="connsiteX34" fmla="*/ 26588 w 29208"/>
                      <a:gd name="connsiteY34" fmla="*/ 273840 h 289564"/>
                      <a:gd name="connsiteX35" fmla="*/ 27112 w 29208"/>
                      <a:gd name="connsiteY35" fmla="*/ 272506 h 289564"/>
                      <a:gd name="connsiteX36" fmla="*/ 27589 w 29208"/>
                      <a:gd name="connsiteY36" fmla="*/ 271172 h 289564"/>
                      <a:gd name="connsiteX37" fmla="*/ 27684 w 29208"/>
                      <a:gd name="connsiteY37" fmla="*/ 270838 h 289564"/>
                      <a:gd name="connsiteX38" fmla="*/ 27779 w 29208"/>
                      <a:gd name="connsiteY38" fmla="*/ 270600 h 289564"/>
                      <a:gd name="connsiteX39" fmla="*/ 28018 w 29208"/>
                      <a:gd name="connsiteY39" fmla="*/ 269838 h 289564"/>
                      <a:gd name="connsiteX40" fmla="*/ 28351 w 29208"/>
                      <a:gd name="connsiteY40" fmla="*/ 268504 h 289564"/>
                      <a:gd name="connsiteX41" fmla="*/ 28685 w 29208"/>
                      <a:gd name="connsiteY41" fmla="*/ 267169 h 289564"/>
                      <a:gd name="connsiteX42" fmla="*/ 28685 w 29208"/>
                      <a:gd name="connsiteY42" fmla="*/ 267122 h 289564"/>
                      <a:gd name="connsiteX43" fmla="*/ 29209 w 29208"/>
                      <a:gd name="connsiteY43" fmla="*/ 0 h 289564"/>
                      <a:gd name="connsiteX44" fmla="*/ 15772 w 29208"/>
                      <a:gd name="connsiteY44" fmla="*/ 3669 h 28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9208" h="289564">
                        <a:moveTo>
                          <a:pt x="15819" y="3621"/>
                        </a:moveTo>
                        <a:lnTo>
                          <a:pt x="15248" y="270695"/>
                        </a:lnTo>
                        <a:cubicBezTo>
                          <a:pt x="15009" y="271934"/>
                          <a:pt x="14676" y="273078"/>
                          <a:pt x="14342" y="274222"/>
                        </a:cubicBezTo>
                        <a:cubicBezTo>
                          <a:pt x="14342" y="274317"/>
                          <a:pt x="14295" y="274364"/>
                          <a:pt x="14295" y="274460"/>
                        </a:cubicBezTo>
                        <a:cubicBezTo>
                          <a:pt x="13914" y="275556"/>
                          <a:pt x="13532" y="276604"/>
                          <a:pt x="13056" y="277605"/>
                        </a:cubicBezTo>
                        <a:cubicBezTo>
                          <a:pt x="13056" y="277700"/>
                          <a:pt x="13008" y="277748"/>
                          <a:pt x="12961" y="277795"/>
                        </a:cubicBezTo>
                        <a:cubicBezTo>
                          <a:pt x="12484" y="278748"/>
                          <a:pt x="12008" y="279653"/>
                          <a:pt x="11483" y="280511"/>
                        </a:cubicBezTo>
                        <a:cubicBezTo>
                          <a:pt x="11436" y="280607"/>
                          <a:pt x="11340" y="280702"/>
                          <a:pt x="11293" y="280797"/>
                        </a:cubicBezTo>
                        <a:cubicBezTo>
                          <a:pt x="10864" y="281512"/>
                          <a:pt x="10388" y="282131"/>
                          <a:pt x="9911" y="282751"/>
                        </a:cubicBezTo>
                        <a:cubicBezTo>
                          <a:pt x="9720" y="282989"/>
                          <a:pt x="9530" y="283227"/>
                          <a:pt x="9339" y="283418"/>
                        </a:cubicBezTo>
                        <a:cubicBezTo>
                          <a:pt x="8958" y="283894"/>
                          <a:pt x="8577" y="284275"/>
                          <a:pt x="8148" y="284657"/>
                        </a:cubicBezTo>
                        <a:cubicBezTo>
                          <a:pt x="7814" y="284943"/>
                          <a:pt x="7529" y="285276"/>
                          <a:pt x="7243" y="285562"/>
                        </a:cubicBezTo>
                        <a:cubicBezTo>
                          <a:pt x="6814" y="285943"/>
                          <a:pt x="6385" y="286229"/>
                          <a:pt x="5956" y="286563"/>
                        </a:cubicBezTo>
                        <a:cubicBezTo>
                          <a:pt x="5623" y="286801"/>
                          <a:pt x="5337" y="287039"/>
                          <a:pt x="5003" y="287277"/>
                        </a:cubicBezTo>
                        <a:cubicBezTo>
                          <a:pt x="4479" y="287611"/>
                          <a:pt x="3955" y="287897"/>
                          <a:pt x="3478" y="288135"/>
                        </a:cubicBezTo>
                        <a:cubicBezTo>
                          <a:pt x="3193" y="288278"/>
                          <a:pt x="2907" y="288469"/>
                          <a:pt x="2573" y="288612"/>
                        </a:cubicBezTo>
                        <a:cubicBezTo>
                          <a:pt x="1763" y="288993"/>
                          <a:pt x="858" y="289326"/>
                          <a:pt x="0" y="289565"/>
                        </a:cubicBezTo>
                        <a:cubicBezTo>
                          <a:pt x="4479" y="288326"/>
                          <a:pt x="9006" y="287134"/>
                          <a:pt x="13485" y="285943"/>
                        </a:cubicBezTo>
                        <a:cubicBezTo>
                          <a:pt x="14390" y="285705"/>
                          <a:pt x="15248" y="285371"/>
                          <a:pt x="16058" y="284990"/>
                        </a:cubicBezTo>
                        <a:cubicBezTo>
                          <a:pt x="16296" y="284895"/>
                          <a:pt x="16582" y="284704"/>
                          <a:pt x="16820" y="284561"/>
                        </a:cubicBezTo>
                        <a:cubicBezTo>
                          <a:pt x="17392" y="284275"/>
                          <a:pt x="17916" y="283990"/>
                          <a:pt x="18440" y="283656"/>
                        </a:cubicBezTo>
                        <a:cubicBezTo>
                          <a:pt x="18726" y="283466"/>
                          <a:pt x="19060" y="283227"/>
                          <a:pt x="19346" y="283037"/>
                        </a:cubicBezTo>
                        <a:cubicBezTo>
                          <a:pt x="19822" y="282703"/>
                          <a:pt x="20298" y="282370"/>
                          <a:pt x="20727" y="281988"/>
                        </a:cubicBezTo>
                        <a:cubicBezTo>
                          <a:pt x="21061" y="281702"/>
                          <a:pt x="21299" y="281416"/>
                          <a:pt x="21585" y="281131"/>
                        </a:cubicBezTo>
                        <a:cubicBezTo>
                          <a:pt x="21919" y="280845"/>
                          <a:pt x="22252" y="280559"/>
                          <a:pt x="22538" y="280225"/>
                        </a:cubicBezTo>
                        <a:cubicBezTo>
                          <a:pt x="22634" y="280130"/>
                          <a:pt x="22729" y="279987"/>
                          <a:pt x="22824" y="279844"/>
                        </a:cubicBezTo>
                        <a:cubicBezTo>
                          <a:pt x="23015" y="279653"/>
                          <a:pt x="23158" y="279415"/>
                          <a:pt x="23348" y="279177"/>
                        </a:cubicBezTo>
                        <a:cubicBezTo>
                          <a:pt x="23586" y="278891"/>
                          <a:pt x="23825" y="278653"/>
                          <a:pt x="24015" y="278319"/>
                        </a:cubicBezTo>
                        <a:cubicBezTo>
                          <a:pt x="24253" y="277986"/>
                          <a:pt x="24492" y="277605"/>
                          <a:pt x="24730" y="277271"/>
                        </a:cubicBezTo>
                        <a:cubicBezTo>
                          <a:pt x="24825" y="277176"/>
                          <a:pt x="24873" y="277033"/>
                          <a:pt x="24968" y="276937"/>
                        </a:cubicBezTo>
                        <a:cubicBezTo>
                          <a:pt x="24968" y="276890"/>
                          <a:pt x="25063" y="276842"/>
                          <a:pt x="25063" y="276747"/>
                        </a:cubicBezTo>
                        <a:cubicBezTo>
                          <a:pt x="25349" y="276270"/>
                          <a:pt x="25635" y="275794"/>
                          <a:pt x="25874" y="275270"/>
                        </a:cubicBezTo>
                        <a:cubicBezTo>
                          <a:pt x="26064" y="274936"/>
                          <a:pt x="26207" y="274555"/>
                          <a:pt x="26398" y="274222"/>
                        </a:cubicBezTo>
                        <a:cubicBezTo>
                          <a:pt x="26398" y="274126"/>
                          <a:pt x="26445" y="274079"/>
                          <a:pt x="26493" y="273983"/>
                        </a:cubicBezTo>
                        <a:cubicBezTo>
                          <a:pt x="26493" y="273936"/>
                          <a:pt x="26541" y="273888"/>
                          <a:pt x="26588" y="273840"/>
                        </a:cubicBezTo>
                        <a:cubicBezTo>
                          <a:pt x="26779" y="273411"/>
                          <a:pt x="26969" y="272935"/>
                          <a:pt x="27112" y="272506"/>
                        </a:cubicBezTo>
                        <a:cubicBezTo>
                          <a:pt x="27255" y="272077"/>
                          <a:pt x="27446" y="271648"/>
                          <a:pt x="27589" y="271172"/>
                        </a:cubicBezTo>
                        <a:cubicBezTo>
                          <a:pt x="27589" y="271077"/>
                          <a:pt x="27684" y="270981"/>
                          <a:pt x="27684" y="270838"/>
                        </a:cubicBezTo>
                        <a:cubicBezTo>
                          <a:pt x="27684" y="270743"/>
                          <a:pt x="27732" y="270648"/>
                          <a:pt x="27779" y="270600"/>
                        </a:cubicBezTo>
                        <a:cubicBezTo>
                          <a:pt x="27827" y="270362"/>
                          <a:pt x="27923" y="270076"/>
                          <a:pt x="28018" y="269838"/>
                        </a:cubicBezTo>
                        <a:cubicBezTo>
                          <a:pt x="28113" y="269409"/>
                          <a:pt x="28256" y="268980"/>
                          <a:pt x="28351" y="268504"/>
                        </a:cubicBezTo>
                        <a:cubicBezTo>
                          <a:pt x="28447" y="268075"/>
                          <a:pt x="28542" y="267646"/>
                          <a:pt x="28685" y="267169"/>
                        </a:cubicBezTo>
                        <a:cubicBezTo>
                          <a:pt x="28685" y="267169"/>
                          <a:pt x="28685" y="267122"/>
                          <a:pt x="28685" y="267122"/>
                        </a:cubicBezTo>
                        <a:lnTo>
                          <a:pt x="29209" y="0"/>
                        </a:lnTo>
                        <a:lnTo>
                          <a:pt x="15772" y="3669"/>
                        </a:lnTo>
                        <a:close/>
                      </a:path>
                    </a:pathLst>
                  </a:custGeom>
                  <a:solidFill>
                    <a:srgbClr val="E9E6F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5" name="Freeform: Shape 3484">
                    <a:extLst>
                      <a:ext uri="{FF2B5EF4-FFF2-40B4-BE49-F238E27FC236}">
                        <a16:creationId xmlns:a16="http://schemas.microsoft.com/office/drawing/2014/main" id="{FD826E2F-494E-1664-B1E8-8EBD83DCE88E}"/>
                      </a:ext>
                    </a:extLst>
                  </p:cNvPr>
                  <p:cNvSpPr/>
                  <p:nvPr/>
                </p:nvSpPr>
                <p:spPr>
                  <a:xfrm>
                    <a:off x="4444342" y="4134388"/>
                    <a:ext cx="126889" cy="111403"/>
                  </a:xfrm>
                  <a:custGeom>
                    <a:avLst/>
                    <a:gdLst>
                      <a:gd name="connsiteX0" fmla="*/ 120743 w 126889"/>
                      <a:gd name="connsiteY0" fmla="*/ 97157 h 111403"/>
                      <a:gd name="connsiteX1" fmla="*/ 99635 w 126889"/>
                      <a:gd name="connsiteY1" fmla="*/ 57894 h 111403"/>
                      <a:gd name="connsiteX2" fmla="*/ 0 w 126889"/>
                      <a:gd name="connsiteY2" fmla="*/ 0 h 111403"/>
                      <a:gd name="connsiteX3" fmla="*/ 21109 w 126889"/>
                      <a:gd name="connsiteY3" fmla="*/ 39263 h 111403"/>
                      <a:gd name="connsiteX4" fmla="*/ 27112 w 126889"/>
                      <a:gd name="connsiteY4" fmla="*/ 53034 h 111403"/>
                      <a:gd name="connsiteX5" fmla="*/ 126890 w 126889"/>
                      <a:gd name="connsiteY5" fmla="*/ 111404 h 111403"/>
                      <a:gd name="connsiteX6" fmla="*/ 120791 w 126889"/>
                      <a:gd name="connsiteY6" fmla="*/ 97157 h 11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889" h="111403">
                        <a:moveTo>
                          <a:pt x="120743" y="97157"/>
                        </a:moveTo>
                        <a:cubicBezTo>
                          <a:pt x="111070" y="76334"/>
                          <a:pt x="99730" y="58084"/>
                          <a:pt x="99635" y="57894"/>
                        </a:cubicBezTo>
                        <a:lnTo>
                          <a:pt x="0" y="0"/>
                        </a:lnTo>
                        <a:cubicBezTo>
                          <a:pt x="0" y="0"/>
                          <a:pt x="11483" y="18440"/>
                          <a:pt x="21109" y="39263"/>
                        </a:cubicBezTo>
                        <a:cubicBezTo>
                          <a:pt x="23062" y="43504"/>
                          <a:pt x="25683" y="49650"/>
                          <a:pt x="27112" y="53034"/>
                        </a:cubicBezTo>
                        <a:lnTo>
                          <a:pt x="126890" y="111404"/>
                        </a:lnTo>
                        <a:cubicBezTo>
                          <a:pt x="125508" y="108164"/>
                          <a:pt x="122601" y="101207"/>
                          <a:pt x="120791" y="97157"/>
                        </a:cubicBezTo>
                        <a:close/>
                      </a:path>
                    </a:pathLst>
                  </a:custGeom>
                  <a:solidFill>
                    <a:srgbClr val="C6BDD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6" name="Freeform: Shape 3485">
                    <a:extLst>
                      <a:ext uri="{FF2B5EF4-FFF2-40B4-BE49-F238E27FC236}">
                        <a16:creationId xmlns:a16="http://schemas.microsoft.com/office/drawing/2014/main" id="{06721BB8-0A0D-CD47-FE17-6B0002E07538}"/>
                      </a:ext>
                    </a:extLst>
                  </p:cNvPr>
                  <p:cNvSpPr/>
                  <p:nvPr/>
                </p:nvSpPr>
                <p:spPr>
                  <a:xfrm>
                    <a:off x="4298104" y="3767914"/>
                    <a:ext cx="449434" cy="561696"/>
                  </a:xfrm>
                  <a:custGeom>
                    <a:avLst/>
                    <a:gdLst>
                      <a:gd name="connsiteX0" fmla="*/ 430848 w 449434"/>
                      <a:gd name="connsiteY0" fmla="*/ 230960 h 561696"/>
                      <a:gd name="connsiteX1" fmla="*/ 448621 w 449434"/>
                      <a:gd name="connsiteY1" fmla="*/ 275178 h 561696"/>
                      <a:gd name="connsiteX2" fmla="*/ 448049 w 449434"/>
                      <a:gd name="connsiteY2" fmla="*/ 542252 h 561696"/>
                      <a:gd name="connsiteX3" fmla="*/ 417697 w 449434"/>
                      <a:gd name="connsiteY3" fmla="*/ 558691 h 561696"/>
                      <a:gd name="connsiteX4" fmla="*/ 18587 w 449434"/>
                      <a:gd name="connsiteY4" fmla="*/ 328259 h 561696"/>
                      <a:gd name="connsiteX5" fmla="*/ 813 w 449434"/>
                      <a:gd name="connsiteY5" fmla="*/ 284041 h 561696"/>
                      <a:gd name="connsiteX6" fmla="*/ 5388 w 449434"/>
                      <a:gd name="connsiteY6" fmla="*/ 19444 h 561696"/>
                      <a:gd name="connsiteX7" fmla="*/ 35740 w 449434"/>
                      <a:gd name="connsiteY7" fmla="*/ 3006 h 561696"/>
                      <a:gd name="connsiteX8" fmla="*/ 430848 w 449434"/>
                      <a:gd name="connsiteY8" fmla="*/ 230912 h 561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434" h="561696">
                        <a:moveTo>
                          <a:pt x="430848" y="230960"/>
                        </a:moveTo>
                        <a:cubicBezTo>
                          <a:pt x="444094" y="238631"/>
                          <a:pt x="452099" y="258501"/>
                          <a:pt x="448621" y="275178"/>
                        </a:cubicBezTo>
                        <a:lnTo>
                          <a:pt x="448049" y="542252"/>
                        </a:lnTo>
                        <a:cubicBezTo>
                          <a:pt x="444571" y="558929"/>
                          <a:pt x="430991" y="566315"/>
                          <a:pt x="417697" y="558691"/>
                        </a:cubicBezTo>
                        <a:lnTo>
                          <a:pt x="18587" y="328259"/>
                        </a:lnTo>
                        <a:cubicBezTo>
                          <a:pt x="5340" y="320588"/>
                          <a:pt x="-2665" y="300718"/>
                          <a:pt x="813" y="284041"/>
                        </a:cubicBezTo>
                        <a:lnTo>
                          <a:pt x="5388" y="19444"/>
                        </a:lnTo>
                        <a:cubicBezTo>
                          <a:pt x="8866" y="2767"/>
                          <a:pt x="22494" y="-4618"/>
                          <a:pt x="35740" y="3006"/>
                        </a:cubicBezTo>
                        <a:lnTo>
                          <a:pt x="430848" y="230912"/>
                        </a:lnTo>
                        <a:close/>
                      </a:path>
                    </a:pathLst>
                  </a:custGeom>
                  <a:solidFill>
                    <a:srgbClr val="F2F0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7" name="Freeform: Shape 3486">
                    <a:extLst>
                      <a:ext uri="{FF2B5EF4-FFF2-40B4-BE49-F238E27FC236}">
                        <a16:creationId xmlns:a16="http://schemas.microsoft.com/office/drawing/2014/main" id="{C69C39FA-0362-2101-0538-459D42920512}"/>
                      </a:ext>
                    </a:extLst>
                  </p:cNvPr>
                  <p:cNvSpPr/>
                  <p:nvPr/>
                </p:nvSpPr>
                <p:spPr>
                  <a:xfrm>
                    <a:off x="4311102" y="3780479"/>
                    <a:ext cx="429276" cy="500962"/>
                  </a:xfrm>
                  <a:custGeom>
                    <a:avLst/>
                    <a:gdLst>
                      <a:gd name="connsiteX0" fmla="*/ 4874 w 429276"/>
                      <a:gd name="connsiteY0" fmla="*/ 267997 h 500962"/>
                      <a:gd name="connsiteX1" fmla="*/ 252 w 429276"/>
                      <a:gd name="connsiteY1" fmla="*/ 252845 h 500962"/>
                      <a:gd name="connsiteX2" fmla="*/ 1491 w 429276"/>
                      <a:gd name="connsiteY2" fmla="*/ 9691 h 500962"/>
                      <a:gd name="connsiteX3" fmla="*/ 22409 w 429276"/>
                      <a:gd name="connsiteY3" fmla="*/ 1114 h 500962"/>
                      <a:gd name="connsiteX4" fmla="*/ 411274 w 429276"/>
                      <a:gd name="connsiteY4" fmla="*/ 225685 h 500962"/>
                      <a:gd name="connsiteX5" fmla="*/ 428523 w 429276"/>
                      <a:gd name="connsiteY5" fmla="*/ 266711 h 500962"/>
                      <a:gd name="connsiteX6" fmla="*/ 428094 w 429276"/>
                      <a:gd name="connsiteY6" fmla="*/ 485897 h 500962"/>
                      <a:gd name="connsiteX7" fmla="*/ 406414 w 429276"/>
                      <a:gd name="connsiteY7" fmla="*/ 499763 h 500962"/>
                      <a:gd name="connsiteX8" fmla="*/ 4921 w 429276"/>
                      <a:gd name="connsiteY8" fmla="*/ 267950 h 5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76" h="500962">
                        <a:moveTo>
                          <a:pt x="4874" y="267997"/>
                        </a:moveTo>
                        <a:cubicBezTo>
                          <a:pt x="2634" y="266473"/>
                          <a:pt x="-987" y="258849"/>
                          <a:pt x="252" y="252845"/>
                        </a:cubicBezTo>
                        <a:cubicBezTo>
                          <a:pt x="252" y="252845"/>
                          <a:pt x="252" y="15409"/>
                          <a:pt x="1491" y="9691"/>
                        </a:cubicBezTo>
                        <a:cubicBezTo>
                          <a:pt x="4588" y="-4556"/>
                          <a:pt x="22409" y="1114"/>
                          <a:pt x="22409" y="1114"/>
                        </a:cubicBezTo>
                        <a:lnTo>
                          <a:pt x="411274" y="225685"/>
                        </a:lnTo>
                        <a:cubicBezTo>
                          <a:pt x="422758" y="233356"/>
                          <a:pt x="428523" y="246460"/>
                          <a:pt x="428523" y="266711"/>
                        </a:cubicBezTo>
                        <a:cubicBezTo>
                          <a:pt x="428523" y="266711"/>
                          <a:pt x="430477" y="475272"/>
                          <a:pt x="428094" y="485897"/>
                        </a:cubicBezTo>
                        <a:cubicBezTo>
                          <a:pt x="423329" y="507006"/>
                          <a:pt x="406414" y="499763"/>
                          <a:pt x="406414" y="499763"/>
                        </a:cubicBezTo>
                        <a:lnTo>
                          <a:pt x="4921" y="267950"/>
                        </a:lnTo>
                        <a:close/>
                      </a:path>
                    </a:pathLst>
                  </a:custGeom>
                  <a:gradFill>
                    <a:gsLst>
                      <a:gs pos="7000">
                        <a:srgbClr val="BCBCBC"/>
                      </a:gs>
                      <a:gs pos="92000">
                        <a:srgbClr val="A9AAA9"/>
                      </a:gs>
                    </a:gsLst>
                    <a:lin ang="19800117"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8" name="Freeform: Shape 3487">
                    <a:extLst>
                      <a:ext uri="{FF2B5EF4-FFF2-40B4-BE49-F238E27FC236}">
                        <a16:creationId xmlns:a16="http://schemas.microsoft.com/office/drawing/2014/main" id="{741AEFDD-76EC-4AEB-0515-040F769A6D9D}"/>
                      </a:ext>
                    </a:extLst>
                  </p:cNvPr>
                  <p:cNvSpPr/>
                  <p:nvPr/>
                </p:nvSpPr>
                <p:spPr>
                  <a:xfrm>
                    <a:off x="4728999" y="3995252"/>
                    <a:ext cx="31972" cy="47792"/>
                  </a:xfrm>
                  <a:custGeom>
                    <a:avLst/>
                    <a:gdLst>
                      <a:gd name="connsiteX0" fmla="*/ 31973 w 31972"/>
                      <a:gd name="connsiteY0" fmla="*/ 37357 h 47792"/>
                      <a:gd name="connsiteX1" fmla="*/ 31973 w 31972"/>
                      <a:gd name="connsiteY1" fmla="*/ 35880 h 47792"/>
                      <a:gd name="connsiteX2" fmla="*/ 31973 w 31972"/>
                      <a:gd name="connsiteY2" fmla="*/ 34641 h 47792"/>
                      <a:gd name="connsiteX3" fmla="*/ 31973 w 31972"/>
                      <a:gd name="connsiteY3" fmla="*/ 34546 h 47792"/>
                      <a:gd name="connsiteX4" fmla="*/ 31973 w 31972"/>
                      <a:gd name="connsiteY4" fmla="*/ 34403 h 47792"/>
                      <a:gd name="connsiteX5" fmla="*/ 31877 w 31972"/>
                      <a:gd name="connsiteY5" fmla="*/ 32687 h 47792"/>
                      <a:gd name="connsiteX6" fmla="*/ 31782 w 31972"/>
                      <a:gd name="connsiteY6" fmla="*/ 31496 h 47792"/>
                      <a:gd name="connsiteX7" fmla="*/ 31782 w 31972"/>
                      <a:gd name="connsiteY7" fmla="*/ 31258 h 47792"/>
                      <a:gd name="connsiteX8" fmla="*/ 31782 w 31972"/>
                      <a:gd name="connsiteY8" fmla="*/ 30972 h 47792"/>
                      <a:gd name="connsiteX9" fmla="*/ 31496 w 31972"/>
                      <a:gd name="connsiteY9" fmla="*/ 29066 h 47792"/>
                      <a:gd name="connsiteX10" fmla="*/ 31401 w 31972"/>
                      <a:gd name="connsiteY10" fmla="*/ 28399 h 47792"/>
                      <a:gd name="connsiteX11" fmla="*/ 31306 w 31972"/>
                      <a:gd name="connsiteY11" fmla="*/ 27780 h 47792"/>
                      <a:gd name="connsiteX12" fmla="*/ 31162 w 31972"/>
                      <a:gd name="connsiteY12" fmla="*/ 26969 h 47792"/>
                      <a:gd name="connsiteX13" fmla="*/ 30782 w 31972"/>
                      <a:gd name="connsiteY13" fmla="*/ 25445 h 47792"/>
                      <a:gd name="connsiteX14" fmla="*/ 30638 w 31972"/>
                      <a:gd name="connsiteY14" fmla="*/ 24778 h 47792"/>
                      <a:gd name="connsiteX15" fmla="*/ 30591 w 31972"/>
                      <a:gd name="connsiteY15" fmla="*/ 24444 h 47792"/>
                      <a:gd name="connsiteX16" fmla="*/ 30305 w 31972"/>
                      <a:gd name="connsiteY16" fmla="*/ 23491 h 47792"/>
                      <a:gd name="connsiteX17" fmla="*/ 29638 w 31972"/>
                      <a:gd name="connsiteY17" fmla="*/ 21299 h 47792"/>
                      <a:gd name="connsiteX18" fmla="*/ 29495 w 31972"/>
                      <a:gd name="connsiteY18" fmla="*/ 20870 h 47792"/>
                      <a:gd name="connsiteX19" fmla="*/ 29161 w 31972"/>
                      <a:gd name="connsiteY19" fmla="*/ 20060 h 47792"/>
                      <a:gd name="connsiteX20" fmla="*/ 28304 w 31972"/>
                      <a:gd name="connsiteY20" fmla="*/ 17868 h 47792"/>
                      <a:gd name="connsiteX21" fmla="*/ 27732 w 31972"/>
                      <a:gd name="connsiteY21" fmla="*/ 16582 h 47792"/>
                      <a:gd name="connsiteX22" fmla="*/ 26683 w 31972"/>
                      <a:gd name="connsiteY22" fmla="*/ 14485 h 47792"/>
                      <a:gd name="connsiteX23" fmla="*/ 26302 w 31972"/>
                      <a:gd name="connsiteY23" fmla="*/ 13723 h 47792"/>
                      <a:gd name="connsiteX24" fmla="*/ 26112 w 31972"/>
                      <a:gd name="connsiteY24" fmla="*/ 13389 h 47792"/>
                      <a:gd name="connsiteX25" fmla="*/ 24396 w 31972"/>
                      <a:gd name="connsiteY25" fmla="*/ 10578 h 47792"/>
                      <a:gd name="connsiteX26" fmla="*/ 24206 w 31972"/>
                      <a:gd name="connsiteY26" fmla="*/ 10292 h 47792"/>
                      <a:gd name="connsiteX27" fmla="*/ 22633 w 31972"/>
                      <a:gd name="connsiteY27" fmla="*/ 8148 h 47792"/>
                      <a:gd name="connsiteX28" fmla="*/ 22443 w 31972"/>
                      <a:gd name="connsiteY28" fmla="*/ 7910 h 47792"/>
                      <a:gd name="connsiteX29" fmla="*/ 22109 w 31972"/>
                      <a:gd name="connsiteY29" fmla="*/ 7529 h 47792"/>
                      <a:gd name="connsiteX30" fmla="*/ 21299 w 31972"/>
                      <a:gd name="connsiteY30" fmla="*/ 6576 h 47792"/>
                      <a:gd name="connsiteX31" fmla="*/ 20489 w 31972"/>
                      <a:gd name="connsiteY31" fmla="*/ 5718 h 47792"/>
                      <a:gd name="connsiteX32" fmla="*/ 20251 w 31972"/>
                      <a:gd name="connsiteY32" fmla="*/ 5480 h 47792"/>
                      <a:gd name="connsiteX33" fmla="*/ 20060 w 31972"/>
                      <a:gd name="connsiteY33" fmla="*/ 5241 h 47792"/>
                      <a:gd name="connsiteX34" fmla="*/ 18869 w 31972"/>
                      <a:gd name="connsiteY34" fmla="*/ 4050 h 47792"/>
                      <a:gd name="connsiteX35" fmla="*/ 18297 w 31972"/>
                      <a:gd name="connsiteY35" fmla="*/ 3526 h 47792"/>
                      <a:gd name="connsiteX36" fmla="*/ 18059 w 31972"/>
                      <a:gd name="connsiteY36" fmla="*/ 3336 h 47792"/>
                      <a:gd name="connsiteX37" fmla="*/ 17726 w 31972"/>
                      <a:gd name="connsiteY37" fmla="*/ 3050 h 47792"/>
                      <a:gd name="connsiteX38" fmla="*/ 16630 w 31972"/>
                      <a:gd name="connsiteY38" fmla="*/ 2144 h 47792"/>
                      <a:gd name="connsiteX39" fmla="*/ 15962 w 31972"/>
                      <a:gd name="connsiteY39" fmla="*/ 1620 h 47792"/>
                      <a:gd name="connsiteX40" fmla="*/ 15772 w 31972"/>
                      <a:gd name="connsiteY40" fmla="*/ 1525 h 47792"/>
                      <a:gd name="connsiteX41" fmla="*/ 15534 w 31972"/>
                      <a:gd name="connsiteY41" fmla="*/ 1382 h 47792"/>
                      <a:gd name="connsiteX42" fmla="*/ 14485 w 31972"/>
                      <a:gd name="connsiteY42" fmla="*/ 667 h 47792"/>
                      <a:gd name="connsiteX43" fmla="*/ 13437 w 31972"/>
                      <a:gd name="connsiteY43" fmla="*/ 0 h 47792"/>
                      <a:gd name="connsiteX44" fmla="*/ 13437 w 31972"/>
                      <a:gd name="connsiteY44" fmla="*/ 0 h 47792"/>
                      <a:gd name="connsiteX45" fmla="*/ 0 w 31972"/>
                      <a:gd name="connsiteY45" fmla="*/ 3669 h 47792"/>
                      <a:gd name="connsiteX46" fmla="*/ 0 w 31972"/>
                      <a:gd name="connsiteY46" fmla="*/ 3669 h 47792"/>
                      <a:gd name="connsiteX47" fmla="*/ 48 w 31972"/>
                      <a:gd name="connsiteY47" fmla="*/ 3669 h 47792"/>
                      <a:gd name="connsiteX48" fmla="*/ 2287 w 31972"/>
                      <a:gd name="connsiteY48" fmla="*/ 5146 h 47792"/>
                      <a:gd name="connsiteX49" fmla="*/ 2525 w 31972"/>
                      <a:gd name="connsiteY49" fmla="*/ 5337 h 47792"/>
                      <a:gd name="connsiteX50" fmla="*/ 4527 w 31972"/>
                      <a:gd name="connsiteY50" fmla="*/ 6957 h 47792"/>
                      <a:gd name="connsiteX51" fmla="*/ 4765 w 31972"/>
                      <a:gd name="connsiteY51" fmla="*/ 7195 h 47792"/>
                      <a:gd name="connsiteX52" fmla="*/ 6623 w 31972"/>
                      <a:gd name="connsiteY52" fmla="*/ 9006 h 47792"/>
                      <a:gd name="connsiteX53" fmla="*/ 6957 w 31972"/>
                      <a:gd name="connsiteY53" fmla="*/ 9387 h 47792"/>
                      <a:gd name="connsiteX54" fmla="*/ 8482 w 31972"/>
                      <a:gd name="connsiteY54" fmla="*/ 11150 h 47792"/>
                      <a:gd name="connsiteX55" fmla="*/ 8863 w 31972"/>
                      <a:gd name="connsiteY55" fmla="*/ 11579 h 47792"/>
                      <a:gd name="connsiteX56" fmla="*/ 10340 w 31972"/>
                      <a:gd name="connsiteY56" fmla="*/ 13580 h 47792"/>
                      <a:gd name="connsiteX57" fmla="*/ 10626 w 31972"/>
                      <a:gd name="connsiteY57" fmla="*/ 13961 h 47792"/>
                      <a:gd name="connsiteX58" fmla="*/ 10626 w 31972"/>
                      <a:gd name="connsiteY58" fmla="*/ 13961 h 47792"/>
                      <a:gd name="connsiteX59" fmla="*/ 12484 w 31972"/>
                      <a:gd name="connsiteY59" fmla="*/ 17011 h 47792"/>
                      <a:gd name="connsiteX60" fmla="*/ 13056 w 31972"/>
                      <a:gd name="connsiteY60" fmla="*/ 18059 h 47792"/>
                      <a:gd name="connsiteX61" fmla="*/ 14152 w 31972"/>
                      <a:gd name="connsiteY61" fmla="*/ 20203 h 47792"/>
                      <a:gd name="connsiteX62" fmla="*/ 14676 w 31972"/>
                      <a:gd name="connsiteY62" fmla="*/ 21395 h 47792"/>
                      <a:gd name="connsiteX63" fmla="*/ 15581 w 31972"/>
                      <a:gd name="connsiteY63" fmla="*/ 23586 h 47792"/>
                      <a:gd name="connsiteX64" fmla="*/ 16010 w 31972"/>
                      <a:gd name="connsiteY64" fmla="*/ 24825 h 47792"/>
                      <a:gd name="connsiteX65" fmla="*/ 16725 w 31972"/>
                      <a:gd name="connsiteY65" fmla="*/ 27112 h 47792"/>
                      <a:gd name="connsiteX66" fmla="*/ 17059 w 31972"/>
                      <a:gd name="connsiteY66" fmla="*/ 28256 h 47792"/>
                      <a:gd name="connsiteX67" fmla="*/ 17297 w 31972"/>
                      <a:gd name="connsiteY67" fmla="*/ 29114 h 47792"/>
                      <a:gd name="connsiteX68" fmla="*/ 17773 w 31972"/>
                      <a:gd name="connsiteY68" fmla="*/ 31258 h 47792"/>
                      <a:gd name="connsiteX69" fmla="*/ 17916 w 31972"/>
                      <a:gd name="connsiteY69" fmla="*/ 31973 h 47792"/>
                      <a:gd name="connsiteX70" fmla="*/ 18297 w 31972"/>
                      <a:gd name="connsiteY70" fmla="*/ 34736 h 47792"/>
                      <a:gd name="connsiteX71" fmla="*/ 18297 w 31972"/>
                      <a:gd name="connsiteY71" fmla="*/ 35070 h 47792"/>
                      <a:gd name="connsiteX72" fmla="*/ 18536 w 31972"/>
                      <a:gd name="connsiteY72" fmla="*/ 38024 h 47792"/>
                      <a:gd name="connsiteX73" fmla="*/ 18536 w 31972"/>
                      <a:gd name="connsiteY73" fmla="*/ 38215 h 47792"/>
                      <a:gd name="connsiteX74" fmla="*/ 18536 w 31972"/>
                      <a:gd name="connsiteY74" fmla="*/ 41264 h 47792"/>
                      <a:gd name="connsiteX75" fmla="*/ 18536 w 31972"/>
                      <a:gd name="connsiteY75" fmla="*/ 41503 h 47792"/>
                      <a:gd name="connsiteX76" fmla="*/ 18297 w 31972"/>
                      <a:gd name="connsiteY76" fmla="*/ 44457 h 47792"/>
                      <a:gd name="connsiteX77" fmla="*/ 18297 w 31972"/>
                      <a:gd name="connsiteY77" fmla="*/ 44743 h 47792"/>
                      <a:gd name="connsiteX78" fmla="*/ 17821 w 31972"/>
                      <a:gd name="connsiteY78" fmla="*/ 47792 h 47792"/>
                      <a:gd name="connsiteX79" fmla="*/ 31258 w 31972"/>
                      <a:gd name="connsiteY79" fmla="*/ 44123 h 47792"/>
                      <a:gd name="connsiteX80" fmla="*/ 31496 w 31972"/>
                      <a:gd name="connsiteY80" fmla="*/ 42884 h 47792"/>
                      <a:gd name="connsiteX81" fmla="*/ 31687 w 31972"/>
                      <a:gd name="connsiteY81" fmla="*/ 41550 h 47792"/>
                      <a:gd name="connsiteX82" fmla="*/ 31782 w 31972"/>
                      <a:gd name="connsiteY82" fmla="*/ 41121 h 47792"/>
                      <a:gd name="connsiteX83" fmla="*/ 31782 w 31972"/>
                      <a:gd name="connsiteY83" fmla="*/ 40883 h 47792"/>
                      <a:gd name="connsiteX84" fmla="*/ 31877 w 31972"/>
                      <a:gd name="connsiteY84" fmla="*/ 40216 h 47792"/>
                      <a:gd name="connsiteX85" fmla="*/ 31973 w 31972"/>
                      <a:gd name="connsiteY85" fmla="*/ 38834 h 47792"/>
                      <a:gd name="connsiteX86" fmla="*/ 31973 w 31972"/>
                      <a:gd name="connsiteY86" fmla="*/ 37976 h 47792"/>
                      <a:gd name="connsiteX87" fmla="*/ 31973 w 31972"/>
                      <a:gd name="connsiteY87" fmla="*/ 37738 h 47792"/>
                      <a:gd name="connsiteX88" fmla="*/ 31973 w 31972"/>
                      <a:gd name="connsiteY88" fmla="*/ 37357 h 4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972" h="47792">
                        <a:moveTo>
                          <a:pt x="31973" y="37357"/>
                        </a:moveTo>
                        <a:cubicBezTo>
                          <a:pt x="31973" y="36881"/>
                          <a:pt x="31973" y="36356"/>
                          <a:pt x="31973" y="35880"/>
                        </a:cubicBezTo>
                        <a:cubicBezTo>
                          <a:pt x="31973" y="35451"/>
                          <a:pt x="31973" y="35070"/>
                          <a:pt x="31973" y="34641"/>
                        </a:cubicBezTo>
                        <a:lnTo>
                          <a:pt x="31973" y="34546"/>
                        </a:lnTo>
                        <a:cubicBezTo>
                          <a:pt x="31973" y="34546"/>
                          <a:pt x="31973" y="34403"/>
                          <a:pt x="31973" y="34403"/>
                        </a:cubicBezTo>
                        <a:cubicBezTo>
                          <a:pt x="31973" y="33783"/>
                          <a:pt x="31925" y="33212"/>
                          <a:pt x="31877" y="32687"/>
                        </a:cubicBezTo>
                        <a:cubicBezTo>
                          <a:pt x="31877" y="32306"/>
                          <a:pt x="31782" y="31877"/>
                          <a:pt x="31782" y="31496"/>
                        </a:cubicBezTo>
                        <a:cubicBezTo>
                          <a:pt x="31782" y="31401"/>
                          <a:pt x="31782" y="31306"/>
                          <a:pt x="31782" y="31258"/>
                        </a:cubicBezTo>
                        <a:cubicBezTo>
                          <a:pt x="31782" y="31163"/>
                          <a:pt x="31782" y="31067"/>
                          <a:pt x="31782" y="30972"/>
                        </a:cubicBezTo>
                        <a:cubicBezTo>
                          <a:pt x="31687" y="30353"/>
                          <a:pt x="31591" y="29686"/>
                          <a:pt x="31496" y="29066"/>
                        </a:cubicBezTo>
                        <a:cubicBezTo>
                          <a:pt x="31496" y="28828"/>
                          <a:pt x="31448" y="28637"/>
                          <a:pt x="31401" y="28399"/>
                        </a:cubicBezTo>
                        <a:cubicBezTo>
                          <a:pt x="31401" y="28161"/>
                          <a:pt x="31353" y="27970"/>
                          <a:pt x="31306" y="27780"/>
                        </a:cubicBezTo>
                        <a:cubicBezTo>
                          <a:pt x="31258" y="27494"/>
                          <a:pt x="31210" y="27208"/>
                          <a:pt x="31162" y="26969"/>
                        </a:cubicBezTo>
                        <a:cubicBezTo>
                          <a:pt x="31067" y="26445"/>
                          <a:pt x="30924" y="25921"/>
                          <a:pt x="30782" y="25445"/>
                        </a:cubicBezTo>
                        <a:cubicBezTo>
                          <a:pt x="30734" y="25206"/>
                          <a:pt x="30686" y="24968"/>
                          <a:pt x="30638" y="24778"/>
                        </a:cubicBezTo>
                        <a:cubicBezTo>
                          <a:pt x="30638" y="24682"/>
                          <a:pt x="30591" y="24539"/>
                          <a:pt x="30591" y="24444"/>
                        </a:cubicBezTo>
                        <a:cubicBezTo>
                          <a:pt x="30496" y="24158"/>
                          <a:pt x="30400" y="23825"/>
                          <a:pt x="30305" y="23491"/>
                        </a:cubicBezTo>
                        <a:cubicBezTo>
                          <a:pt x="30067" y="22776"/>
                          <a:pt x="29876" y="22014"/>
                          <a:pt x="29638" y="21299"/>
                        </a:cubicBezTo>
                        <a:cubicBezTo>
                          <a:pt x="29590" y="21156"/>
                          <a:pt x="29543" y="21013"/>
                          <a:pt x="29495" y="20870"/>
                        </a:cubicBezTo>
                        <a:cubicBezTo>
                          <a:pt x="29400" y="20585"/>
                          <a:pt x="29257" y="20346"/>
                          <a:pt x="29161" y="20060"/>
                        </a:cubicBezTo>
                        <a:cubicBezTo>
                          <a:pt x="28875" y="19346"/>
                          <a:pt x="28637" y="18583"/>
                          <a:pt x="28304" y="17868"/>
                        </a:cubicBezTo>
                        <a:cubicBezTo>
                          <a:pt x="28113" y="17440"/>
                          <a:pt x="27922" y="17011"/>
                          <a:pt x="27732" y="16582"/>
                        </a:cubicBezTo>
                        <a:cubicBezTo>
                          <a:pt x="27398" y="15867"/>
                          <a:pt x="27065" y="15200"/>
                          <a:pt x="26683" y="14485"/>
                        </a:cubicBezTo>
                        <a:cubicBezTo>
                          <a:pt x="26541" y="14247"/>
                          <a:pt x="26445" y="13961"/>
                          <a:pt x="26302" y="13723"/>
                        </a:cubicBezTo>
                        <a:cubicBezTo>
                          <a:pt x="26255" y="13628"/>
                          <a:pt x="26159" y="13485"/>
                          <a:pt x="26112" y="13389"/>
                        </a:cubicBezTo>
                        <a:cubicBezTo>
                          <a:pt x="25588" y="12437"/>
                          <a:pt x="25016" y="11531"/>
                          <a:pt x="24396" y="10578"/>
                        </a:cubicBezTo>
                        <a:cubicBezTo>
                          <a:pt x="24349" y="10483"/>
                          <a:pt x="24301" y="10388"/>
                          <a:pt x="24206" y="10292"/>
                        </a:cubicBezTo>
                        <a:cubicBezTo>
                          <a:pt x="23729" y="9530"/>
                          <a:pt x="23205" y="8863"/>
                          <a:pt x="22633" y="8148"/>
                        </a:cubicBezTo>
                        <a:cubicBezTo>
                          <a:pt x="22586" y="8053"/>
                          <a:pt x="22491" y="7957"/>
                          <a:pt x="22443" y="7910"/>
                        </a:cubicBezTo>
                        <a:cubicBezTo>
                          <a:pt x="22348" y="7767"/>
                          <a:pt x="22252" y="7672"/>
                          <a:pt x="22109" y="7529"/>
                        </a:cubicBezTo>
                        <a:cubicBezTo>
                          <a:pt x="21871" y="7195"/>
                          <a:pt x="21585" y="6862"/>
                          <a:pt x="21299" y="6576"/>
                        </a:cubicBezTo>
                        <a:cubicBezTo>
                          <a:pt x="21061" y="6290"/>
                          <a:pt x="20775" y="6004"/>
                          <a:pt x="20489" y="5718"/>
                        </a:cubicBezTo>
                        <a:cubicBezTo>
                          <a:pt x="20394" y="5623"/>
                          <a:pt x="20299" y="5527"/>
                          <a:pt x="20251" y="5480"/>
                        </a:cubicBezTo>
                        <a:cubicBezTo>
                          <a:pt x="20203" y="5384"/>
                          <a:pt x="20156" y="5337"/>
                          <a:pt x="20060" y="5241"/>
                        </a:cubicBezTo>
                        <a:cubicBezTo>
                          <a:pt x="19679" y="4860"/>
                          <a:pt x="19298" y="4431"/>
                          <a:pt x="18869" y="4050"/>
                        </a:cubicBezTo>
                        <a:cubicBezTo>
                          <a:pt x="18678" y="3860"/>
                          <a:pt x="18488" y="3717"/>
                          <a:pt x="18297" y="3526"/>
                        </a:cubicBezTo>
                        <a:cubicBezTo>
                          <a:pt x="18202" y="3478"/>
                          <a:pt x="18154" y="3383"/>
                          <a:pt x="18059" y="3336"/>
                        </a:cubicBezTo>
                        <a:cubicBezTo>
                          <a:pt x="17964" y="3240"/>
                          <a:pt x="17868" y="3145"/>
                          <a:pt x="17726" y="3050"/>
                        </a:cubicBezTo>
                        <a:cubicBezTo>
                          <a:pt x="17344" y="2764"/>
                          <a:pt x="17011" y="2430"/>
                          <a:pt x="16630" y="2144"/>
                        </a:cubicBezTo>
                        <a:cubicBezTo>
                          <a:pt x="16391" y="1954"/>
                          <a:pt x="16153" y="1811"/>
                          <a:pt x="15962" y="1620"/>
                        </a:cubicBezTo>
                        <a:cubicBezTo>
                          <a:pt x="15915" y="1620"/>
                          <a:pt x="15820" y="1525"/>
                          <a:pt x="15772" y="1525"/>
                        </a:cubicBezTo>
                        <a:cubicBezTo>
                          <a:pt x="15724" y="1477"/>
                          <a:pt x="15629" y="1430"/>
                          <a:pt x="15534" y="1382"/>
                        </a:cubicBezTo>
                        <a:cubicBezTo>
                          <a:pt x="15200" y="1144"/>
                          <a:pt x="14867" y="905"/>
                          <a:pt x="14485" y="667"/>
                        </a:cubicBezTo>
                        <a:cubicBezTo>
                          <a:pt x="14152" y="429"/>
                          <a:pt x="13771" y="238"/>
                          <a:pt x="13437" y="0"/>
                        </a:cubicBezTo>
                        <a:lnTo>
                          <a:pt x="13437" y="0"/>
                        </a:lnTo>
                        <a:lnTo>
                          <a:pt x="0" y="3669"/>
                        </a:lnTo>
                        <a:lnTo>
                          <a:pt x="0" y="3669"/>
                        </a:lnTo>
                        <a:cubicBezTo>
                          <a:pt x="0" y="3669"/>
                          <a:pt x="0" y="3669"/>
                          <a:pt x="48" y="3669"/>
                        </a:cubicBezTo>
                        <a:cubicBezTo>
                          <a:pt x="810" y="4145"/>
                          <a:pt x="1573" y="4622"/>
                          <a:pt x="2287" y="5146"/>
                        </a:cubicBezTo>
                        <a:cubicBezTo>
                          <a:pt x="2382" y="5194"/>
                          <a:pt x="2430" y="5241"/>
                          <a:pt x="2525" y="5337"/>
                        </a:cubicBezTo>
                        <a:cubicBezTo>
                          <a:pt x="3193" y="5813"/>
                          <a:pt x="3907" y="6385"/>
                          <a:pt x="4527" y="6957"/>
                        </a:cubicBezTo>
                        <a:cubicBezTo>
                          <a:pt x="4574" y="7052"/>
                          <a:pt x="4717" y="7100"/>
                          <a:pt x="4765" y="7195"/>
                        </a:cubicBezTo>
                        <a:cubicBezTo>
                          <a:pt x="5432" y="7767"/>
                          <a:pt x="6052" y="8386"/>
                          <a:pt x="6623" y="9006"/>
                        </a:cubicBezTo>
                        <a:cubicBezTo>
                          <a:pt x="6719" y="9101"/>
                          <a:pt x="6862" y="9244"/>
                          <a:pt x="6957" y="9387"/>
                        </a:cubicBezTo>
                        <a:cubicBezTo>
                          <a:pt x="7481" y="9959"/>
                          <a:pt x="8005" y="10531"/>
                          <a:pt x="8482" y="11150"/>
                        </a:cubicBezTo>
                        <a:cubicBezTo>
                          <a:pt x="8625" y="11341"/>
                          <a:pt x="8720" y="11436"/>
                          <a:pt x="8863" y="11579"/>
                        </a:cubicBezTo>
                        <a:cubicBezTo>
                          <a:pt x="9387" y="12246"/>
                          <a:pt x="9863" y="12913"/>
                          <a:pt x="10340" y="13580"/>
                        </a:cubicBezTo>
                        <a:cubicBezTo>
                          <a:pt x="10435" y="13723"/>
                          <a:pt x="10531" y="13818"/>
                          <a:pt x="10626" y="13961"/>
                        </a:cubicBezTo>
                        <a:lnTo>
                          <a:pt x="10626" y="13961"/>
                        </a:lnTo>
                        <a:cubicBezTo>
                          <a:pt x="11293" y="14914"/>
                          <a:pt x="11912" y="15963"/>
                          <a:pt x="12484" y="17011"/>
                        </a:cubicBezTo>
                        <a:cubicBezTo>
                          <a:pt x="12675" y="17344"/>
                          <a:pt x="12865" y="17726"/>
                          <a:pt x="13056" y="18059"/>
                        </a:cubicBezTo>
                        <a:cubicBezTo>
                          <a:pt x="13437" y="18774"/>
                          <a:pt x="13771" y="19489"/>
                          <a:pt x="14152" y="20203"/>
                        </a:cubicBezTo>
                        <a:cubicBezTo>
                          <a:pt x="14342" y="20585"/>
                          <a:pt x="14533" y="21013"/>
                          <a:pt x="14676" y="21395"/>
                        </a:cubicBezTo>
                        <a:cubicBezTo>
                          <a:pt x="15010" y="22109"/>
                          <a:pt x="15248" y="22824"/>
                          <a:pt x="15581" y="23586"/>
                        </a:cubicBezTo>
                        <a:cubicBezTo>
                          <a:pt x="15724" y="24015"/>
                          <a:pt x="15867" y="24396"/>
                          <a:pt x="16010" y="24825"/>
                        </a:cubicBezTo>
                        <a:cubicBezTo>
                          <a:pt x="16249" y="25588"/>
                          <a:pt x="16487" y="26350"/>
                          <a:pt x="16725" y="27112"/>
                        </a:cubicBezTo>
                        <a:cubicBezTo>
                          <a:pt x="16820" y="27494"/>
                          <a:pt x="16963" y="27875"/>
                          <a:pt x="17059" y="28256"/>
                        </a:cubicBezTo>
                        <a:cubicBezTo>
                          <a:pt x="17154" y="28542"/>
                          <a:pt x="17201" y="28828"/>
                          <a:pt x="17297" y="29114"/>
                        </a:cubicBezTo>
                        <a:cubicBezTo>
                          <a:pt x="17487" y="29828"/>
                          <a:pt x="17630" y="30543"/>
                          <a:pt x="17773" y="31258"/>
                        </a:cubicBezTo>
                        <a:cubicBezTo>
                          <a:pt x="17773" y="31496"/>
                          <a:pt x="17868" y="31734"/>
                          <a:pt x="17916" y="31973"/>
                        </a:cubicBezTo>
                        <a:cubicBezTo>
                          <a:pt x="18107" y="32926"/>
                          <a:pt x="18250" y="33831"/>
                          <a:pt x="18297" y="34736"/>
                        </a:cubicBezTo>
                        <a:cubicBezTo>
                          <a:pt x="18297" y="34879"/>
                          <a:pt x="18297" y="34975"/>
                          <a:pt x="18297" y="35070"/>
                        </a:cubicBezTo>
                        <a:cubicBezTo>
                          <a:pt x="18393" y="36071"/>
                          <a:pt x="18488" y="37071"/>
                          <a:pt x="18536" y="38024"/>
                        </a:cubicBezTo>
                        <a:lnTo>
                          <a:pt x="18536" y="38215"/>
                        </a:lnTo>
                        <a:cubicBezTo>
                          <a:pt x="18536" y="39311"/>
                          <a:pt x="18536" y="40264"/>
                          <a:pt x="18536" y="41264"/>
                        </a:cubicBezTo>
                        <a:lnTo>
                          <a:pt x="18536" y="41503"/>
                        </a:lnTo>
                        <a:cubicBezTo>
                          <a:pt x="18488" y="42503"/>
                          <a:pt x="18440" y="43456"/>
                          <a:pt x="18297" y="44457"/>
                        </a:cubicBezTo>
                        <a:cubicBezTo>
                          <a:pt x="18297" y="44552"/>
                          <a:pt x="18297" y="44647"/>
                          <a:pt x="18297" y="44743"/>
                        </a:cubicBezTo>
                        <a:cubicBezTo>
                          <a:pt x="18202" y="45791"/>
                          <a:pt x="18012" y="46792"/>
                          <a:pt x="17821" y="47792"/>
                        </a:cubicBezTo>
                        <a:lnTo>
                          <a:pt x="31258" y="44123"/>
                        </a:lnTo>
                        <a:cubicBezTo>
                          <a:pt x="31353" y="43694"/>
                          <a:pt x="31448" y="43313"/>
                          <a:pt x="31496" y="42884"/>
                        </a:cubicBezTo>
                        <a:cubicBezTo>
                          <a:pt x="31544" y="42456"/>
                          <a:pt x="31639" y="41979"/>
                          <a:pt x="31687" y="41550"/>
                        </a:cubicBezTo>
                        <a:cubicBezTo>
                          <a:pt x="31687" y="41407"/>
                          <a:pt x="31735" y="41264"/>
                          <a:pt x="31782" y="41121"/>
                        </a:cubicBezTo>
                        <a:cubicBezTo>
                          <a:pt x="31782" y="41026"/>
                          <a:pt x="31782" y="40931"/>
                          <a:pt x="31782" y="40883"/>
                        </a:cubicBezTo>
                        <a:cubicBezTo>
                          <a:pt x="31782" y="40645"/>
                          <a:pt x="31830" y="40407"/>
                          <a:pt x="31877" y="40216"/>
                        </a:cubicBezTo>
                        <a:cubicBezTo>
                          <a:pt x="31925" y="39739"/>
                          <a:pt x="31973" y="39263"/>
                          <a:pt x="31973" y="38834"/>
                        </a:cubicBezTo>
                        <a:cubicBezTo>
                          <a:pt x="31973" y="38548"/>
                          <a:pt x="31973" y="38262"/>
                          <a:pt x="31973" y="37976"/>
                        </a:cubicBezTo>
                        <a:lnTo>
                          <a:pt x="31973" y="37738"/>
                        </a:lnTo>
                        <a:cubicBezTo>
                          <a:pt x="31973" y="37738"/>
                          <a:pt x="31973" y="37500"/>
                          <a:pt x="31973" y="37357"/>
                        </a:cubicBezTo>
                        <a:close/>
                      </a:path>
                    </a:pathLst>
                  </a:custGeom>
                  <a:gradFill>
                    <a:gsLst>
                      <a:gs pos="0">
                        <a:srgbClr val="FFFFFF"/>
                      </a:gs>
                      <a:gs pos="78000">
                        <a:srgbClr val="EEECF8"/>
                      </a:gs>
                      <a:gs pos="100000">
                        <a:srgbClr val="E9E6F6"/>
                      </a:gs>
                    </a:gsLst>
                    <a:lin ang="3600173"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89" name="Freeform: Shape 3488">
                    <a:extLst>
                      <a:ext uri="{FF2B5EF4-FFF2-40B4-BE49-F238E27FC236}">
                        <a16:creationId xmlns:a16="http://schemas.microsoft.com/office/drawing/2014/main" id="{6964DC85-63C2-28E0-33ED-E6060097DB6A}"/>
                      </a:ext>
                    </a:extLst>
                  </p:cNvPr>
                  <p:cNvSpPr/>
                  <p:nvPr/>
                </p:nvSpPr>
                <p:spPr>
                  <a:xfrm>
                    <a:off x="4393787" y="4225065"/>
                    <a:ext cx="180114" cy="105352"/>
                  </a:xfrm>
                  <a:custGeom>
                    <a:avLst/>
                    <a:gdLst>
                      <a:gd name="connsiteX0" fmla="*/ 99635 w 180114"/>
                      <a:gd name="connsiteY0" fmla="*/ 105352 h 105352"/>
                      <a:gd name="connsiteX1" fmla="*/ 0 w 180114"/>
                      <a:gd name="connsiteY1" fmla="*/ 47459 h 105352"/>
                      <a:gd name="connsiteX2" fmla="*/ 2001 w 180114"/>
                      <a:gd name="connsiteY2" fmla="*/ 45886 h 105352"/>
                      <a:gd name="connsiteX3" fmla="*/ 77335 w 180114"/>
                      <a:gd name="connsiteY3" fmla="*/ 2382 h 105352"/>
                      <a:gd name="connsiteX4" fmla="*/ 80480 w 180114"/>
                      <a:gd name="connsiteY4" fmla="*/ 0 h 105352"/>
                      <a:gd name="connsiteX5" fmla="*/ 180114 w 180114"/>
                      <a:gd name="connsiteY5" fmla="*/ 57894 h 105352"/>
                      <a:gd name="connsiteX6" fmla="*/ 176969 w 180114"/>
                      <a:gd name="connsiteY6" fmla="*/ 60276 h 105352"/>
                      <a:gd name="connsiteX7" fmla="*/ 101636 w 180114"/>
                      <a:gd name="connsiteY7" fmla="*/ 103780 h 105352"/>
                      <a:gd name="connsiteX8" fmla="*/ 99635 w 180114"/>
                      <a:gd name="connsiteY8" fmla="*/ 105305 h 105352"/>
                      <a:gd name="connsiteX9" fmla="*/ 99635 w 180114"/>
                      <a:gd name="connsiteY9" fmla="*/ 105305 h 10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114" h="105352">
                        <a:moveTo>
                          <a:pt x="99635" y="105352"/>
                        </a:moveTo>
                        <a:lnTo>
                          <a:pt x="0" y="47459"/>
                        </a:lnTo>
                        <a:cubicBezTo>
                          <a:pt x="619" y="46839"/>
                          <a:pt x="1334" y="46315"/>
                          <a:pt x="2001" y="45886"/>
                        </a:cubicBezTo>
                        <a:cubicBezTo>
                          <a:pt x="5432" y="43933"/>
                          <a:pt x="70473" y="6337"/>
                          <a:pt x="77335" y="2382"/>
                        </a:cubicBezTo>
                        <a:cubicBezTo>
                          <a:pt x="78574" y="1668"/>
                          <a:pt x="79622" y="858"/>
                          <a:pt x="80480" y="0"/>
                        </a:cubicBezTo>
                        <a:lnTo>
                          <a:pt x="180114" y="57894"/>
                        </a:lnTo>
                        <a:cubicBezTo>
                          <a:pt x="179209" y="58751"/>
                          <a:pt x="178208" y="59562"/>
                          <a:pt x="176969" y="60276"/>
                        </a:cubicBezTo>
                        <a:cubicBezTo>
                          <a:pt x="170108" y="64184"/>
                          <a:pt x="105067" y="101779"/>
                          <a:pt x="101636" y="103780"/>
                        </a:cubicBezTo>
                        <a:cubicBezTo>
                          <a:pt x="100921" y="104161"/>
                          <a:pt x="100254" y="104685"/>
                          <a:pt x="99635" y="105305"/>
                        </a:cubicBezTo>
                        <a:lnTo>
                          <a:pt x="99635" y="105305"/>
                        </a:lnTo>
                        <a:close/>
                      </a:path>
                    </a:pathLst>
                  </a:custGeom>
                  <a:gradFill>
                    <a:gsLst>
                      <a:gs pos="0">
                        <a:srgbClr val="F4F3FD"/>
                      </a:gs>
                      <a:gs pos="64000">
                        <a:srgbClr val="F9F8FD"/>
                      </a:gs>
                      <a:gs pos="100000">
                        <a:srgbClr val="FFFFFF"/>
                      </a:gs>
                    </a:gsLst>
                    <a:lin ang="0" scaled="1"/>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0" name="Freeform: Shape 3489">
                    <a:extLst>
                      <a:ext uri="{FF2B5EF4-FFF2-40B4-BE49-F238E27FC236}">
                        <a16:creationId xmlns:a16="http://schemas.microsoft.com/office/drawing/2014/main" id="{28C8611B-1476-37E7-8D01-6E9359D87217}"/>
                      </a:ext>
                    </a:extLst>
                  </p:cNvPr>
                  <p:cNvSpPr/>
                  <p:nvPr/>
                </p:nvSpPr>
                <p:spPr>
                  <a:xfrm>
                    <a:off x="4227191" y="3831226"/>
                    <a:ext cx="429276" cy="500962"/>
                  </a:xfrm>
                  <a:custGeom>
                    <a:avLst/>
                    <a:gdLst>
                      <a:gd name="connsiteX0" fmla="*/ 4874 w 429276"/>
                      <a:gd name="connsiteY0" fmla="*/ 267997 h 500962"/>
                      <a:gd name="connsiteX1" fmla="*/ 252 w 429276"/>
                      <a:gd name="connsiteY1" fmla="*/ 252845 h 500962"/>
                      <a:gd name="connsiteX2" fmla="*/ 1491 w 429276"/>
                      <a:gd name="connsiteY2" fmla="*/ 9691 h 500962"/>
                      <a:gd name="connsiteX3" fmla="*/ 22409 w 429276"/>
                      <a:gd name="connsiteY3" fmla="*/ 1114 h 500962"/>
                      <a:gd name="connsiteX4" fmla="*/ 411274 w 429276"/>
                      <a:gd name="connsiteY4" fmla="*/ 225685 h 500962"/>
                      <a:gd name="connsiteX5" fmla="*/ 428523 w 429276"/>
                      <a:gd name="connsiteY5" fmla="*/ 266711 h 500962"/>
                      <a:gd name="connsiteX6" fmla="*/ 428094 w 429276"/>
                      <a:gd name="connsiteY6" fmla="*/ 485897 h 500962"/>
                      <a:gd name="connsiteX7" fmla="*/ 406414 w 429276"/>
                      <a:gd name="connsiteY7" fmla="*/ 499763 h 500962"/>
                      <a:gd name="connsiteX8" fmla="*/ 4921 w 429276"/>
                      <a:gd name="connsiteY8" fmla="*/ 267950 h 5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76" h="500962">
                        <a:moveTo>
                          <a:pt x="4874" y="267997"/>
                        </a:moveTo>
                        <a:cubicBezTo>
                          <a:pt x="2634" y="266473"/>
                          <a:pt x="-987" y="258849"/>
                          <a:pt x="252" y="252845"/>
                        </a:cubicBezTo>
                        <a:cubicBezTo>
                          <a:pt x="252" y="252845"/>
                          <a:pt x="252" y="15409"/>
                          <a:pt x="1491" y="9691"/>
                        </a:cubicBezTo>
                        <a:cubicBezTo>
                          <a:pt x="4588" y="-4556"/>
                          <a:pt x="22409" y="1114"/>
                          <a:pt x="22409" y="1114"/>
                        </a:cubicBezTo>
                        <a:lnTo>
                          <a:pt x="411274" y="225685"/>
                        </a:lnTo>
                        <a:cubicBezTo>
                          <a:pt x="422758" y="233356"/>
                          <a:pt x="428523" y="246460"/>
                          <a:pt x="428523" y="266711"/>
                        </a:cubicBezTo>
                        <a:cubicBezTo>
                          <a:pt x="428523" y="266711"/>
                          <a:pt x="430477" y="475272"/>
                          <a:pt x="428094" y="485897"/>
                        </a:cubicBezTo>
                        <a:cubicBezTo>
                          <a:pt x="423329" y="507006"/>
                          <a:pt x="406414" y="499763"/>
                          <a:pt x="406414" y="499763"/>
                        </a:cubicBezTo>
                        <a:lnTo>
                          <a:pt x="4921" y="267950"/>
                        </a:lnTo>
                        <a:close/>
                      </a:path>
                    </a:pathLst>
                  </a:custGeom>
                  <a:solidFill>
                    <a:srgbClr val="8EA4A9">
                      <a:alpha val="68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1" name="Freeform: Shape 3490">
                    <a:extLst>
                      <a:ext uri="{FF2B5EF4-FFF2-40B4-BE49-F238E27FC236}">
                        <a16:creationId xmlns:a16="http://schemas.microsoft.com/office/drawing/2014/main" id="{12D1E8EF-D662-A6D5-8C94-9833F111D6F6}"/>
                      </a:ext>
                    </a:extLst>
                  </p:cNvPr>
                  <p:cNvSpPr/>
                  <p:nvPr/>
                </p:nvSpPr>
                <p:spPr>
                  <a:xfrm>
                    <a:off x="4265392" y="3926710"/>
                    <a:ext cx="225048" cy="262664"/>
                  </a:xfrm>
                  <a:custGeom>
                    <a:avLst/>
                    <a:gdLst>
                      <a:gd name="connsiteX0" fmla="*/ 2553 w 225048"/>
                      <a:gd name="connsiteY0" fmla="*/ 140493 h 262664"/>
                      <a:gd name="connsiteX1" fmla="*/ 123 w 225048"/>
                      <a:gd name="connsiteY1" fmla="*/ 132536 h 262664"/>
                      <a:gd name="connsiteX2" fmla="*/ 790 w 225048"/>
                      <a:gd name="connsiteY2" fmla="*/ 5074 h 262664"/>
                      <a:gd name="connsiteX3" fmla="*/ 11750 w 225048"/>
                      <a:gd name="connsiteY3" fmla="*/ 595 h 262664"/>
                      <a:gd name="connsiteX4" fmla="*/ 215593 w 225048"/>
                      <a:gd name="connsiteY4" fmla="*/ 118336 h 262664"/>
                      <a:gd name="connsiteX5" fmla="*/ 224646 w 225048"/>
                      <a:gd name="connsiteY5" fmla="*/ 139826 h 262664"/>
                      <a:gd name="connsiteX6" fmla="*/ 224408 w 225048"/>
                      <a:gd name="connsiteY6" fmla="*/ 254756 h 262664"/>
                      <a:gd name="connsiteX7" fmla="*/ 213020 w 225048"/>
                      <a:gd name="connsiteY7" fmla="*/ 262047 h 262664"/>
                      <a:gd name="connsiteX8" fmla="*/ 2553 w 225048"/>
                      <a:gd name="connsiteY8" fmla="*/ 140541 h 262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048" h="262664">
                        <a:moveTo>
                          <a:pt x="2553" y="140493"/>
                        </a:moveTo>
                        <a:cubicBezTo>
                          <a:pt x="1362" y="139683"/>
                          <a:pt x="-496" y="135681"/>
                          <a:pt x="123" y="132536"/>
                        </a:cubicBezTo>
                        <a:cubicBezTo>
                          <a:pt x="123" y="132536"/>
                          <a:pt x="123" y="8076"/>
                          <a:pt x="790" y="5074"/>
                        </a:cubicBezTo>
                        <a:cubicBezTo>
                          <a:pt x="2410" y="-2407"/>
                          <a:pt x="11750" y="595"/>
                          <a:pt x="11750" y="595"/>
                        </a:cubicBezTo>
                        <a:lnTo>
                          <a:pt x="215593" y="118336"/>
                        </a:lnTo>
                        <a:cubicBezTo>
                          <a:pt x="221597" y="122387"/>
                          <a:pt x="224646" y="129200"/>
                          <a:pt x="224646" y="139826"/>
                        </a:cubicBezTo>
                        <a:cubicBezTo>
                          <a:pt x="224646" y="139826"/>
                          <a:pt x="225695" y="249181"/>
                          <a:pt x="224408" y="254756"/>
                        </a:cubicBezTo>
                        <a:cubicBezTo>
                          <a:pt x="221930" y="265811"/>
                          <a:pt x="213020" y="262047"/>
                          <a:pt x="213020" y="262047"/>
                        </a:cubicBezTo>
                        <a:lnTo>
                          <a:pt x="2553" y="140541"/>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2" name="Freeform: Shape 3491">
                    <a:extLst>
                      <a:ext uri="{FF2B5EF4-FFF2-40B4-BE49-F238E27FC236}">
                        <a16:creationId xmlns:a16="http://schemas.microsoft.com/office/drawing/2014/main" id="{BC7C1F87-1B3D-4AA4-78F8-0DC806384132}"/>
                      </a:ext>
                    </a:extLst>
                  </p:cNvPr>
                  <p:cNvSpPr/>
                  <p:nvPr/>
                </p:nvSpPr>
                <p:spPr>
                  <a:xfrm>
                    <a:off x="4312306" y="3780479"/>
                    <a:ext cx="426889" cy="261659"/>
                  </a:xfrm>
                  <a:custGeom>
                    <a:avLst/>
                    <a:gdLst>
                      <a:gd name="connsiteX0" fmla="*/ 0 w 426889"/>
                      <a:gd name="connsiteY0" fmla="*/ 9691 h 261659"/>
                      <a:gd name="connsiteX1" fmla="*/ 20918 w 426889"/>
                      <a:gd name="connsiteY1" fmla="*/ 1114 h 261659"/>
                      <a:gd name="connsiteX2" fmla="*/ 409783 w 426889"/>
                      <a:gd name="connsiteY2" fmla="*/ 225685 h 261659"/>
                      <a:gd name="connsiteX3" fmla="*/ 426890 w 426889"/>
                      <a:gd name="connsiteY3" fmla="*/ 261660 h 261659"/>
                      <a:gd name="connsiteX4" fmla="*/ 48 w 426889"/>
                      <a:gd name="connsiteY4" fmla="*/ 9691 h 261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889" h="261659">
                        <a:moveTo>
                          <a:pt x="0" y="9691"/>
                        </a:moveTo>
                        <a:cubicBezTo>
                          <a:pt x="3097" y="-4556"/>
                          <a:pt x="20918" y="1114"/>
                          <a:pt x="20918" y="1114"/>
                        </a:cubicBezTo>
                        <a:lnTo>
                          <a:pt x="409783" y="225685"/>
                        </a:lnTo>
                        <a:cubicBezTo>
                          <a:pt x="421267" y="233356"/>
                          <a:pt x="426890" y="241361"/>
                          <a:pt x="426890" y="261660"/>
                        </a:cubicBezTo>
                        <a:cubicBezTo>
                          <a:pt x="426890" y="261660"/>
                          <a:pt x="-1191" y="15409"/>
                          <a:pt x="48" y="9691"/>
                        </a:cubicBez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3" name="Freeform: Shape 3492">
                    <a:extLst>
                      <a:ext uri="{FF2B5EF4-FFF2-40B4-BE49-F238E27FC236}">
                        <a16:creationId xmlns:a16="http://schemas.microsoft.com/office/drawing/2014/main" id="{26FA3BBD-2F28-59F7-9ABC-5B9393205763}"/>
                      </a:ext>
                    </a:extLst>
                  </p:cNvPr>
                  <p:cNvSpPr/>
                  <p:nvPr/>
                </p:nvSpPr>
                <p:spPr>
                  <a:xfrm>
                    <a:off x="4497926" y="4053667"/>
                    <a:ext cx="111822" cy="130485"/>
                  </a:xfrm>
                  <a:custGeom>
                    <a:avLst/>
                    <a:gdLst>
                      <a:gd name="connsiteX0" fmla="*/ 1260 w 111822"/>
                      <a:gd name="connsiteY0" fmla="*/ 69810 h 130485"/>
                      <a:gd name="connsiteX1" fmla="*/ 69 w 111822"/>
                      <a:gd name="connsiteY1" fmla="*/ 65855 h 130485"/>
                      <a:gd name="connsiteX2" fmla="*/ 402 w 111822"/>
                      <a:gd name="connsiteY2" fmla="*/ 2529 h 130485"/>
                      <a:gd name="connsiteX3" fmla="*/ 5835 w 111822"/>
                      <a:gd name="connsiteY3" fmla="*/ 290 h 130485"/>
                      <a:gd name="connsiteX4" fmla="*/ 107137 w 111822"/>
                      <a:gd name="connsiteY4" fmla="*/ 58803 h 130485"/>
                      <a:gd name="connsiteX5" fmla="*/ 111616 w 111822"/>
                      <a:gd name="connsiteY5" fmla="*/ 69476 h 130485"/>
                      <a:gd name="connsiteX6" fmla="*/ 111521 w 111822"/>
                      <a:gd name="connsiteY6" fmla="*/ 126560 h 130485"/>
                      <a:gd name="connsiteX7" fmla="*/ 105850 w 111822"/>
                      <a:gd name="connsiteY7" fmla="*/ 130182 h 130485"/>
                      <a:gd name="connsiteX8" fmla="*/ 1260 w 111822"/>
                      <a:gd name="connsiteY8" fmla="*/ 69810 h 13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22" h="130485">
                        <a:moveTo>
                          <a:pt x="1260" y="69810"/>
                        </a:moveTo>
                        <a:cubicBezTo>
                          <a:pt x="688" y="69429"/>
                          <a:pt x="-265" y="67427"/>
                          <a:pt x="69" y="65855"/>
                        </a:cubicBezTo>
                        <a:cubicBezTo>
                          <a:pt x="69" y="65855"/>
                          <a:pt x="69" y="4006"/>
                          <a:pt x="402" y="2529"/>
                        </a:cubicBezTo>
                        <a:cubicBezTo>
                          <a:pt x="1213" y="-1187"/>
                          <a:pt x="5835" y="290"/>
                          <a:pt x="5835" y="290"/>
                        </a:cubicBezTo>
                        <a:lnTo>
                          <a:pt x="107137" y="58803"/>
                        </a:lnTo>
                        <a:cubicBezTo>
                          <a:pt x="110139" y="60804"/>
                          <a:pt x="111616" y="64187"/>
                          <a:pt x="111616" y="69476"/>
                        </a:cubicBezTo>
                        <a:cubicBezTo>
                          <a:pt x="111616" y="69476"/>
                          <a:pt x="112140" y="123797"/>
                          <a:pt x="111521" y="126560"/>
                        </a:cubicBezTo>
                        <a:cubicBezTo>
                          <a:pt x="110282" y="132040"/>
                          <a:pt x="105850" y="130182"/>
                          <a:pt x="105850" y="130182"/>
                        </a:cubicBezTo>
                        <a:lnTo>
                          <a:pt x="1260" y="69810"/>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94" name="Freeform: Shape 3493">
                    <a:extLst>
                      <a:ext uri="{FF2B5EF4-FFF2-40B4-BE49-F238E27FC236}">
                        <a16:creationId xmlns:a16="http://schemas.microsoft.com/office/drawing/2014/main" id="{3F6AD90D-5C37-BDE7-1A33-0E4A243D0028}"/>
                      </a:ext>
                    </a:extLst>
                  </p:cNvPr>
                  <p:cNvSpPr/>
                  <p:nvPr/>
                </p:nvSpPr>
                <p:spPr>
                  <a:xfrm>
                    <a:off x="4495925" y="4130096"/>
                    <a:ext cx="111822" cy="130485"/>
                  </a:xfrm>
                  <a:custGeom>
                    <a:avLst/>
                    <a:gdLst>
                      <a:gd name="connsiteX0" fmla="*/ 1260 w 111822"/>
                      <a:gd name="connsiteY0" fmla="*/ 69810 h 130485"/>
                      <a:gd name="connsiteX1" fmla="*/ 69 w 111822"/>
                      <a:gd name="connsiteY1" fmla="*/ 65855 h 130485"/>
                      <a:gd name="connsiteX2" fmla="*/ 403 w 111822"/>
                      <a:gd name="connsiteY2" fmla="*/ 2529 h 130485"/>
                      <a:gd name="connsiteX3" fmla="*/ 5835 w 111822"/>
                      <a:gd name="connsiteY3" fmla="*/ 290 h 130485"/>
                      <a:gd name="connsiteX4" fmla="*/ 107137 w 111822"/>
                      <a:gd name="connsiteY4" fmla="*/ 58803 h 130485"/>
                      <a:gd name="connsiteX5" fmla="*/ 111616 w 111822"/>
                      <a:gd name="connsiteY5" fmla="*/ 69476 h 130485"/>
                      <a:gd name="connsiteX6" fmla="*/ 111521 w 111822"/>
                      <a:gd name="connsiteY6" fmla="*/ 126560 h 130485"/>
                      <a:gd name="connsiteX7" fmla="*/ 105850 w 111822"/>
                      <a:gd name="connsiteY7" fmla="*/ 130181 h 130485"/>
                      <a:gd name="connsiteX8" fmla="*/ 1260 w 111822"/>
                      <a:gd name="connsiteY8" fmla="*/ 69810 h 13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22" h="130485">
                        <a:moveTo>
                          <a:pt x="1260" y="69810"/>
                        </a:moveTo>
                        <a:cubicBezTo>
                          <a:pt x="689" y="69429"/>
                          <a:pt x="-265" y="67427"/>
                          <a:pt x="69" y="65855"/>
                        </a:cubicBezTo>
                        <a:cubicBezTo>
                          <a:pt x="69" y="65855"/>
                          <a:pt x="69" y="4006"/>
                          <a:pt x="403" y="2529"/>
                        </a:cubicBezTo>
                        <a:cubicBezTo>
                          <a:pt x="1213" y="-1187"/>
                          <a:pt x="5835" y="290"/>
                          <a:pt x="5835" y="290"/>
                        </a:cubicBezTo>
                        <a:lnTo>
                          <a:pt x="107137" y="58803"/>
                        </a:lnTo>
                        <a:cubicBezTo>
                          <a:pt x="110139" y="60804"/>
                          <a:pt x="111616" y="64187"/>
                          <a:pt x="111616" y="69476"/>
                        </a:cubicBezTo>
                        <a:cubicBezTo>
                          <a:pt x="111616" y="69476"/>
                          <a:pt x="112140" y="123796"/>
                          <a:pt x="111521" y="126560"/>
                        </a:cubicBezTo>
                        <a:cubicBezTo>
                          <a:pt x="110282" y="132040"/>
                          <a:pt x="105850" y="130181"/>
                          <a:pt x="105850" y="130181"/>
                        </a:cubicBezTo>
                        <a:lnTo>
                          <a:pt x="1260" y="69810"/>
                        </a:lnTo>
                        <a:close/>
                      </a:path>
                    </a:pathLst>
                  </a:custGeom>
                  <a:solidFill>
                    <a:srgbClr val="F2F2F3">
                      <a:alpha val="83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467" name="Freeform: Shape 3466">
                  <a:extLst>
                    <a:ext uri="{FF2B5EF4-FFF2-40B4-BE49-F238E27FC236}">
                      <a16:creationId xmlns:a16="http://schemas.microsoft.com/office/drawing/2014/main" id="{0740E6C3-D8DF-6F03-A3F3-3B7C5222366C}"/>
                    </a:ext>
                  </a:extLst>
                </p:cNvPr>
                <p:cNvSpPr/>
                <p:nvPr/>
              </p:nvSpPr>
              <p:spPr>
                <a:xfrm>
                  <a:off x="4072225" y="3047124"/>
                  <a:ext cx="304161" cy="203471"/>
                </a:xfrm>
                <a:custGeom>
                  <a:avLst/>
                  <a:gdLst>
                    <a:gd name="connsiteX0" fmla="*/ 0 w 201794"/>
                    <a:gd name="connsiteY0" fmla="*/ 7291 h 134991"/>
                    <a:gd name="connsiteX1" fmla="*/ 31591 w 201794"/>
                    <a:gd name="connsiteY1" fmla="*/ 3670 h 134991"/>
                    <a:gd name="connsiteX2" fmla="*/ 57846 w 201794"/>
                    <a:gd name="connsiteY2" fmla="*/ 16249 h 134991"/>
                    <a:gd name="connsiteX3" fmla="*/ 113500 w 201794"/>
                    <a:gd name="connsiteY3" fmla="*/ 12199 h 134991"/>
                    <a:gd name="connsiteX4" fmla="*/ 201794 w 201794"/>
                    <a:gd name="connsiteY4" fmla="*/ 13295 h 134991"/>
                    <a:gd name="connsiteX5" fmla="*/ 201794 w 201794"/>
                    <a:gd name="connsiteY5" fmla="*/ 134991 h 134991"/>
                    <a:gd name="connsiteX6" fmla="*/ 0 w 201794"/>
                    <a:gd name="connsiteY6" fmla="*/ 23921 h 134991"/>
                    <a:gd name="connsiteX7" fmla="*/ 0 w 201794"/>
                    <a:gd name="connsiteY7" fmla="*/ 7244 h 134991"/>
                    <a:gd name="connsiteX8" fmla="*/ 0 w 201794"/>
                    <a:gd name="connsiteY8" fmla="*/ 7244 h 134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794" h="134991">
                      <a:moveTo>
                        <a:pt x="0" y="7291"/>
                      </a:moveTo>
                      <a:cubicBezTo>
                        <a:pt x="0" y="7291"/>
                        <a:pt x="11150" y="-6336"/>
                        <a:pt x="31591" y="3670"/>
                      </a:cubicBezTo>
                      <a:cubicBezTo>
                        <a:pt x="47268" y="11341"/>
                        <a:pt x="39025" y="10913"/>
                        <a:pt x="57846" y="16249"/>
                      </a:cubicBezTo>
                      <a:cubicBezTo>
                        <a:pt x="68948" y="19394"/>
                        <a:pt x="86150" y="668"/>
                        <a:pt x="113500" y="12199"/>
                      </a:cubicBezTo>
                      <a:cubicBezTo>
                        <a:pt x="163008" y="33117"/>
                        <a:pt x="180257" y="-10244"/>
                        <a:pt x="201794" y="13295"/>
                      </a:cubicBezTo>
                      <a:lnTo>
                        <a:pt x="201794" y="134991"/>
                      </a:lnTo>
                      <a:lnTo>
                        <a:pt x="0" y="23921"/>
                      </a:lnTo>
                      <a:lnTo>
                        <a:pt x="0" y="7244"/>
                      </a:lnTo>
                      <a:lnTo>
                        <a:pt x="0" y="7244"/>
                      </a:lnTo>
                      <a:close/>
                    </a:path>
                  </a:pathLst>
                </a:custGeom>
                <a:solidFill>
                  <a:srgbClr val="8EA4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68" name="Freeform: Shape 3467">
                  <a:extLst>
                    <a:ext uri="{FF2B5EF4-FFF2-40B4-BE49-F238E27FC236}">
                      <a16:creationId xmlns:a16="http://schemas.microsoft.com/office/drawing/2014/main" id="{6D5DC9F9-73FA-9A9F-BF0F-5CBA01E4C644}"/>
                    </a:ext>
                  </a:extLst>
                </p:cNvPr>
                <p:cNvSpPr/>
                <p:nvPr/>
              </p:nvSpPr>
              <p:spPr>
                <a:xfrm>
                  <a:off x="4222538" y="3140727"/>
                  <a:ext cx="159226" cy="108287"/>
                </a:xfrm>
                <a:custGeom>
                  <a:avLst/>
                  <a:gdLst>
                    <a:gd name="connsiteX0" fmla="*/ 0 w 105638"/>
                    <a:gd name="connsiteY0" fmla="*/ 3847 h 71842"/>
                    <a:gd name="connsiteX1" fmla="*/ 16725 w 105638"/>
                    <a:gd name="connsiteY1" fmla="*/ 1941 h 71842"/>
                    <a:gd name="connsiteX2" fmla="*/ 30591 w 105638"/>
                    <a:gd name="connsiteY2" fmla="*/ 8612 h 71842"/>
                    <a:gd name="connsiteX3" fmla="*/ 60038 w 105638"/>
                    <a:gd name="connsiteY3" fmla="*/ 6468 h 71842"/>
                    <a:gd name="connsiteX4" fmla="*/ 105638 w 105638"/>
                    <a:gd name="connsiteY4" fmla="*/ 39632 h 71842"/>
                    <a:gd name="connsiteX5" fmla="*/ 104828 w 105638"/>
                    <a:gd name="connsiteY5" fmla="*/ 71843 h 71842"/>
                    <a:gd name="connsiteX6" fmla="*/ 0 w 105638"/>
                    <a:gd name="connsiteY6" fmla="*/ 12662 h 71842"/>
                    <a:gd name="connsiteX7" fmla="*/ 0 w 105638"/>
                    <a:gd name="connsiteY7" fmla="*/ 3847 h 71842"/>
                    <a:gd name="connsiteX8" fmla="*/ 0 w 105638"/>
                    <a:gd name="connsiteY8" fmla="*/ 3847 h 7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638" h="71842">
                      <a:moveTo>
                        <a:pt x="0" y="3847"/>
                      </a:moveTo>
                      <a:cubicBezTo>
                        <a:pt x="0" y="3847"/>
                        <a:pt x="5908" y="-3348"/>
                        <a:pt x="16725" y="1941"/>
                      </a:cubicBezTo>
                      <a:cubicBezTo>
                        <a:pt x="25016" y="5991"/>
                        <a:pt x="20680" y="5753"/>
                        <a:pt x="30591" y="8612"/>
                      </a:cubicBezTo>
                      <a:cubicBezTo>
                        <a:pt x="36452" y="10280"/>
                        <a:pt x="45553" y="369"/>
                        <a:pt x="60038" y="6468"/>
                      </a:cubicBezTo>
                      <a:cubicBezTo>
                        <a:pt x="86245" y="17523"/>
                        <a:pt x="94250" y="27195"/>
                        <a:pt x="105638" y="39632"/>
                      </a:cubicBezTo>
                      <a:lnTo>
                        <a:pt x="104828" y="71843"/>
                      </a:lnTo>
                      <a:lnTo>
                        <a:pt x="0" y="12662"/>
                      </a:lnTo>
                      <a:lnTo>
                        <a:pt x="0" y="3847"/>
                      </a:lnTo>
                      <a:lnTo>
                        <a:pt x="0" y="3847"/>
                      </a:lnTo>
                      <a:close/>
                    </a:path>
                  </a:pathLst>
                </a:custGeom>
                <a:solidFill>
                  <a:srgbClr val="BCBCB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456" name="Graphic 212">
                <a:extLst>
                  <a:ext uri="{FF2B5EF4-FFF2-40B4-BE49-F238E27FC236}">
                    <a16:creationId xmlns:a16="http://schemas.microsoft.com/office/drawing/2014/main" id="{7361178C-E779-40DD-B7AB-220D3617F9F2}"/>
                  </a:ext>
                </a:extLst>
              </p:cNvPr>
              <p:cNvGrpSpPr/>
              <p:nvPr/>
            </p:nvGrpSpPr>
            <p:grpSpPr>
              <a:xfrm>
                <a:off x="4752346" y="2876814"/>
                <a:ext cx="85567" cy="98895"/>
                <a:chOff x="4522659" y="4086573"/>
                <a:chExt cx="56769" cy="65611"/>
              </a:xfrm>
            </p:grpSpPr>
            <p:sp>
              <p:nvSpPr>
                <p:cNvPr id="3457" name="Freeform: Shape 3456">
                  <a:extLst>
                    <a:ext uri="{FF2B5EF4-FFF2-40B4-BE49-F238E27FC236}">
                      <a16:creationId xmlns:a16="http://schemas.microsoft.com/office/drawing/2014/main" id="{42A9300F-99D7-77A1-5528-B68E4091D06C}"/>
                    </a:ext>
                  </a:extLst>
                </p:cNvPr>
                <p:cNvSpPr/>
                <p:nvPr/>
              </p:nvSpPr>
              <p:spPr>
                <a:xfrm>
                  <a:off x="4522659" y="4086573"/>
                  <a:ext cx="51402" cy="65611"/>
                </a:xfrm>
                <a:custGeom>
                  <a:avLst/>
                  <a:gdLst>
                    <a:gd name="connsiteX0" fmla="*/ 43760 w 51402"/>
                    <a:gd name="connsiteY0" fmla="*/ 22323 h 65611"/>
                    <a:gd name="connsiteX1" fmla="*/ 43999 w 51402"/>
                    <a:gd name="connsiteY1" fmla="*/ 63873 h 65611"/>
                    <a:gd name="connsiteX2" fmla="*/ 7642 w 51402"/>
                    <a:gd name="connsiteY2" fmla="*/ 43289 h 65611"/>
                    <a:gd name="connsiteX3" fmla="*/ 7404 w 51402"/>
                    <a:gd name="connsiteY3" fmla="*/ 1739 h 65611"/>
                    <a:gd name="connsiteX4" fmla="*/ 43760 w 51402"/>
                    <a:gd name="connsiteY4" fmla="*/ 22323 h 65611"/>
                    <a:gd name="connsiteX5" fmla="*/ 43760 w 51402"/>
                    <a:gd name="connsiteY5" fmla="*/ 22323 h 6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02" h="65611">
                      <a:moveTo>
                        <a:pt x="43760" y="22323"/>
                      </a:moveTo>
                      <a:cubicBezTo>
                        <a:pt x="53862" y="39477"/>
                        <a:pt x="53957" y="58060"/>
                        <a:pt x="43999" y="63873"/>
                      </a:cubicBezTo>
                      <a:cubicBezTo>
                        <a:pt x="33992" y="69686"/>
                        <a:pt x="17744" y="60442"/>
                        <a:pt x="7642" y="43289"/>
                      </a:cubicBezTo>
                      <a:cubicBezTo>
                        <a:pt x="-2459" y="26135"/>
                        <a:pt x="-2555" y="7552"/>
                        <a:pt x="7404" y="1739"/>
                      </a:cubicBezTo>
                      <a:cubicBezTo>
                        <a:pt x="17410" y="-4075"/>
                        <a:pt x="33659" y="5169"/>
                        <a:pt x="43760" y="22323"/>
                      </a:cubicBezTo>
                      <a:lnTo>
                        <a:pt x="43760" y="22323"/>
                      </a:lnTo>
                      <a:close/>
                    </a:path>
                  </a:pathLst>
                </a:custGeom>
                <a:solidFill>
                  <a:srgbClr val="586A6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8" name="Freeform: Shape 3457">
                  <a:extLst>
                    <a:ext uri="{FF2B5EF4-FFF2-40B4-BE49-F238E27FC236}">
                      <a16:creationId xmlns:a16="http://schemas.microsoft.com/office/drawing/2014/main" id="{13305257-2480-0F2C-A578-150D6A438940}"/>
                    </a:ext>
                  </a:extLst>
                </p:cNvPr>
                <p:cNvSpPr/>
                <p:nvPr/>
              </p:nvSpPr>
              <p:spPr>
                <a:xfrm>
                  <a:off x="4548123" y="4113994"/>
                  <a:ext cx="27684" cy="32306"/>
                </a:xfrm>
                <a:custGeom>
                  <a:avLst/>
                  <a:gdLst>
                    <a:gd name="connsiteX0" fmla="*/ 21871 w 27684"/>
                    <a:gd name="connsiteY0" fmla="*/ 32306 h 32306"/>
                    <a:gd name="connsiteX1" fmla="*/ 27684 w 27684"/>
                    <a:gd name="connsiteY1" fmla="*/ 17773 h 32306"/>
                    <a:gd name="connsiteX2" fmla="*/ 25302 w 27684"/>
                    <a:gd name="connsiteY2" fmla="*/ 4670 h 32306"/>
                    <a:gd name="connsiteX3" fmla="*/ 13532 w 27684"/>
                    <a:gd name="connsiteY3" fmla="*/ 0 h 32306"/>
                    <a:gd name="connsiteX4" fmla="*/ 0 w 27684"/>
                    <a:gd name="connsiteY4" fmla="*/ 5718 h 32306"/>
                    <a:gd name="connsiteX5" fmla="*/ 0 w 27684"/>
                    <a:gd name="connsiteY5" fmla="*/ 6433 h 32306"/>
                    <a:gd name="connsiteX6" fmla="*/ 21871 w 27684"/>
                    <a:gd name="connsiteY6" fmla="*/ 32306 h 32306"/>
                    <a:gd name="connsiteX7" fmla="*/ 21871 w 27684"/>
                    <a:gd name="connsiteY7" fmla="*/ 32306 h 32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84" h="32306">
                      <a:moveTo>
                        <a:pt x="21871" y="32306"/>
                      </a:moveTo>
                      <a:cubicBezTo>
                        <a:pt x="25492" y="29495"/>
                        <a:pt x="27684" y="24539"/>
                        <a:pt x="27684" y="17773"/>
                      </a:cubicBezTo>
                      <a:cubicBezTo>
                        <a:pt x="27684" y="13580"/>
                        <a:pt x="26827" y="9101"/>
                        <a:pt x="25302" y="4670"/>
                      </a:cubicBezTo>
                      <a:lnTo>
                        <a:pt x="13532" y="0"/>
                      </a:lnTo>
                      <a:lnTo>
                        <a:pt x="0" y="5718"/>
                      </a:lnTo>
                      <a:lnTo>
                        <a:pt x="0" y="6433"/>
                      </a:lnTo>
                      <a:lnTo>
                        <a:pt x="21871" y="32306"/>
                      </a:lnTo>
                      <a:lnTo>
                        <a:pt x="21871" y="32306"/>
                      </a:lnTo>
                      <a:close/>
                    </a:path>
                  </a:pathLst>
                </a:custGeom>
                <a:solidFill>
                  <a:srgbClr val="D0D0D0"/>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9" name="Freeform: Shape 3458">
                  <a:extLst>
                    <a:ext uri="{FF2B5EF4-FFF2-40B4-BE49-F238E27FC236}">
                      <a16:creationId xmlns:a16="http://schemas.microsoft.com/office/drawing/2014/main" id="{49B124D9-5A9E-AC60-88C6-EE4A07260138}"/>
                    </a:ext>
                  </a:extLst>
                </p:cNvPr>
                <p:cNvSpPr/>
                <p:nvPr/>
              </p:nvSpPr>
              <p:spPr>
                <a:xfrm>
                  <a:off x="4548123" y="4088169"/>
                  <a:ext cx="31305" cy="37976"/>
                </a:xfrm>
                <a:custGeom>
                  <a:avLst/>
                  <a:gdLst>
                    <a:gd name="connsiteX0" fmla="*/ 0 w 31305"/>
                    <a:gd name="connsiteY0" fmla="*/ 31639 h 37976"/>
                    <a:gd name="connsiteX1" fmla="*/ 31306 w 31305"/>
                    <a:gd name="connsiteY1" fmla="*/ 37976 h 37976"/>
                    <a:gd name="connsiteX2" fmla="*/ 13104 w 31305"/>
                    <a:gd name="connsiteY2" fmla="*/ 0 h 37976"/>
                    <a:gd name="connsiteX3" fmla="*/ 0 w 31305"/>
                    <a:gd name="connsiteY3" fmla="*/ 31639 h 37976"/>
                    <a:gd name="connsiteX4" fmla="*/ 0 w 31305"/>
                    <a:gd name="connsiteY4" fmla="*/ 31639 h 3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5" h="37976">
                      <a:moveTo>
                        <a:pt x="0" y="31639"/>
                      </a:moveTo>
                      <a:lnTo>
                        <a:pt x="31306" y="37976"/>
                      </a:lnTo>
                      <a:cubicBezTo>
                        <a:pt x="29209" y="24444"/>
                        <a:pt x="22252" y="10102"/>
                        <a:pt x="13104" y="0"/>
                      </a:cubicBezTo>
                      <a:lnTo>
                        <a:pt x="0" y="31639"/>
                      </a:lnTo>
                      <a:lnTo>
                        <a:pt x="0" y="31639"/>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685" name="Group 2684">
              <a:extLst>
                <a:ext uri="{FF2B5EF4-FFF2-40B4-BE49-F238E27FC236}">
                  <a16:creationId xmlns:a16="http://schemas.microsoft.com/office/drawing/2014/main" id="{1562C339-34D7-18AA-BB4C-19AAB512A137}"/>
                </a:ext>
              </a:extLst>
            </p:cNvPr>
            <p:cNvGrpSpPr/>
            <p:nvPr/>
          </p:nvGrpSpPr>
          <p:grpSpPr>
            <a:xfrm>
              <a:off x="10002467" y="1129835"/>
              <a:ext cx="179151" cy="295719"/>
              <a:chOff x="4801766" y="693271"/>
              <a:chExt cx="3207303" cy="3219422"/>
            </a:xfrm>
          </p:grpSpPr>
          <p:grpSp>
            <p:nvGrpSpPr>
              <p:cNvPr id="2838" name="Graphic 3388">
                <a:extLst>
                  <a:ext uri="{FF2B5EF4-FFF2-40B4-BE49-F238E27FC236}">
                    <a16:creationId xmlns:a16="http://schemas.microsoft.com/office/drawing/2014/main" id="{D6D688CB-0919-F723-31F9-C5C11495C323}"/>
                  </a:ext>
                </a:extLst>
              </p:cNvPr>
              <p:cNvGrpSpPr/>
              <p:nvPr/>
            </p:nvGrpSpPr>
            <p:grpSpPr>
              <a:xfrm>
                <a:off x="4801766" y="693271"/>
                <a:ext cx="1662779" cy="2219610"/>
                <a:chOff x="3671887" y="918305"/>
                <a:chExt cx="1662779" cy="2219610"/>
              </a:xfrm>
            </p:grpSpPr>
            <p:grpSp>
              <p:nvGrpSpPr>
                <p:cNvPr id="3348" name="Graphic 3388">
                  <a:extLst>
                    <a:ext uri="{FF2B5EF4-FFF2-40B4-BE49-F238E27FC236}">
                      <a16:creationId xmlns:a16="http://schemas.microsoft.com/office/drawing/2014/main" id="{C84E0615-A7E6-25BE-77CE-C2E6969B3DB3}"/>
                    </a:ext>
                  </a:extLst>
                </p:cNvPr>
                <p:cNvGrpSpPr/>
                <p:nvPr/>
              </p:nvGrpSpPr>
              <p:grpSpPr>
                <a:xfrm>
                  <a:off x="3671887" y="918305"/>
                  <a:ext cx="1257585" cy="2219610"/>
                  <a:chOff x="3671887" y="918305"/>
                  <a:chExt cx="1257585" cy="2219610"/>
                </a:xfrm>
              </p:grpSpPr>
              <p:grpSp>
                <p:nvGrpSpPr>
                  <p:cNvPr id="3350" name="Graphic 3388">
                    <a:extLst>
                      <a:ext uri="{FF2B5EF4-FFF2-40B4-BE49-F238E27FC236}">
                        <a16:creationId xmlns:a16="http://schemas.microsoft.com/office/drawing/2014/main" id="{936518B6-9C5D-1AF6-70E5-734F4474C078}"/>
                      </a:ext>
                    </a:extLst>
                  </p:cNvPr>
                  <p:cNvGrpSpPr/>
                  <p:nvPr/>
                </p:nvGrpSpPr>
                <p:grpSpPr>
                  <a:xfrm>
                    <a:off x="4246435" y="1250156"/>
                    <a:ext cx="683037" cy="1887759"/>
                    <a:chOff x="4246435" y="1250156"/>
                    <a:chExt cx="683037" cy="1887759"/>
                  </a:xfrm>
                </p:grpSpPr>
                <p:sp>
                  <p:nvSpPr>
                    <p:cNvPr id="3420" name="Freeform: Shape 3419">
                      <a:extLst>
                        <a:ext uri="{FF2B5EF4-FFF2-40B4-BE49-F238E27FC236}">
                          <a16:creationId xmlns:a16="http://schemas.microsoft.com/office/drawing/2014/main" id="{68EB7F79-8B6E-835F-7B4A-ECF27139F200}"/>
                        </a:ext>
                      </a:extLst>
                    </p:cNvPr>
                    <p:cNvSpPr/>
                    <p:nvPr/>
                  </p:nvSpPr>
                  <p:spPr>
                    <a:xfrm>
                      <a:off x="4246435" y="1250156"/>
                      <a:ext cx="683037" cy="1887759"/>
                    </a:xfrm>
                    <a:custGeom>
                      <a:avLst/>
                      <a:gdLst>
                        <a:gd name="connsiteX0" fmla="*/ 683038 w 683037"/>
                        <a:gd name="connsiteY0" fmla="*/ 0 h 1887759"/>
                        <a:gd name="connsiteX1" fmla="*/ 0 w 683037"/>
                        <a:gd name="connsiteY1" fmla="*/ 394335 h 1887759"/>
                        <a:gd name="connsiteX2" fmla="*/ 0 w 683037"/>
                        <a:gd name="connsiteY2" fmla="*/ 1887760 h 1887759"/>
                        <a:gd name="connsiteX3" fmla="*/ 683038 w 683037"/>
                        <a:gd name="connsiteY3" fmla="*/ 1493425 h 1887759"/>
                        <a:gd name="connsiteX4" fmla="*/ 683038 w 683037"/>
                        <a:gd name="connsiteY4" fmla="*/ 0 h 188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037" h="1887759">
                          <a:moveTo>
                            <a:pt x="683038" y="0"/>
                          </a:moveTo>
                          <a:lnTo>
                            <a:pt x="0" y="394335"/>
                          </a:lnTo>
                          <a:lnTo>
                            <a:pt x="0" y="1887760"/>
                          </a:lnTo>
                          <a:lnTo>
                            <a:pt x="683038" y="1493425"/>
                          </a:lnTo>
                          <a:lnTo>
                            <a:pt x="683038" y="0"/>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21" name="Freeform: Shape 3420">
                      <a:extLst>
                        <a:ext uri="{FF2B5EF4-FFF2-40B4-BE49-F238E27FC236}">
                          <a16:creationId xmlns:a16="http://schemas.microsoft.com/office/drawing/2014/main" id="{92153F1E-DB56-335E-AB11-F7618201C4C1}"/>
                        </a:ext>
                      </a:extLst>
                    </p:cNvPr>
                    <p:cNvSpPr/>
                    <p:nvPr/>
                  </p:nvSpPr>
                  <p:spPr>
                    <a:xfrm>
                      <a:off x="4439697" y="1620785"/>
                      <a:ext cx="296608" cy="383072"/>
                    </a:xfrm>
                    <a:custGeom>
                      <a:avLst/>
                      <a:gdLst>
                        <a:gd name="connsiteX0" fmla="*/ 296609 w 296608"/>
                        <a:gd name="connsiteY0" fmla="*/ 105907 h 383072"/>
                        <a:gd name="connsiteX1" fmla="*/ 148304 w 296608"/>
                        <a:gd name="connsiteY1" fmla="*/ 362796 h 383072"/>
                        <a:gd name="connsiteX2" fmla="*/ 0 w 296608"/>
                        <a:gd name="connsiteY2" fmla="*/ 277166 h 383072"/>
                        <a:gd name="connsiteX3" fmla="*/ 148304 w 296608"/>
                        <a:gd name="connsiteY3" fmla="*/ 20277 h 383072"/>
                        <a:gd name="connsiteX4" fmla="*/ 296609 w 296608"/>
                        <a:gd name="connsiteY4" fmla="*/ 105907 h 383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608" h="383072">
                          <a:moveTo>
                            <a:pt x="296609" y="105907"/>
                          </a:moveTo>
                          <a:cubicBezTo>
                            <a:pt x="296609" y="200490"/>
                            <a:pt x="230219" y="315552"/>
                            <a:pt x="148304" y="362796"/>
                          </a:cubicBezTo>
                          <a:cubicBezTo>
                            <a:pt x="66389" y="410135"/>
                            <a:pt x="0" y="371750"/>
                            <a:pt x="0" y="277166"/>
                          </a:cubicBezTo>
                          <a:cubicBezTo>
                            <a:pt x="0" y="182583"/>
                            <a:pt x="66389" y="67521"/>
                            <a:pt x="148304" y="20277"/>
                          </a:cubicBezTo>
                          <a:cubicBezTo>
                            <a:pt x="230219" y="-27062"/>
                            <a:pt x="296609" y="11323"/>
                            <a:pt x="296609" y="105907"/>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22" name="Graphic 3388">
                      <a:extLst>
                        <a:ext uri="{FF2B5EF4-FFF2-40B4-BE49-F238E27FC236}">
                          <a16:creationId xmlns:a16="http://schemas.microsoft.com/office/drawing/2014/main" id="{B19153F9-D419-B647-A7D2-C37245E034F7}"/>
                        </a:ext>
                      </a:extLst>
                    </p:cNvPr>
                    <p:cNvGrpSpPr/>
                    <p:nvPr/>
                  </p:nvGrpSpPr>
                  <p:grpSpPr>
                    <a:xfrm>
                      <a:off x="4452747" y="1590484"/>
                      <a:ext cx="267938" cy="444151"/>
                      <a:chOff x="4452747" y="1590484"/>
                      <a:chExt cx="267938" cy="444151"/>
                    </a:xfrm>
                  </p:grpSpPr>
                  <p:sp>
                    <p:nvSpPr>
                      <p:cNvPr id="3440" name="Freeform: Shape 3439">
                        <a:extLst>
                          <a:ext uri="{FF2B5EF4-FFF2-40B4-BE49-F238E27FC236}">
                            <a16:creationId xmlns:a16="http://schemas.microsoft.com/office/drawing/2014/main" id="{0238CF52-B61F-421D-5892-36F4EB54CC10}"/>
                          </a:ext>
                        </a:extLst>
                      </p:cNvPr>
                      <p:cNvSpPr/>
                      <p:nvPr/>
                    </p:nvSpPr>
                    <p:spPr>
                      <a:xfrm>
                        <a:off x="4458271" y="1644981"/>
                        <a:ext cx="259270" cy="334776"/>
                      </a:xfrm>
                      <a:custGeom>
                        <a:avLst/>
                        <a:gdLst>
                          <a:gd name="connsiteX0" fmla="*/ 259271 w 259270"/>
                          <a:gd name="connsiteY0" fmla="*/ 92569 h 334776"/>
                          <a:gd name="connsiteX1" fmla="*/ 129635 w 259270"/>
                          <a:gd name="connsiteY1" fmla="*/ 317074 h 334776"/>
                          <a:gd name="connsiteX2" fmla="*/ 0 w 259270"/>
                          <a:gd name="connsiteY2" fmla="*/ 242207 h 334776"/>
                          <a:gd name="connsiteX3" fmla="*/ 129635 w 259270"/>
                          <a:gd name="connsiteY3" fmla="*/ 17703 h 334776"/>
                          <a:gd name="connsiteX4" fmla="*/ 259271 w 259270"/>
                          <a:gd name="connsiteY4" fmla="*/ 92569 h 334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70" h="334776">
                            <a:moveTo>
                              <a:pt x="259271" y="92569"/>
                            </a:moveTo>
                            <a:cubicBezTo>
                              <a:pt x="259271" y="175247"/>
                              <a:pt x="201263" y="275735"/>
                              <a:pt x="129635" y="317074"/>
                            </a:cubicBezTo>
                            <a:cubicBezTo>
                              <a:pt x="58103" y="358412"/>
                              <a:pt x="0" y="324884"/>
                              <a:pt x="0" y="242207"/>
                            </a:cubicBezTo>
                            <a:cubicBezTo>
                              <a:pt x="0" y="159530"/>
                              <a:pt x="58007" y="59041"/>
                              <a:pt x="129635" y="17703"/>
                            </a:cubicBezTo>
                            <a:cubicBezTo>
                              <a:pt x="201168" y="-23636"/>
                              <a:pt x="259271" y="9892"/>
                              <a:pt x="259271" y="92569"/>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41" name="Graphic 3388">
                        <a:extLst>
                          <a:ext uri="{FF2B5EF4-FFF2-40B4-BE49-F238E27FC236}">
                            <a16:creationId xmlns:a16="http://schemas.microsoft.com/office/drawing/2014/main" id="{DC2B5697-42F0-1417-EF7A-4A05BDB061E2}"/>
                          </a:ext>
                        </a:extLst>
                      </p:cNvPr>
                      <p:cNvGrpSpPr/>
                      <p:nvPr/>
                    </p:nvGrpSpPr>
                    <p:grpSpPr>
                      <a:xfrm>
                        <a:off x="4452747" y="1590484"/>
                        <a:ext cx="267938" cy="444151"/>
                        <a:chOff x="4452747" y="1590484"/>
                        <a:chExt cx="267938" cy="444151"/>
                      </a:xfrm>
                      <a:solidFill>
                        <a:srgbClr val="3B3B3B"/>
                      </a:solidFill>
                    </p:grpSpPr>
                    <p:sp>
                      <p:nvSpPr>
                        <p:cNvPr id="3442" name="Freeform: Shape 3441">
                          <a:extLst>
                            <a:ext uri="{FF2B5EF4-FFF2-40B4-BE49-F238E27FC236}">
                              <a16:creationId xmlns:a16="http://schemas.microsoft.com/office/drawing/2014/main" id="{B2EF8671-863E-926B-D8D8-57528B67FEA8}"/>
                            </a:ext>
                          </a:extLst>
                        </p:cNvPr>
                        <p:cNvSpPr/>
                        <p:nvPr/>
                      </p:nvSpPr>
                      <p:spPr>
                        <a:xfrm>
                          <a:off x="4452747" y="1590484"/>
                          <a:ext cx="267938" cy="168782"/>
                        </a:xfrm>
                        <a:custGeom>
                          <a:avLst/>
                          <a:gdLst>
                            <a:gd name="connsiteX0" fmla="*/ 267938 w 267938"/>
                            <a:gd name="connsiteY0" fmla="*/ 14097 h 168782"/>
                            <a:gd name="connsiteX1" fmla="*/ 0 w 267938"/>
                            <a:gd name="connsiteY1" fmla="*/ 168783 h 168782"/>
                            <a:gd name="connsiteX2" fmla="*/ 0 w 267938"/>
                            <a:gd name="connsiteY2" fmla="*/ 154686 h 168782"/>
                            <a:gd name="connsiteX3" fmla="*/ 267938 w 267938"/>
                            <a:gd name="connsiteY3" fmla="*/ 0 h 168782"/>
                            <a:gd name="connsiteX4" fmla="*/ 267938 w 267938"/>
                            <a:gd name="connsiteY4" fmla="*/ 14097 h 168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2">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3" name="Freeform: Shape 3442">
                          <a:extLst>
                            <a:ext uri="{FF2B5EF4-FFF2-40B4-BE49-F238E27FC236}">
                              <a16:creationId xmlns:a16="http://schemas.microsoft.com/office/drawing/2014/main" id="{78778FB3-01A5-9F41-177B-90E0BE9A5B27}"/>
                            </a:ext>
                          </a:extLst>
                        </p:cNvPr>
                        <p:cNvSpPr/>
                        <p:nvPr/>
                      </p:nvSpPr>
                      <p:spPr>
                        <a:xfrm>
                          <a:off x="4452747" y="161343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4" name="Freeform: Shape 3443">
                          <a:extLst>
                            <a:ext uri="{FF2B5EF4-FFF2-40B4-BE49-F238E27FC236}">
                              <a16:creationId xmlns:a16="http://schemas.microsoft.com/office/drawing/2014/main" id="{D5E67580-8D5B-6966-936E-ADE564BE0FEF}"/>
                            </a:ext>
                          </a:extLst>
                        </p:cNvPr>
                        <p:cNvSpPr/>
                        <p:nvPr/>
                      </p:nvSpPr>
                      <p:spPr>
                        <a:xfrm>
                          <a:off x="4452747" y="1636299"/>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5" name="Freeform: Shape 3444">
                          <a:extLst>
                            <a:ext uri="{FF2B5EF4-FFF2-40B4-BE49-F238E27FC236}">
                              <a16:creationId xmlns:a16="http://schemas.microsoft.com/office/drawing/2014/main" id="{8437A3F8-004E-ADA4-81CA-7EB5A68BFDB6}"/>
                            </a:ext>
                          </a:extLst>
                        </p:cNvPr>
                        <p:cNvSpPr/>
                        <p:nvPr/>
                      </p:nvSpPr>
                      <p:spPr>
                        <a:xfrm>
                          <a:off x="4452747" y="1659254"/>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6" name="Freeform: Shape 3445">
                          <a:extLst>
                            <a:ext uri="{FF2B5EF4-FFF2-40B4-BE49-F238E27FC236}">
                              <a16:creationId xmlns:a16="http://schemas.microsoft.com/office/drawing/2014/main" id="{761D6768-4F0E-E52A-0820-6FA8511DD62E}"/>
                            </a:ext>
                          </a:extLst>
                        </p:cNvPr>
                        <p:cNvSpPr/>
                        <p:nvPr/>
                      </p:nvSpPr>
                      <p:spPr>
                        <a:xfrm>
                          <a:off x="4452747" y="1682210"/>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7" name="Freeform: Shape 3446">
                          <a:extLst>
                            <a:ext uri="{FF2B5EF4-FFF2-40B4-BE49-F238E27FC236}">
                              <a16:creationId xmlns:a16="http://schemas.microsoft.com/office/drawing/2014/main" id="{69BF37D8-BECC-0E4E-6459-CDD8EA344615}"/>
                            </a:ext>
                          </a:extLst>
                        </p:cNvPr>
                        <p:cNvSpPr/>
                        <p:nvPr/>
                      </p:nvSpPr>
                      <p:spPr>
                        <a:xfrm>
                          <a:off x="4452747" y="1705165"/>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8" name="Freeform: Shape 3447">
                          <a:extLst>
                            <a:ext uri="{FF2B5EF4-FFF2-40B4-BE49-F238E27FC236}">
                              <a16:creationId xmlns:a16="http://schemas.microsoft.com/office/drawing/2014/main" id="{89C518EA-CBB9-CEEF-4114-06422F76DCBD}"/>
                            </a:ext>
                          </a:extLst>
                        </p:cNvPr>
                        <p:cNvSpPr/>
                        <p:nvPr/>
                      </p:nvSpPr>
                      <p:spPr>
                        <a:xfrm>
                          <a:off x="4452747" y="1728120"/>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49" name="Freeform: Shape 3448">
                          <a:extLst>
                            <a:ext uri="{FF2B5EF4-FFF2-40B4-BE49-F238E27FC236}">
                              <a16:creationId xmlns:a16="http://schemas.microsoft.com/office/drawing/2014/main" id="{1C238517-9544-B3F3-BE69-5CB0D157F859}"/>
                            </a:ext>
                          </a:extLst>
                        </p:cNvPr>
                        <p:cNvSpPr/>
                        <p:nvPr/>
                      </p:nvSpPr>
                      <p:spPr>
                        <a:xfrm>
                          <a:off x="4452747" y="1751075"/>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0" name="Freeform: Shape 3449">
                          <a:extLst>
                            <a:ext uri="{FF2B5EF4-FFF2-40B4-BE49-F238E27FC236}">
                              <a16:creationId xmlns:a16="http://schemas.microsoft.com/office/drawing/2014/main" id="{342FBD08-0BF5-43E7-3F09-5A398529AEF0}"/>
                            </a:ext>
                          </a:extLst>
                        </p:cNvPr>
                        <p:cNvSpPr/>
                        <p:nvPr/>
                      </p:nvSpPr>
                      <p:spPr>
                        <a:xfrm>
                          <a:off x="4452747" y="1774031"/>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1" name="Freeform: Shape 3450">
                          <a:extLst>
                            <a:ext uri="{FF2B5EF4-FFF2-40B4-BE49-F238E27FC236}">
                              <a16:creationId xmlns:a16="http://schemas.microsoft.com/office/drawing/2014/main" id="{93A10EDE-D2D4-C756-6C23-7C5FEE6F4E2A}"/>
                            </a:ext>
                          </a:extLst>
                        </p:cNvPr>
                        <p:cNvSpPr/>
                        <p:nvPr/>
                      </p:nvSpPr>
                      <p:spPr>
                        <a:xfrm>
                          <a:off x="4452747" y="1796986"/>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2" name="Freeform: Shape 3451">
                          <a:extLst>
                            <a:ext uri="{FF2B5EF4-FFF2-40B4-BE49-F238E27FC236}">
                              <a16:creationId xmlns:a16="http://schemas.microsoft.com/office/drawing/2014/main" id="{374A8638-D7B0-9A63-3EE9-71F14583C628}"/>
                            </a:ext>
                          </a:extLst>
                        </p:cNvPr>
                        <p:cNvSpPr/>
                        <p:nvPr/>
                      </p:nvSpPr>
                      <p:spPr>
                        <a:xfrm>
                          <a:off x="4452747" y="1819846"/>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3" name="Freeform: Shape 3452">
                          <a:extLst>
                            <a:ext uri="{FF2B5EF4-FFF2-40B4-BE49-F238E27FC236}">
                              <a16:creationId xmlns:a16="http://schemas.microsoft.com/office/drawing/2014/main" id="{6CA3A353-210C-36ED-FF20-674E357960C2}"/>
                            </a:ext>
                          </a:extLst>
                        </p:cNvPr>
                        <p:cNvSpPr/>
                        <p:nvPr/>
                      </p:nvSpPr>
                      <p:spPr>
                        <a:xfrm>
                          <a:off x="4452747" y="1842801"/>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54" name="Freeform: Shape 3453">
                          <a:extLst>
                            <a:ext uri="{FF2B5EF4-FFF2-40B4-BE49-F238E27FC236}">
                              <a16:creationId xmlns:a16="http://schemas.microsoft.com/office/drawing/2014/main" id="{FF9E24F4-75CC-5DA6-AD5B-CB2BDCED451F}"/>
                            </a:ext>
                          </a:extLst>
                        </p:cNvPr>
                        <p:cNvSpPr/>
                        <p:nvPr/>
                      </p:nvSpPr>
                      <p:spPr>
                        <a:xfrm>
                          <a:off x="4452747" y="1865757"/>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3423" name="Freeform: Shape 3422">
                      <a:extLst>
                        <a:ext uri="{FF2B5EF4-FFF2-40B4-BE49-F238E27FC236}">
                          <a16:creationId xmlns:a16="http://schemas.microsoft.com/office/drawing/2014/main" id="{578F5D23-40A2-A1EF-A1D0-706B4C19047E}"/>
                        </a:ext>
                      </a:extLst>
                    </p:cNvPr>
                    <p:cNvSpPr/>
                    <p:nvPr/>
                  </p:nvSpPr>
                  <p:spPr>
                    <a:xfrm>
                      <a:off x="4439697" y="2442983"/>
                      <a:ext cx="296608" cy="383072"/>
                    </a:xfrm>
                    <a:custGeom>
                      <a:avLst/>
                      <a:gdLst>
                        <a:gd name="connsiteX0" fmla="*/ 296609 w 296608"/>
                        <a:gd name="connsiteY0" fmla="*/ 105907 h 383072"/>
                        <a:gd name="connsiteX1" fmla="*/ 148304 w 296608"/>
                        <a:gd name="connsiteY1" fmla="*/ 362796 h 383072"/>
                        <a:gd name="connsiteX2" fmla="*/ 0 w 296608"/>
                        <a:gd name="connsiteY2" fmla="*/ 277166 h 383072"/>
                        <a:gd name="connsiteX3" fmla="*/ 148304 w 296608"/>
                        <a:gd name="connsiteY3" fmla="*/ 20277 h 383072"/>
                        <a:gd name="connsiteX4" fmla="*/ 296609 w 296608"/>
                        <a:gd name="connsiteY4" fmla="*/ 105907 h 383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608" h="383072">
                          <a:moveTo>
                            <a:pt x="296609" y="105907"/>
                          </a:moveTo>
                          <a:cubicBezTo>
                            <a:pt x="296609" y="200490"/>
                            <a:pt x="230219" y="315552"/>
                            <a:pt x="148304" y="362796"/>
                          </a:cubicBezTo>
                          <a:cubicBezTo>
                            <a:pt x="66389" y="410135"/>
                            <a:pt x="0" y="371749"/>
                            <a:pt x="0" y="277166"/>
                          </a:cubicBezTo>
                          <a:cubicBezTo>
                            <a:pt x="0" y="182583"/>
                            <a:pt x="66389" y="67521"/>
                            <a:pt x="148304" y="20277"/>
                          </a:cubicBezTo>
                          <a:cubicBezTo>
                            <a:pt x="230219" y="-27062"/>
                            <a:pt x="296609" y="11323"/>
                            <a:pt x="296609" y="105907"/>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24" name="Graphic 3388">
                      <a:extLst>
                        <a:ext uri="{FF2B5EF4-FFF2-40B4-BE49-F238E27FC236}">
                          <a16:creationId xmlns:a16="http://schemas.microsoft.com/office/drawing/2014/main" id="{6DF02666-606C-5F6E-FF03-5C638F55C09D}"/>
                        </a:ext>
                      </a:extLst>
                    </p:cNvPr>
                    <p:cNvGrpSpPr/>
                    <p:nvPr/>
                  </p:nvGrpSpPr>
                  <p:grpSpPr>
                    <a:xfrm>
                      <a:off x="4452747" y="2412587"/>
                      <a:ext cx="267938" cy="444150"/>
                      <a:chOff x="4452747" y="2412587"/>
                      <a:chExt cx="267938" cy="444150"/>
                    </a:xfrm>
                  </p:grpSpPr>
                  <p:sp>
                    <p:nvSpPr>
                      <p:cNvPr id="3425" name="Freeform: Shape 3424">
                        <a:extLst>
                          <a:ext uri="{FF2B5EF4-FFF2-40B4-BE49-F238E27FC236}">
                            <a16:creationId xmlns:a16="http://schemas.microsoft.com/office/drawing/2014/main" id="{E5936783-ADA0-30E1-DBA7-EE6E98999866}"/>
                          </a:ext>
                        </a:extLst>
                      </p:cNvPr>
                      <p:cNvSpPr/>
                      <p:nvPr/>
                    </p:nvSpPr>
                    <p:spPr>
                      <a:xfrm>
                        <a:off x="4458271" y="2467083"/>
                        <a:ext cx="259270" cy="334776"/>
                      </a:xfrm>
                      <a:custGeom>
                        <a:avLst/>
                        <a:gdLst>
                          <a:gd name="connsiteX0" fmla="*/ 259271 w 259270"/>
                          <a:gd name="connsiteY0" fmla="*/ 92569 h 334776"/>
                          <a:gd name="connsiteX1" fmla="*/ 129635 w 259270"/>
                          <a:gd name="connsiteY1" fmla="*/ 317074 h 334776"/>
                          <a:gd name="connsiteX2" fmla="*/ 0 w 259270"/>
                          <a:gd name="connsiteY2" fmla="*/ 242207 h 334776"/>
                          <a:gd name="connsiteX3" fmla="*/ 129635 w 259270"/>
                          <a:gd name="connsiteY3" fmla="*/ 17703 h 334776"/>
                          <a:gd name="connsiteX4" fmla="*/ 259271 w 259270"/>
                          <a:gd name="connsiteY4" fmla="*/ 92569 h 334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270" h="334776">
                            <a:moveTo>
                              <a:pt x="259271" y="92569"/>
                            </a:moveTo>
                            <a:cubicBezTo>
                              <a:pt x="259271" y="175247"/>
                              <a:pt x="201263" y="275735"/>
                              <a:pt x="129635" y="317074"/>
                            </a:cubicBezTo>
                            <a:cubicBezTo>
                              <a:pt x="58103" y="358412"/>
                              <a:pt x="0" y="324884"/>
                              <a:pt x="0" y="242207"/>
                            </a:cubicBezTo>
                            <a:cubicBezTo>
                              <a:pt x="0" y="159530"/>
                              <a:pt x="58007" y="59042"/>
                              <a:pt x="129635" y="17703"/>
                            </a:cubicBezTo>
                            <a:cubicBezTo>
                              <a:pt x="201168" y="-23636"/>
                              <a:pt x="259271" y="9893"/>
                              <a:pt x="259271" y="92569"/>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426" name="Graphic 3388">
                        <a:extLst>
                          <a:ext uri="{FF2B5EF4-FFF2-40B4-BE49-F238E27FC236}">
                            <a16:creationId xmlns:a16="http://schemas.microsoft.com/office/drawing/2014/main" id="{C327CE97-8C3B-E058-B065-1F364FC313E5}"/>
                          </a:ext>
                        </a:extLst>
                      </p:cNvPr>
                      <p:cNvGrpSpPr/>
                      <p:nvPr/>
                    </p:nvGrpSpPr>
                    <p:grpSpPr>
                      <a:xfrm>
                        <a:off x="4452747" y="2412587"/>
                        <a:ext cx="267938" cy="444150"/>
                        <a:chOff x="4452747" y="2412587"/>
                        <a:chExt cx="267938" cy="444150"/>
                      </a:xfrm>
                      <a:solidFill>
                        <a:srgbClr val="3B3B3B"/>
                      </a:solidFill>
                    </p:grpSpPr>
                    <p:sp>
                      <p:nvSpPr>
                        <p:cNvPr id="3427" name="Freeform: Shape 3426">
                          <a:extLst>
                            <a:ext uri="{FF2B5EF4-FFF2-40B4-BE49-F238E27FC236}">
                              <a16:creationId xmlns:a16="http://schemas.microsoft.com/office/drawing/2014/main" id="{688ED4E8-FC0B-B4F1-5D19-E0CACC99994C}"/>
                            </a:ext>
                          </a:extLst>
                        </p:cNvPr>
                        <p:cNvSpPr/>
                        <p:nvPr/>
                      </p:nvSpPr>
                      <p:spPr>
                        <a:xfrm>
                          <a:off x="4452747" y="2412587"/>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28" name="Freeform: Shape 3427">
                          <a:extLst>
                            <a:ext uri="{FF2B5EF4-FFF2-40B4-BE49-F238E27FC236}">
                              <a16:creationId xmlns:a16="http://schemas.microsoft.com/office/drawing/2014/main" id="{39E92708-E85C-FC77-CDA7-F01598146D6E}"/>
                            </a:ext>
                          </a:extLst>
                        </p:cNvPr>
                        <p:cNvSpPr/>
                        <p:nvPr/>
                      </p:nvSpPr>
                      <p:spPr>
                        <a:xfrm>
                          <a:off x="4452747" y="2435542"/>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29" name="Freeform: Shape 3428">
                          <a:extLst>
                            <a:ext uri="{FF2B5EF4-FFF2-40B4-BE49-F238E27FC236}">
                              <a16:creationId xmlns:a16="http://schemas.microsoft.com/office/drawing/2014/main" id="{BD533DB1-B671-37A0-B744-5B52A72AA3EE}"/>
                            </a:ext>
                          </a:extLst>
                        </p:cNvPr>
                        <p:cNvSpPr/>
                        <p:nvPr/>
                      </p:nvSpPr>
                      <p:spPr>
                        <a:xfrm>
                          <a:off x="4452747" y="2458497"/>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0" name="Freeform: Shape 3429">
                          <a:extLst>
                            <a:ext uri="{FF2B5EF4-FFF2-40B4-BE49-F238E27FC236}">
                              <a16:creationId xmlns:a16="http://schemas.microsoft.com/office/drawing/2014/main" id="{DC16780D-BFC6-499A-7D57-D096401BA980}"/>
                            </a:ext>
                          </a:extLst>
                        </p:cNvPr>
                        <p:cNvSpPr/>
                        <p:nvPr/>
                      </p:nvSpPr>
                      <p:spPr>
                        <a:xfrm>
                          <a:off x="4452747" y="2481453"/>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1" name="Freeform: Shape 3430">
                          <a:extLst>
                            <a:ext uri="{FF2B5EF4-FFF2-40B4-BE49-F238E27FC236}">
                              <a16:creationId xmlns:a16="http://schemas.microsoft.com/office/drawing/2014/main" id="{054D92C8-1B3F-04A8-128E-773833DA05AE}"/>
                            </a:ext>
                          </a:extLst>
                        </p:cNvPr>
                        <p:cNvSpPr/>
                        <p:nvPr/>
                      </p:nvSpPr>
                      <p:spPr>
                        <a:xfrm>
                          <a:off x="4452747" y="2504312"/>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2" name="Freeform: Shape 3431">
                          <a:extLst>
                            <a:ext uri="{FF2B5EF4-FFF2-40B4-BE49-F238E27FC236}">
                              <a16:creationId xmlns:a16="http://schemas.microsoft.com/office/drawing/2014/main" id="{E51EFB8D-E058-1C84-BEE9-98869DCC0395}"/>
                            </a:ext>
                          </a:extLst>
                        </p:cNvPr>
                        <p:cNvSpPr/>
                        <p:nvPr/>
                      </p:nvSpPr>
                      <p:spPr>
                        <a:xfrm>
                          <a:off x="4452747" y="2527268"/>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3" name="Freeform: Shape 3432">
                          <a:extLst>
                            <a:ext uri="{FF2B5EF4-FFF2-40B4-BE49-F238E27FC236}">
                              <a16:creationId xmlns:a16="http://schemas.microsoft.com/office/drawing/2014/main" id="{62F54ABA-FCF5-1AC0-E12D-3BA9519125ED}"/>
                            </a:ext>
                          </a:extLst>
                        </p:cNvPr>
                        <p:cNvSpPr/>
                        <p:nvPr/>
                      </p:nvSpPr>
                      <p:spPr>
                        <a:xfrm>
                          <a:off x="4452747" y="2550223"/>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4" name="Freeform: Shape 3433">
                          <a:extLst>
                            <a:ext uri="{FF2B5EF4-FFF2-40B4-BE49-F238E27FC236}">
                              <a16:creationId xmlns:a16="http://schemas.microsoft.com/office/drawing/2014/main" id="{077449DB-2E0D-23DA-E3C4-F201EC289144}"/>
                            </a:ext>
                          </a:extLst>
                        </p:cNvPr>
                        <p:cNvSpPr/>
                        <p:nvPr/>
                      </p:nvSpPr>
                      <p:spPr>
                        <a:xfrm>
                          <a:off x="4452747" y="2573178"/>
                          <a:ext cx="267938" cy="168878"/>
                        </a:xfrm>
                        <a:custGeom>
                          <a:avLst/>
                          <a:gdLst>
                            <a:gd name="connsiteX0" fmla="*/ 267938 w 267938"/>
                            <a:gd name="connsiteY0" fmla="*/ 14192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686"/>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5" name="Freeform: Shape 3434">
                          <a:extLst>
                            <a:ext uri="{FF2B5EF4-FFF2-40B4-BE49-F238E27FC236}">
                              <a16:creationId xmlns:a16="http://schemas.microsoft.com/office/drawing/2014/main" id="{EFACF550-A221-A663-8720-48BB53CB8CB3}"/>
                            </a:ext>
                          </a:extLst>
                        </p:cNvPr>
                        <p:cNvSpPr/>
                        <p:nvPr/>
                      </p:nvSpPr>
                      <p:spPr>
                        <a:xfrm>
                          <a:off x="4452747" y="2596133"/>
                          <a:ext cx="267938" cy="168878"/>
                        </a:xfrm>
                        <a:custGeom>
                          <a:avLst/>
                          <a:gdLst>
                            <a:gd name="connsiteX0" fmla="*/ 267938 w 267938"/>
                            <a:gd name="connsiteY0" fmla="*/ 14097 h 168878"/>
                            <a:gd name="connsiteX1" fmla="*/ 0 w 267938"/>
                            <a:gd name="connsiteY1" fmla="*/ 168878 h 168878"/>
                            <a:gd name="connsiteX2" fmla="*/ 0 w 267938"/>
                            <a:gd name="connsiteY2" fmla="*/ 154686 h 168878"/>
                            <a:gd name="connsiteX3" fmla="*/ 267938 w 267938"/>
                            <a:gd name="connsiteY3" fmla="*/ 0 h 168878"/>
                            <a:gd name="connsiteX4" fmla="*/ 267938 w 267938"/>
                            <a:gd name="connsiteY4" fmla="*/ 14097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097"/>
                              </a:moveTo>
                              <a:lnTo>
                                <a:pt x="0" y="168878"/>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6" name="Freeform: Shape 3435">
                          <a:extLst>
                            <a:ext uri="{FF2B5EF4-FFF2-40B4-BE49-F238E27FC236}">
                              <a16:creationId xmlns:a16="http://schemas.microsoft.com/office/drawing/2014/main" id="{9D6FE53C-2BD0-7E40-EA1E-C98DC001318A}"/>
                            </a:ext>
                          </a:extLst>
                        </p:cNvPr>
                        <p:cNvSpPr/>
                        <p:nvPr/>
                      </p:nvSpPr>
                      <p:spPr>
                        <a:xfrm>
                          <a:off x="4452747" y="261908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7" name="Freeform: Shape 3436">
                          <a:extLst>
                            <a:ext uri="{FF2B5EF4-FFF2-40B4-BE49-F238E27FC236}">
                              <a16:creationId xmlns:a16="http://schemas.microsoft.com/office/drawing/2014/main" id="{40C6ACCA-5B1A-C124-A7CA-C0489E79E445}"/>
                            </a:ext>
                          </a:extLst>
                        </p:cNvPr>
                        <p:cNvSpPr/>
                        <p:nvPr/>
                      </p:nvSpPr>
                      <p:spPr>
                        <a:xfrm>
                          <a:off x="4452747" y="2642044"/>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8" name="Freeform: Shape 3437">
                          <a:extLst>
                            <a:ext uri="{FF2B5EF4-FFF2-40B4-BE49-F238E27FC236}">
                              <a16:creationId xmlns:a16="http://schemas.microsoft.com/office/drawing/2014/main" id="{8D568AF6-A34D-73C7-69F6-E96F14CB0ABF}"/>
                            </a:ext>
                          </a:extLst>
                        </p:cNvPr>
                        <p:cNvSpPr/>
                        <p:nvPr/>
                      </p:nvSpPr>
                      <p:spPr>
                        <a:xfrm>
                          <a:off x="4452747" y="2664999"/>
                          <a:ext cx="267938" cy="168783"/>
                        </a:xfrm>
                        <a:custGeom>
                          <a:avLst/>
                          <a:gdLst>
                            <a:gd name="connsiteX0" fmla="*/ 267938 w 267938"/>
                            <a:gd name="connsiteY0" fmla="*/ 14097 h 168783"/>
                            <a:gd name="connsiteX1" fmla="*/ 0 w 267938"/>
                            <a:gd name="connsiteY1" fmla="*/ 168783 h 168783"/>
                            <a:gd name="connsiteX2" fmla="*/ 0 w 267938"/>
                            <a:gd name="connsiteY2" fmla="*/ 154686 h 168783"/>
                            <a:gd name="connsiteX3" fmla="*/ 267938 w 267938"/>
                            <a:gd name="connsiteY3" fmla="*/ 0 h 168783"/>
                            <a:gd name="connsiteX4" fmla="*/ 267938 w 267938"/>
                            <a:gd name="connsiteY4" fmla="*/ 14097 h 168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783">
                              <a:moveTo>
                                <a:pt x="267938" y="14097"/>
                              </a:moveTo>
                              <a:lnTo>
                                <a:pt x="0" y="168783"/>
                              </a:lnTo>
                              <a:lnTo>
                                <a:pt x="0" y="154686"/>
                              </a:lnTo>
                              <a:lnTo>
                                <a:pt x="267938" y="0"/>
                              </a:lnTo>
                              <a:lnTo>
                                <a:pt x="267938" y="1409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39" name="Freeform: Shape 3438">
                          <a:extLst>
                            <a:ext uri="{FF2B5EF4-FFF2-40B4-BE49-F238E27FC236}">
                              <a16:creationId xmlns:a16="http://schemas.microsoft.com/office/drawing/2014/main" id="{2D254905-02EC-37D3-3FCB-AA9297069C5A}"/>
                            </a:ext>
                          </a:extLst>
                        </p:cNvPr>
                        <p:cNvSpPr/>
                        <p:nvPr/>
                      </p:nvSpPr>
                      <p:spPr>
                        <a:xfrm>
                          <a:off x="4452747" y="2687859"/>
                          <a:ext cx="267938" cy="168878"/>
                        </a:xfrm>
                        <a:custGeom>
                          <a:avLst/>
                          <a:gdLst>
                            <a:gd name="connsiteX0" fmla="*/ 267938 w 267938"/>
                            <a:gd name="connsiteY0" fmla="*/ 14192 h 168878"/>
                            <a:gd name="connsiteX1" fmla="*/ 0 w 267938"/>
                            <a:gd name="connsiteY1" fmla="*/ 168878 h 168878"/>
                            <a:gd name="connsiteX2" fmla="*/ 0 w 267938"/>
                            <a:gd name="connsiteY2" fmla="*/ 154781 h 168878"/>
                            <a:gd name="connsiteX3" fmla="*/ 267938 w 267938"/>
                            <a:gd name="connsiteY3" fmla="*/ 0 h 168878"/>
                            <a:gd name="connsiteX4" fmla="*/ 267938 w 267938"/>
                            <a:gd name="connsiteY4" fmla="*/ 14192 h 168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38" h="168878">
                              <a:moveTo>
                                <a:pt x="267938" y="14192"/>
                              </a:moveTo>
                              <a:lnTo>
                                <a:pt x="0" y="168878"/>
                              </a:lnTo>
                              <a:lnTo>
                                <a:pt x="0" y="154781"/>
                              </a:lnTo>
                              <a:lnTo>
                                <a:pt x="267938" y="0"/>
                              </a:lnTo>
                              <a:lnTo>
                                <a:pt x="267938" y="14192"/>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3351" name="Freeform: Shape 3350">
                    <a:extLst>
                      <a:ext uri="{FF2B5EF4-FFF2-40B4-BE49-F238E27FC236}">
                        <a16:creationId xmlns:a16="http://schemas.microsoft.com/office/drawing/2014/main" id="{AE45234E-AF01-94A1-E3DC-4BE0695D7638}"/>
                      </a:ext>
                    </a:extLst>
                  </p:cNvPr>
                  <p:cNvSpPr/>
                  <p:nvPr/>
                </p:nvSpPr>
                <p:spPr>
                  <a:xfrm>
                    <a:off x="3671887" y="918305"/>
                    <a:ext cx="1257585" cy="726090"/>
                  </a:xfrm>
                  <a:custGeom>
                    <a:avLst/>
                    <a:gdLst>
                      <a:gd name="connsiteX0" fmla="*/ 683038 w 1257585"/>
                      <a:gd name="connsiteY0" fmla="*/ 0 h 726090"/>
                      <a:gd name="connsiteX1" fmla="*/ 0 w 1257585"/>
                      <a:gd name="connsiteY1" fmla="*/ 394335 h 726090"/>
                      <a:gd name="connsiteX2" fmla="*/ 574548 w 1257585"/>
                      <a:gd name="connsiteY2" fmla="*/ 726091 h 726090"/>
                      <a:gd name="connsiteX3" fmla="*/ 1257586 w 1257585"/>
                      <a:gd name="connsiteY3" fmla="*/ 331756 h 726090"/>
                      <a:gd name="connsiteX4" fmla="*/ 683038 w 1257585"/>
                      <a:gd name="connsiteY4" fmla="*/ 0 h 726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7585" h="726090">
                        <a:moveTo>
                          <a:pt x="683038" y="0"/>
                        </a:moveTo>
                        <a:lnTo>
                          <a:pt x="0" y="394335"/>
                        </a:lnTo>
                        <a:lnTo>
                          <a:pt x="574548" y="726091"/>
                        </a:lnTo>
                        <a:lnTo>
                          <a:pt x="1257586" y="331756"/>
                        </a:lnTo>
                        <a:lnTo>
                          <a:pt x="683038"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52" name="Graphic 3388">
                    <a:extLst>
                      <a:ext uri="{FF2B5EF4-FFF2-40B4-BE49-F238E27FC236}">
                        <a16:creationId xmlns:a16="http://schemas.microsoft.com/office/drawing/2014/main" id="{F0778D88-9506-D2AF-D647-3A9D47AC505A}"/>
                      </a:ext>
                    </a:extLst>
                  </p:cNvPr>
                  <p:cNvGrpSpPr/>
                  <p:nvPr/>
                </p:nvGrpSpPr>
                <p:grpSpPr>
                  <a:xfrm>
                    <a:off x="3671887" y="918305"/>
                    <a:ext cx="1257585" cy="726090"/>
                    <a:chOff x="3671887" y="918305"/>
                    <a:chExt cx="1257585" cy="726090"/>
                  </a:xfrm>
                </p:grpSpPr>
                <p:grpSp>
                  <p:nvGrpSpPr>
                    <p:cNvPr id="3414" name="Graphic 3388">
                      <a:extLst>
                        <a:ext uri="{FF2B5EF4-FFF2-40B4-BE49-F238E27FC236}">
                          <a16:creationId xmlns:a16="http://schemas.microsoft.com/office/drawing/2014/main" id="{F387532F-4DCB-1D44-DC87-553EAD73C9B4}"/>
                        </a:ext>
                      </a:extLst>
                    </p:cNvPr>
                    <p:cNvGrpSpPr/>
                    <p:nvPr/>
                  </p:nvGrpSpPr>
                  <p:grpSpPr>
                    <a:xfrm>
                      <a:off x="3671887" y="918305"/>
                      <a:ext cx="1257585" cy="726090"/>
                      <a:chOff x="3671887" y="918305"/>
                      <a:chExt cx="1257585" cy="726090"/>
                    </a:xfrm>
                  </p:grpSpPr>
                  <p:sp>
                    <p:nvSpPr>
                      <p:cNvPr id="3417" name="Freeform: Shape 3416">
                        <a:extLst>
                          <a:ext uri="{FF2B5EF4-FFF2-40B4-BE49-F238E27FC236}">
                            <a16:creationId xmlns:a16="http://schemas.microsoft.com/office/drawing/2014/main" id="{0C96EEA6-1A58-DD05-C857-5B13D2371568}"/>
                          </a:ext>
                        </a:extLst>
                      </p:cNvPr>
                      <p:cNvSpPr/>
                      <p:nvPr/>
                    </p:nvSpPr>
                    <p:spPr>
                      <a:xfrm>
                        <a:off x="3671887" y="918305"/>
                        <a:ext cx="1257585" cy="726090"/>
                      </a:xfrm>
                      <a:custGeom>
                        <a:avLst/>
                        <a:gdLst>
                          <a:gd name="connsiteX0" fmla="*/ 683038 w 1257585"/>
                          <a:gd name="connsiteY0" fmla="*/ 0 h 726090"/>
                          <a:gd name="connsiteX1" fmla="*/ 0 w 1257585"/>
                          <a:gd name="connsiteY1" fmla="*/ 394335 h 726090"/>
                          <a:gd name="connsiteX2" fmla="*/ 574548 w 1257585"/>
                          <a:gd name="connsiteY2" fmla="*/ 726091 h 726090"/>
                          <a:gd name="connsiteX3" fmla="*/ 1257586 w 1257585"/>
                          <a:gd name="connsiteY3" fmla="*/ 331756 h 726090"/>
                          <a:gd name="connsiteX4" fmla="*/ 683038 w 1257585"/>
                          <a:gd name="connsiteY4" fmla="*/ 0 h 726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7585" h="726090">
                            <a:moveTo>
                              <a:pt x="683038" y="0"/>
                            </a:moveTo>
                            <a:lnTo>
                              <a:pt x="0" y="394335"/>
                            </a:lnTo>
                            <a:lnTo>
                              <a:pt x="574548" y="726091"/>
                            </a:lnTo>
                            <a:lnTo>
                              <a:pt x="1257586" y="331756"/>
                            </a:lnTo>
                            <a:lnTo>
                              <a:pt x="683038"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8" name="Freeform: Shape 3417">
                        <a:extLst>
                          <a:ext uri="{FF2B5EF4-FFF2-40B4-BE49-F238E27FC236}">
                            <a16:creationId xmlns:a16="http://schemas.microsoft.com/office/drawing/2014/main" id="{518E781F-63F8-3ADB-0070-E8E1A413BABB}"/>
                          </a:ext>
                        </a:extLst>
                      </p:cNvPr>
                      <p:cNvSpPr/>
                      <p:nvPr/>
                    </p:nvSpPr>
                    <p:spPr>
                      <a:xfrm>
                        <a:off x="3895153" y="1047273"/>
                        <a:ext cx="811053" cy="468248"/>
                      </a:xfrm>
                      <a:custGeom>
                        <a:avLst/>
                        <a:gdLst>
                          <a:gd name="connsiteX0" fmla="*/ 811054 w 811053"/>
                          <a:gd name="connsiteY0" fmla="*/ 192786 h 468248"/>
                          <a:gd name="connsiteX1" fmla="*/ 333946 w 811053"/>
                          <a:gd name="connsiteY1" fmla="*/ 468249 h 468248"/>
                          <a:gd name="connsiteX2" fmla="*/ 0 w 811053"/>
                          <a:gd name="connsiteY2" fmla="*/ 275368 h 468248"/>
                          <a:gd name="connsiteX3" fmla="*/ 477107 w 811053"/>
                          <a:gd name="connsiteY3" fmla="*/ 0 h 468248"/>
                          <a:gd name="connsiteX4" fmla="*/ 811054 w 811053"/>
                          <a:gd name="connsiteY4" fmla="*/ 192786 h 468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1053" h="468248">
                            <a:moveTo>
                              <a:pt x="811054" y="192786"/>
                            </a:moveTo>
                            <a:lnTo>
                              <a:pt x="333946" y="468249"/>
                            </a:lnTo>
                            <a:lnTo>
                              <a:pt x="0" y="275368"/>
                            </a:lnTo>
                            <a:lnTo>
                              <a:pt x="477107" y="0"/>
                            </a:lnTo>
                            <a:lnTo>
                              <a:pt x="811054" y="192786"/>
                            </a:lnTo>
                            <a:close/>
                          </a:path>
                        </a:pathLst>
                      </a:custGeom>
                      <a:solidFill>
                        <a:srgbClr val="6969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9" name="Freeform: Shape 3418">
                        <a:extLst>
                          <a:ext uri="{FF2B5EF4-FFF2-40B4-BE49-F238E27FC236}">
                            <a16:creationId xmlns:a16="http://schemas.microsoft.com/office/drawing/2014/main" id="{C4593EB0-6660-B9A5-5D06-ACF6018FC080}"/>
                          </a:ext>
                        </a:extLst>
                      </p:cNvPr>
                      <p:cNvSpPr/>
                      <p:nvPr/>
                    </p:nvSpPr>
                    <p:spPr>
                      <a:xfrm>
                        <a:off x="3949731" y="1078706"/>
                        <a:ext cx="701897" cy="405288"/>
                      </a:xfrm>
                      <a:custGeom>
                        <a:avLst/>
                        <a:gdLst>
                          <a:gd name="connsiteX0" fmla="*/ 279368 w 701897"/>
                          <a:gd name="connsiteY0" fmla="*/ 405289 h 405288"/>
                          <a:gd name="connsiteX1" fmla="*/ 0 w 701897"/>
                          <a:gd name="connsiteY1" fmla="*/ 243935 h 405288"/>
                          <a:gd name="connsiteX2" fmla="*/ 422529 w 701897"/>
                          <a:gd name="connsiteY2" fmla="*/ 0 h 405288"/>
                          <a:gd name="connsiteX3" fmla="*/ 701897 w 701897"/>
                          <a:gd name="connsiteY3" fmla="*/ 161354 h 405288"/>
                          <a:gd name="connsiteX4" fmla="*/ 279368 w 701897"/>
                          <a:gd name="connsiteY4" fmla="*/ 405289 h 405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897" h="405288">
                            <a:moveTo>
                              <a:pt x="279368" y="405289"/>
                            </a:moveTo>
                            <a:lnTo>
                              <a:pt x="0" y="243935"/>
                            </a:lnTo>
                            <a:lnTo>
                              <a:pt x="422529" y="0"/>
                            </a:lnTo>
                            <a:lnTo>
                              <a:pt x="701897" y="161354"/>
                            </a:lnTo>
                            <a:lnTo>
                              <a:pt x="279368" y="405289"/>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415" name="Freeform: Shape 3414">
                      <a:extLst>
                        <a:ext uri="{FF2B5EF4-FFF2-40B4-BE49-F238E27FC236}">
                          <a16:creationId xmlns:a16="http://schemas.microsoft.com/office/drawing/2014/main" id="{DF7E6A7F-8E90-5E2D-07E9-F973E52E94A6}"/>
                        </a:ext>
                      </a:extLst>
                    </p:cNvPr>
                    <p:cNvSpPr/>
                    <p:nvPr/>
                  </p:nvSpPr>
                  <p:spPr>
                    <a:xfrm>
                      <a:off x="3895153" y="1322641"/>
                      <a:ext cx="333946" cy="205454"/>
                    </a:xfrm>
                    <a:custGeom>
                      <a:avLst/>
                      <a:gdLst>
                        <a:gd name="connsiteX0" fmla="*/ 0 w 333946"/>
                        <a:gd name="connsiteY0" fmla="*/ 0 h 205454"/>
                        <a:gd name="connsiteX1" fmla="*/ 0 w 333946"/>
                        <a:gd name="connsiteY1" fmla="*/ 12668 h 205454"/>
                        <a:gd name="connsiteX2" fmla="*/ 333946 w 333946"/>
                        <a:gd name="connsiteY2" fmla="*/ 205454 h 205454"/>
                        <a:gd name="connsiteX3" fmla="*/ 333946 w 333946"/>
                        <a:gd name="connsiteY3" fmla="*/ 192881 h 205454"/>
                        <a:gd name="connsiteX4" fmla="*/ 0 w 333946"/>
                        <a:gd name="connsiteY4" fmla="*/ 0 h 205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46" h="205454">
                          <a:moveTo>
                            <a:pt x="0" y="0"/>
                          </a:moveTo>
                          <a:lnTo>
                            <a:pt x="0" y="12668"/>
                          </a:lnTo>
                          <a:lnTo>
                            <a:pt x="333946" y="205454"/>
                          </a:lnTo>
                          <a:lnTo>
                            <a:pt x="333946" y="192881"/>
                          </a:lnTo>
                          <a:lnTo>
                            <a:pt x="0" y="0"/>
                          </a:lnTo>
                          <a:close/>
                        </a:path>
                      </a:pathLst>
                    </a:custGeom>
                    <a:solidFill>
                      <a:srgbClr val="54545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6" name="Freeform: Shape 3415">
                      <a:extLst>
                        <a:ext uri="{FF2B5EF4-FFF2-40B4-BE49-F238E27FC236}">
                          <a16:creationId xmlns:a16="http://schemas.microsoft.com/office/drawing/2014/main" id="{E5957FEA-911C-894B-79ED-0B1E22F3C9AF}"/>
                        </a:ext>
                      </a:extLst>
                    </p:cNvPr>
                    <p:cNvSpPr/>
                    <p:nvPr/>
                  </p:nvSpPr>
                  <p:spPr>
                    <a:xfrm>
                      <a:off x="4229100" y="1240059"/>
                      <a:ext cx="477107" cy="288035"/>
                    </a:xfrm>
                    <a:custGeom>
                      <a:avLst/>
                      <a:gdLst>
                        <a:gd name="connsiteX0" fmla="*/ 0 w 477107"/>
                        <a:gd name="connsiteY0" fmla="*/ 288036 h 288035"/>
                        <a:gd name="connsiteX1" fmla="*/ 477107 w 477107"/>
                        <a:gd name="connsiteY1" fmla="*/ 12668 h 288035"/>
                        <a:gd name="connsiteX2" fmla="*/ 477107 w 477107"/>
                        <a:gd name="connsiteY2" fmla="*/ 0 h 288035"/>
                        <a:gd name="connsiteX3" fmla="*/ 0 w 477107"/>
                        <a:gd name="connsiteY3" fmla="*/ 275463 h 288035"/>
                        <a:gd name="connsiteX4" fmla="*/ 0 w 477107"/>
                        <a:gd name="connsiteY4" fmla="*/ 288036 h 288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107" h="288035">
                          <a:moveTo>
                            <a:pt x="0" y="288036"/>
                          </a:moveTo>
                          <a:lnTo>
                            <a:pt x="477107" y="12668"/>
                          </a:lnTo>
                          <a:lnTo>
                            <a:pt x="477107" y="0"/>
                          </a:lnTo>
                          <a:lnTo>
                            <a:pt x="0" y="275463"/>
                          </a:lnTo>
                          <a:lnTo>
                            <a:pt x="0" y="288036"/>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53" name="Graphic 3388">
                    <a:extLst>
                      <a:ext uri="{FF2B5EF4-FFF2-40B4-BE49-F238E27FC236}">
                        <a16:creationId xmlns:a16="http://schemas.microsoft.com/office/drawing/2014/main" id="{0F07F482-128F-9CFE-9533-FDC550A0F1A9}"/>
                      </a:ext>
                    </a:extLst>
                  </p:cNvPr>
                  <p:cNvGrpSpPr/>
                  <p:nvPr/>
                </p:nvGrpSpPr>
                <p:grpSpPr>
                  <a:xfrm>
                    <a:off x="3671887" y="1312735"/>
                    <a:ext cx="574547" cy="1825180"/>
                    <a:chOff x="3671887" y="1312735"/>
                    <a:chExt cx="574547" cy="1825180"/>
                  </a:xfrm>
                </p:grpSpPr>
                <p:grpSp>
                  <p:nvGrpSpPr>
                    <p:cNvPr id="3354" name="Graphic 3388">
                      <a:extLst>
                        <a:ext uri="{FF2B5EF4-FFF2-40B4-BE49-F238E27FC236}">
                          <a16:creationId xmlns:a16="http://schemas.microsoft.com/office/drawing/2014/main" id="{E357EFF0-E6FB-039F-A55D-BFF8EA81B8BC}"/>
                        </a:ext>
                      </a:extLst>
                    </p:cNvPr>
                    <p:cNvGrpSpPr/>
                    <p:nvPr/>
                  </p:nvGrpSpPr>
                  <p:grpSpPr>
                    <a:xfrm>
                      <a:off x="3671887" y="1312735"/>
                      <a:ext cx="574547" cy="1825180"/>
                      <a:chOff x="3671887" y="1312735"/>
                      <a:chExt cx="574547" cy="1825180"/>
                    </a:xfrm>
                  </p:grpSpPr>
                  <p:sp>
                    <p:nvSpPr>
                      <p:cNvPr id="3382" name="Freeform: Shape 3381">
                        <a:extLst>
                          <a:ext uri="{FF2B5EF4-FFF2-40B4-BE49-F238E27FC236}">
                            <a16:creationId xmlns:a16="http://schemas.microsoft.com/office/drawing/2014/main" id="{25727A8D-5A0F-04E6-8E08-ADFC9CC8C425}"/>
                          </a:ext>
                        </a:extLst>
                      </p:cNvPr>
                      <p:cNvSpPr/>
                      <p:nvPr/>
                    </p:nvSpPr>
                    <p:spPr>
                      <a:xfrm>
                        <a:off x="3671887" y="1312735"/>
                        <a:ext cx="574547" cy="1825180"/>
                      </a:xfrm>
                      <a:custGeom>
                        <a:avLst/>
                        <a:gdLst>
                          <a:gd name="connsiteX0" fmla="*/ 574548 w 574547"/>
                          <a:gd name="connsiteY0" fmla="*/ 1825181 h 1825180"/>
                          <a:gd name="connsiteX1" fmla="*/ 0 w 574547"/>
                          <a:gd name="connsiteY1" fmla="*/ 1493425 h 1825180"/>
                          <a:gd name="connsiteX2" fmla="*/ 0 w 574547"/>
                          <a:gd name="connsiteY2" fmla="*/ 0 h 1825180"/>
                          <a:gd name="connsiteX3" fmla="*/ 574548 w 574547"/>
                          <a:gd name="connsiteY3" fmla="*/ 331756 h 1825180"/>
                          <a:gd name="connsiteX4" fmla="*/ 574548 w 574547"/>
                          <a:gd name="connsiteY4" fmla="*/ 1825181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7" h="1825180">
                            <a:moveTo>
                              <a:pt x="574548" y="1825181"/>
                            </a:moveTo>
                            <a:lnTo>
                              <a:pt x="0" y="1493425"/>
                            </a:lnTo>
                            <a:lnTo>
                              <a:pt x="0" y="0"/>
                            </a:lnTo>
                            <a:lnTo>
                              <a:pt x="574548" y="331756"/>
                            </a:lnTo>
                            <a:lnTo>
                              <a:pt x="574548" y="182518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3" name="Freeform: Shape 3382">
                        <a:extLst>
                          <a:ext uri="{FF2B5EF4-FFF2-40B4-BE49-F238E27FC236}">
                            <a16:creationId xmlns:a16="http://schemas.microsoft.com/office/drawing/2014/main" id="{79C7F180-4D76-4352-10D6-D989EFAA44A6}"/>
                          </a:ext>
                        </a:extLst>
                      </p:cNvPr>
                      <p:cNvSpPr/>
                      <p:nvPr/>
                    </p:nvSpPr>
                    <p:spPr>
                      <a:xfrm>
                        <a:off x="3726370" y="1407128"/>
                        <a:ext cx="465581" cy="1636394"/>
                      </a:xfrm>
                      <a:custGeom>
                        <a:avLst/>
                        <a:gdLst>
                          <a:gd name="connsiteX0" fmla="*/ 0 w 465581"/>
                          <a:gd name="connsiteY0" fmla="*/ 1367600 h 1636394"/>
                          <a:gd name="connsiteX1" fmla="*/ 0 w 465581"/>
                          <a:gd name="connsiteY1" fmla="*/ 0 h 1636394"/>
                          <a:gd name="connsiteX2" fmla="*/ 465582 w 465581"/>
                          <a:gd name="connsiteY2" fmla="*/ 268795 h 1636394"/>
                          <a:gd name="connsiteX3" fmla="*/ 465582 w 465581"/>
                          <a:gd name="connsiteY3" fmla="*/ 1636395 h 1636394"/>
                          <a:gd name="connsiteX4" fmla="*/ 0 w 465581"/>
                          <a:gd name="connsiteY4" fmla="*/ 1367600 h 1636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1636394">
                            <a:moveTo>
                              <a:pt x="0" y="1367600"/>
                            </a:moveTo>
                            <a:lnTo>
                              <a:pt x="0" y="0"/>
                            </a:lnTo>
                            <a:lnTo>
                              <a:pt x="465582" y="268795"/>
                            </a:lnTo>
                            <a:lnTo>
                              <a:pt x="465582" y="1636395"/>
                            </a:lnTo>
                            <a:lnTo>
                              <a:pt x="0" y="1367600"/>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4" name="Freeform: Shape 3383">
                        <a:extLst>
                          <a:ext uri="{FF2B5EF4-FFF2-40B4-BE49-F238E27FC236}">
                            <a16:creationId xmlns:a16="http://schemas.microsoft.com/office/drawing/2014/main" id="{997E13BF-6E14-0601-A8F0-3D53E086BAD7}"/>
                          </a:ext>
                        </a:extLst>
                      </p:cNvPr>
                      <p:cNvSpPr/>
                      <p:nvPr/>
                    </p:nvSpPr>
                    <p:spPr>
                      <a:xfrm>
                        <a:off x="3726370" y="1407128"/>
                        <a:ext cx="465581" cy="333375"/>
                      </a:xfrm>
                      <a:custGeom>
                        <a:avLst/>
                        <a:gdLst>
                          <a:gd name="connsiteX0" fmla="*/ 465582 w 465581"/>
                          <a:gd name="connsiteY0" fmla="*/ 333375 h 333375"/>
                          <a:gd name="connsiteX1" fmla="*/ 0 w 465581"/>
                          <a:gd name="connsiteY1" fmla="*/ 64579 h 333375"/>
                          <a:gd name="connsiteX2" fmla="*/ 0 w 465581"/>
                          <a:gd name="connsiteY2" fmla="*/ 0 h 333375"/>
                          <a:gd name="connsiteX3" fmla="*/ 465582 w 465581"/>
                          <a:gd name="connsiteY3" fmla="*/ 268795 h 333375"/>
                          <a:gd name="connsiteX4" fmla="*/ 465582 w 465581"/>
                          <a:gd name="connsiteY4" fmla="*/ 333375 h 333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33375">
                            <a:moveTo>
                              <a:pt x="465582" y="333375"/>
                            </a:moveTo>
                            <a:lnTo>
                              <a:pt x="0" y="64579"/>
                            </a:lnTo>
                            <a:lnTo>
                              <a:pt x="0" y="0"/>
                            </a:lnTo>
                            <a:lnTo>
                              <a:pt x="465582" y="268795"/>
                            </a:lnTo>
                            <a:lnTo>
                              <a:pt x="465582" y="33337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5" name="Freeform: Shape 3384">
                        <a:extLst>
                          <a:ext uri="{FF2B5EF4-FFF2-40B4-BE49-F238E27FC236}">
                            <a16:creationId xmlns:a16="http://schemas.microsoft.com/office/drawing/2014/main" id="{486A200B-3855-0002-3469-99ECDCB5E465}"/>
                          </a:ext>
                        </a:extLst>
                      </p:cNvPr>
                      <p:cNvSpPr/>
                      <p:nvPr/>
                    </p:nvSpPr>
                    <p:spPr>
                      <a:xfrm>
                        <a:off x="3726370" y="1471707"/>
                        <a:ext cx="465581" cy="338804"/>
                      </a:xfrm>
                      <a:custGeom>
                        <a:avLst/>
                        <a:gdLst>
                          <a:gd name="connsiteX0" fmla="*/ 465582 w 465581"/>
                          <a:gd name="connsiteY0" fmla="*/ 338804 h 338804"/>
                          <a:gd name="connsiteX1" fmla="*/ 0 w 465581"/>
                          <a:gd name="connsiteY1" fmla="*/ 70009 h 338804"/>
                          <a:gd name="connsiteX2" fmla="*/ 0 w 465581"/>
                          <a:gd name="connsiteY2" fmla="*/ 0 h 338804"/>
                          <a:gd name="connsiteX3" fmla="*/ 465582 w 465581"/>
                          <a:gd name="connsiteY3" fmla="*/ 268796 h 338804"/>
                          <a:gd name="connsiteX4" fmla="*/ 465582 w 465581"/>
                          <a:gd name="connsiteY4" fmla="*/ 338804 h 33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38804">
                            <a:moveTo>
                              <a:pt x="465582" y="338804"/>
                            </a:moveTo>
                            <a:lnTo>
                              <a:pt x="0" y="70009"/>
                            </a:lnTo>
                            <a:lnTo>
                              <a:pt x="0" y="0"/>
                            </a:lnTo>
                            <a:lnTo>
                              <a:pt x="465582" y="268796"/>
                            </a:lnTo>
                            <a:lnTo>
                              <a:pt x="465582" y="33880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6" name="Freeform: Shape 3385">
                        <a:extLst>
                          <a:ext uri="{FF2B5EF4-FFF2-40B4-BE49-F238E27FC236}">
                            <a16:creationId xmlns:a16="http://schemas.microsoft.com/office/drawing/2014/main" id="{1917F4E0-D371-FBDF-4BE9-0B3CBA3CC2B5}"/>
                          </a:ext>
                        </a:extLst>
                      </p:cNvPr>
                      <p:cNvSpPr/>
                      <p:nvPr/>
                    </p:nvSpPr>
                    <p:spPr>
                      <a:xfrm>
                        <a:off x="3726370" y="1466278"/>
                        <a:ext cx="465581" cy="279654"/>
                      </a:xfrm>
                      <a:custGeom>
                        <a:avLst/>
                        <a:gdLst>
                          <a:gd name="connsiteX0" fmla="*/ 465582 w 465581"/>
                          <a:gd name="connsiteY0" fmla="*/ 279654 h 279654"/>
                          <a:gd name="connsiteX1" fmla="*/ 0 w 465581"/>
                          <a:gd name="connsiteY1" fmla="*/ 10858 h 279654"/>
                          <a:gd name="connsiteX2" fmla="*/ 0 w 465581"/>
                          <a:gd name="connsiteY2" fmla="*/ 0 h 279654"/>
                          <a:gd name="connsiteX3" fmla="*/ 465582 w 465581"/>
                          <a:gd name="connsiteY3" fmla="*/ 268796 h 279654"/>
                          <a:gd name="connsiteX4" fmla="*/ 465582 w 465581"/>
                          <a:gd name="connsiteY4" fmla="*/ 279654 h 27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279654">
                            <a:moveTo>
                              <a:pt x="465582" y="279654"/>
                            </a:moveTo>
                            <a:lnTo>
                              <a:pt x="0" y="10858"/>
                            </a:lnTo>
                            <a:lnTo>
                              <a:pt x="0" y="0"/>
                            </a:lnTo>
                            <a:lnTo>
                              <a:pt x="465582" y="268796"/>
                            </a:lnTo>
                            <a:lnTo>
                              <a:pt x="465582" y="279654"/>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7" name="Freeform: Shape 3386">
                        <a:extLst>
                          <a:ext uri="{FF2B5EF4-FFF2-40B4-BE49-F238E27FC236}">
                            <a16:creationId xmlns:a16="http://schemas.microsoft.com/office/drawing/2014/main" id="{AE662CE5-6167-8092-CE38-F0888CACA1AE}"/>
                          </a:ext>
                        </a:extLst>
                      </p:cNvPr>
                      <p:cNvSpPr/>
                      <p:nvPr/>
                    </p:nvSpPr>
                    <p:spPr>
                      <a:xfrm>
                        <a:off x="3726370" y="1530858"/>
                        <a:ext cx="465581" cy="279654"/>
                      </a:xfrm>
                      <a:custGeom>
                        <a:avLst/>
                        <a:gdLst>
                          <a:gd name="connsiteX0" fmla="*/ 465582 w 465581"/>
                          <a:gd name="connsiteY0" fmla="*/ 279654 h 279654"/>
                          <a:gd name="connsiteX1" fmla="*/ 0 w 465581"/>
                          <a:gd name="connsiteY1" fmla="*/ 10858 h 279654"/>
                          <a:gd name="connsiteX2" fmla="*/ 0 w 465581"/>
                          <a:gd name="connsiteY2" fmla="*/ 0 h 279654"/>
                          <a:gd name="connsiteX3" fmla="*/ 465582 w 465581"/>
                          <a:gd name="connsiteY3" fmla="*/ 268796 h 279654"/>
                          <a:gd name="connsiteX4" fmla="*/ 465582 w 465581"/>
                          <a:gd name="connsiteY4" fmla="*/ 279654 h 27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279654">
                            <a:moveTo>
                              <a:pt x="465582" y="279654"/>
                            </a:moveTo>
                            <a:lnTo>
                              <a:pt x="0" y="10858"/>
                            </a:lnTo>
                            <a:lnTo>
                              <a:pt x="0" y="0"/>
                            </a:lnTo>
                            <a:lnTo>
                              <a:pt x="465582" y="268796"/>
                            </a:lnTo>
                            <a:lnTo>
                              <a:pt x="465582" y="279654"/>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8" name="Freeform: Shape 3387">
                        <a:extLst>
                          <a:ext uri="{FF2B5EF4-FFF2-40B4-BE49-F238E27FC236}">
                            <a16:creationId xmlns:a16="http://schemas.microsoft.com/office/drawing/2014/main" id="{AC14C43A-3CB8-E2DC-8105-873B637FCD3C}"/>
                          </a:ext>
                        </a:extLst>
                      </p:cNvPr>
                      <p:cNvSpPr/>
                      <p:nvPr/>
                    </p:nvSpPr>
                    <p:spPr>
                      <a:xfrm>
                        <a:off x="3726370" y="1951767"/>
                        <a:ext cx="465581" cy="390715"/>
                      </a:xfrm>
                      <a:custGeom>
                        <a:avLst/>
                        <a:gdLst>
                          <a:gd name="connsiteX0" fmla="*/ 465582 w 465581"/>
                          <a:gd name="connsiteY0" fmla="*/ 390715 h 390715"/>
                          <a:gd name="connsiteX1" fmla="*/ 0 w 465581"/>
                          <a:gd name="connsiteY1" fmla="*/ 122015 h 390715"/>
                          <a:gd name="connsiteX2" fmla="*/ 0 w 465581"/>
                          <a:gd name="connsiteY2" fmla="*/ 0 h 390715"/>
                          <a:gd name="connsiteX3" fmla="*/ 465582 w 465581"/>
                          <a:gd name="connsiteY3" fmla="*/ 268796 h 390715"/>
                          <a:gd name="connsiteX4" fmla="*/ 465582 w 465581"/>
                          <a:gd name="connsiteY4" fmla="*/ 390715 h 390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81" h="390715">
                            <a:moveTo>
                              <a:pt x="465582" y="390715"/>
                            </a:moveTo>
                            <a:lnTo>
                              <a:pt x="0" y="122015"/>
                            </a:lnTo>
                            <a:lnTo>
                              <a:pt x="0" y="0"/>
                            </a:lnTo>
                            <a:lnTo>
                              <a:pt x="465582" y="268796"/>
                            </a:lnTo>
                            <a:lnTo>
                              <a:pt x="465582" y="390715"/>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9" name="Freeform: Shape 3388">
                        <a:extLst>
                          <a:ext uri="{FF2B5EF4-FFF2-40B4-BE49-F238E27FC236}">
                            <a16:creationId xmlns:a16="http://schemas.microsoft.com/office/drawing/2014/main" id="{D017386A-C1A7-01A4-80D0-CBC1A09B8BBC}"/>
                          </a:ext>
                        </a:extLst>
                      </p:cNvPr>
                      <p:cNvSpPr/>
                      <p:nvPr/>
                    </p:nvSpPr>
                    <p:spPr>
                      <a:xfrm>
                        <a:off x="3878770" y="2051684"/>
                        <a:ext cx="160781" cy="190881"/>
                      </a:xfrm>
                      <a:custGeom>
                        <a:avLst/>
                        <a:gdLst>
                          <a:gd name="connsiteX0" fmla="*/ 160782 w 160781"/>
                          <a:gd name="connsiteY0" fmla="*/ 190881 h 190881"/>
                          <a:gd name="connsiteX1" fmla="*/ 0 w 160781"/>
                          <a:gd name="connsiteY1" fmla="*/ 98012 h 190881"/>
                          <a:gd name="connsiteX2" fmla="*/ 0 w 160781"/>
                          <a:gd name="connsiteY2" fmla="*/ 0 h 190881"/>
                          <a:gd name="connsiteX3" fmla="*/ 160782 w 160781"/>
                          <a:gd name="connsiteY3" fmla="*/ 92869 h 190881"/>
                          <a:gd name="connsiteX4" fmla="*/ 160782 w 160781"/>
                          <a:gd name="connsiteY4" fmla="*/ 190881 h 190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81" h="190881">
                            <a:moveTo>
                              <a:pt x="160782" y="190881"/>
                            </a:moveTo>
                            <a:lnTo>
                              <a:pt x="0" y="98012"/>
                            </a:lnTo>
                            <a:lnTo>
                              <a:pt x="0" y="0"/>
                            </a:lnTo>
                            <a:lnTo>
                              <a:pt x="160782" y="92869"/>
                            </a:lnTo>
                            <a:lnTo>
                              <a:pt x="160782" y="190881"/>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0" name="Freeform: Shape 3389">
                        <a:extLst>
                          <a:ext uri="{FF2B5EF4-FFF2-40B4-BE49-F238E27FC236}">
                            <a16:creationId xmlns:a16="http://schemas.microsoft.com/office/drawing/2014/main" id="{B153D408-005F-51B0-0E08-07A77CC5DB0D}"/>
                          </a:ext>
                        </a:extLst>
                      </p:cNvPr>
                      <p:cNvSpPr/>
                      <p:nvPr/>
                    </p:nvSpPr>
                    <p:spPr>
                      <a:xfrm>
                        <a:off x="4052411" y="2151983"/>
                        <a:ext cx="23336" cy="40290"/>
                      </a:xfrm>
                      <a:custGeom>
                        <a:avLst/>
                        <a:gdLst>
                          <a:gd name="connsiteX0" fmla="*/ 23336 w 23336"/>
                          <a:gd name="connsiteY0" fmla="*/ 40291 h 40290"/>
                          <a:gd name="connsiteX1" fmla="*/ 0 w 23336"/>
                          <a:gd name="connsiteY1" fmla="*/ 26861 h 40290"/>
                          <a:gd name="connsiteX2" fmla="*/ 0 w 23336"/>
                          <a:gd name="connsiteY2" fmla="*/ 0 h 40290"/>
                          <a:gd name="connsiteX3" fmla="*/ 23336 w 23336"/>
                          <a:gd name="connsiteY3" fmla="*/ 13430 h 40290"/>
                          <a:gd name="connsiteX4" fmla="*/ 23336 w 23336"/>
                          <a:gd name="connsiteY4" fmla="*/ 40291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40291"/>
                            </a:moveTo>
                            <a:lnTo>
                              <a:pt x="0" y="26861"/>
                            </a:lnTo>
                            <a:lnTo>
                              <a:pt x="0" y="0"/>
                            </a:lnTo>
                            <a:lnTo>
                              <a:pt x="23336" y="13430"/>
                            </a:lnTo>
                            <a:lnTo>
                              <a:pt x="23336" y="40291"/>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1" name="Freeform: Shape 3390">
                        <a:extLst>
                          <a:ext uri="{FF2B5EF4-FFF2-40B4-BE49-F238E27FC236}">
                            <a16:creationId xmlns:a16="http://schemas.microsoft.com/office/drawing/2014/main" id="{1F885F9D-E67B-29EC-ACB9-BC6939DC6619}"/>
                          </a:ext>
                        </a:extLst>
                      </p:cNvPr>
                      <p:cNvSpPr/>
                      <p:nvPr/>
                    </p:nvSpPr>
                    <p:spPr>
                      <a:xfrm>
                        <a:off x="4121658" y="2191988"/>
                        <a:ext cx="23336" cy="40290"/>
                      </a:xfrm>
                      <a:custGeom>
                        <a:avLst/>
                        <a:gdLst>
                          <a:gd name="connsiteX0" fmla="*/ 23336 w 23336"/>
                          <a:gd name="connsiteY0" fmla="*/ 40291 h 40290"/>
                          <a:gd name="connsiteX1" fmla="*/ 0 w 23336"/>
                          <a:gd name="connsiteY1" fmla="*/ 26860 h 40290"/>
                          <a:gd name="connsiteX2" fmla="*/ 0 w 23336"/>
                          <a:gd name="connsiteY2" fmla="*/ 0 h 40290"/>
                          <a:gd name="connsiteX3" fmla="*/ 23336 w 23336"/>
                          <a:gd name="connsiteY3" fmla="*/ 13430 h 40290"/>
                          <a:gd name="connsiteX4" fmla="*/ 23336 w 23336"/>
                          <a:gd name="connsiteY4" fmla="*/ 40291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40291"/>
                            </a:moveTo>
                            <a:lnTo>
                              <a:pt x="0" y="26860"/>
                            </a:lnTo>
                            <a:lnTo>
                              <a:pt x="0" y="0"/>
                            </a:lnTo>
                            <a:lnTo>
                              <a:pt x="23336" y="13430"/>
                            </a:lnTo>
                            <a:lnTo>
                              <a:pt x="23336" y="40291"/>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2" name="Freeform: Shape 3391">
                        <a:extLst>
                          <a:ext uri="{FF2B5EF4-FFF2-40B4-BE49-F238E27FC236}">
                            <a16:creationId xmlns:a16="http://schemas.microsoft.com/office/drawing/2014/main" id="{933B997D-9EDC-64E3-1D02-53F83B733069}"/>
                          </a:ext>
                        </a:extLst>
                      </p:cNvPr>
                      <p:cNvSpPr/>
                      <p:nvPr/>
                    </p:nvSpPr>
                    <p:spPr>
                      <a:xfrm>
                        <a:off x="4052411" y="2187511"/>
                        <a:ext cx="23336" cy="40385"/>
                      </a:xfrm>
                      <a:custGeom>
                        <a:avLst/>
                        <a:gdLst>
                          <a:gd name="connsiteX0" fmla="*/ 23336 w 23336"/>
                          <a:gd name="connsiteY0" fmla="*/ 40386 h 40385"/>
                          <a:gd name="connsiteX1" fmla="*/ 0 w 23336"/>
                          <a:gd name="connsiteY1" fmla="*/ 26860 h 40385"/>
                          <a:gd name="connsiteX2" fmla="*/ 0 w 23336"/>
                          <a:gd name="connsiteY2" fmla="*/ 0 h 40385"/>
                          <a:gd name="connsiteX3" fmla="*/ 23336 w 23336"/>
                          <a:gd name="connsiteY3" fmla="*/ 13430 h 40385"/>
                          <a:gd name="connsiteX4" fmla="*/ 23336 w 23336"/>
                          <a:gd name="connsiteY4" fmla="*/ 40386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5">
                            <a:moveTo>
                              <a:pt x="23336" y="40386"/>
                            </a:moveTo>
                            <a:lnTo>
                              <a:pt x="0" y="26860"/>
                            </a:lnTo>
                            <a:lnTo>
                              <a:pt x="0" y="0"/>
                            </a:lnTo>
                            <a:lnTo>
                              <a:pt x="23336" y="13430"/>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3" name="Freeform: Shape 3392">
                        <a:extLst>
                          <a:ext uri="{FF2B5EF4-FFF2-40B4-BE49-F238E27FC236}">
                            <a16:creationId xmlns:a16="http://schemas.microsoft.com/office/drawing/2014/main" id="{E284FE9A-01B0-7ABF-B46C-FED7EB3EF6CD}"/>
                          </a:ext>
                        </a:extLst>
                      </p:cNvPr>
                      <p:cNvSpPr/>
                      <p:nvPr/>
                    </p:nvSpPr>
                    <p:spPr>
                      <a:xfrm>
                        <a:off x="4121658" y="2227516"/>
                        <a:ext cx="23336" cy="40386"/>
                      </a:xfrm>
                      <a:custGeom>
                        <a:avLst/>
                        <a:gdLst>
                          <a:gd name="connsiteX0" fmla="*/ 23336 w 23336"/>
                          <a:gd name="connsiteY0" fmla="*/ 40386 h 40386"/>
                          <a:gd name="connsiteX1" fmla="*/ 0 w 23336"/>
                          <a:gd name="connsiteY1" fmla="*/ 26860 h 40386"/>
                          <a:gd name="connsiteX2" fmla="*/ 0 w 23336"/>
                          <a:gd name="connsiteY2" fmla="*/ 0 h 40386"/>
                          <a:gd name="connsiteX3" fmla="*/ 23336 w 23336"/>
                          <a:gd name="connsiteY3" fmla="*/ 13430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860"/>
                            </a:lnTo>
                            <a:lnTo>
                              <a:pt x="0" y="0"/>
                            </a:lnTo>
                            <a:lnTo>
                              <a:pt x="23336" y="13430"/>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4" name="Freeform: Shape 3393">
                        <a:extLst>
                          <a:ext uri="{FF2B5EF4-FFF2-40B4-BE49-F238E27FC236}">
                            <a16:creationId xmlns:a16="http://schemas.microsoft.com/office/drawing/2014/main" id="{A1F16590-B884-286E-070E-B35230C7A5F9}"/>
                          </a:ext>
                        </a:extLst>
                      </p:cNvPr>
                      <p:cNvSpPr/>
                      <p:nvPr/>
                    </p:nvSpPr>
                    <p:spPr>
                      <a:xfrm>
                        <a:off x="4052411" y="2223039"/>
                        <a:ext cx="23336" cy="40386"/>
                      </a:xfrm>
                      <a:custGeom>
                        <a:avLst/>
                        <a:gdLst>
                          <a:gd name="connsiteX0" fmla="*/ 23336 w 23336"/>
                          <a:gd name="connsiteY0" fmla="*/ 40386 h 40386"/>
                          <a:gd name="connsiteX1" fmla="*/ 0 w 23336"/>
                          <a:gd name="connsiteY1" fmla="*/ 26956 h 40386"/>
                          <a:gd name="connsiteX2" fmla="*/ 0 w 23336"/>
                          <a:gd name="connsiteY2" fmla="*/ 0 h 40386"/>
                          <a:gd name="connsiteX3" fmla="*/ 23336 w 23336"/>
                          <a:gd name="connsiteY3" fmla="*/ 13525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956"/>
                            </a:lnTo>
                            <a:lnTo>
                              <a:pt x="0" y="0"/>
                            </a:lnTo>
                            <a:lnTo>
                              <a:pt x="23336" y="13525"/>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5" name="Freeform: Shape 3394">
                        <a:extLst>
                          <a:ext uri="{FF2B5EF4-FFF2-40B4-BE49-F238E27FC236}">
                            <a16:creationId xmlns:a16="http://schemas.microsoft.com/office/drawing/2014/main" id="{1E486524-3477-10AA-58E1-05BD86F49583}"/>
                          </a:ext>
                        </a:extLst>
                      </p:cNvPr>
                      <p:cNvSpPr/>
                      <p:nvPr/>
                    </p:nvSpPr>
                    <p:spPr>
                      <a:xfrm>
                        <a:off x="4121658" y="2263044"/>
                        <a:ext cx="23336" cy="40386"/>
                      </a:xfrm>
                      <a:custGeom>
                        <a:avLst/>
                        <a:gdLst>
                          <a:gd name="connsiteX0" fmla="*/ 23336 w 23336"/>
                          <a:gd name="connsiteY0" fmla="*/ 40386 h 40386"/>
                          <a:gd name="connsiteX1" fmla="*/ 0 w 23336"/>
                          <a:gd name="connsiteY1" fmla="*/ 26956 h 40386"/>
                          <a:gd name="connsiteX2" fmla="*/ 0 w 23336"/>
                          <a:gd name="connsiteY2" fmla="*/ 0 h 40386"/>
                          <a:gd name="connsiteX3" fmla="*/ 23336 w 23336"/>
                          <a:gd name="connsiteY3" fmla="*/ 13525 h 40386"/>
                          <a:gd name="connsiteX4" fmla="*/ 23336 w 23336"/>
                          <a:gd name="connsiteY4" fmla="*/ 40386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40386"/>
                            </a:moveTo>
                            <a:lnTo>
                              <a:pt x="0" y="26956"/>
                            </a:lnTo>
                            <a:lnTo>
                              <a:pt x="0" y="0"/>
                            </a:lnTo>
                            <a:lnTo>
                              <a:pt x="23336" y="13525"/>
                            </a:lnTo>
                            <a:lnTo>
                              <a:pt x="23336" y="40386"/>
                            </a:lnTo>
                            <a:close/>
                          </a:path>
                        </a:pathLst>
                      </a:custGeom>
                      <a:solidFill>
                        <a:srgbClr val="C63A6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6" name="Freeform: Shape 3395">
                        <a:extLst>
                          <a:ext uri="{FF2B5EF4-FFF2-40B4-BE49-F238E27FC236}">
                            <a16:creationId xmlns:a16="http://schemas.microsoft.com/office/drawing/2014/main" id="{E3640CBA-E47F-96B1-4152-C746C37ACF1C}"/>
                          </a:ext>
                        </a:extLst>
                      </p:cNvPr>
                      <p:cNvSpPr/>
                      <p:nvPr/>
                    </p:nvSpPr>
                    <p:spPr>
                      <a:xfrm>
                        <a:off x="4081938" y="2169033"/>
                        <a:ext cx="33242" cy="46100"/>
                      </a:xfrm>
                      <a:custGeom>
                        <a:avLst/>
                        <a:gdLst>
                          <a:gd name="connsiteX0" fmla="*/ 33242 w 33242"/>
                          <a:gd name="connsiteY0" fmla="*/ 46101 h 46100"/>
                          <a:gd name="connsiteX1" fmla="*/ 0 w 33242"/>
                          <a:gd name="connsiteY1" fmla="*/ 26860 h 46100"/>
                          <a:gd name="connsiteX2" fmla="*/ 0 w 33242"/>
                          <a:gd name="connsiteY2" fmla="*/ 0 h 46100"/>
                          <a:gd name="connsiteX3" fmla="*/ 33242 w 33242"/>
                          <a:gd name="connsiteY3" fmla="*/ 19145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0"/>
                            </a:lnTo>
                            <a:lnTo>
                              <a:pt x="0" y="0"/>
                            </a:lnTo>
                            <a:lnTo>
                              <a:pt x="33242" y="19145"/>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7" name="Freeform: Shape 3396">
                        <a:extLst>
                          <a:ext uri="{FF2B5EF4-FFF2-40B4-BE49-F238E27FC236}">
                            <a16:creationId xmlns:a16="http://schemas.microsoft.com/office/drawing/2014/main" id="{78B5A53E-7945-1384-7F0A-CF44ED0ADEB7}"/>
                          </a:ext>
                        </a:extLst>
                      </p:cNvPr>
                      <p:cNvSpPr/>
                      <p:nvPr/>
                    </p:nvSpPr>
                    <p:spPr>
                      <a:xfrm>
                        <a:off x="4081938" y="2204561"/>
                        <a:ext cx="33242" cy="46100"/>
                      </a:xfrm>
                      <a:custGeom>
                        <a:avLst/>
                        <a:gdLst>
                          <a:gd name="connsiteX0" fmla="*/ 33242 w 33242"/>
                          <a:gd name="connsiteY0" fmla="*/ 46101 h 46100"/>
                          <a:gd name="connsiteX1" fmla="*/ 0 w 33242"/>
                          <a:gd name="connsiteY1" fmla="*/ 26861 h 46100"/>
                          <a:gd name="connsiteX2" fmla="*/ 0 w 33242"/>
                          <a:gd name="connsiteY2" fmla="*/ 0 h 46100"/>
                          <a:gd name="connsiteX3" fmla="*/ 33242 w 33242"/>
                          <a:gd name="connsiteY3" fmla="*/ 19241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1"/>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8" name="Freeform: Shape 3397">
                        <a:extLst>
                          <a:ext uri="{FF2B5EF4-FFF2-40B4-BE49-F238E27FC236}">
                            <a16:creationId xmlns:a16="http://schemas.microsoft.com/office/drawing/2014/main" id="{16E816AA-C625-47EF-2808-B1552EC0AA54}"/>
                          </a:ext>
                        </a:extLst>
                      </p:cNvPr>
                      <p:cNvSpPr/>
                      <p:nvPr/>
                    </p:nvSpPr>
                    <p:spPr>
                      <a:xfrm>
                        <a:off x="4081938" y="2240089"/>
                        <a:ext cx="33242" cy="46101"/>
                      </a:xfrm>
                      <a:custGeom>
                        <a:avLst/>
                        <a:gdLst>
                          <a:gd name="connsiteX0" fmla="*/ 33242 w 33242"/>
                          <a:gd name="connsiteY0" fmla="*/ 46101 h 46101"/>
                          <a:gd name="connsiteX1" fmla="*/ 0 w 33242"/>
                          <a:gd name="connsiteY1" fmla="*/ 26956 h 46101"/>
                          <a:gd name="connsiteX2" fmla="*/ 0 w 33242"/>
                          <a:gd name="connsiteY2" fmla="*/ 0 h 46101"/>
                          <a:gd name="connsiteX3" fmla="*/ 33242 w 33242"/>
                          <a:gd name="connsiteY3" fmla="*/ 19241 h 46101"/>
                          <a:gd name="connsiteX4" fmla="*/ 33242 w 33242"/>
                          <a:gd name="connsiteY4" fmla="*/ 46101 h 46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1">
                            <a:moveTo>
                              <a:pt x="33242" y="46101"/>
                            </a:moveTo>
                            <a:lnTo>
                              <a:pt x="0" y="26956"/>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99" name="Freeform: Shape 3398">
                        <a:extLst>
                          <a:ext uri="{FF2B5EF4-FFF2-40B4-BE49-F238E27FC236}">
                            <a16:creationId xmlns:a16="http://schemas.microsoft.com/office/drawing/2014/main" id="{8153E3B7-8882-C83D-A799-8A0D92067921}"/>
                          </a:ext>
                        </a:extLst>
                      </p:cNvPr>
                      <p:cNvSpPr/>
                      <p:nvPr/>
                    </p:nvSpPr>
                    <p:spPr>
                      <a:xfrm>
                        <a:off x="4151375" y="2209133"/>
                        <a:ext cx="33242" cy="46005"/>
                      </a:xfrm>
                      <a:custGeom>
                        <a:avLst/>
                        <a:gdLst>
                          <a:gd name="connsiteX0" fmla="*/ 33242 w 33242"/>
                          <a:gd name="connsiteY0" fmla="*/ 46006 h 46005"/>
                          <a:gd name="connsiteX1" fmla="*/ 0 w 33242"/>
                          <a:gd name="connsiteY1" fmla="*/ 26861 h 46005"/>
                          <a:gd name="connsiteX2" fmla="*/ 0 w 33242"/>
                          <a:gd name="connsiteY2" fmla="*/ 0 h 46005"/>
                          <a:gd name="connsiteX3" fmla="*/ 33242 w 33242"/>
                          <a:gd name="connsiteY3" fmla="*/ 19145 h 46005"/>
                          <a:gd name="connsiteX4" fmla="*/ 33242 w 33242"/>
                          <a:gd name="connsiteY4" fmla="*/ 46006 h 4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005">
                            <a:moveTo>
                              <a:pt x="33242" y="46006"/>
                            </a:moveTo>
                            <a:lnTo>
                              <a:pt x="0" y="26861"/>
                            </a:lnTo>
                            <a:lnTo>
                              <a:pt x="0" y="0"/>
                            </a:lnTo>
                            <a:lnTo>
                              <a:pt x="33242" y="19145"/>
                            </a:lnTo>
                            <a:lnTo>
                              <a:pt x="33242" y="46006"/>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0" name="Freeform: Shape 3399">
                        <a:extLst>
                          <a:ext uri="{FF2B5EF4-FFF2-40B4-BE49-F238E27FC236}">
                            <a16:creationId xmlns:a16="http://schemas.microsoft.com/office/drawing/2014/main" id="{3BFCC536-AD29-608A-1E50-C266A6343E70}"/>
                          </a:ext>
                        </a:extLst>
                      </p:cNvPr>
                      <p:cNvSpPr/>
                      <p:nvPr/>
                    </p:nvSpPr>
                    <p:spPr>
                      <a:xfrm>
                        <a:off x="4151375" y="2244661"/>
                        <a:ext cx="33242" cy="46100"/>
                      </a:xfrm>
                      <a:custGeom>
                        <a:avLst/>
                        <a:gdLst>
                          <a:gd name="connsiteX0" fmla="*/ 33242 w 33242"/>
                          <a:gd name="connsiteY0" fmla="*/ 46101 h 46100"/>
                          <a:gd name="connsiteX1" fmla="*/ 0 w 33242"/>
                          <a:gd name="connsiteY1" fmla="*/ 26860 h 46100"/>
                          <a:gd name="connsiteX2" fmla="*/ 0 w 33242"/>
                          <a:gd name="connsiteY2" fmla="*/ 0 h 46100"/>
                          <a:gd name="connsiteX3" fmla="*/ 33242 w 33242"/>
                          <a:gd name="connsiteY3" fmla="*/ 19145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860"/>
                            </a:lnTo>
                            <a:lnTo>
                              <a:pt x="0" y="0"/>
                            </a:lnTo>
                            <a:lnTo>
                              <a:pt x="33242" y="19145"/>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1" name="Freeform: Shape 3400">
                        <a:extLst>
                          <a:ext uri="{FF2B5EF4-FFF2-40B4-BE49-F238E27FC236}">
                            <a16:creationId xmlns:a16="http://schemas.microsoft.com/office/drawing/2014/main" id="{69FCA537-7044-04BD-0DC7-F2B94A1C63C4}"/>
                          </a:ext>
                        </a:extLst>
                      </p:cNvPr>
                      <p:cNvSpPr/>
                      <p:nvPr/>
                    </p:nvSpPr>
                    <p:spPr>
                      <a:xfrm>
                        <a:off x="4151375" y="2280189"/>
                        <a:ext cx="33242" cy="46100"/>
                      </a:xfrm>
                      <a:custGeom>
                        <a:avLst/>
                        <a:gdLst>
                          <a:gd name="connsiteX0" fmla="*/ 33242 w 33242"/>
                          <a:gd name="connsiteY0" fmla="*/ 46101 h 46100"/>
                          <a:gd name="connsiteX1" fmla="*/ 0 w 33242"/>
                          <a:gd name="connsiteY1" fmla="*/ 26956 h 46100"/>
                          <a:gd name="connsiteX2" fmla="*/ 0 w 33242"/>
                          <a:gd name="connsiteY2" fmla="*/ 0 h 46100"/>
                          <a:gd name="connsiteX3" fmla="*/ 33242 w 33242"/>
                          <a:gd name="connsiteY3" fmla="*/ 19241 h 46100"/>
                          <a:gd name="connsiteX4" fmla="*/ 33242 w 33242"/>
                          <a:gd name="connsiteY4" fmla="*/ 46101 h 4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42" h="46100">
                            <a:moveTo>
                              <a:pt x="33242" y="46101"/>
                            </a:moveTo>
                            <a:lnTo>
                              <a:pt x="0" y="26956"/>
                            </a:lnTo>
                            <a:lnTo>
                              <a:pt x="0" y="0"/>
                            </a:lnTo>
                            <a:lnTo>
                              <a:pt x="33242" y="19241"/>
                            </a:lnTo>
                            <a:lnTo>
                              <a:pt x="33242" y="46101"/>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2" name="Freeform: Shape 3401">
                        <a:extLst>
                          <a:ext uri="{FF2B5EF4-FFF2-40B4-BE49-F238E27FC236}">
                            <a16:creationId xmlns:a16="http://schemas.microsoft.com/office/drawing/2014/main" id="{054836C4-C511-FC32-776A-9FCF12D55759}"/>
                          </a:ext>
                        </a:extLst>
                      </p:cNvPr>
                      <p:cNvSpPr/>
                      <p:nvPr/>
                    </p:nvSpPr>
                    <p:spPr>
                      <a:xfrm>
                        <a:off x="3737800" y="1970341"/>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3" name="Freeform: Shape 3402">
                        <a:extLst>
                          <a:ext uri="{FF2B5EF4-FFF2-40B4-BE49-F238E27FC236}">
                            <a16:creationId xmlns:a16="http://schemas.microsoft.com/office/drawing/2014/main" id="{0811B02A-1BFE-A134-35D3-8B2A014FCC0A}"/>
                          </a:ext>
                        </a:extLst>
                      </p:cNvPr>
                      <p:cNvSpPr/>
                      <p:nvPr/>
                    </p:nvSpPr>
                    <p:spPr>
                      <a:xfrm>
                        <a:off x="3737800" y="1991677"/>
                        <a:ext cx="132016" cy="89725"/>
                      </a:xfrm>
                      <a:custGeom>
                        <a:avLst/>
                        <a:gdLst>
                          <a:gd name="connsiteX0" fmla="*/ 0 w 132016"/>
                          <a:gd name="connsiteY0" fmla="*/ 13525 h 89725"/>
                          <a:gd name="connsiteX1" fmla="*/ 132017 w 132016"/>
                          <a:gd name="connsiteY1" fmla="*/ 89725 h 89725"/>
                          <a:gd name="connsiteX2" fmla="*/ 132017 w 132016"/>
                          <a:gd name="connsiteY2" fmla="*/ 76295 h 89725"/>
                          <a:gd name="connsiteX3" fmla="*/ 0 w 132016"/>
                          <a:gd name="connsiteY3" fmla="*/ 0 h 89725"/>
                          <a:gd name="connsiteX4" fmla="*/ 0 w 132016"/>
                          <a:gd name="connsiteY4" fmla="*/ 13525 h 8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725">
                            <a:moveTo>
                              <a:pt x="0" y="13525"/>
                            </a:moveTo>
                            <a:lnTo>
                              <a:pt x="132017" y="89725"/>
                            </a:lnTo>
                            <a:lnTo>
                              <a:pt x="132017" y="76295"/>
                            </a:lnTo>
                            <a:lnTo>
                              <a:pt x="0" y="0"/>
                            </a:lnTo>
                            <a:lnTo>
                              <a:pt x="0" y="13525"/>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4" name="Freeform: Shape 3403">
                        <a:extLst>
                          <a:ext uri="{FF2B5EF4-FFF2-40B4-BE49-F238E27FC236}">
                            <a16:creationId xmlns:a16="http://schemas.microsoft.com/office/drawing/2014/main" id="{135BD058-1D8E-6920-9093-CCF89142CC64}"/>
                          </a:ext>
                        </a:extLst>
                      </p:cNvPr>
                      <p:cNvSpPr/>
                      <p:nvPr/>
                    </p:nvSpPr>
                    <p:spPr>
                      <a:xfrm>
                        <a:off x="3737800" y="2012632"/>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5" name="Freeform: Shape 3404">
                        <a:extLst>
                          <a:ext uri="{FF2B5EF4-FFF2-40B4-BE49-F238E27FC236}">
                            <a16:creationId xmlns:a16="http://schemas.microsoft.com/office/drawing/2014/main" id="{06B6AF02-9BC6-C784-3B34-2FE515ED6157}"/>
                          </a:ext>
                        </a:extLst>
                      </p:cNvPr>
                      <p:cNvSpPr/>
                      <p:nvPr/>
                    </p:nvSpPr>
                    <p:spPr>
                      <a:xfrm>
                        <a:off x="3737800" y="2032825"/>
                        <a:ext cx="132016" cy="89630"/>
                      </a:xfrm>
                      <a:custGeom>
                        <a:avLst/>
                        <a:gdLst>
                          <a:gd name="connsiteX0" fmla="*/ 0 w 132016"/>
                          <a:gd name="connsiteY0" fmla="*/ 13430 h 89630"/>
                          <a:gd name="connsiteX1" fmla="*/ 132017 w 132016"/>
                          <a:gd name="connsiteY1" fmla="*/ 89630 h 89630"/>
                          <a:gd name="connsiteX2" fmla="*/ 132017 w 132016"/>
                          <a:gd name="connsiteY2" fmla="*/ 76200 h 89630"/>
                          <a:gd name="connsiteX3" fmla="*/ 0 w 132016"/>
                          <a:gd name="connsiteY3" fmla="*/ 0 h 89630"/>
                          <a:gd name="connsiteX4" fmla="*/ 0 w 132016"/>
                          <a:gd name="connsiteY4" fmla="*/ 13430 h 89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630">
                            <a:moveTo>
                              <a:pt x="0" y="13430"/>
                            </a:moveTo>
                            <a:lnTo>
                              <a:pt x="132017" y="89630"/>
                            </a:lnTo>
                            <a:lnTo>
                              <a:pt x="132017" y="76200"/>
                            </a:lnTo>
                            <a:lnTo>
                              <a:pt x="0" y="0"/>
                            </a:lnTo>
                            <a:lnTo>
                              <a:pt x="0" y="1343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6" name="Freeform: Shape 3405">
                        <a:extLst>
                          <a:ext uri="{FF2B5EF4-FFF2-40B4-BE49-F238E27FC236}">
                            <a16:creationId xmlns:a16="http://schemas.microsoft.com/office/drawing/2014/main" id="{DD4A8FEA-76C3-0613-00DF-E7B1BB98C289}"/>
                          </a:ext>
                        </a:extLst>
                      </p:cNvPr>
                      <p:cNvSpPr/>
                      <p:nvPr/>
                    </p:nvSpPr>
                    <p:spPr>
                      <a:xfrm>
                        <a:off x="3737800" y="2054828"/>
                        <a:ext cx="132016" cy="89725"/>
                      </a:xfrm>
                      <a:custGeom>
                        <a:avLst/>
                        <a:gdLst>
                          <a:gd name="connsiteX0" fmla="*/ 0 w 132016"/>
                          <a:gd name="connsiteY0" fmla="*/ 13525 h 89725"/>
                          <a:gd name="connsiteX1" fmla="*/ 132017 w 132016"/>
                          <a:gd name="connsiteY1" fmla="*/ 89725 h 89725"/>
                          <a:gd name="connsiteX2" fmla="*/ 132017 w 132016"/>
                          <a:gd name="connsiteY2" fmla="*/ 76295 h 89725"/>
                          <a:gd name="connsiteX3" fmla="*/ 0 w 132016"/>
                          <a:gd name="connsiteY3" fmla="*/ 0 h 89725"/>
                          <a:gd name="connsiteX4" fmla="*/ 0 w 132016"/>
                          <a:gd name="connsiteY4" fmla="*/ 13525 h 89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016" h="89725">
                            <a:moveTo>
                              <a:pt x="0" y="13525"/>
                            </a:moveTo>
                            <a:lnTo>
                              <a:pt x="132017" y="89725"/>
                            </a:lnTo>
                            <a:lnTo>
                              <a:pt x="132017" y="76295"/>
                            </a:lnTo>
                            <a:lnTo>
                              <a:pt x="0" y="0"/>
                            </a:lnTo>
                            <a:lnTo>
                              <a:pt x="0" y="13525"/>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7" name="Freeform: Shape 3406">
                        <a:extLst>
                          <a:ext uri="{FF2B5EF4-FFF2-40B4-BE49-F238E27FC236}">
                            <a16:creationId xmlns:a16="http://schemas.microsoft.com/office/drawing/2014/main" id="{6E00248A-499D-714F-4FBA-5248DD517A42}"/>
                          </a:ext>
                        </a:extLst>
                      </p:cNvPr>
                      <p:cNvSpPr/>
                      <p:nvPr/>
                    </p:nvSpPr>
                    <p:spPr>
                      <a:xfrm>
                        <a:off x="3726370" y="1541716"/>
                        <a:ext cx="116395" cy="477202"/>
                      </a:xfrm>
                      <a:custGeom>
                        <a:avLst/>
                        <a:gdLst>
                          <a:gd name="connsiteX0" fmla="*/ 116395 w 116395"/>
                          <a:gd name="connsiteY0" fmla="*/ 477203 h 477202"/>
                          <a:gd name="connsiteX1" fmla="*/ 0 w 116395"/>
                          <a:gd name="connsiteY1" fmla="*/ 410051 h 477202"/>
                          <a:gd name="connsiteX2" fmla="*/ 0 w 116395"/>
                          <a:gd name="connsiteY2" fmla="*/ 0 h 477202"/>
                          <a:gd name="connsiteX3" fmla="*/ 116395 w 116395"/>
                          <a:gd name="connsiteY3" fmla="*/ 67151 h 477202"/>
                          <a:gd name="connsiteX4" fmla="*/ 116395 w 116395"/>
                          <a:gd name="connsiteY4" fmla="*/ 477203 h 47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02">
                            <a:moveTo>
                              <a:pt x="116395" y="477203"/>
                            </a:moveTo>
                            <a:lnTo>
                              <a:pt x="0" y="410051"/>
                            </a:lnTo>
                            <a:lnTo>
                              <a:pt x="0" y="0"/>
                            </a:lnTo>
                            <a:lnTo>
                              <a:pt x="116395" y="67151"/>
                            </a:lnTo>
                            <a:lnTo>
                              <a:pt x="116395" y="477203"/>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8" name="Freeform: Shape 3407">
                        <a:extLst>
                          <a:ext uri="{FF2B5EF4-FFF2-40B4-BE49-F238E27FC236}">
                            <a16:creationId xmlns:a16="http://schemas.microsoft.com/office/drawing/2014/main" id="{E665063C-78A6-5467-5589-FB8AFDF6169E}"/>
                          </a:ext>
                        </a:extLst>
                      </p:cNvPr>
                      <p:cNvSpPr/>
                      <p:nvPr/>
                    </p:nvSpPr>
                    <p:spPr>
                      <a:xfrm>
                        <a:off x="3842765" y="1608867"/>
                        <a:ext cx="116395" cy="477297"/>
                      </a:xfrm>
                      <a:custGeom>
                        <a:avLst/>
                        <a:gdLst>
                          <a:gd name="connsiteX0" fmla="*/ 116396 w 116395"/>
                          <a:gd name="connsiteY0" fmla="*/ 477298 h 477297"/>
                          <a:gd name="connsiteX1" fmla="*/ 0 w 116395"/>
                          <a:gd name="connsiteY1" fmla="*/ 410051 h 477297"/>
                          <a:gd name="connsiteX2" fmla="*/ 0 w 116395"/>
                          <a:gd name="connsiteY2" fmla="*/ 0 h 477297"/>
                          <a:gd name="connsiteX3" fmla="*/ 116396 w 116395"/>
                          <a:gd name="connsiteY3" fmla="*/ 67246 h 477297"/>
                          <a:gd name="connsiteX4" fmla="*/ 116396 w 116395"/>
                          <a:gd name="connsiteY4" fmla="*/ 477298 h 477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97">
                            <a:moveTo>
                              <a:pt x="116396" y="477298"/>
                            </a:moveTo>
                            <a:lnTo>
                              <a:pt x="0" y="410051"/>
                            </a:lnTo>
                            <a:lnTo>
                              <a:pt x="0" y="0"/>
                            </a:lnTo>
                            <a:lnTo>
                              <a:pt x="116396" y="67246"/>
                            </a:lnTo>
                            <a:lnTo>
                              <a:pt x="116396" y="477298"/>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09" name="Freeform: Shape 3408">
                        <a:extLst>
                          <a:ext uri="{FF2B5EF4-FFF2-40B4-BE49-F238E27FC236}">
                            <a16:creationId xmlns:a16="http://schemas.microsoft.com/office/drawing/2014/main" id="{B464AAD3-2105-7FCD-38D6-89EAC9BB3194}"/>
                          </a:ext>
                        </a:extLst>
                      </p:cNvPr>
                      <p:cNvSpPr/>
                      <p:nvPr/>
                    </p:nvSpPr>
                    <p:spPr>
                      <a:xfrm>
                        <a:off x="3959161" y="1676114"/>
                        <a:ext cx="116395" cy="477202"/>
                      </a:xfrm>
                      <a:custGeom>
                        <a:avLst/>
                        <a:gdLst>
                          <a:gd name="connsiteX0" fmla="*/ 116395 w 116395"/>
                          <a:gd name="connsiteY0" fmla="*/ 477203 h 477202"/>
                          <a:gd name="connsiteX1" fmla="*/ 0 w 116395"/>
                          <a:gd name="connsiteY1" fmla="*/ 410051 h 477202"/>
                          <a:gd name="connsiteX2" fmla="*/ 0 w 116395"/>
                          <a:gd name="connsiteY2" fmla="*/ 0 h 477202"/>
                          <a:gd name="connsiteX3" fmla="*/ 116395 w 116395"/>
                          <a:gd name="connsiteY3" fmla="*/ 67151 h 477202"/>
                          <a:gd name="connsiteX4" fmla="*/ 116395 w 116395"/>
                          <a:gd name="connsiteY4" fmla="*/ 477203 h 47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02">
                            <a:moveTo>
                              <a:pt x="116395" y="477203"/>
                            </a:moveTo>
                            <a:lnTo>
                              <a:pt x="0" y="410051"/>
                            </a:lnTo>
                            <a:lnTo>
                              <a:pt x="0" y="0"/>
                            </a:lnTo>
                            <a:lnTo>
                              <a:pt x="116395" y="67151"/>
                            </a:lnTo>
                            <a:lnTo>
                              <a:pt x="116395" y="477203"/>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0" name="Freeform: Shape 3409">
                        <a:extLst>
                          <a:ext uri="{FF2B5EF4-FFF2-40B4-BE49-F238E27FC236}">
                            <a16:creationId xmlns:a16="http://schemas.microsoft.com/office/drawing/2014/main" id="{67C9B1B0-9D0B-DA6D-6EBF-A28203D04B1A}"/>
                          </a:ext>
                        </a:extLst>
                      </p:cNvPr>
                      <p:cNvSpPr/>
                      <p:nvPr/>
                    </p:nvSpPr>
                    <p:spPr>
                      <a:xfrm>
                        <a:off x="4075556" y="1743265"/>
                        <a:ext cx="116395" cy="477297"/>
                      </a:xfrm>
                      <a:custGeom>
                        <a:avLst/>
                        <a:gdLst>
                          <a:gd name="connsiteX0" fmla="*/ 116396 w 116395"/>
                          <a:gd name="connsiteY0" fmla="*/ 477298 h 477297"/>
                          <a:gd name="connsiteX1" fmla="*/ 0 w 116395"/>
                          <a:gd name="connsiteY1" fmla="*/ 410051 h 477297"/>
                          <a:gd name="connsiteX2" fmla="*/ 0 w 116395"/>
                          <a:gd name="connsiteY2" fmla="*/ 0 h 477297"/>
                          <a:gd name="connsiteX3" fmla="*/ 116396 w 116395"/>
                          <a:gd name="connsiteY3" fmla="*/ 67247 h 477297"/>
                          <a:gd name="connsiteX4" fmla="*/ 116396 w 116395"/>
                          <a:gd name="connsiteY4" fmla="*/ 477298 h 477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477297">
                            <a:moveTo>
                              <a:pt x="116396" y="477298"/>
                            </a:moveTo>
                            <a:lnTo>
                              <a:pt x="0" y="410051"/>
                            </a:lnTo>
                            <a:lnTo>
                              <a:pt x="0" y="0"/>
                            </a:lnTo>
                            <a:lnTo>
                              <a:pt x="116396" y="67247"/>
                            </a:lnTo>
                            <a:lnTo>
                              <a:pt x="116396" y="477298"/>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1" name="Freeform: Shape 3410">
                        <a:extLst>
                          <a:ext uri="{FF2B5EF4-FFF2-40B4-BE49-F238E27FC236}">
                            <a16:creationId xmlns:a16="http://schemas.microsoft.com/office/drawing/2014/main" id="{597793F6-551D-AA26-8335-E2BBC5B9448D}"/>
                          </a:ext>
                        </a:extLst>
                      </p:cNvPr>
                      <p:cNvSpPr/>
                      <p:nvPr/>
                    </p:nvSpPr>
                    <p:spPr>
                      <a:xfrm>
                        <a:off x="3837432" y="1605819"/>
                        <a:ext cx="11144" cy="416433"/>
                      </a:xfrm>
                      <a:custGeom>
                        <a:avLst/>
                        <a:gdLst>
                          <a:gd name="connsiteX0" fmla="*/ 11144 w 11144"/>
                          <a:gd name="connsiteY0" fmla="*/ 416433 h 416433"/>
                          <a:gd name="connsiteX1" fmla="*/ 0 w 11144"/>
                          <a:gd name="connsiteY1" fmla="*/ 410051 h 416433"/>
                          <a:gd name="connsiteX2" fmla="*/ 0 w 11144"/>
                          <a:gd name="connsiteY2" fmla="*/ 0 h 416433"/>
                          <a:gd name="connsiteX3" fmla="*/ 11144 w 11144"/>
                          <a:gd name="connsiteY3" fmla="*/ 6382 h 416433"/>
                          <a:gd name="connsiteX4" fmla="*/ 11144 w 11144"/>
                          <a:gd name="connsiteY4" fmla="*/ 416433 h 41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4" h="416433">
                            <a:moveTo>
                              <a:pt x="11144" y="416433"/>
                            </a:moveTo>
                            <a:lnTo>
                              <a:pt x="0" y="410051"/>
                            </a:lnTo>
                            <a:lnTo>
                              <a:pt x="0" y="0"/>
                            </a:lnTo>
                            <a:lnTo>
                              <a:pt x="11144" y="6382"/>
                            </a:lnTo>
                            <a:lnTo>
                              <a:pt x="11144"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2" name="Freeform: Shape 3411">
                        <a:extLst>
                          <a:ext uri="{FF2B5EF4-FFF2-40B4-BE49-F238E27FC236}">
                            <a16:creationId xmlns:a16="http://schemas.microsoft.com/office/drawing/2014/main" id="{47B1F950-E7FA-8001-7B86-9C39BF5D8DEB}"/>
                          </a:ext>
                        </a:extLst>
                      </p:cNvPr>
                      <p:cNvSpPr/>
                      <p:nvPr/>
                    </p:nvSpPr>
                    <p:spPr>
                      <a:xfrm>
                        <a:off x="3953637" y="1672875"/>
                        <a:ext cx="11048" cy="416433"/>
                      </a:xfrm>
                      <a:custGeom>
                        <a:avLst/>
                        <a:gdLst>
                          <a:gd name="connsiteX0" fmla="*/ 11049 w 11048"/>
                          <a:gd name="connsiteY0" fmla="*/ 416433 h 416433"/>
                          <a:gd name="connsiteX1" fmla="*/ 0 w 11048"/>
                          <a:gd name="connsiteY1" fmla="*/ 410051 h 416433"/>
                          <a:gd name="connsiteX2" fmla="*/ 0 w 11048"/>
                          <a:gd name="connsiteY2" fmla="*/ 0 h 416433"/>
                          <a:gd name="connsiteX3" fmla="*/ 11049 w 11048"/>
                          <a:gd name="connsiteY3" fmla="*/ 6382 h 416433"/>
                          <a:gd name="connsiteX4" fmla="*/ 11049 w 11048"/>
                          <a:gd name="connsiteY4" fmla="*/ 416433 h 41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8" h="416433">
                            <a:moveTo>
                              <a:pt x="11049" y="416433"/>
                            </a:moveTo>
                            <a:lnTo>
                              <a:pt x="0" y="410051"/>
                            </a:lnTo>
                            <a:lnTo>
                              <a:pt x="0" y="0"/>
                            </a:lnTo>
                            <a:lnTo>
                              <a:pt x="11049" y="6382"/>
                            </a:lnTo>
                            <a:lnTo>
                              <a:pt x="11049"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413" name="Freeform: Shape 3412">
                        <a:extLst>
                          <a:ext uri="{FF2B5EF4-FFF2-40B4-BE49-F238E27FC236}">
                            <a16:creationId xmlns:a16="http://schemas.microsoft.com/office/drawing/2014/main" id="{4DD4F8E0-355D-3B22-E872-4856670C92BA}"/>
                          </a:ext>
                        </a:extLst>
                      </p:cNvPr>
                      <p:cNvSpPr/>
                      <p:nvPr/>
                    </p:nvSpPr>
                    <p:spPr>
                      <a:xfrm>
                        <a:off x="4069841" y="1740027"/>
                        <a:ext cx="11049" cy="416432"/>
                      </a:xfrm>
                      <a:custGeom>
                        <a:avLst/>
                        <a:gdLst>
                          <a:gd name="connsiteX0" fmla="*/ 11049 w 11049"/>
                          <a:gd name="connsiteY0" fmla="*/ 416433 h 416432"/>
                          <a:gd name="connsiteX1" fmla="*/ 0 w 11049"/>
                          <a:gd name="connsiteY1" fmla="*/ 410051 h 416432"/>
                          <a:gd name="connsiteX2" fmla="*/ 0 w 11049"/>
                          <a:gd name="connsiteY2" fmla="*/ 0 h 416432"/>
                          <a:gd name="connsiteX3" fmla="*/ 11049 w 11049"/>
                          <a:gd name="connsiteY3" fmla="*/ 6382 h 416432"/>
                          <a:gd name="connsiteX4" fmla="*/ 11049 w 11049"/>
                          <a:gd name="connsiteY4" fmla="*/ 416433 h 416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 h="416432">
                            <a:moveTo>
                              <a:pt x="11049" y="416433"/>
                            </a:moveTo>
                            <a:lnTo>
                              <a:pt x="0" y="410051"/>
                            </a:lnTo>
                            <a:lnTo>
                              <a:pt x="0" y="0"/>
                            </a:lnTo>
                            <a:lnTo>
                              <a:pt x="11049" y="6382"/>
                            </a:lnTo>
                            <a:lnTo>
                              <a:pt x="11049" y="41643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55" name="Graphic 3388">
                      <a:extLst>
                        <a:ext uri="{FF2B5EF4-FFF2-40B4-BE49-F238E27FC236}">
                          <a16:creationId xmlns:a16="http://schemas.microsoft.com/office/drawing/2014/main" id="{1B8094D2-1285-EC68-5B79-6C0684E1BA9E}"/>
                        </a:ext>
                      </a:extLst>
                    </p:cNvPr>
                    <p:cNvGrpSpPr/>
                    <p:nvPr/>
                  </p:nvGrpSpPr>
                  <p:grpSpPr>
                    <a:xfrm>
                      <a:off x="3751992" y="2157698"/>
                      <a:ext cx="415956" cy="421004"/>
                      <a:chOff x="3751992" y="2157698"/>
                      <a:chExt cx="415956" cy="421004"/>
                    </a:xfrm>
                  </p:grpSpPr>
                  <p:sp>
                    <p:nvSpPr>
                      <p:cNvPr id="3374" name="Freeform: Shape 3373">
                        <a:extLst>
                          <a:ext uri="{FF2B5EF4-FFF2-40B4-BE49-F238E27FC236}">
                            <a16:creationId xmlns:a16="http://schemas.microsoft.com/office/drawing/2014/main" id="{0EFEAA70-4E05-3B9A-499D-568E0ECF13E1}"/>
                          </a:ext>
                        </a:extLst>
                      </p:cNvPr>
                      <p:cNvSpPr/>
                      <p:nvPr/>
                    </p:nvSpPr>
                    <p:spPr>
                      <a:xfrm>
                        <a:off x="3751992" y="2157698"/>
                        <a:ext cx="415956" cy="421004"/>
                      </a:xfrm>
                      <a:custGeom>
                        <a:avLst/>
                        <a:gdLst>
                          <a:gd name="connsiteX0" fmla="*/ 415957 w 415956"/>
                          <a:gd name="connsiteY0" fmla="*/ 240221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221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221"/>
                            </a:moveTo>
                            <a:lnTo>
                              <a:pt x="0" y="0"/>
                            </a:lnTo>
                            <a:lnTo>
                              <a:pt x="0" y="180784"/>
                            </a:lnTo>
                            <a:lnTo>
                              <a:pt x="415957" y="421005"/>
                            </a:lnTo>
                            <a:lnTo>
                              <a:pt x="415957" y="24022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75" name="Freeform: Shape 3374">
                        <a:extLst>
                          <a:ext uri="{FF2B5EF4-FFF2-40B4-BE49-F238E27FC236}">
                            <a16:creationId xmlns:a16="http://schemas.microsoft.com/office/drawing/2014/main" id="{226C5F6D-1CCD-C154-C2B4-C67E0E3110AB}"/>
                          </a:ext>
                        </a:extLst>
                      </p:cNvPr>
                      <p:cNvSpPr/>
                      <p:nvPr/>
                    </p:nvSpPr>
                    <p:spPr>
                      <a:xfrm>
                        <a:off x="3774090" y="2282666"/>
                        <a:ext cx="366331" cy="258699"/>
                      </a:xfrm>
                      <a:custGeom>
                        <a:avLst/>
                        <a:gdLst>
                          <a:gd name="connsiteX0" fmla="*/ 366332 w 366331"/>
                          <a:gd name="connsiteY0" fmla="*/ 258699 h 258699"/>
                          <a:gd name="connsiteX1" fmla="*/ 0 w 366331"/>
                          <a:gd name="connsiteY1" fmla="*/ 47149 h 258699"/>
                          <a:gd name="connsiteX2" fmla="*/ 0 w 366331"/>
                          <a:gd name="connsiteY2" fmla="*/ 0 h 258699"/>
                          <a:gd name="connsiteX3" fmla="*/ 366332 w 366331"/>
                          <a:gd name="connsiteY3" fmla="*/ 211455 h 258699"/>
                          <a:gd name="connsiteX4" fmla="*/ 366332 w 366331"/>
                          <a:gd name="connsiteY4" fmla="*/ 258699 h 258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699">
                            <a:moveTo>
                              <a:pt x="366332" y="258699"/>
                            </a:moveTo>
                            <a:lnTo>
                              <a:pt x="0" y="47149"/>
                            </a:lnTo>
                            <a:lnTo>
                              <a:pt x="0" y="0"/>
                            </a:lnTo>
                            <a:lnTo>
                              <a:pt x="366332" y="211455"/>
                            </a:lnTo>
                            <a:lnTo>
                              <a:pt x="366332" y="258699"/>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76" name="Graphic 3388">
                        <a:extLst>
                          <a:ext uri="{FF2B5EF4-FFF2-40B4-BE49-F238E27FC236}">
                            <a16:creationId xmlns:a16="http://schemas.microsoft.com/office/drawing/2014/main" id="{B3F533B6-C1CF-4BF2-B9E8-EFFCDE95D757}"/>
                          </a:ext>
                        </a:extLst>
                      </p:cNvPr>
                      <p:cNvGrpSpPr/>
                      <p:nvPr/>
                    </p:nvGrpSpPr>
                    <p:grpSpPr>
                      <a:xfrm>
                        <a:off x="3774090" y="2205228"/>
                        <a:ext cx="217456" cy="169448"/>
                        <a:chOff x="3774090" y="2205228"/>
                        <a:chExt cx="217456" cy="169448"/>
                      </a:xfrm>
                      <a:solidFill>
                        <a:srgbClr val="FFFFFF"/>
                      </a:solidFill>
                    </p:grpSpPr>
                    <p:sp>
                      <p:nvSpPr>
                        <p:cNvPr id="3378" name="Freeform: Shape 3377">
                          <a:extLst>
                            <a:ext uri="{FF2B5EF4-FFF2-40B4-BE49-F238E27FC236}">
                              <a16:creationId xmlns:a16="http://schemas.microsoft.com/office/drawing/2014/main" id="{6288815D-8096-1DB2-AA8F-A7DD609BF200}"/>
                            </a:ext>
                          </a:extLst>
                        </p:cNvPr>
                        <p:cNvSpPr/>
                        <p:nvPr/>
                      </p:nvSpPr>
                      <p:spPr>
                        <a:xfrm>
                          <a:off x="3774090" y="2205228"/>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8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8"/>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79" name="Freeform: Shape 3378">
                          <a:extLst>
                            <a:ext uri="{FF2B5EF4-FFF2-40B4-BE49-F238E27FC236}">
                              <a16:creationId xmlns:a16="http://schemas.microsoft.com/office/drawing/2014/main" id="{881D1F53-6594-7357-C1E7-9A0BE17AF7AD}"/>
                            </a:ext>
                          </a:extLst>
                        </p:cNvPr>
                        <p:cNvSpPr/>
                        <p:nvPr/>
                      </p:nvSpPr>
                      <p:spPr>
                        <a:xfrm>
                          <a:off x="3833907" y="2239708"/>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0" name="Freeform: Shape 3379">
                          <a:extLst>
                            <a:ext uri="{FF2B5EF4-FFF2-40B4-BE49-F238E27FC236}">
                              <a16:creationId xmlns:a16="http://schemas.microsoft.com/office/drawing/2014/main" id="{183FA91A-2045-AD21-F31E-EC9EE6AB94C5}"/>
                            </a:ext>
                          </a:extLst>
                        </p:cNvPr>
                        <p:cNvSpPr/>
                        <p:nvPr/>
                      </p:nvSpPr>
                      <p:spPr>
                        <a:xfrm>
                          <a:off x="3893724" y="2274188"/>
                          <a:ext cx="38004" cy="65912"/>
                        </a:xfrm>
                        <a:custGeom>
                          <a:avLst/>
                          <a:gdLst>
                            <a:gd name="connsiteX0" fmla="*/ 38005 w 38004"/>
                            <a:gd name="connsiteY0" fmla="*/ 65913 h 65912"/>
                            <a:gd name="connsiteX1" fmla="*/ 0 w 38004"/>
                            <a:gd name="connsiteY1" fmla="*/ 44006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4006"/>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81" name="Freeform: Shape 3380">
                          <a:extLst>
                            <a:ext uri="{FF2B5EF4-FFF2-40B4-BE49-F238E27FC236}">
                              <a16:creationId xmlns:a16="http://schemas.microsoft.com/office/drawing/2014/main" id="{742EB6B3-1D15-B621-8C95-FFDD662E0AE2}"/>
                            </a:ext>
                          </a:extLst>
                        </p:cNvPr>
                        <p:cNvSpPr/>
                        <p:nvPr/>
                      </p:nvSpPr>
                      <p:spPr>
                        <a:xfrm>
                          <a:off x="3953446" y="2308764"/>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8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8"/>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377" name="Freeform: Shape 3376">
                        <a:extLst>
                          <a:ext uri="{FF2B5EF4-FFF2-40B4-BE49-F238E27FC236}">
                            <a16:creationId xmlns:a16="http://schemas.microsoft.com/office/drawing/2014/main" id="{1498A539-5DF0-E02F-69AA-FB1206734BFB}"/>
                          </a:ext>
                        </a:extLst>
                      </p:cNvPr>
                      <p:cNvSpPr/>
                      <p:nvPr/>
                    </p:nvSpPr>
                    <p:spPr>
                      <a:xfrm>
                        <a:off x="4018883" y="2334767"/>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99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99"/>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56" name="Graphic 3388">
                      <a:extLst>
                        <a:ext uri="{FF2B5EF4-FFF2-40B4-BE49-F238E27FC236}">
                          <a16:creationId xmlns:a16="http://schemas.microsoft.com/office/drawing/2014/main" id="{EE80B39C-6B64-B7DC-4CDF-7C4868CD61DD}"/>
                        </a:ext>
                      </a:extLst>
                    </p:cNvPr>
                    <p:cNvGrpSpPr/>
                    <p:nvPr/>
                  </p:nvGrpSpPr>
                  <p:grpSpPr>
                    <a:xfrm>
                      <a:off x="3751992" y="2365343"/>
                      <a:ext cx="415956" cy="421004"/>
                      <a:chOff x="3751992" y="2365343"/>
                      <a:chExt cx="415956" cy="421004"/>
                    </a:xfrm>
                  </p:grpSpPr>
                  <p:sp>
                    <p:nvSpPr>
                      <p:cNvPr id="3366" name="Freeform: Shape 3365">
                        <a:extLst>
                          <a:ext uri="{FF2B5EF4-FFF2-40B4-BE49-F238E27FC236}">
                            <a16:creationId xmlns:a16="http://schemas.microsoft.com/office/drawing/2014/main" id="{57995690-E041-AA9D-703E-669E74158A83}"/>
                          </a:ext>
                        </a:extLst>
                      </p:cNvPr>
                      <p:cNvSpPr/>
                      <p:nvPr/>
                    </p:nvSpPr>
                    <p:spPr>
                      <a:xfrm>
                        <a:off x="3751992" y="2365343"/>
                        <a:ext cx="415956" cy="421004"/>
                      </a:xfrm>
                      <a:custGeom>
                        <a:avLst/>
                        <a:gdLst>
                          <a:gd name="connsiteX0" fmla="*/ 415957 w 415956"/>
                          <a:gd name="connsiteY0" fmla="*/ 240125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125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125"/>
                            </a:moveTo>
                            <a:lnTo>
                              <a:pt x="0" y="0"/>
                            </a:lnTo>
                            <a:lnTo>
                              <a:pt x="0" y="180784"/>
                            </a:lnTo>
                            <a:lnTo>
                              <a:pt x="415957" y="421005"/>
                            </a:lnTo>
                            <a:lnTo>
                              <a:pt x="415957" y="24012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67" name="Freeform: Shape 3366">
                        <a:extLst>
                          <a:ext uri="{FF2B5EF4-FFF2-40B4-BE49-F238E27FC236}">
                            <a16:creationId xmlns:a16="http://schemas.microsoft.com/office/drawing/2014/main" id="{89480E69-27D1-127A-E473-0E410BAD2B64}"/>
                          </a:ext>
                        </a:extLst>
                      </p:cNvPr>
                      <p:cNvSpPr/>
                      <p:nvPr/>
                    </p:nvSpPr>
                    <p:spPr>
                      <a:xfrm>
                        <a:off x="3774090" y="2490216"/>
                        <a:ext cx="366331" cy="258794"/>
                      </a:xfrm>
                      <a:custGeom>
                        <a:avLst/>
                        <a:gdLst>
                          <a:gd name="connsiteX0" fmla="*/ 366332 w 366331"/>
                          <a:gd name="connsiteY0" fmla="*/ 258794 h 258794"/>
                          <a:gd name="connsiteX1" fmla="*/ 0 w 366331"/>
                          <a:gd name="connsiteY1" fmla="*/ 47244 h 258794"/>
                          <a:gd name="connsiteX2" fmla="*/ 0 w 366331"/>
                          <a:gd name="connsiteY2" fmla="*/ 0 h 258794"/>
                          <a:gd name="connsiteX3" fmla="*/ 366332 w 366331"/>
                          <a:gd name="connsiteY3" fmla="*/ 211550 h 258794"/>
                          <a:gd name="connsiteX4" fmla="*/ 366332 w 366331"/>
                          <a:gd name="connsiteY4" fmla="*/ 258794 h 258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794">
                            <a:moveTo>
                              <a:pt x="366332" y="258794"/>
                            </a:moveTo>
                            <a:lnTo>
                              <a:pt x="0" y="47244"/>
                            </a:lnTo>
                            <a:lnTo>
                              <a:pt x="0" y="0"/>
                            </a:lnTo>
                            <a:lnTo>
                              <a:pt x="366332" y="211550"/>
                            </a:lnTo>
                            <a:lnTo>
                              <a:pt x="366332" y="258794"/>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68" name="Graphic 3388">
                        <a:extLst>
                          <a:ext uri="{FF2B5EF4-FFF2-40B4-BE49-F238E27FC236}">
                            <a16:creationId xmlns:a16="http://schemas.microsoft.com/office/drawing/2014/main" id="{93370CCF-9884-211B-849E-D8A6367EAE03}"/>
                          </a:ext>
                        </a:extLst>
                      </p:cNvPr>
                      <p:cNvGrpSpPr/>
                      <p:nvPr/>
                    </p:nvGrpSpPr>
                    <p:grpSpPr>
                      <a:xfrm>
                        <a:off x="3774090" y="2412873"/>
                        <a:ext cx="217456" cy="169353"/>
                        <a:chOff x="3774090" y="2412873"/>
                        <a:chExt cx="217456" cy="169353"/>
                      </a:xfrm>
                      <a:solidFill>
                        <a:srgbClr val="FFFFFF"/>
                      </a:solidFill>
                    </p:grpSpPr>
                    <p:sp>
                      <p:nvSpPr>
                        <p:cNvPr id="3370" name="Freeform: Shape 3369">
                          <a:extLst>
                            <a:ext uri="{FF2B5EF4-FFF2-40B4-BE49-F238E27FC236}">
                              <a16:creationId xmlns:a16="http://schemas.microsoft.com/office/drawing/2014/main" id="{4598DB94-49FF-2402-FF4F-0E74866DCB1D}"/>
                            </a:ext>
                          </a:extLst>
                        </p:cNvPr>
                        <p:cNvSpPr/>
                        <p:nvPr/>
                      </p:nvSpPr>
                      <p:spPr>
                        <a:xfrm>
                          <a:off x="3774090" y="2412873"/>
                          <a:ext cx="38100" cy="65912"/>
                        </a:xfrm>
                        <a:custGeom>
                          <a:avLst/>
                          <a:gdLst>
                            <a:gd name="connsiteX0" fmla="*/ 38100 w 38100"/>
                            <a:gd name="connsiteY0" fmla="*/ 65913 h 65912"/>
                            <a:gd name="connsiteX1" fmla="*/ 0 w 38100"/>
                            <a:gd name="connsiteY1" fmla="*/ 43910 h 65912"/>
                            <a:gd name="connsiteX2" fmla="*/ 0 w 38100"/>
                            <a:gd name="connsiteY2" fmla="*/ 0 h 65912"/>
                            <a:gd name="connsiteX3" fmla="*/ 38100 w 38100"/>
                            <a:gd name="connsiteY3" fmla="*/ 21907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3910"/>
                              </a:lnTo>
                              <a:lnTo>
                                <a:pt x="0" y="0"/>
                              </a:lnTo>
                              <a:lnTo>
                                <a:pt x="38100" y="21907"/>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71" name="Freeform: Shape 3370">
                          <a:extLst>
                            <a:ext uri="{FF2B5EF4-FFF2-40B4-BE49-F238E27FC236}">
                              <a16:creationId xmlns:a16="http://schemas.microsoft.com/office/drawing/2014/main" id="{43A3B6BA-1D2B-BA39-03CF-DEE7BD371C20}"/>
                            </a:ext>
                          </a:extLst>
                        </p:cNvPr>
                        <p:cNvSpPr/>
                        <p:nvPr/>
                      </p:nvSpPr>
                      <p:spPr>
                        <a:xfrm>
                          <a:off x="3833907" y="2447353"/>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72" name="Freeform: Shape 3371">
                          <a:extLst>
                            <a:ext uri="{FF2B5EF4-FFF2-40B4-BE49-F238E27FC236}">
                              <a16:creationId xmlns:a16="http://schemas.microsoft.com/office/drawing/2014/main" id="{7BC9BB56-2D56-7D20-318E-F1ECDB794004}"/>
                            </a:ext>
                          </a:extLst>
                        </p:cNvPr>
                        <p:cNvSpPr/>
                        <p:nvPr/>
                      </p:nvSpPr>
                      <p:spPr>
                        <a:xfrm>
                          <a:off x="3893724" y="2481833"/>
                          <a:ext cx="38004" cy="65912"/>
                        </a:xfrm>
                        <a:custGeom>
                          <a:avLst/>
                          <a:gdLst>
                            <a:gd name="connsiteX0" fmla="*/ 38005 w 38004"/>
                            <a:gd name="connsiteY0" fmla="*/ 65913 h 65912"/>
                            <a:gd name="connsiteX1" fmla="*/ 0 w 38004"/>
                            <a:gd name="connsiteY1" fmla="*/ 44005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4005"/>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73" name="Freeform: Shape 3372">
                          <a:extLst>
                            <a:ext uri="{FF2B5EF4-FFF2-40B4-BE49-F238E27FC236}">
                              <a16:creationId xmlns:a16="http://schemas.microsoft.com/office/drawing/2014/main" id="{CB4224C5-39FC-F46C-29F2-3E5D88EFF88F}"/>
                            </a:ext>
                          </a:extLst>
                        </p:cNvPr>
                        <p:cNvSpPr/>
                        <p:nvPr/>
                      </p:nvSpPr>
                      <p:spPr>
                        <a:xfrm>
                          <a:off x="3953446" y="2516409"/>
                          <a:ext cx="38100" cy="65817"/>
                        </a:xfrm>
                        <a:custGeom>
                          <a:avLst/>
                          <a:gdLst>
                            <a:gd name="connsiteX0" fmla="*/ 38100 w 38100"/>
                            <a:gd name="connsiteY0" fmla="*/ 65818 h 65817"/>
                            <a:gd name="connsiteX1" fmla="*/ 0 w 38100"/>
                            <a:gd name="connsiteY1" fmla="*/ 43910 h 65817"/>
                            <a:gd name="connsiteX2" fmla="*/ 0 w 38100"/>
                            <a:gd name="connsiteY2" fmla="*/ 0 h 65817"/>
                            <a:gd name="connsiteX3" fmla="*/ 38100 w 38100"/>
                            <a:gd name="connsiteY3" fmla="*/ 21908 h 65817"/>
                            <a:gd name="connsiteX4" fmla="*/ 38100 w 38100"/>
                            <a:gd name="connsiteY4" fmla="*/ 65818 h 6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817">
                              <a:moveTo>
                                <a:pt x="38100" y="65818"/>
                              </a:moveTo>
                              <a:lnTo>
                                <a:pt x="0" y="43910"/>
                              </a:lnTo>
                              <a:lnTo>
                                <a:pt x="0" y="0"/>
                              </a:lnTo>
                              <a:lnTo>
                                <a:pt x="38100" y="21908"/>
                              </a:lnTo>
                              <a:lnTo>
                                <a:pt x="38100" y="65818"/>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369" name="Freeform: Shape 3368">
                        <a:extLst>
                          <a:ext uri="{FF2B5EF4-FFF2-40B4-BE49-F238E27FC236}">
                            <a16:creationId xmlns:a16="http://schemas.microsoft.com/office/drawing/2014/main" id="{E3612900-E056-F94E-7AD6-FE56CBDC9460}"/>
                          </a:ext>
                        </a:extLst>
                      </p:cNvPr>
                      <p:cNvSpPr/>
                      <p:nvPr/>
                    </p:nvSpPr>
                    <p:spPr>
                      <a:xfrm>
                        <a:off x="4018883" y="2542412"/>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04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04"/>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57" name="Graphic 3388">
                      <a:extLst>
                        <a:ext uri="{FF2B5EF4-FFF2-40B4-BE49-F238E27FC236}">
                          <a16:creationId xmlns:a16="http://schemas.microsoft.com/office/drawing/2014/main" id="{2FEDD5A1-92FF-E244-8092-B9B728A57A86}"/>
                        </a:ext>
                      </a:extLst>
                    </p:cNvPr>
                    <p:cNvGrpSpPr/>
                    <p:nvPr/>
                  </p:nvGrpSpPr>
                  <p:grpSpPr>
                    <a:xfrm>
                      <a:off x="3751992" y="2572988"/>
                      <a:ext cx="415956" cy="421004"/>
                      <a:chOff x="3751992" y="2572988"/>
                      <a:chExt cx="415956" cy="421004"/>
                    </a:xfrm>
                  </p:grpSpPr>
                  <p:sp>
                    <p:nvSpPr>
                      <p:cNvPr id="3358" name="Freeform: Shape 3357">
                        <a:extLst>
                          <a:ext uri="{FF2B5EF4-FFF2-40B4-BE49-F238E27FC236}">
                            <a16:creationId xmlns:a16="http://schemas.microsoft.com/office/drawing/2014/main" id="{D3401F60-04F2-364A-D46B-39D209DE2F1A}"/>
                          </a:ext>
                        </a:extLst>
                      </p:cNvPr>
                      <p:cNvSpPr/>
                      <p:nvPr/>
                    </p:nvSpPr>
                    <p:spPr>
                      <a:xfrm>
                        <a:off x="3751992" y="2572988"/>
                        <a:ext cx="415956" cy="421004"/>
                      </a:xfrm>
                      <a:custGeom>
                        <a:avLst/>
                        <a:gdLst>
                          <a:gd name="connsiteX0" fmla="*/ 415957 w 415956"/>
                          <a:gd name="connsiteY0" fmla="*/ 240125 h 421004"/>
                          <a:gd name="connsiteX1" fmla="*/ 0 w 415956"/>
                          <a:gd name="connsiteY1" fmla="*/ 0 h 421004"/>
                          <a:gd name="connsiteX2" fmla="*/ 0 w 415956"/>
                          <a:gd name="connsiteY2" fmla="*/ 180784 h 421004"/>
                          <a:gd name="connsiteX3" fmla="*/ 415957 w 415956"/>
                          <a:gd name="connsiteY3" fmla="*/ 421005 h 421004"/>
                          <a:gd name="connsiteX4" fmla="*/ 415957 w 415956"/>
                          <a:gd name="connsiteY4" fmla="*/ 240125 h 421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956" h="421004">
                            <a:moveTo>
                              <a:pt x="415957" y="240125"/>
                            </a:moveTo>
                            <a:lnTo>
                              <a:pt x="0" y="0"/>
                            </a:lnTo>
                            <a:lnTo>
                              <a:pt x="0" y="180784"/>
                            </a:lnTo>
                            <a:lnTo>
                              <a:pt x="415957" y="421005"/>
                            </a:lnTo>
                            <a:lnTo>
                              <a:pt x="415957" y="240125"/>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59" name="Freeform: Shape 3358">
                        <a:extLst>
                          <a:ext uri="{FF2B5EF4-FFF2-40B4-BE49-F238E27FC236}">
                            <a16:creationId xmlns:a16="http://schemas.microsoft.com/office/drawing/2014/main" id="{52DE43DB-E4B7-86B7-A069-CD89838872C7}"/>
                          </a:ext>
                        </a:extLst>
                      </p:cNvPr>
                      <p:cNvSpPr/>
                      <p:nvPr/>
                    </p:nvSpPr>
                    <p:spPr>
                      <a:xfrm>
                        <a:off x="3774090" y="2697861"/>
                        <a:ext cx="366331" cy="258698"/>
                      </a:xfrm>
                      <a:custGeom>
                        <a:avLst/>
                        <a:gdLst>
                          <a:gd name="connsiteX0" fmla="*/ 366332 w 366331"/>
                          <a:gd name="connsiteY0" fmla="*/ 258699 h 258698"/>
                          <a:gd name="connsiteX1" fmla="*/ 0 w 366331"/>
                          <a:gd name="connsiteY1" fmla="*/ 47244 h 258698"/>
                          <a:gd name="connsiteX2" fmla="*/ 0 w 366331"/>
                          <a:gd name="connsiteY2" fmla="*/ 0 h 258698"/>
                          <a:gd name="connsiteX3" fmla="*/ 366332 w 366331"/>
                          <a:gd name="connsiteY3" fmla="*/ 211550 h 258698"/>
                          <a:gd name="connsiteX4" fmla="*/ 366332 w 366331"/>
                          <a:gd name="connsiteY4" fmla="*/ 258699 h 258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331" h="258698">
                            <a:moveTo>
                              <a:pt x="366332" y="258699"/>
                            </a:moveTo>
                            <a:lnTo>
                              <a:pt x="0" y="47244"/>
                            </a:lnTo>
                            <a:lnTo>
                              <a:pt x="0" y="0"/>
                            </a:lnTo>
                            <a:lnTo>
                              <a:pt x="366332" y="211550"/>
                            </a:lnTo>
                            <a:lnTo>
                              <a:pt x="366332" y="258699"/>
                            </a:lnTo>
                            <a:close/>
                          </a:path>
                        </a:pathLst>
                      </a:custGeom>
                      <a:solidFill>
                        <a:srgbClr val="2A2D3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60" name="Graphic 3388">
                        <a:extLst>
                          <a:ext uri="{FF2B5EF4-FFF2-40B4-BE49-F238E27FC236}">
                            <a16:creationId xmlns:a16="http://schemas.microsoft.com/office/drawing/2014/main" id="{0BAAFC15-7CA8-E1CA-D627-1A15B0C1ACF5}"/>
                          </a:ext>
                        </a:extLst>
                      </p:cNvPr>
                      <p:cNvGrpSpPr/>
                      <p:nvPr/>
                    </p:nvGrpSpPr>
                    <p:grpSpPr>
                      <a:xfrm>
                        <a:off x="3774090" y="2620517"/>
                        <a:ext cx="217456" cy="169354"/>
                        <a:chOff x="3774090" y="2620517"/>
                        <a:chExt cx="217456" cy="169354"/>
                      </a:xfrm>
                      <a:solidFill>
                        <a:srgbClr val="FFFFFF"/>
                      </a:solidFill>
                    </p:grpSpPr>
                    <p:sp>
                      <p:nvSpPr>
                        <p:cNvPr id="3362" name="Freeform: Shape 3361">
                          <a:extLst>
                            <a:ext uri="{FF2B5EF4-FFF2-40B4-BE49-F238E27FC236}">
                              <a16:creationId xmlns:a16="http://schemas.microsoft.com/office/drawing/2014/main" id="{4752BC32-A302-B728-3C13-32600D48DD8E}"/>
                            </a:ext>
                          </a:extLst>
                        </p:cNvPr>
                        <p:cNvSpPr/>
                        <p:nvPr/>
                      </p:nvSpPr>
                      <p:spPr>
                        <a:xfrm>
                          <a:off x="3774090" y="2620517"/>
                          <a:ext cx="38100" cy="65817"/>
                        </a:xfrm>
                        <a:custGeom>
                          <a:avLst/>
                          <a:gdLst>
                            <a:gd name="connsiteX0" fmla="*/ 38100 w 38100"/>
                            <a:gd name="connsiteY0" fmla="*/ 65818 h 65817"/>
                            <a:gd name="connsiteX1" fmla="*/ 0 w 38100"/>
                            <a:gd name="connsiteY1" fmla="*/ 43910 h 65817"/>
                            <a:gd name="connsiteX2" fmla="*/ 0 w 38100"/>
                            <a:gd name="connsiteY2" fmla="*/ 0 h 65817"/>
                            <a:gd name="connsiteX3" fmla="*/ 38100 w 38100"/>
                            <a:gd name="connsiteY3" fmla="*/ 21908 h 65817"/>
                            <a:gd name="connsiteX4" fmla="*/ 38100 w 38100"/>
                            <a:gd name="connsiteY4" fmla="*/ 65818 h 6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817">
                              <a:moveTo>
                                <a:pt x="38100" y="65818"/>
                              </a:moveTo>
                              <a:lnTo>
                                <a:pt x="0" y="43910"/>
                              </a:lnTo>
                              <a:lnTo>
                                <a:pt x="0" y="0"/>
                              </a:lnTo>
                              <a:lnTo>
                                <a:pt x="38100" y="21908"/>
                              </a:lnTo>
                              <a:lnTo>
                                <a:pt x="38100" y="65818"/>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63" name="Freeform: Shape 3362">
                          <a:extLst>
                            <a:ext uri="{FF2B5EF4-FFF2-40B4-BE49-F238E27FC236}">
                              <a16:creationId xmlns:a16="http://schemas.microsoft.com/office/drawing/2014/main" id="{22AAFA8C-0D1E-01CD-688E-E2E48A0C2314}"/>
                            </a:ext>
                          </a:extLst>
                        </p:cNvPr>
                        <p:cNvSpPr/>
                        <p:nvPr/>
                      </p:nvSpPr>
                      <p:spPr>
                        <a:xfrm>
                          <a:off x="3833907" y="2654998"/>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1907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1907"/>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64" name="Freeform: Shape 3363">
                          <a:extLst>
                            <a:ext uri="{FF2B5EF4-FFF2-40B4-BE49-F238E27FC236}">
                              <a16:creationId xmlns:a16="http://schemas.microsoft.com/office/drawing/2014/main" id="{E39BE165-2838-1DA1-3AAA-B594CB8BDF23}"/>
                            </a:ext>
                          </a:extLst>
                        </p:cNvPr>
                        <p:cNvSpPr/>
                        <p:nvPr/>
                      </p:nvSpPr>
                      <p:spPr>
                        <a:xfrm>
                          <a:off x="3893724" y="2689479"/>
                          <a:ext cx="38004" cy="65912"/>
                        </a:xfrm>
                        <a:custGeom>
                          <a:avLst/>
                          <a:gdLst>
                            <a:gd name="connsiteX0" fmla="*/ 38005 w 38004"/>
                            <a:gd name="connsiteY0" fmla="*/ 65913 h 65912"/>
                            <a:gd name="connsiteX1" fmla="*/ 0 w 38004"/>
                            <a:gd name="connsiteY1" fmla="*/ 43910 h 65912"/>
                            <a:gd name="connsiteX2" fmla="*/ 0 w 38004"/>
                            <a:gd name="connsiteY2" fmla="*/ 0 h 65912"/>
                            <a:gd name="connsiteX3" fmla="*/ 38005 w 38004"/>
                            <a:gd name="connsiteY3" fmla="*/ 22003 h 65912"/>
                            <a:gd name="connsiteX4" fmla="*/ 38005 w 38004"/>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04" h="65912">
                              <a:moveTo>
                                <a:pt x="38005" y="65913"/>
                              </a:moveTo>
                              <a:lnTo>
                                <a:pt x="0" y="43910"/>
                              </a:lnTo>
                              <a:lnTo>
                                <a:pt x="0" y="0"/>
                              </a:lnTo>
                              <a:lnTo>
                                <a:pt x="38005" y="22003"/>
                              </a:lnTo>
                              <a:lnTo>
                                <a:pt x="38005"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65" name="Freeform: Shape 3364">
                          <a:extLst>
                            <a:ext uri="{FF2B5EF4-FFF2-40B4-BE49-F238E27FC236}">
                              <a16:creationId xmlns:a16="http://schemas.microsoft.com/office/drawing/2014/main" id="{68803675-88C9-D1A7-1925-4A216BCDBD1D}"/>
                            </a:ext>
                          </a:extLst>
                        </p:cNvPr>
                        <p:cNvSpPr/>
                        <p:nvPr/>
                      </p:nvSpPr>
                      <p:spPr>
                        <a:xfrm>
                          <a:off x="3953446" y="2723959"/>
                          <a:ext cx="38100" cy="65912"/>
                        </a:xfrm>
                        <a:custGeom>
                          <a:avLst/>
                          <a:gdLst>
                            <a:gd name="connsiteX0" fmla="*/ 38100 w 38100"/>
                            <a:gd name="connsiteY0" fmla="*/ 65913 h 65912"/>
                            <a:gd name="connsiteX1" fmla="*/ 0 w 38100"/>
                            <a:gd name="connsiteY1" fmla="*/ 44006 h 65912"/>
                            <a:gd name="connsiteX2" fmla="*/ 0 w 38100"/>
                            <a:gd name="connsiteY2" fmla="*/ 0 h 65912"/>
                            <a:gd name="connsiteX3" fmla="*/ 38100 w 38100"/>
                            <a:gd name="connsiteY3" fmla="*/ 22003 h 65912"/>
                            <a:gd name="connsiteX4" fmla="*/ 38100 w 38100"/>
                            <a:gd name="connsiteY4" fmla="*/ 65913 h 65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65912">
                              <a:moveTo>
                                <a:pt x="38100" y="65913"/>
                              </a:moveTo>
                              <a:lnTo>
                                <a:pt x="0" y="44006"/>
                              </a:lnTo>
                              <a:lnTo>
                                <a:pt x="0" y="0"/>
                              </a:lnTo>
                              <a:lnTo>
                                <a:pt x="38100" y="22003"/>
                              </a:lnTo>
                              <a:lnTo>
                                <a:pt x="38100" y="65913"/>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361" name="Freeform: Shape 3360">
                        <a:extLst>
                          <a:ext uri="{FF2B5EF4-FFF2-40B4-BE49-F238E27FC236}">
                            <a16:creationId xmlns:a16="http://schemas.microsoft.com/office/drawing/2014/main" id="{CFBB9C5B-B13C-9FD4-D33D-FAC196D7DD3C}"/>
                          </a:ext>
                        </a:extLst>
                      </p:cNvPr>
                      <p:cNvSpPr/>
                      <p:nvPr/>
                    </p:nvSpPr>
                    <p:spPr>
                      <a:xfrm>
                        <a:off x="4018883" y="2750058"/>
                        <a:ext cx="121539" cy="137636"/>
                      </a:xfrm>
                      <a:custGeom>
                        <a:avLst/>
                        <a:gdLst>
                          <a:gd name="connsiteX0" fmla="*/ 121539 w 121539"/>
                          <a:gd name="connsiteY0" fmla="*/ 137636 h 137636"/>
                          <a:gd name="connsiteX1" fmla="*/ 0 w 121539"/>
                          <a:gd name="connsiteY1" fmla="*/ 67437 h 137636"/>
                          <a:gd name="connsiteX2" fmla="*/ 0 w 121539"/>
                          <a:gd name="connsiteY2" fmla="*/ 0 h 137636"/>
                          <a:gd name="connsiteX3" fmla="*/ 121539 w 121539"/>
                          <a:gd name="connsiteY3" fmla="*/ 70104 h 137636"/>
                          <a:gd name="connsiteX4" fmla="*/ 121539 w 121539"/>
                          <a:gd name="connsiteY4" fmla="*/ 137636 h 137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 h="137636">
                            <a:moveTo>
                              <a:pt x="121539" y="137636"/>
                            </a:moveTo>
                            <a:lnTo>
                              <a:pt x="0" y="67437"/>
                            </a:lnTo>
                            <a:lnTo>
                              <a:pt x="0" y="0"/>
                            </a:lnTo>
                            <a:lnTo>
                              <a:pt x="121539" y="70104"/>
                            </a:lnTo>
                            <a:lnTo>
                              <a:pt x="121539" y="137636"/>
                            </a:lnTo>
                            <a:close/>
                          </a:path>
                        </a:pathLst>
                      </a:custGeom>
                      <a:solidFill>
                        <a:srgbClr val="8CE47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3349" name="Freeform: Shape 3348">
                  <a:extLst>
                    <a:ext uri="{FF2B5EF4-FFF2-40B4-BE49-F238E27FC236}">
                      <a16:creationId xmlns:a16="http://schemas.microsoft.com/office/drawing/2014/main" id="{175B3C95-C49D-C9D4-347C-045EE9AECB65}"/>
                    </a:ext>
                  </a:extLst>
                </p:cNvPr>
                <p:cNvSpPr/>
                <p:nvPr/>
              </p:nvSpPr>
              <p:spPr>
                <a:xfrm>
                  <a:off x="4246435" y="2510408"/>
                  <a:ext cx="1088231" cy="627507"/>
                </a:xfrm>
                <a:custGeom>
                  <a:avLst/>
                  <a:gdLst>
                    <a:gd name="connsiteX0" fmla="*/ 0 w 1088231"/>
                    <a:gd name="connsiteY0" fmla="*/ 627507 h 627507"/>
                    <a:gd name="connsiteX1" fmla="*/ 405194 w 1088231"/>
                    <a:gd name="connsiteY1" fmla="*/ 627507 h 627507"/>
                    <a:gd name="connsiteX2" fmla="*/ 1088231 w 1088231"/>
                    <a:gd name="connsiteY2" fmla="*/ 233172 h 627507"/>
                    <a:gd name="connsiteX3" fmla="*/ 683038 w 1088231"/>
                    <a:gd name="connsiteY3" fmla="*/ 0 h 627507"/>
                    <a:gd name="connsiteX4" fmla="*/ 683038 w 1088231"/>
                    <a:gd name="connsiteY4" fmla="*/ 233172 h 627507"/>
                    <a:gd name="connsiteX5" fmla="*/ 0 w 1088231"/>
                    <a:gd name="connsiteY5" fmla="*/ 627507 h 62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231" h="627507">
                      <a:moveTo>
                        <a:pt x="0" y="627507"/>
                      </a:moveTo>
                      <a:lnTo>
                        <a:pt x="405194" y="627507"/>
                      </a:lnTo>
                      <a:lnTo>
                        <a:pt x="1088231" y="233172"/>
                      </a:lnTo>
                      <a:lnTo>
                        <a:pt x="683038" y="0"/>
                      </a:lnTo>
                      <a:lnTo>
                        <a:pt x="683038" y="233172"/>
                      </a:lnTo>
                      <a:lnTo>
                        <a:pt x="0" y="627507"/>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839" name="Graphic 3388">
                <a:extLst>
                  <a:ext uri="{FF2B5EF4-FFF2-40B4-BE49-F238E27FC236}">
                    <a16:creationId xmlns:a16="http://schemas.microsoft.com/office/drawing/2014/main" id="{49E280F8-0971-4098-9937-8EC7E6C017C8}"/>
                  </a:ext>
                </a:extLst>
              </p:cNvPr>
              <p:cNvGrpSpPr/>
              <p:nvPr/>
            </p:nvGrpSpPr>
            <p:grpSpPr>
              <a:xfrm>
                <a:off x="5379584" y="1023728"/>
                <a:ext cx="1485995" cy="2219610"/>
                <a:chOff x="5532691" y="918305"/>
                <a:chExt cx="1485995" cy="2219610"/>
              </a:xfrm>
            </p:grpSpPr>
            <p:grpSp>
              <p:nvGrpSpPr>
                <p:cNvPr id="3134" name="Graphic 3388">
                  <a:extLst>
                    <a:ext uri="{FF2B5EF4-FFF2-40B4-BE49-F238E27FC236}">
                      <a16:creationId xmlns:a16="http://schemas.microsoft.com/office/drawing/2014/main" id="{20C5D2F3-58FA-7CF3-3489-1C777FCC4A29}"/>
                    </a:ext>
                  </a:extLst>
                </p:cNvPr>
                <p:cNvGrpSpPr/>
                <p:nvPr/>
              </p:nvGrpSpPr>
              <p:grpSpPr>
                <a:xfrm>
                  <a:off x="5532691" y="918305"/>
                  <a:ext cx="1146810" cy="2219610"/>
                  <a:chOff x="5532691" y="918305"/>
                  <a:chExt cx="1146810" cy="2219610"/>
                </a:xfrm>
              </p:grpSpPr>
              <p:sp>
                <p:nvSpPr>
                  <p:cNvPr id="3136" name="Freeform: Shape 3135">
                    <a:extLst>
                      <a:ext uri="{FF2B5EF4-FFF2-40B4-BE49-F238E27FC236}">
                        <a16:creationId xmlns:a16="http://schemas.microsoft.com/office/drawing/2014/main" id="{F0D730EF-AF53-C317-72BA-542A4162E0D2}"/>
                      </a:ext>
                    </a:extLst>
                  </p:cNvPr>
                  <p:cNvSpPr/>
                  <p:nvPr/>
                </p:nvSpPr>
                <p:spPr>
                  <a:xfrm>
                    <a:off x="6106096" y="1249394"/>
                    <a:ext cx="573405" cy="1888521"/>
                  </a:xfrm>
                  <a:custGeom>
                    <a:avLst/>
                    <a:gdLst>
                      <a:gd name="connsiteX0" fmla="*/ 573405 w 573405"/>
                      <a:gd name="connsiteY0" fmla="*/ 1557528 h 1888521"/>
                      <a:gd name="connsiteX1" fmla="*/ 0 w 573405"/>
                      <a:gd name="connsiteY1" fmla="*/ 1888522 h 1888521"/>
                      <a:gd name="connsiteX2" fmla="*/ 0 w 573405"/>
                      <a:gd name="connsiteY2" fmla="*/ 331089 h 1888521"/>
                      <a:gd name="connsiteX3" fmla="*/ 573405 w 573405"/>
                      <a:gd name="connsiteY3" fmla="*/ 0 h 1888521"/>
                      <a:gd name="connsiteX4" fmla="*/ 573405 w 573405"/>
                      <a:gd name="connsiteY4" fmla="*/ 1557528 h 1888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405" h="1888521">
                        <a:moveTo>
                          <a:pt x="573405" y="1557528"/>
                        </a:moveTo>
                        <a:lnTo>
                          <a:pt x="0" y="1888522"/>
                        </a:lnTo>
                        <a:lnTo>
                          <a:pt x="0" y="331089"/>
                        </a:lnTo>
                        <a:lnTo>
                          <a:pt x="573405" y="0"/>
                        </a:lnTo>
                        <a:lnTo>
                          <a:pt x="573405" y="1557528"/>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7" name="Freeform: Shape 3136">
                    <a:extLst>
                      <a:ext uri="{FF2B5EF4-FFF2-40B4-BE49-F238E27FC236}">
                        <a16:creationId xmlns:a16="http://schemas.microsoft.com/office/drawing/2014/main" id="{97CF61AD-ED8E-1FB1-D13F-C9A844E2306D}"/>
                      </a:ext>
                    </a:extLst>
                  </p:cNvPr>
                  <p:cNvSpPr/>
                  <p:nvPr/>
                </p:nvSpPr>
                <p:spPr>
                  <a:xfrm>
                    <a:off x="5532691" y="1249394"/>
                    <a:ext cx="573404" cy="1888521"/>
                  </a:xfrm>
                  <a:custGeom>
                    <a:avLst/>
                    <a:gdLst>
                      <a:gd name="connsiteX0" fmla="*/ 573405 w 573404"/>
                      <a:gd name="connsiteY0" fmla="*/ 1888522 h 1888521"/>
                      <a:gd name="connsiteX1" fmla="*/ 0 w 573404"/>
                      <a:gd name="connsiteY1" fmla="*/ 1557528 h 1888521"/>
                      <a:gd name="connsiteX2" fmla="*/ 0 w 573404"/>
                      <a:gd name="connsiteY2" fmla="*/ 0 h 1888521"/>
                      <a:gd name="connsiteX3" fmla="*/ 573405 w 573404"/>
                      <a:gd name="connsiteY3" fmla="*/ 331089 h 1888521"/>
                      <a:gd name="connsiteX4" fmla="*/ 573405 w 573404"/>
                      <a:gd name="connsiteY4" fmla="*/ 1888522 h 1888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404" h="1888521">
                        <a:moveTo>
                          <a:pt x="573405" y="1888522"/>
                        </a:moveTo>
                        <a:lnTo>
                          <a:pt x="0" y="1557528"/>
                        </a:lnTo>
                        <a:lnTo>
                          <a:pt x="0" y="0"/>
                        </a:lnTo>
                        <a:lnTo>
                          <a:pt x="573405" y="331089"/>
                        </a:lnTo>
                        <a:lnTo>
                          <a:pt x="573405" y="1888522"/>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8" name="Freeform: Shape 3137">
                    <a:extLst>
                      <a:ext uri="{FF2B5EF4-FFF2-40B4-BE49-F238E27FC236}">
                        <a16:creationId xmlns:a16="http://schemas.microsoft.com/office/drawing/2014/main" id="{413C9453-41E8-418E-7EB6-EA1EA1515060}"/>
                      </a:ext>
                    </a:extLst>
                  </p:cNvPr>
                  <p:cNvSpPr/>
                  <p:nvPr/>
                </p:nvSpPr>
                <p:spPr>
                  <a:xfrm>
                    <a:off x="5556504" y="1366075"/>
                    <a:ext cx="525875" cy="1682686"/>
                  </a:xfrm>
                  <a:custGeom>
                    <a:avLst/>
                    <a:gdLst>
                      <a:gd name="connsiteX0" fmla="*/ 525875 w 525875"/>
                      <a:gd name="connsiteY0" fmla="*/ 1682686 h 1682686"/>
                      <a:gd name="connsiteX1" fmla="*/ 0 w 525875"/>
                      <a:gd name="connsiteY1" fmla="*/ 1379030 h 1682686"/>
                      <a:gd name="connsiteX2" fmla="*/ 0 w 525875"/>
                      <a:gd name="connsiteY2" fmla="*/ 0 h 1682686"/>
                      <a:gd name="connsiteX3" fmla="*/ 525875 w 525875"/>
                      <a:gd name="connsiteY3" fmla="*/ 303562 h 1682686"/>
                      <a:gd name="connsiteX4" fmla="*/ 525875 w 525875"/>
                      <a:gd name="connsiteY4" fmla="*/ 1682686 h 168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875" h="1682686">
                        <a:moveTo>
                          <a:pt x="525875" y="1682686"/>
                        </a:moveTo>
                        <a:lnTo>
                          <a:pt x="0" y="1379030"/>
                        </a:lnTo>
                        <a:lnTo>
                          <a:pt x="0" y="0"/>
                        </a:lnTo>
                        <a:lnTo>
                          <a:pt x="525875" y="303562"/>
                        </a:lnTo>
                        <a:lnTo>
                          <a:pt x="525875" y="1682686"/>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9" name="Freeform: Shape 3138">
                    <a:extLst>
                      <a:ext uri="{FF2B5EF4-FFF2-40B4-BE49-F238E27FC236}">
                        <a16:creationId xmlns:a16="http://schemas.microsoft.com/office/drawing/2014/main" id="{2A554087-73FA-9824-053C-2352F29C3B98}"/>
                      </a:ext>
                    </a:extLst>
                  </p:cNvPr>
                  <p:cNvSpPr/>
                  <p:nvPr/>
                </p:nvSpPr>
                <p:spPr>
                  <a:xfrm>
                    <a:off x="5556504" y="1294828"/>
                    <a:ext cx="160401" cy="102012"/>
                  </a:xfrm>
                  <a:custGeom>
                    <a:avLst/>
                    <a:gdLst>
                      <a:gd name="connsiteX0" fmla="*/ 160401 w 160401"/>
                      <a:gd name="connsiteY0" fmla="*/ 102013 h 102012"/>
                      <a:gd name="connsiteX1" fmla="*/ 0 w 160401"/>
                      <a:gd name="connsiteY1" fmla="*/ 9430 h 102012"/>
                      <a:gd name="connsiteX2" fmla="*/ 0 w 160401"/>
                      <a:gd name="connsiteY2" fmla="*/ 0 h 102012"/>
                      <a:gd name="connsiteX3" fmla="*/ 160401 w 160401"/>
                      <a:gd name="connsiteY3" fmla="*/ 92678 h 102012"/>
                      <a:gd name="connsiteX4" fmla="*/ 160401 w 160401"/>
                      <a:gd name="connsiteY4" fmla="*/ 102013 h 1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012">
                        <a:moveTo>
                          <a:pt x="160401" y="102013"/>
                        </a:moveTo>
                        <a:lnTo>
                          <a:pt x="0" y="9430"/>
                        </a:lnTo>
                        <a:lnTo>
                          <a:pt x="0" y="0"/>
                        </a:lnTo>
                        <a:lnTo>
                          <a:pt x="160401" y="92678"/>
                        </a:lnTo>
                        <a:lnTo>
                          <a:pt x="160401" y="10201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0" name="Freeform: Shape 3139">
                    <a:extLst>
                      <a:ext uri="{FF2B5EF4-FFF2-40B4-BE49-F238E27FC236}">
                        <a16:creationId xmlns:a16="http://schemas.microsoft.com/office/drawing/2014/main" id="{13D76132-88B6-D91F-A469-D5FE0F91D7AA}"/>
                      </a:ext>
                    </a:extLst>
                  </p:cNvPr>
                  <p:cNvSpPr/>
                  <p:nvPr/>
                </p:nvSpPr>
                <p:spPr>
                  <a:xfrm>
                    <a:off x="5556504" y="1307687"/>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1" name="Freeform: Shape 3140">
                    <a:extLst>
                      <a:ext uri="{FF2B5EF4-FFF2-40B4-BE49-F238E27FC236}">
                        <a16:creationId xmlns:a16="http://schemas.microsoft.com/office/drawing/2014/main" id="{123EEC10-B3B7-DC7F-F8D5-46C1FD04D3E7}"/>
                      </a:ext>
                    </a:extLst>
                  </p:cNvPr>
                  <p:cNvSpPr/>
                  <p:nvPr/>
                </p:nvSpPr>
                <p:spPr>
                  <a:xfrm>
                    <a:off x="5556504" y="1320545"/>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2" name="Freeform: Shape 3141">
                    <a:extLst>
                      <a:ext uri="{FF2B5EF4-FFF2-40B4-BE49-F238E27FC236}">
                        <a16:creationId xmlns:a16="http://schemas.microsoft.com/office/drawing/2014/main" id="{4C603378-F411-E44A-52D9-2F8F1D6237EA}"/>
                      </a:ext>
                    </a:extLst>
                  </p:cNvPr>
                  <p:cNvSpPr/>
                  <p:nvPr/>
                </p:nvSpPr>
                <p:spPr>
                  <a:xfrm>
                    <a:off x="5556504" y="1333404"/>
                    <a:ext cx="160401" cy="102108"/>
                  </a:xfrm>
                  <a:custGeom>
                    <a:avLst/>
                    <a:gdLst>
                      <a:gd name="connsiteX0" fmla="*/ 160401 w 160401"/>
                      <a:gd name="connsiteY0" fmla="*/ 102108 h 102108"/>
                      <a:gd name="connsiteX1" fmla="*/ 0 w 160401"/>
                      <a:gd name="connsiteY1" fmla="*/ 9430 h 102108"/>
                      <a:gd name="connsiteX2" fmla="*/ 0 w 160401"/>
                      <a:gd name="connsiteY2" fmla="*/ 0 h 102108"/>
                      <a:gd name="connsiteX3" fmla="*/ 160401 w 160401"/>
                      <a:gd name="connsiteY3" fmla="*/ 92678 h 102108"/>
                      <a:gd name="connsiteX4" fmla="*/ 160401 w 160401"/>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01" h="102108">
                        <a:moveTo>
                          <a:pt x="160401" y="102108"/>
                        </a:moveTo>
                        <a:lnTo>
                          <a:pt x="0" y="9430"/>
                        </a:lnTo>
                        <a:lnTo>
                          <a:pt x="0" y="0"/>
                        </a:lnTo>
                        <a:lnTo>
                          <a:pt x="160401" y="92678"/>
                        </a:lnTo>
                        <a:lnTo>
                          <a:pt x="160401"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3" name="Freeform: Shape 3142">
                    <a:extLst>
                      <a:ext uri="{FF2B5EF4-FFF2-40B4-BE49-F238E27FC236}">
                        <a16:creationId xmlns:a16="http://schemas.microsoft.com/office/drawing/2014/main" id="{B7E1C4C1-3032-CE3D-45EB-B031B6CF99B9}"/>
                      </a:ext>
                    </a:extLst>
                  </p:cNvPr>
                  <p:cNvSpPr/>
                  <p:nvPr/>
                </p:nvSpPr>
                <p:spPr>
                  <a:xfrm>
                    <a:off x="5921883" y="1505807"/>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4" name="Freeform: Shape 3143">
                    <a:extLst>
                      <a:ext uri="{FF2B5EF4-FFF2-40B4-BE49-F238E27FC236}">
                        <a16:creationId xmlns:a16="http://schemas.microsoft.com/office/drawing/2014/main" id="{3E0B39D0-1E66-95EF-44AB-CD89CC0DEEA5}"/>
                      </a:ext>
                    </a:extLst>
                  </p:cNvPr>
                  <p:cNvSpPr/>
                  <p:nvPr/>
                </p:nvSpPr>
                <p:spPr>
                  <a:xfrm>
                    <a:off x="5921883" y="1518666"/>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5" name="Freeform: Shape 3144">
                    <a:extLst>
                      <a:ext uri="{FF2B5EF4-FFF2-40B4-BE49-F238E27FC236}">
                        <a16:creationId xmlns:a16="http://schemas.microsoft.com/office/drawing/2014/main" id="{B278D89A-9E6A-24E0-E621-5AD8277E6AEC}"/>
                      </a:ext>
                    </a:extLst>
                  </p:cNvPr>
                  <p:cNvSpPr/>
                  <p:nvPr/>
                </p:nvSpPr>
                <p:spPr>
                  <a:xfrm>
                    <a:off x="5921883" y="1531524"/>
                    <a:ext cx="160496" cy="102108"/>
                  </a:xfrm>
                  <a:custGeom>
                    <a:avLst/>
                    <a:gdLst>
                      <a:gd name="connsiteX0" fmla="*/ 160496 w 160496"/>
                      <a:gd name="connsiteY0" fmla="*/ 102108 h 102108"/>
                      <a:gd name="connsiteX1" fmla="*/ 0 w 160496"/>
                      <a:gd name="connsiteY1" fmla="*/ 9430 h 102108"/>
                      <a:gd name="connsiteX2" fmla="*/ 0 w 160496"/>
                      <a:gd name="connsiteY2" fmla="*/ 0 h 102108"/>
                      <a:gd name="connsiteX3" fmla="*/ 160496 w 160496"/>
                      <a:gd name="connsiteY3" fmla="*/ 92678 h 102108"/>
                      <a:gd name="connsiteX4" fmla="*/ 160496 w 160496"/>
                      <a:gd name="connsiteY4" fmla="*/ 102108 h 10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108">
                        <a:moveTo>
                          <a:pt x="160496" y="102108"/>
                        </a:moveTo>
                        <a:lnTo>
                          <a:pt x="0" y="9430"/>
                        </a:lnTo>
                        <a:lnTo>
                          <a:pt x="0" y="0"/>
                        </a:lnTo>
                        <a:lnTo>
                          <a:pt x="160496" y="92678"/>
                        </a:lnTo>
                        <a:lnTo>
                          <a:pt x="160496" y="102108"/>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46" name="Freeform: Shape 3145">
                    <a:extLst>
                      <a:ext uri="{FF2B5EF4-FFF2-40B4-BE49-F238E27FC236}">
                        <a16:creationId xmlns:a16="http://schemas.microsoft.com/office/drawing/2014/main" id="{3DD48222-5231-B343-F452-F67285E2A31F}"/>
                      </a:ext>
                    </a:extLst>
                  </p:cNvPr>
                  <p:cNvSpPr/>
                  <p:nvPr/>
                </p:nvSpPr>
                <p:spPr>
                  <a:xfrm>
                    <a:off x="5921883" y="1544478"/>
                    <a:ext cx="160496" cy="102012"/>
                  </a:xfrm>
                  <a:custGeom>
                    <a:avLst/>
                    <a:gdLst>
                      <a:gd name="connsiteX0" fmla="*/ 160496 w 160496"/>
                      <a:gd name="connsiteY0" fmla="*/ 102013 h 102012"/>
                      <a:gd name="connsiteX1" fmla="*/ 0 w 160496"/>
                      <a:gd name="connsiteY1" fmla="*/ 9334 h 102012"/>
                      <a:gd name="connsiteX2" fmla="*/ 0 w 160496"/>
                      <a:gd name="connsiteY2" fmla="*/ 0 h 102012"/>
                      <a:gd name="connsiteX3" fmla="*/ 160496 w 160496"/>
                      <a:gd name="connsiteY3" fmla="*/ 92583 h 102012"/>
                      <a:gd name="connsiteX4" fmla="*/ 160496 w 160496"/>
                      <a:gd name="connsiteY4" fmla="*/ 102013 h 1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102012">
                        <a:moveTo>
                          <a:pt x="160496" y="102013"/>
                        </a:moveTo>
                        <a:lnTo>
                          <a:pt x="0" y="9334"/>
                        </a:lnTo>
                        <a:lnTo>
                          <a:pt x="0" y="0"/>
                        </a:lnTo>
                        <a:lnTo>
                          <a:pt x="160496" y="92583"/>
                        </a:lnTo>
                        <a:lnTo>
                          <a:pt x="160496" y="10201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47" name="Graphic 3388">
                    <a:extLst>
                      <a:ext uri="{FF2B5EF4-FFF2-40B4-BE49-F238E27FC236}">
                        <a16:creationId xmlns:a16="http://schemas.microsoft.com/office/drawing/2014/main" id="{4F04481A-7FB4-D078-8049-1613D7F25F9B}"/>
                      </a:ext>
                    </a:extLst>
                  </p:cNvPr>
                  <p:cNvGrpSpPr/>
                  <p:nvPr/>
                </p:nvGrpSpPr>
                <p:grpSpPr>
                  <a:xfrm>
                    <a:off x="5564219" y="1379505"/>
                    <a:ext cx="510349" cy="411670"/>
                    <a:chOff x="5564219" y="1379505"/>
                    <a:chExt cx="510349" cy="411670"/>
                  </a:xfrm>
                </p:grpSpPr>
                <p:sp>
                  <p:nvSpPr>
                    <p:cNvPr id="3332" name="Freeform: Shape 3331">
                      <a:extLst>
                        <a:ext uri="{FF2B5EF4-FFF2-40B4-BE49-F238E27FC236}">
                          <a16:creationId xmlns:a16="http://schemas.microsoft.com/office/drawing/2014/main" id="{5F3FABBD-C3E5-FAB1-515C-76E08C9BB2B7}"/>
                        </a:ext>
                      </a:extLst>
                    </p:cNvPr>
                    <p:cNvSpPr/>
                    <p:nvPr/>
                  </p:nvSpPr>
                  <p:spPr>
                    <a:xfrm>
                      <a:off x="5564219" y="1379505"/>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3" name="Freeform: Shape 3332">
                      <a:extLst>
                        <a:ext uri="{FF2B5EF4-FFF2-40B4-BE49-F238E27FC236}">
                          <a16:creationId xmlns:a16="http://schemas.microsoft.com/office/drawing/2014/main" id="{E3B18B76-C4BC-49DC-C597-D6CF6CEA8318}"/>
                        </a:ext>
                      </a:extLst>
                    </p:cNvPr>
                    <p:cNvSpPr/>
                    <p:nvPr/>
                  </p:nvSpPr>
                  <p:spPr>
                    <a:xfrm>
                      <a:off x="5925597" y="1599723"/>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34" name="Graphic 3388">
                      <a:extLst>
                        <a:ext uri="{FF2B5EF4-FFF2-40B4-BE49-F238E27FC236}">
                          <a16:creationId xmlns:a16="http://schemas.microsoft.com/office/drawing/2014/main" id="{909F945B-133F-9818-B6EC-9F7E86EEC2D6}"/>
                        </a:ext>
                      </a:extLst>
                    </p:cNvPr>
                    <p:cNvGrpSpPr/>
                    <p:nvPr/>
                  </p:nvGrpSpPr>
                  <p:grpSpPr>
                    <a:xfrm>
                      <a:off x="5930455" y="1684020"/>
                      <a:ext cx="130015" cy="94296"/>
                      <a:chOff x="5930455" y="1684020"/>
                      <a:chExt cx="130015" cy="94296"/>
                    </a:xfrm>
                    <a:solidFill>
                      <a:srgbClr val="777777"/>
                    </a:solidFill>
                  </p:grpSpPr>
                  <p:sp>
                    <p:nvSpPr>
                      <p:cNvPr id="3342" name="Freeform: Shape 3341">
                        <a:extLst>
                          <a:ext uri="{FF2B5EF4-FFF2-40B4-BE49-F238E27FC236}">
                            <a16:creationId xmlns:a16="http://schemas.microsoft.com/office/drawing/2014/main" id="{0A4D693B-C1B6-50B8-89FF-AFE5E765EF25}"/>
                          </a:ext>
                        </a:extLst>
                      </p:cNvPr>
                      <p:cNvSpPr/>
                      <p:nvPr/>
                    </p:nvSpPr>
                    <p:spPr>
                      <a:xfrm>
                        <a:off x="6043707" y="1749361"/>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3" name="Freeform: Shape 3342">
                        <a:extLst>
                          <a:ext uri="{FF2B5EF4-FFF2-40B4-BE49-F238E27FC236}">
                            <a16:creationId xmlns:a16="http://schemas.microsoft.com/office/drawing/2014/main" id="{150DD0A2-10FD-8283-66D5-B02371EE746A}"/>
                          </a:ext>
                        </a:extLst>
                      </p:cNvPr>
                      <p:cNvSpPr/>
                      <p:nvPr/>
                    </p:nvSpPr>
                    <p:spPr>
                      <a:xfrm>
                        <a:off x="6021038" y="1736312"/>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4" name="Freeform: Shape 3343">
                        <a:extLst>
                          <a:ext uri="{FF2B5EF4-FFF2-40B4-BE49-F238E27FC236}">
                            <a16:creationId xmlns:a16="http://schemas.microsoft.com/office/drawing/2014/main" id="{09CC27AF-397D-1837-5A95-FEFEBBD149C0}"/>
                          </a:ext>
                        </a:extLst>
                      </p:cNvPr>
                      <p:cNvSpPr/>
                      <p:nvPr/>
                    </p:nvSpPr>
                    <p:spPr>
                      <a:xfrm>
                        <a:off x="5998368" y="1723262"/>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5" name="Freeform: Shape 3344">
                        <a:extLst>
                          <a:ext uri="{FF2B5EF4-FFF2-40B4-BE49-F238E27FC236}">
                            <a16:creationId xmlns:a16="http://schemas.microsoft.com/office/drawing/2014/main" id="{885EB255-4131-E3A4-A771-A8A38712BA74}"/>
                          </a:ext>
                        </a:extLst>
                      </p:cNvPr>
                      <p:cNvSpPr/>
                      <p:nvPr/>
                    </p:nvSpPr>
                    <p:spPr>
                      <a:xfrm>
                        <a:off x="5975794" y="1710213"/>
                        <a:ext cx="16668" cy="28860"/>
                      </a:xfrm>
                      <a:custGeom>
                        <a:avLst/>
                        <a:gdLst>
                          <a:gd name="connsiteX0" fmla="*/ 0 w 16668"/>
                          <a:gd name="connsiteY0" fmla="*/ 19240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0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0"/>
                            </a:moveTo>
                            <a:lnTo>
                              <a:pt x="16669" y="28861"/>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6" name="Freeform: Shape 3345">
                        <a:extLst>
                          <a:ext uri="{FF2B5EF4-FFF2-40B4-BE49-F238E27FC236}">
                            <a16:creationId xmlns:a16="http://schemas.microsoft.com/office/drawing/2014/main" id="{F1802759-232E-B20D-23EB-C8F78C100CF9}"/>
                          </a:ext>
                        </a:extLst>
                      </p:cNvPr>
                      <p:cNvSpPr/>
                      <p:nvPr/>
                    </p:nvSpPr>
                    <p:spPr>
                      <a:xfrm>
                        <a:off x="5953125" y="1697069"/>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7" name="Freeform: Shape 3346">
                        <a:extLst>
                          <a:ext uri="{FF2B5EF4-FFF2-40B4-BE49-F238E27FC236}">
                            <a16:creationId xmlns:a16="http://schemas.microsoft.com/office/drawing/2014/main" id="{CBA58B21-2D6A-4C48-379D-C6A8B8C0D7B6}"/>
                          </a:ext>
                        </a:extLst>
                      </p:cNvPr>
                      <p:cNvSpPr/>
                      <p:nvPr/>
                    </p:nvSpPr>
                    <p:spPr>
                      <a:xfrm>
                        <a:off x="5930455" y="1684020"/>
                        <a:ext cx="16668" cy="28955"/>
                      </a:xfrm>
                      <a:custGeom>
                        <a:avLst/>
                        <a:gdLst>
                          <a:gd name="connsiteX0" fmla="*/ 0 w 16668"/>
                          <a:gd name="connsiteY0" fmla="*/ 19240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0"/>
                            </a:moveTo>
                            <a:lnTo>
                              <a:pt x="16669" y="28956"/>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35" name="Graphic 3388">
                      <a:extLst>
                        <a:ext uri="{FF2B5EF4-FFF2-40B4-BE49-F238E27FC236}">
                          <a16:creationId xmlns:a16="http://schemas.microsoft.com/office/drawing/2014/main" id="{1E827698-9E19-2651-A987-330E66B509B5}"/>
                        </a:ext>
                      </a:extLst>
                    </p:cNvPr>
                    <p:cNvGrpSpPr/>
                    <p:nvPr/>
                  </p:nvGrpSpPr>
                  <p:grpSpPr>
                    <a:xfrm>
                      <a:off x="5572029" y="1395602"/>
                      <a:ext cx="342042" cy="293465"/>
                      <a:chOff x="5572029" y="1395602"/>
                      <a:chExt cx="342042" cy="293465"/>
                    </a:xfrm>
                    <a:solidFill>
                      <a:srgbClr val="0D0D0D"/>
                    </a:solidFill>
                  </p:grpSpPr>
                  <p:sp>
                    <p:nvSpPr>
                      <p:cNvPr id="3336" name="Freeform: Shape 3335">
                        <a:extLst>
                          <a:ext uri="{FF2B5EF4-FFF2-40B4-BE49-F238E27FC236}">
                            <a16:creationId xmlns:a16="http://schemas.microsoft.com/office/drawing/2014/main" id="{7BCA6A2A-5302-4DEC-75B0-365005BE52A3}"/>
                          </a:ext>
                        </a:extLst>
                      </p:cNvPr>
                      <p:cNvSpPr/>
                      <p:nvPr/>
                    </p:nvSpPr>
                    <p:spPr>
                      <a:xfrm>
                        <a:off x="5572029" y="1395602"/>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7" name="Freeform: Shape 3336">
                        <a:extLst>
                          <a:ext uri="{FF2B5EF4-FFF2-40B4-BE49-F238E27FC236}">
                            <a16:creationId xmlns:a16="http://schemas.microsoft.com/office/drawing/2014/main" id="{18E43EE5-7C27-0CF1-9F24-D2E6D963ADED}"/>
                          </a:ext>
                        </a:extLst>
                      </p:cNvPr>
                      <p:cNvSpPr/>
                      <p:nvPr/>
                    </p:nvSpPr>
                    <p:spPr>
                      <a:xfrm>
                        <a:off x="5572029" y="1412843"/>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8" name="Freeform: Shape 3337">
                        <a:extLst>
                          <a:ext uri="{FF2B5EF4-FFF2-40B4-BE49-F238E27FC236}">
                            <a16:creationId xmlns:a16="http://schemas.microsoft.com/office/drawing/2014/main" id="{0C9009F9-F306-6D30-5DDD-53166DA88E87}"/>
                          </a:ext>
                        </a:extLst>
                      </p:cNvPr>
                      <p:cNvSpPr/>
                      <p:nvPr/>
                    </p:nvSpPr>
                    <p:spPr>
                      <a:xfrm>
                        <a:off x="5572029" y="1430178"/>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9" name="Freeform: Shape 3338">
                        <a:extLst>
                          <a:ext uri="{FF2B5EF4-FFF2-40B4-BE49-F238E27FC236}">
                            <a16:creationId xmlns:a16="http://schemas.microsoft.com/office/drawing/2014/main" id="{933E3359-EF9D-11FA-8BD3-B4D483B987F3}"/>
                          </a:ext>
                        </a:extLst>
                      </p:cNvPr>
                      <p:cNvSpPr/>
                      <p:nvPr/>
                    </p:nvSpPr>
                    <p:spPr>
                      <a:xfrm>
                        <a:off x="5572029" y="1447418"/>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0" name="Freeform: Shape 3339">
                        <a:extLst>
                          <a:ext uri="{FF2B5EF4-FFF2-40B4-BE49-F238E27FC236}">
                            <a16:creationId xmlns:a16="http://schemas.microsoft.com/office/drawing/2014/main" id="{717B9BBC-ECA5-2F89-11CC-429957C89A1B}"/>
                          </a:ext>
                        </a:extLst>
                      </p:cNvPr>
                      <p:cNvSpPr/>
                      <p:nvPr/>
                    </p:nvSpPr>
                    <p:spPr>
                      <a:xfrm>
                        <a:off x="5572029" y="1464659"/>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41" name="Freeform: Shape 3340">
                        <a:extLst>
                          <a:ext uri="{FF2B5EF4-FFF2-40B4-BE49-F238E27FC236}">
                            <a16:creationId xmlns:a16="http://schemas.microsoft.com/office/drawing/2014/main" id="{C0FE6EAA-EC84-CD9A-20DC-6DE5247C273D}"/>
                          </a:ext>
                        </a:extLst>
                      </p:cNvPr>
                      <p:cNvSpPr/>
                      <p:nvPr/>
                    </p:nvSpPr>
                    <p:spPr>
                      <a:xfrm>
                        <a:off x="5572029" y="1481899"/>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3148" name="Graphic 3388">
                    <a:extLst>
                      <a:ext uri="{FF2B5EF4-FFF2-40B4-BE49-F238E27FC236}">
                        <a16:creationId xmlns:a16="http://schemas.microsoft.com/office/drawing/2014/main" id="{8A57D52E-91EC-1314-404D-2DDDE23A62EB}"/>
                      </a:ext>
                    </a:extLst>
                  </p:cNvPr>
                  <p:cNvGrpSpPr/>
                  <p:nvPr/>
                </p:nvGrpSpPr>
                <p:grpSpPr>
                  <a:xfrm>
                    <a:off x="5564219" y="1506188"/>
                    <a:ext cx="510349" cy="411670"/>
                    <a:chOff x="5564219" y="1506188"/>
                    <a:chExt cx="510349" cy="411670"/>
                  </a:xfrm>
                </p:grpSpPr>
                <p:sp>
                  <p:nvSpPr>
                    <p:cNvPr id="3316" name="Freeform: Shape 3315">
                      <a:extLst>
                        <a:ext uri="{FF2B5EF4-FFF2-40B4-BE49-F238E27FC236}">
                          <a16:creationId xmlns:a16="http://schemas.microsoft.com/office/drawing/2014/main" id="{0156BC3D-376E-AA76-A384-E70489D69136}"/>
                        </a:ext>
                      </a:extLst>
                    </p:cNvPr>
                    <p:cNvSpPr/>
                    <p:nvPr/>
                  </p:nvSpPr>
                  <p:spPr>
                    <a:xfrm>
                      <a:off x="5564219" y="1506188"/>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7" name="Freeform: Shape 3316">
                      <a:extLst>
                        <a:ext uri="{FF2B5EF4-FFF2-40B4-BE49-F238E27FC236}">
                          <a16:creationId xmlns:a16="http://schemas.microsoft.com/office/drawing/2014/main" id="{D4015408-BF7F-5760-C6E5-C6D3E1DA4E11}"/>
                        </a:ext>
                      </a:extLst>
                    </p:cNvPr>
                    <p:cNvSpPr/>
                    <p:nvPr/>
                  </p:nvSpPr>
                  <p:spPr>
                    <a:xfrm>
                      <a:off x="5925597" y="1726310"/>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18" name="Graphic 3388">
                      <a:extLst>
                        <a:ext uri="{FF2B5EF4-FFF2-40B4-BE49-F238E27FC236}">
                          <a16:creationId xmlns:a16="http://schemas.microsoft.com/office/drawing/2014/main" id="{9B2C3508-3736-2492-BC22-D82073096515}"/>
                        </a:ext>
                      </a:extLst>
                    </p:cNvPr>
                    <p:cNvGrpSpPr/>
                    <p:nvPr/>
                  </p:nvGrpSpPr>
                  <p:grpSpPr>
                    <a:xfrm>
                      <a:off x="5930455" y="1810607"/>
                      <a:ext cx="130015" cy="94392"/>
                      <a:chOff x="5930455" y="1810607"/>
                      <a:chExt cx="130015" cy="94392"/>
                    </a:xfrm>
                    <a:solidFill>
                      <a:srgbClr val="777777"/>
                    </a:solidFill>
                  </p:grpSpPr>
                  <p:sp>
                    <p:nvSpPr>
                      <p:cNvPr id="3326" name="Freeform: Shape 3325">
                        <a:extLst>
                          <a:ext uri="{FF2B5EF4-FFF2-40B4-BE49-F238E27FC236}">
                            <a16:creationId xmlns:a16="http://schemas.microsoft.com/office/drawing/2014/main" id="{34D55D37-9387-6A41-66F0-EA1D28D1F8AD}"/>
                          </a:ext>
                        </a:extLst>
                      </p:cNvPr>
                      <p:cNvSpPr/>
                      <p:nvPr/>
                    </p:nvSpPr>
                    <p:spPr>
                      <a:xfrm>
                        <a:off x="6043707" y="1876044"/>
                        <a:ext cx="16763" cy="28955"/>
                      </a:xfrm>
                      <a:custGeom>
                        <a:avLst/>
                        <a:gdLst>
                          <a:gd name="connsiteX0" fmla="*/ 0 w 16763"/>
                          <a:gd name="connsiteY0" fmla="*/ 19240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7" name="Freeform: Shape 3326">
                        <a:extLst>
                          <a:ext uri="{FF2B5EF4-FFF2-40B4-BE49-F238E27FC236}">
                            <a16:creationId xmlns:a16="http://schemas.microsoft.com/office/drawing/2014/main" id="{0EC38182-FFC3-33C7-296C-F0F6E93DE893}"/>
                          </a:ext>
                        </a:extLst>
                      </p:cNvPr>
                      <p:cNvSpPr/>
                      <p:nvPr/>
                    </p:nvSpPr>
                    <p:spPr>
                      <a:xfrm>
                        <a:off x="6021038" y="1862899"/>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8" name="Freeform: Shape 3327">
                        <a:extLst>
                          <a:ext uri="{FF2B5EF4-FFF2-40B4-BE49-F238E27FC236}">
                            <a16:creationId xmlns:a16="http://schemas.microsoft.com/office/drawing/2014/main" id="{5870DE7E-8804-E9CE-4654-8B482EB7AF37}"/>
                          </a:ext>
                        </a:extLst>
                      </p:cNvPr>
                      <p:cNvSpPr/>
                      <p:nvPr/>
                    </p:nvSpPr>
                    <p:spPr>
                      <a:xfrm>
                        <a:off x="5998368" y="1849850"/>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9" name="Freeform: Shape 3328">
                        <a:extLst>
                          <a:ext uri="{FF2B5EF4-FFF2-40B4-BE49-F238E27FC236}">
                            <a16:creationId xmlns:a16="http://schemas.microsoft.com/office/drawing/2014/main" id="{EAAFDACC-A5D1-6B25-357E-6A8DC4294FD8}"/>
                          </a:ext>
                        </a:extLst>
                      </p:cNvPr>
                      <p:cNvSpPr/>
                      <p:nvPr/>
                    </p:nvSpPr>
                    <p:spPr>
                      <a:xfrm>
                        <a:off x="5975794" y="1836800"/>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0" name="Freeform: Shape 3329">
                        <a:extLst>
                          <a:ext uri="{FF2B5EF4-FFF2-40B4-BE49-F238E27FC236}">
                            <a16:creationId xmlns:a16="http://schemas.microsoft.com/office/drawing/2014/main" id="{BE46B494-4ED5-A274-15D0-2751D4C6D3D0}"/>
                          </a:ext>
                        </a:extLst>
                      </p:cNvPr>
                      <p:cNvSpPr/>
                      <p:nvPr/>
                    </p:nvSpPr>
                    <p:spPr>
                      <a:xfrm>
                        <a:off x="5953125" y="1823656"/>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31" name="Freeform: Shape 3330">
                        <a:extLst>
                          <a:ext uri="{FF2B5EF4-FFF2-40B4-BE49-F238E27FC236}">
                            <a16:creationId xmlns:a16="http://schemas.microsoft.com/office/drawing/2014/main" id="{CCC0906F-5023-A06E-685A-A4124905E176}"/>
                          </a:ext>
                        </a:extLst>
                      </p:cNvPr>
                      <p:cNvSpPr/>
                      <p:nvPr/>
                    </p:nvSpPr>
                    <p:spPr>
                      <a:xfrm>
                        <a:off x="5930455" y="1810607"/>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19" name="Graphic 3388">
                      <a:extLst>
                        <a:ext uri="{FF2B5EF4-FFF2-40B4-BE49-F238E27FC236}">
                          <a16:creationId xmlns:a16="http://schemas.microsoft.com/office/drawing/2014/main" id="{78852223-341A-9AC3-C398-1EE805F4416E}"/>
                        </a:ext>
                      </a:extLst>
                    </p:cNvPr>
                    <p:cNvGrpSpPr/>
                    <p:nvPr/>
                  </p:nvGrpSpPr>
                  <p:grpSpPr>
                    <a:xfrm>
                      <a:off x="5572029" y="1522190"/>
                      <a:ext cx="342042" cy="293464"/>
                      <a:chOff x="5572029" y="1522190"/>
                      <a:chExt cx="342042" cy="293464"/>
                    </a:xfrm>
                    <a:solidFill>
                      <a:srgbClr val="0D0D0D"/>
                    </a:solidFill>
                  </p:grpSpPr>
                  <p:sp>
                    <p:nvSpPr>
                      <p:cNvPr id="3320" name="Freeform: Shape 3319">
                        <a:extLst>
                          <a:ext uri="{FF2B5EF4-FFF2-40B4-BE49-F238E27FC236}">
                            <a16:creationId xmlns:a16="http://schemas.microsoft.com/office/drawing/2014/main" id="{EDBE0CFA-5D1F-8C6E-9E6F-7AB2C2451F22}"/>
                          </a:ext>
                        </a:extLst>
                      </p:cNvPr>
                      <p:cNvSpPr/>
                      <p:nvPr/>
                    </p:nvSpPr>
                    <p:spPr>
                      <a:xfrm>
                        <a:off x="5572029" y="1522190"/>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1" name="Freeform: Shape 3320">
                        <a:extLst>
                          <a:ext uri="{FF2B5EF4-FFF2-40B4-BE49-F238E27FC236}">
                            <a16:creationId xmlns:a16="http://schemas.microsoft.com/office/drawing/2014/main" id="{E2B4E8ED-BA61-58D6-EEAB-43501DB0B941}"/>
                          </a:ext>
                        </a:extLst>
                      </p:cNvPr>
                      <p:cNvSpPr/>
                      <p:nvPr/>
                    </p:nvSpPr>
                    <p:spPr>
                      <a:xfrm>
                        <a:off x="5572029" y="1539525"/>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2" name="Freeform: Shape 3321">
                        <a:extLst>
                          <a:ext uri="{FF2B5EF4-FFF2-40B4-BE49-F238E27FC236}">
                            <a16:creationId xmlns:a16="http://schemas.microsoft.com/office/drawing/2014/main" id="{AC6C5242-4A66-ABF4-BC55-3237F670C362}"/>
                          </a:ext>
                        </a:extLst>
                      </p:cNvPr>
                      <p:cNvSpPr/>
                      <p:nvPr/>
                    </p:nvSpPr>
                    <p:spPr>
                      <a:xfrm>
                        <a:off x="5572029" y="1556766"/>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3" name="Freeform: Shape 3322">
                        <a:extLst>
                          <a:ext uri="{FF2B5EF4-FFF2-40B4-BE49-F238E27FC236}">
                            <a16:creationId xmlns:a16="http://schemas.microsoft.com/office/drawing/2014/main" id="{0280AB46-185B-E6DF-7E9C-C04EE187E3A1}"/>
                          </a:ext>
                        </a:extLst>
                      </p:cNvPr>
                      <p:cNvSpPr/>
                      <p:nvPr/>
                    </p:nvSpPr>
                    <p:spPr>
                      <a:xfrm>
                        <a:off x="5572029" y="1574006"/>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4" name="Freeform: Shape 3323">
                        <a:extLst>
                          <a:ext uri="{FF2B5EF4-FFF2-40B4-BE49-F238E27FC236}">
                            <a16:creationId xmlns:a16="http://schemas.microsoft.com/office/drawing/2014/main" id="{2ED19BB8-CFEB-4D79-1830-543BEC9CD046}"/>
                          </a:ext>
                        </a:extLst>
                      </p:cNvPr>
                      <p:cNvSpPr/>
                      <p:nvPr/>
                    </p:nvSpPr>
                    <p:spPr>
                      <a:xfrm>
                        <a:off x="5572029" y="1591246"/>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25" name="Freeform: Shape 3324">
                        <a:extLst>
                          <a:ext uri="{FF2B5EF4-FFF2-40B4-BE49-F238E27FC236}">
                            <a16:creationId xmlns:a16="http://schemas.microsoft.com/office/drawing/2014/main" id="{A1F03EB9-D8EF-4D4E-19FC-B5018561E11E}"/>
                          </a:ext>
                        </a:extLst>
                      </p:cNvPr>
                      <p:cNvSpPr/>
                      <p:nvPr/>
                    </p:nvSpPr>
                    <p:spPr>
                      <a:xfrm>
                        <a:off x="5572029" y="1608581"/>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3149" name="Graphic 3388">
                    <a:extLst>
                      <a:ext uri="{FF2B5EF4-FFF2-40B4-BE49-F238E27FC236}">
                        <a16:creationId xmlns:a16="http://schemas.microsoft.com/office/drawing/2014/main" id="{69F69932-8E23-98AB-DBA6-D32A1FB96761}"/>
                      </a:ext>
                    </a:extLst>
                  </p:cNvPr>
                  <p:cNvGrpSpPr/>
                  <p:nvPr/>
                </p:nvGrpSpPr>
                <p:grpSpPr>
                  <a:xfrm>
                    <a:off x="5564219" y="1632775"/>
                    <a:ext cx="510349" cy="411670"/>
                    <a:chOff x="5564219" y="1632775"/>
                    <a:chExt cx="510349" cy="411670"/>
                  </a:xfrm>
                </p:grpSpPr>
                <p:sp>
                  <p:nvSpPr>
                    <p:cNvPr id="3300" name="Freeform: Shape 3299">
                      <a:extLst>
                        <a:ext uri="{FF2B5EF4-FFF2-40B4-BE49-F238E27FC236}">
                          <a16:creationId xmlns:a16="http://schemas.microsoft.com/office/drawing/2014/main" id="{2D1E2B07-FC5E-D572-A44A-0A0199AEC79C}"/>
                        </a:ext>
                      </a:extLst>
                    </p:cNvPr>
                    <p:cNvSpPr/>
                    <p:nvPr/>
                  </p:nvSpPr>
                  <p:spPr>
                    <a:xfrm>
                      <a:off x="5564219" y="1632775"/>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1" name="Freeform: Shape 3300">
                      <a:extLst>
                        <a:ext uri="{FF2B5EF4-FFF2-40B4-BE49-F238E27FC236}">
                          <a16:creationId xmlns:a16="http://schemas.microsoft.com/office/drawing/2014/main" id="{880FA6F1-3FA4-F88C-3748-E59159C73E66}"/>
                        </a:ext>
                      </a:extLst>
                    </p:cNvPr>
                    <p:cNvSpPr/>
                    <p:nvPr/>
                  </p:nvSpPr>
                  <p:spPr>
                    <a:xfrm>
                      <a:off x="5925597" y="1852993"/>
                      <a:ext cx="139636" cy="154400"/>
                    </a:xfrm>
                    <a:custGeom>
                      <a:avLst/>
                      <a:gdLst>
                        <a:gd name="connsiteX0" fmla="*/ 0 w 139636"/>
                        <a:gd name="connsiteY0" fmla="*/ 73724 h 154400"/>
                        <a:gd name="connsiteX1" fmla="*/ 139637 w 139636"/>
                        <a:gd name="connsiteY1" fmla="*/ 154400 h 154400"/>
                        <a:gd name="connsiteX2" fmla="*/ 139637 w 139636"/>
                        <a:gd name="connsiteY2" fmla="*/ 80582 h 154400"/>
                        <a:gd name="connsiteX3" fmla="*/ 0 w 139636"/>
                        <a:gd name="connsiteY3" fmla="*/ 0 h 154400"/>
                        <a:gd name="connsiteX4" fmla="*/ 0 w 139636"/>
                        <a:gd name="connsiteY4" fmla="*/ 73724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724"/>
                          </a:moveTo>
                          <a:lnTo>
                            <a:pt x="139637" y="154400"/>
                          </a:lnTo>
                          <a:lnTo>
                            <a:pt x="139637" y="80582"/>
                          </a:lnTo>
                          <a:lnTo>
                            <a:pt x="0" y="0"/>
                          </a:lnTo>
                          <a:lnTo>
                            <a:pt x="0" y="73724"/>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302" name="Graphic 3388">
                      <a:extLst>
                        <a:ext uri="{FF2B5EF4-FFF2-40B4-BE49-F238E27FC236}">
                          <a16:creationId xmlns:a16="http://schemas.microsoft.com/office/drawing/2014/main" id="{CFED0D63-4CF3-4653-451A-A745075756D8}"/>
                        </a:ext>
                      </a:extLst>
                    </p:cNvPr>
                    <p:cNvGrpSpPr/>
                    <p:nvPr/>
                  </p:nvGrpSpPr>
                  <p:grpSpPr>
                    <a:xfrm>
                      <a:off x="5930455" y="1937194"/>
                      <a:ext cx="130015" cy="94392"/>
                      <a:chOff x="5930455" y="1937194"/>
                      <a:chExt cx="130015" cy="94392"/>
                    </a:xfrm>
                    <a:solidFill>
                      <a:srgbClr val="777777"/>
                    </a:solidFill>
                  </p:grpSpPr>
                  <p:sp>
                    <p:nvSpPr>
                      <p:cNvPr id="3310" name="Freeform: Shape 3309">
                        <a:extLst>
                          <a:ext uri="{FF2B5EF4-FFF2-40B4-BE49-F238E27FC236}">
                            <a16:creationId xmlns:a16="http://schemas.microsoft.com/office/drawing/2014/main" id="{862D657C-179D-366B-AA4F-54B9D81CD82C}"/>
                          </a:ext>
                        </a:extLst>
                      </p:cNvPr>
                      <p:cNvSpPr/>
                      <p:nvPr/>
                    </p:nvSpPr>
                    <p:spPr>
                      <a:xfrm>
                        <a:off x="6043707" y="2002631"/>
                        <a:ext cx="16763" cy="28955"/>
                      </a:xfrm>
                      <a:custGeom>
                        <a:avLst/>
                        <a:gdLst>
                          <a:gd name="connsiteX0" fmla="*/ 0 w 16763"/>
                          <a:gd name="connsiteY0" fmla="*/ 19336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1" name="Freeform: Shape 3310">
                        <a:extLst>
                          <a:ext uri="{FF2B5EF4-FFF2-40B4-BE49-F238E27FC236}">
                            <a16:creationId xmlns:a16="http://schemas.microsoft.com/office/drawing/2014/main" id="{689B4438-410F-41B1-CD32-246D19A3A219}"/>
                          </a:ext>
                        </a:extLst>
                      </p:cNvPr>
                      <p:cNvSpPr/>
                      <p:nvPr/>
                    </p:nvSpPr>
                    <p:spPr>
                      <a:xfrm>
                        <a:off x="6021038" y="1989582"/>
                        <a:ext cx="16764" cy="28955"/>
                      </a:xfrm>
                      <a:custGeom>
                        <a:avLst/>
                        <a:gdLst>
                          <a:gd name="connsiteX0" fmla="*/ 0 w 16764"/>
                          <a:gd name="connsiteY0" fmla="*/ 19240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2" name="Freeform: Shape 3311">
                        <a:extLst>
                          <a:ext uri="{FF2B5EF4-FFF2-40B4-BE49-F238E27FC236}">
                            <a16:creationId xmlns:a16="http://schemas.microsoft.com/office/drawing/2014/main" id="{F822BB9E-309A-9AE7-33C1-4DDDCA4AE3B7}"/>
                          </a:ext>
                        </a:extLst>
                      </p:cNvPr>
                      <p:cNvSpPr/>
                      <p:nvPr/>
                    </p:nvSpPr>
                    <p:spPr>
                      <a:xfrm>
                        <a:off x="5998368" y="1976437"/>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3" name="Freeform: Shape 3312">
                        <a:extLst>
                          <a:ext uri="{FF2B5EF4-FFF2-40B4-BE49-F238E27FC236}">
                            <a16:creationId xmlns:a16="http://schemas.microsoft.com/office/drawing/2014/main" id="{01595160-EF46-F64A-808D-A58F7BE75A94}"/>
                          </a:ext>
                        </a:extLst>
                      </p:cNvPr>
                      <p:cNvSpPr/>
                      <p:nvPr/>
                    </p:nvSpPr>
                    <p:spPr>
                      <a:xfrm>
                        <a:off x="5975794" y="1963388"/>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4" name="Freeform: Shape 3313">
                        <a:extLst>
                          <a:ext uri="{FF2B5EF4-FFF2-40B4-BE49-F238E27FC236}">
                            <a16:creationId xmlns:a16="http://schemas.microsoft.com/office/drawing/2014/main" id="{AED05D54-2B58-D61B-C2BE-F0DB7485B1F0}"/>
                          </a:ext>
                        </a:extLst>
                      </p:cNvPr>
                      <p:cNvSpPr/>
                      <p:nvPr/>
                    </p:nvSpPr>
                    <p:spPr>
                      <a:xfrm>
                        <a:off x="5953125" y="1950338"/>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15" name="Freeform: Shape 3314">
                        <a:extLst>
                          <a:ext uri="{FF2B5EF4-FFF2-40B4-BE49-F238E27FC236}">
                            <a16:creationId xmlns:a16="http://schemas.microsoft.com/office/drawing/2014/main" id="{3129DD57-7E52-8D84-93A4-8DDD45CF60BD}"/>
                          </a:ext>
                        </a:extLst>
                      </p:cNvPr>
                      <p:cNvSpPr/>
                      <p:nvPr/>
                    </p:nvSpPr>
                    <p:spPr>
                      <a:xfrm>
                        <a:off x="5930455" y="1937194"/>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303" name="Graphic 3388">
                      <a:extLst>
                        <a:ext uri="{FF2B5EF4-FFF2-40B4-BE49-F238E27FC236}">
                          <a16:creationId xmlns:a16="http://schemas.microsoft.com/office/drawing/2014/main" id="{38D970F0-8BDF-11E1-97DF-12D27C31121D}"/>
                        </a:ext>
                      </a:extLst>
                    </p:cNvPr>
                    <p:cNvGrpSpPr/>
                    <p:nvPr/>
                  </p:nvGrpSpPr>
                  <p:grpSpPr>
                    <a:xfrm>
                      <a:off x="5572029" y="1648872"/>
                      <a:ext cx="342042" cy="293370"/>
                      <a:chOff x="5572029" y="1648872"/>
                      <a:chExt cx="342042" cy="293370"/>
                    </a:xfrm>
                    <a:solidFill>
                      <a:srgbClr val="0D0D0D"/>
                    </a:solidFill>
                  </p:grpSpPr>
                  <p:sp>
                    <p:nvSpPr>
                      <p:cNvPr id="3304" name="Freeform: Shape 3303">
                        <a:extLst>
                          <a:ext uri="{FF2B5EF4-FFF2-40B4-BE49-F238E27FC236}">
                            <a16:creationId xmlns:a16="http://schemas.microsoft.com/office/drawing/2014/main" id="{405CF840-5FA1-6E44-8F20-A6A7ABC5D2F5}"/>
                          </a:ext>
                        </a:extLst>
                      </p:cNvPr>
                      <p:cNvSpPr/>
                      <p:nvPr/>
                    </p:nvSpPr>
                    <p:spPr>
                      <a:xfrm>
                        <a:off x="5572029" y="1648872"/>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5" name="Freeform: Shape 3304">
                        <a:extLst>
                          <a:ext uri="{FF2B5EF4-FFF2-40B4-BE49-F238E27FC236}">
                            <a16:creationId xmlns:a16="http://schemas.microsoft.com/office/drawing/2014/main" id="{49934E05-DF4F-D74E-5FDD-7557E0C6D238}"/>
                          </a:ext>
                        </a:extLst>
                      </p:cNvPr>
                      <p:cNvSpPr/>
                      <p:nvPr/>
                    </p:nvSpPr>
                    <p:spPr>
                      <a:xfrm>
                        <a:off x="5572029" y="1666112"/>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6" name="Freeform: Shape 3305">
                        <a:extLst>
                          <a:ext uri="{FF2B5EF4-FFF2-40B4-BE49-F238E27FC236}">
                            <a16:creationId xmlns:a16="http://schemas.microsoft.com/office/drawing/2014/main" id="{4D707556-5889-F7D6-C6CF-68CC8AEB809A}"/>
                          </a:ext>
                        </a:extLst>
                      </p:cNvPr>
                      <p:cNvSpPr/>
                      <p:nvPr/>
                    </p:nvSpPr>
                    <p:spPr>
                      <a:xfrm>
                        <a:off x="5572029" y="1683353"/>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7" name="Freeform: Shape 3306">
                        <a:extLst>
                          <a:ext uri="{FF2B5EF4-FFF2-40B4-BE49-F238E27FC236}">
                            <a16:creationId xmlns:a16="http://schemas.microsoft.com/office/drawing/2014/main" id="{BF99BA24-D411-EC56-1093-8AD816252106}"/>
                          </a:ext>
                        </a:extLst>
                      </p:cNvPr>
                      <p:cNvSpPr/>
                      <p:nvPr/>
                    </p:nvSpPr>
                    <p:spPr>
                      <a:xfrm>
                        <a:off x="5572029" y="1700593"/>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8" name="Freeform: Shape 3307">
                        <a:extLst>
                          <a:ext uri="{FF2B5EF4-FFF2-40B4-BE49-F238E27FC236}">
                            <a16:creationId xmlns:a16="http://schemas.microsoft.com/office/drawing/2014/main" id="{18B8AF86-E097-5823-EDD2-4F04BE8E4549}"/>
                          </a:ext>
                        </a:extLst>
                      </p:cNvPr>
                      <p:cNvSpPr/>
                      <p:nvPr/>
                    </p:nvSpPr>
                    <p:spPr>
                      <a:xfrm>
                        <a:off x="5572029" y="1717929"/>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309" name="Freeform: Shape 3308">
                        <a:extLst>
                          <a:ext uri="{FF2B5EF4-FFF2-40B4-BE49-F238E27FC236}">
                            <a16:creationId xmlns:a16="http://schemas.microsoft.com/office/drawing/2014/main" id="{8541D7E9-1DD1-8365-28B2-F28BD51ADEF8}"/>
                          </a:ext>
                        </a:extLst>
                      </p:cNvPr>
                      <p:cNvSpPr/>
                      <p:nvPr/>
                    </p:nvSpPr>
                    <p:spPr>
                      <a:xfrm>
                        <a:off x="5572029" y="1735169"/>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3150" name="Graphic 3388">
                    <a:extLst>
                      <a:ext uri="{FF2B5EF4-FFF2-40B4-BE49-F238E27FC236}">
                        <a16:creationId xmlns:a16="http://schemas.microsoft.com/office/drawing/2014/main" id="{F0D69492-0784-7C56-AE2F-48F118A2F016}"/>
                      </a:ext>
                    </a:extLst>
                  </p:cNvPr>
                  <p:cNvGrpSpPr/>
                  <p:nvPr/>
                </p:nvGrpSpPr>
                <p:grpSpPr>
                  <a:xfrm>
                    <a:off x="5564219" y="1759362"/>
                    <a:ext cx="510349" cy="411670"/>
                    <a:chOff x="5564219" y="1759362"/>
                    <a:chExt cx="510349" cy="411670"/>
                  </a:xfrm>
                </p:grpSpPr>
                <p:sp>
                  <p:nvSpPr>
                    <p:cNvPr id="3284" name="Freeform: Shape 3283">
                      <a:extLst>
                        <a:ext uri="{FF2B5EF4-FFF2-40B4-BE49-F238E27FC236}">
                          <a16:creationId xmlns:a16="http://schemas.microsoft.com/office/drawing/2014/main" id="{E4C3ED93-E749-24ED-C2EA-8222EDDF886D}"/>
                        </a:ext>
                      </a:extLst>
                    </p:cNvPr>
                    <p:cNvSpPr/>
                    <p:nvPr/>
                  </p:nvSpPr>
                  <p:spPr>
                    <a:xfrm>
                      <a:off x="5564219" y="1759362"/>
                      <a:ext cx="510349" cy="411670"/>
                    </a:xfrm>
                    <a:custGeom>
                      <a:avLst/>
                      <a:gdLst>
                        <a:gd name="connsiteX0" fmla="*/ 510350 w 510349"/>
                        <a:gd name="connsiteY0" fmla="*/ 411670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0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0"/>
                          </a:moveTo>
                          <a:lnTo>
                            <a:pt x="0" y="117062"/>
                          </a:lnTo>
                          <a:lnTo>
                            <a:pt x="0" y="0"/>
                          </a:lnTo>
                          <a:lnTo>
                            <a:pt x="510350" y="294608"/>
                          </a:lnTo>
                          <a:lnTo>
                            <a:pt x="510350" y="411670"/>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5" name="Freeform: Shape 3284">
                      <a:extLst>
                        <a:ext uri="{FF2B5EF4-FFF2-40B4-BE49-F238E27FC236}">
                          <a16:creationId xmlns:a16="http://schemas.microsoft.com/office/drawing/2014/main" id="{C751746B-ACB4-01EE-F2FA-939BC5CF3BB6}"/>
                        </a:ext>
                      </a:extLst>
                    </p:cNvPr>
                    <p:cNvSpPr/>
                    <p:nvPr/>
                  </p:nvSpPr>
                  <p:spPr>
                    <a:xfrm>
                      <a:off x="5925597" y="1979580"/>
                      <a:ext cx="139636" cy="154400"/>
                    </a:xfrm>
                    <a:custGeom>
                      <a:avLst/>
                      <a:gdLst>
                        <a:gd name="connsiteX0" fmla="*/ 0 w 139636"/>
                        <a:gd name="connsiteY0" fmla="*/ 73724 h 154400"/>
                        <a:gd name="connsiteX1" fmla="*/ 139637 w 139636"/>
                        <a:gd name="connsiteY1" fmla="*/ 154400 h 154400"/>
                        <a:gd name="connsiteX2" fmla="*/ 139637 w 139636"/>
                        <a:gd name="connsiteY2" fmla="*/ 80581 h 154400"/>
                        <a:gd name="connsiteX3" fmla="*/ 0 w 139636"/>
                        <a:gd name="connsiteY3" fmla="*/ 0 h 154400"/>
                        <a:gd name="connsiteX4" fmla="*/ 0 w 139636"/>
                        <a:gd name="connsiteY4" fmla="*/ 73724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724"/>
                          </a:moveTo>
                          <a:lnTo>
                            <a:pt x="139637" y="154400"/>
                          </a:lnTo>
                          <a:lnTo>
                            <a:pt x="139637" y="80581"/>
                          </a:lnTo>
                          <a:lnTo>
                            <a:pt x="0" y="0"/>
                          </a:lnTo>
                          <a:lnTo>
                            <a:pt x="0" y="73724"/>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286" name="Graphic 3388">
                      <a:extLst>
                        <a:ext uri="{FF2B5EF4-FFF2-40B4-BE49-F238E27FC236}">
                          <a16:creationId xmlns:a16="http://schemas.microsoft.com/office/drawing/2014/main" id="{9AB68E9E-D9A1-868B-58A1-56CA521F797B}"/>
                        </a:ext>
                      </a:extLst>
                    </p:cNvPr>
                    <p:cNvGrpSpPr/>
                    <p:nvPr/>
                  </p:nvGrpSpPr>
                  <p:grpSpPr>
                    <a:xfrm>
                      <a:off x="5930455" y="2063876"/>
                      <a:ext cx="130015" cy="94298"/>
                      <a:chOff x="5930455" y="2063876"/>
                      <a:chExt cx="130015" cy="94298"/>
                    </a:xfrm>
                    <a:solidFill>
                      <a:srgbClr val="777777"/>
                    </a:solidFill>
                  </p:grpSpPr>
                  <p:sp>
                    <p:nvSpPr>
                      <p:cNvPr id="3294" name="Freeform: Shape 3293">
                        <a:extLst>
                          <a:ext uri="{FF2B5EF4-FFF2-40B4-BE49-F238E27FC236}">
                            <a16:creationId xmlns:a16="http://schemas.microsoft.com/office/drawing/2014/main" id="{D8CC6FEC-E400-2A48-D0E7-BADB3B7F432D}"/>
                          </a:ext>
                        </a:extLst>
                      </p:cNvPr>
                      <p:cNvSpPr/>
                      <p:nvPr/>
                    </p:nvSpPr>
                    <p:spPr>
                      <a:xfrm>
                        <a:off x="6043707" y="2129218"/>
                        <a:ext cx="16763" cy="28956"/>
                      </a:xfrm>
                      <a:custGeom>
                        <a:avLst/>
                        <a:gdLst>
                          <a:gd name="connsiteX0" fmla="*/ 0 w 16763"/>
                          <a:gd name="connsiteY0" fmla="*/ 19336 h 28956"/>
                          <a:gd name="connsiteX1" fmla="*/ 16764 w 16763"/>
                          <a:gd name="connsiteY1" fmla="*/ 28956 h 28956"/>
                          <a:gd name="connsiteX2" fmla="*/ 16764 w 16763"/>
                          <a:gd name="connsiteY2" fmla="*/ 9716 h 28956"/>
                          <a:gd name="connsiteX3" fmla="*/ 0 w 16763"/>
                          <a:gd name="connsiteY3" fmla="*/ 0 h 28956"/>
                          <a:gd name="connsiteX4" fmla="*/ 0 w 16763"/>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5" name="Freeform: Shape 3294">
                        <a:extLst>
                          <a:ext uri="{FF2B5EF4-FFF2-40B4-BE49-F238E27FC236}">
                            <a16:creationId xmlns:a16="http://schemas.microsoft.com/office/drawing/2014/main" id="{F494C9B3-45F0-FC03-01EE-4B885AD826F2}"/>
                          </a:ext>
                        </a:extLst>
                      </p:cNvPr>
                      <p:cNvSpPr/>
                      <p:nvPr/>
                    </p:nvSpPr>
                    <p:spPr>
                      <a:xfrm>
                        <a:off x="6021038" y="2116169"/>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6" name="Freeform: Shape 3295">
                        <a:extLst>
                          <a:ext uri="{FF2B5EF4-FFF2-40B4-BE49-F238E27FC236}">
                            <a16:creationId xmlns:a16="http://schemas.microsoft.com/office/drawing/2014/main" id="{2487186A-FBD0-5322-18BC-38215F63F65C}"/>
                          </a:ext>
                        </a:extLst>
                      </p:cNvPr>
                      <p:cNvSpPr/>
                      <p:nvPr/>
                    </p:nvSpPr>
                    <p:spPr>
                      <a:xfrm>
                        <a:off x="5998368" y="2103120"/>
                        <a:ext cx="16764" cy="28955"/>
                      </a:xfrm>
                      <a:custGeom>
                        <a:avLst/>
                        <a:gdLst>
                          <a:gd name="connsiteX0" fmla="*/ 0 w 16764"/>
                          <a:gd name="connsiteY0" fmla="*/ 19241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7" name="Freeform: Shape 3296">
                        <a:extLst>
                          <a:ext uri="{FF2B5EF4-FFF2-40B4-BE49-F238E27FC236}">
                            <a16:creationId xmlns:a16="http://schemas.microsoft.com/office/drawing/2014/main" id="{369CE8A0-F73F-0122-0CA5-1E09CE45428C}"/>
                          </a:ext>
                        </a:extLst>
                      </p:cNvPr>
                      <p:cNvSpPr/>
                      <p:nvPr/>
                    </p:nvSpPr>
                    <p:spPr>
                      <a:xfrm>
                        <a:off x="5975794" y="2089975"/>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8" name="Freeform: Shape 3297">
                        <a:extLst>
                          <a:ext uri="{FF2B5EF4-FFF2-40B4-BE49-F238E27FC236}">
                            <a16:creationId xmlns:a16="http://schemas.microsoft.com/office/drawing/2014/main" id="{A7B220E9-3E44-D73F-DAB3-A340425E2012}"/>
                          </a:ext>
                        </a:extLst>
                      </p:cNvPr>
                      <p:cNvSpPr/>
                      <p:nvPr/>
                    </p:nvSpPr>
                    <p:spPr>
                      <a:xfrm>
                        <a:off x="5953125" y="2076926"/>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9" name="Freeform: Shape 3298">
                        <a:extLst>
                          <a:ext uri="{FF2B5EF4-FFF2-40B4-BE49-F238E27FC236}">
                            <a16:creationId xmlns:a16="http://schemas.microsoft.com/office/drawing/2014/main" id="{A5FD636D-6EA0-736D-ABB7-AF72A68B7ED4}"/>
                          </a:ext>
                        </a:extLst>
                      </p:cNvPr>
                      <p:cNvSpPr/>
                      <p:nvPr/>
                    </p:nvSpPr>
                    <p:spPr>
                      <a:xfrm>
                        <a:off x="5930455" y="2063876"/>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287" name="Graphic 3388">
                      <a:extLst>
                        <a:ext uri="{FF2B5EF4-FFF2-40B4-BE49-F238E27FC236}">
                          <a16:creationId xmlns:a16="http://schemas.microsoft.com/office/drawing/2014/main" id="{0FEFD07D-054E-9F1C-2F97-611931680898}"/>
                        </a:ext>
                      </a:extLst>
                    </p:cNvPr>
                    <p:cNvGrpSpPr/>
                    <p:nvPr/>
                  </p:nvGrpSpPr>
                  <p:grpSpPr>
                    <a:xfrm>
                      <a:off x="5572029" y="1775460"/>
                      <a:ext cx="342042" cy="293464"/>
                      <a:chOff x="5572029" y="1775460"/>
                      <a:chExt cx="342042" cy="293464"/>
                    </a:xfrm>
                    <a:solidFill>
                      <a:srgbClr val="0D0D0D"/>
                    </a:solidFill>
                  </p:grpSpPr>
                  <p:sp>
                    <p:nvSpPr>
                      <p:cNvPr id="3288" name="Freeform: Shape 3287">
                        <a:extLst>
                          <a:ext uri="{FF2B5EF4-FFF2-40B4-BE49-F238E27FC236}">
                            <a16:creationId xmlns:a16="http://schemas.microsoft.com/office/drawing/2014/main" id="{8B960712-274A-FFBE-FBCE-7250720ED90B}"/>
                          </a:ext>
                        </a:extLst>
                      </p:cNvPr>
                      <p:cNvSpPr/>
                      <p:nvPr/>
                    </p:nvSpPr>
                    <p:spPr>
                      <a:xfrm>
                        <a:off x="5572029" y="1775460"/>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9" name="Freeform: Shape 3288">
                        <a:extLst>
                          <a:ext uri="{FF2B5EF4-FFF2-40B4-BE49-F238E27FC236}">
                            <a16:creationId xmlns:a16="http://schemas.microsoft.com/office/drawing/2014/main" id="{825FC64B-DA5F-26AD-1A4E-BB6C62466292}"/>
                          </a:ext>
                        </a:extLst>
                      </p:cNvPr>
                      <p:cNvSpPr/>
                      <p:nvPr/>
                    </p:nvSpPr>
                    <p:spPr>
                      <a:xfrm>
                        <a:off x="5572029" y="1792700"/>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0" name="Freeform: Shape 3289">
                        <a:extLst>
                          <a:ext uri="{FF2B5EF4-FFF2-40B4-BE49-F238E27FC236}">
                            <a16:creationId xmlns:a16="http://schemas.microsoft.com/office/drawing/2014/main" id="{F8B653C4-FEC3-8A4B-9389-93D34EDF59A9}"/>
                          </a:ext>
                        </a:extLst>
                      </p:cNvPr>
                      <p:cNvSpPr/>
                      <p:nvPr/>
                    </p:nvSpPr>
                    <p:spPr>
                      <a:xfrm>
                        <a:off x="5572029" y="1809940"/>
                        <a:ext cx="342042" cy="207168"/>
                      </a:xfrm>
                      <a:custGeom>
                        <a:avLst/>
                        <a:gdLst>
                          <a:gd name="connsiteX0" fmla="*/ 342043 w 342042"/>
                          <a:gd name="connsiteY0" fmla="*/ 207169 h 207168"/>
                          <a:gd name="connsiteX1" fmla="*/ 0 w 342042"/>
                          <a:gd name="connsiteY1" fmla="*/ 9715 h 207168"/>
                          <a:gd name="connsiteX2" fmla="*/ 0 w 342042"/>
                          <a:gd name="connsiteY2" fmla="*/ 0 h 207168"/>
                          <a:gd name="connsiteX3" fmla="*/ 342043 w 342042"/>
                          <a:gd name="connsiteY3" fmla="*/ 197548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5"/>
                            </a:lnTo>
                            <a:lnTo>
                              <a:pt x="0" y="0"/>
                            </a:lnTo>
                            <a:lnTo>
                              <a:pt x="342043" y="197548"/>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1" name="Freeform: Shape 3290">
                        <a:extLst>
                          <a:ext uri="{FF2B5EF4-FFF2-40B4-BE49-F238E27FC236}">
                            <a16:creationId xmlns:a16="http://schemas.microsoft.com/office/drawing/2014/main" id="{4723C366-2198-06AE-A03A-B2D313314C23}"/>
                          </a:ext>
                        </a:extLst>
                      </p:cNvPr>
                      <p:cNvSpPr/>
                      <p:nvPr/>
                    </p:nvSpPr>
                    <p:spPr>
                      <a:xfrm>
                        <a:off x="5572029" y="1827275"/>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2" name="Freeform: Shape 3291">
                        <a:extLst>
                          <a:ext uri="{FF2B5EF4-FFF2-40B4-BE49-F238E27FC236}">
                            <a16:creationId xmlns:a16="http://schemas.microsoft.com/office/drawing/2014/main" id="{2FDB9A89-1C11-8D28-5747-1A6A759D1502}"/>
                          </a:ext>
                        </a:extLst>
                      </p:cNvPr>
                      <p:cNvSpPr/>
                      <p:nvPr/>
                    </p:nvSpPr>
                    <p:spPr>
                      <a:xfrm>
                        <a:off x="5572029" y="1844516"/>
                        <a:ext cx="342042" cy="207073"/>
                      </a:xfrm>
                      <a:custGeom>
                        <a:avLst/>
                        <a:gdLst>
                          <a:gd name="connsiteX0" fmla="*/ 342043 w 342042"/>
                          <a:gd name="connsiteY0" fmla="*/ 207074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4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4"/>
                            </a:moveTo>
                            <a:lnTo>
                              <a:pt x="0" y="9620"/>
                            </a:lnTo>
                            <a:lnTo>
                              <a:pt x="0" y="0"/>
                            </a:lnTo>
                            <a:lnTo>
                              <a:pt x="342043" y="197453"/>
                            </a:lnTo>
                            <a:lnTo>
                              <a:pt x="342043" y="207074"/>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93" name="Freeform: Shape 3292">
                        <a:extLst>
                          <a:ext uri="{FF2B5EF4-FFF2-40B4-BE49-F238E27FC236}">
                            <a16:creationId xmlns:a16="http://schemas.microsoft.com/office/drawing/2014/main" id="{04FD9E5A-016D-4596-49D2-296F78122D83}"/>
                          </a:ext>
                        </a:extLst>
                      </p:cNvPr>
                      <p:cNvSpPr/>
                      <p:nvPr/>
                    </p:nvSpPr>
                    <p:spPr>
                      <a:xfrm>
                        <a:off x="5572029" y="1861756"/>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3151" name="Freeform: Shape 3150">
                    <a:extLst>
                      <a:ext uri="{FF2B5EF4-FFF2-40B4-BE49-F238E27FC236}">
                        <a16:creationId xmlns:a16="http://schemas.microsoft.com/office/drawing/2014/main" id="{D337E05F-10FE-78F6-2B83-945CF5BF897B}"/>
                      </a:ext>
                    </a:extLst>
                  </p:cNvPr>
                  <p:cNvSpPr/>
                  <p:nvPr/>
                </p:nvSpPr>
                <p:spPr>
                  <a:xfrm>
                    <a:off x="5564219" y="1885950"/>
                    <a:ext cx="510349" cy="411670"/>
                  </a:xfrm>
                  <a:custGeom>
                    <a:avLst/>
                    <a:gdLst>
                      <a:gd name="connsiteX0" fmla="*/ 510350 w 510349"/>
                      <a:gd name="connsiteY0" fmla="*/ 411671 h 411670"/>
                      <a:gd name="connsiteX1" fmla="*/ 0 w 510349"/>
                      <a:gd name="connsiteY1" fmla="*/ 117062 h 411670"/>
                      <a:gd name="connsiteX2" fmla="*/ 0 w 510349"/>
                      <a:gd name="connsiteY2" fmla="*/ 0 h 411670"/>
                      <a:gd name="connsiteX3" fmla="*/ 510350 w 510349"/>
                      <a:gd name="connsiteY3" fmla="*/ 294608 h 411670"/>
                      <a:gd name="connsiteX4" fmla="*/ 510350 w 510349"/>
                      <a:gd name="connsiteY4" fmla="*/ 411671 h 411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11670">
                        <a:moveTo>
                          <a:pt x="510350" y="411671"/>
                        </a:moveTo>
                        <a:lnTo>
                          <a:pt x="0" y="117062"/>
                        </a:lnTo>
                        <a:lnTo>
                          <a:pt x="0" y="0"/>
                        </a:lnTo>
                        <a:lnTo>
                          <a:pt x="510350" y="294608"/>
                        </a:lnTo>
                        <a:lnTo>
                          <a:pt x="510350" y="411671"/>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52" name="Freeform: Shape 3151">
                    <a:extLst>
                      <a:ext uri="{FF2B5EF4-FFF2-40B4-BE49-F238E27FC236}">
                        <a16:creationId xmlns:a16="http://schemas.microsoft.com/office/drawing/2014/main" id="{F23362FC-0858-6153-5685-4375BB9C1A43}"/>
                      </a:ext>
                    </a:extLst>
                  </p:cNvPr>
                  <p:cNvSpPr/>
                  <p:nvPr/>
                </p:nvSpPr>
                <p:spPr>
                  <a:xfrm>
                    <a:off x="5925597" y="2106167"/>
                    <a:ext cx="139636" cy="154400"/>
                  </a:xfrm>
                  <a:custGeom>
                    <a:avLst/>
                    <a:gdLst>
                      <a:gd name="connsiteX0" fmla="*/ 0 w 139636"/>
                      <a:gd name="connsiteY0" fmla="*/ 73819 h 154400"/>
                      <a:gd name="connsiteX1" fmla="*/ 139637 w 139636"/>
                      <a:gd name="connsiteY1" fmla="*/ 154400 h 154400"/>
                      <a:gd name="connsiteX2" fmla="*/ 139637 w 139636"/>
                      <a:gd name="connsiteY2" fmla="*/ 80677 h 154400"/>
                      <a:gd name="connsiteX3" fmla="*/ 0 w 139636"/>
                      <a:gd name="connsiteY3" fmla="*/ 0 h 154400"/>
                      <a:gd name="connsiteX4" fmla="*/ 0 w 139636"/>
                      <a:gd name="connsiteY4" fmla="*/ 73819 h 1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36" h="154400">
                        <a:moveTo>
                          <a:pt x="0" y="73819"/>
                        </a:moveTo>
                        <a:lnTo>
                          <a:pt x="139637" y="154400"/>
                        </a:lnTo>
                        <a:lnTo>
                          <a:pt x="139637" y="80677"/>
                        </a:lnTo>
                        <a:lnTo>
                          <a:pt x="0" y="0"/>
                        </a:lnTo>
                        <a:lnTo>
                          <a:pt x="0" y="7381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53" name="Graphic 3388">
                    <a:extLst>
                      <a:ext uri="{FF2B5EF4-FFF2-40B4-BE49-F238E27FC236}">
                        <a16:creationId xmlns:a16="http://schemas.microsoft.com/office/drawing/2014/main" id="{FE0D977D-F41B-0F4D-978A-3A5D3BC06C83}"/>
                      </a:ext>
                    </a:extLst>
                  </p:cNvPr>
                  <p:cNvGrpSpPr/>
                  <p:nvPr/>
                </p:nvGrpSpPr>
                <p:grpSpPr>
                  <a:xfrm>
                    <a:off x="5930455" y="2190464"/>
                    <a:ext cx="130015" cy="94296"/>
                    <a:chOff x="5930455" y="2190464"/>
                    <a:chExt cx="130015" cy="94296"/>
                  </a:xfrm>
                  <a:solidFill>
                    <a:srgbClr val="777777"/>
                  </a:solidFill>
                </p:grpSpPr>
                <p:sp>
                  <p:nvSpPr>
                    <p:cNvPr id="3278" name="Freeform: Shape 3277">
                      <a:extLst>
                        <a:ext uri="{FF2B5EF4-FFF2-40B4-BE49-F238E27FC236}">
                          <a16:creationId xmlns:a16="http://schemas.microsoft.com/office/drawing/2014/main" id="{B123BC17-6B86-31AD-4DC3-8EF20268849B}"/>
                        </a:ext>
                      </a:extLst>
                    </p:cNvPr>
                    <p:cNvSpPr/>
                    <p:nvPr/>
                  </p:nvSpPr>
                  <p:spPr>
                    <a:xfrm>
                      <a:off x="6043707" y="2255900"/>
                      <a:ext cx="16763" cy="28860"/>
                    </a:xfrm>
                    <a:custGeom>
                      <a:avLst/>
                      <a:gdLst>
                        <a:gd name="connsiteX0" fmla="*/ 0 w 16763"/>
                        <a:gd name="connsiteY0" fmla="*/ 19241 h 28860"/>
                        <a:gd name="connsiteX1" fmla="*/ 16764 w 16763"/>
                        <a:gd name="connsiteY1" fmla="*/ 28861 h 28860"/>
                        <a:gd name="connsiteX2" fmla="*/ 16764 w 16763"/>
                        <a:gd name="connsiteY2" fmla="*/ 9620 h 28860"/>
                        <a:gd name="connsiteX3" fmla="*/ 0 w 16763"/>
                        <a:gd name="connsiteY3" fmla="*/ 0 h 28860"/>
                        <a:gd name="connsiteX4" fmla="*/ 0 w 16763"/>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9" name="Freeform: Shape 3278">
                      <a:extLst>
                        <a:ext uri="{FF2B5EF4-FFF2-40B4-BE49-F238E27FC236}">
                          <a16:creationId xmlns:a16="http://schemas.microsoft.com/office/drawing/2014/main" id="{748C2292-7137-667D-4441-E25BBBADDBF3}"/>
                        </a:ext>
                      </a:extLst>
                    </p:cNvPr>
                    <p:cNvSpPr/>
                    <p:nvPr/>
                  </p:nvSpPr>
                  <p:spPr>
                    <a:xfrm>
                      <a:off x="6021038" y="2242756"/>
                      <a:ext cx="16764" cy="28955"/>
                    </a:xfrm>
                    <a:custGeom>
                      <a:avLst/>
                      <a:gdLst>
                        <a:gd name="connsiteX0" fmla="*/ 0 w 16764"/>
                        <a:gd name="connsiteY0" fmla="*/ 19336 h 28955"/>
                        <a:gd name="connsiteX1" fmla="*/ 16764 w 16764"/>
                        <a:gd name="connsiteY1" fmla="*/ 28956 h 28955"/>
                        <a:gd name="connsiteX2" fmla="*/ 16764 w 16764"/>
                        <a:gd name="connsiteY2" fmla="*/ 9715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0" name="Freeform: Shape 3279">
                      <a:extLst>
                        <a:ext uri="{FF2B5EF4-FFF2-40B4-BE49-F238E27FC236}">
                          <a16:creationId xmlns:a16="http://schemas.microsoft.com/office/drawing/2014/main" id="{5272299C-376C-56D5-D1EB-1DBDBFD07665}"/>
                        </a:ext>
                      </a:extLst>
                    </p:cNvPr>
                    <p:cNvSpPr/>
                    <p:nvPr/>
                  </p:nvSpPr>
                  <p:spPr>
                    <a:xfrm>
                      <a:off x="5998368" y="2229707"/>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1" name="Freeform: Shape 3280">
                      <a:extLst>
                        <a:ext uri="{FF2B5EF4-FFF2-40B4-BE49-F238E27FC236}">
                          <a16:creationId xmlns:a16="http://schemas.microsoft.com/office/drawing/2014/main" id="{736DD8DD-8C38-BDA2-19AE-91A7B91D3274}"/>
                        </a:ext>
                      </a:extLst>
                    </p:cNvPr>
                    <p:cNvSpPr/>
                    <p:nvPr/>
                  </p:nvSpPr>
                  <p:spPr>
                    <a:xfrm>
                      <a:off x="5975794" y="221665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2" name="Freeform: Shape 3281">
                      <a:extLst>
                        <a:ext uri="{FF2B5EF4-FFF2-40B4-BE49-F238E27FC236}">
                          <a16:creationId xmlns:a16="http://schemas.microsoft.com/office/drawing/2014/main" id="{8494B6C8-737D-0737-67B1-59001D66E2FA}"/>
                        </a:ext>
                      </a:extLst>
                    </p:cNvPr>
                    <p:cNvSpPr/>
                    <p:nvPr/>
                  </p:nvSpPr>
                  <p:spPr>
                    <a:xfrm>
                      <a:off x="5953125" y="2203513"/>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83" name="Freeform: Shape 3282">
                      <a:extLst>
                        <a:ext uri="{FF2B5EF4-FFF2-40B4-BE49-F238E27FC236}">
                          <a16:creationId xmlns:a16="http://schemas.microsoft.com/office/drawing/2014/main" id="{FEDAB882-7E35-F5D3-A22A-DC4BA3BB3222}"/>
                        </a:ext>
                      </a:extLst>
                    </p:cNvPr>
                    <p:cNvSpPr/>
                    <p:nvPr/>
                  </p:nvSpPr>
                  <p:spPr>
                    <a:xfrm>
                      <a:off x="5930455" y="219046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154" name="Graphic 3388">
                    <a:extLst>
                      <a:ext uri="{FF2B5EF4-FFF2-40B4-BE49-F238E27FC236}">
                        <a16:creationId xmlns:a16="http://schemas.microsoft.com/office/drawing/2014/main" id="{99ADA183-A1BB-8F66-8D5B-2A99D554482D}"/>
                      </a:ext>
                    </a:extLst>
                  </p:cNvPr>
                  <p:cNvGrpSpPr/>
                  <p:nvPr/>
                </p:nvGrpSpPr>
                <p:grpSpPr>
                  <a:xfrm>
                    <a:off x="5572029" y="1902047"/>
                    <a:ext cx="342042" cy="293464"/>
                    <a:chOff x="5572029" y="1902047"/>
                    <a:chExt cx="342042" cy="293464"/>
                  </a:xfrm>
                  <a:solidFill>
                    <a:srgbClr val="0D0D0D"/>
                  </a:solidFill>
                </p:grpSpPr>
                <p:sp>
                  <p:nvSpPr>
                    <p:cNvPr id="3272" name="Freeform: Shape 3271">
                      <a:extLst>
                        <a:ext uri="{FF2B5EF4-FFF2-40B4-BE49-F238E27FC236}">
                          <a16:creationId xmlns:a16="http://schemas.microsoft.com/office/drawing/2014/main" id="{3878236F-2FA4-9B63-9562-27C007A25538}"/>
                        </a:ext>
                      </a:extLst>
                    </p:cNvPr>
                    <p:cNvSpPr/>
                    <p:nvPr/>
                  </p:nvSpPr>
                  <p:spPr>
                    <a:xfrm>
                      <a:off x="5572029" y="1902047"/>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3" name="Freeform: Shape 3272">
                      <a:extLst>
                        <a:ext uri="{FF2B5EF4-FFF2-40B4-BE49-F238E27FC236}">
                          <a16:creationId xmlns:a16="http://schemas.microsoft.com/office/drawing/2014/main" id="{5E765653-7AFE-F732-E077-A29DAC12C2B8}"/>
                        </a:ext>
                      </a:extLst>
                    </p:cNvPr>
                    <p:cNvSpPr/>
                    <p:nvPr/>
                  </p:nvSpPr>
                  <p:spPr>
                    <a:xfrm>
                      <a:off x="5572029" y="1919287"/>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4" name="Freeform: Shape 3273">
                      <a:extLst>
                        <a:ext uri="{FF2B5EF4-FFF2-40B4-BE49-F238E27FC236}">
                          <a16:creationId xmlns:a16="http://schemas.microsoft.com/office/drawing/2014/main" id="{F91DB9B9-F4F9-0F65-500D-2B263CFBB1B2}"/>
                        </a:ext>
                      </a:extLst>
                    </p:cNvPr>
                    <p:cNvSpPr/>
                    <p:nvPr/>
                  </p:nvSpPr>
                  <p:spPr>
                    <a:xfrm>
                      <a:off x="5572029" y="1936623"/>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5" name="Freeform: Shape 3274">
                      <a:extLst>
                        <a:ext uri="{FF2B5EF4-FFF2-40B4-BE49-F238E27FC236}">
                          <a16:creationId xmlns:a16="http://schemas.microsoft.com/office/drawing/2014/main" id="{AC1613A4-B8B9-B894-03D7-08F06594FBB2}"/>
                        </a:ext>
                      </a:extLst>
                    </p:cNvPr>
                    <p:cNvSpPr/>
                    <p:nvPr/>
                  </p:nvSpPr>
                  <p:spPr>
                    <a:xfrm>
                      <a:off x="5572029" y="1953863"/>
                      <a:ext cx="342042" cy="207073"/>
                    </a:xfrm>
                    <a:custGeom>
                      <a:avLst/>
                      <a:gdLst>
                        <a:gd name="connsiteX0" fmla="*/ 342043 w 342042"/>
                        <a:gd name="connsiteY0" fmla="*/ 207073 h 207073"/>
                        <a:gd name="connsiteX1" fmla="*/ 0 w 342042"/>
                        <a:gd name="connsiteY1" fmla="*/ 9620 h 207073"/>
                        <a:gd name="connsiteX2" fmla="*/ 0 w 342042"/>
                        <a:gd name="connsiteY2" fmla="*/ 0 h 207073"/>
                        <a:gd name="connsiteX3" fmla="*/ 342043 w 342042"/>
                        <a:gd name="connsiteY3" fmla="*/ 197453 h 207073"/>
                        <a:gd name="connsiteX4" fmla="*/ 342043 w 342042"/>
                        <a:gd name="connsiteY4" fmla="*/ 207073 h 207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073">
                          <a:moveTo>
                            <a:pt x="342043" y="207073"/>
                          </a:moveTo>
                          <a:lnTo>
                            <a:pt x="0" y="9620"/>
                          </a:lnTo>
                          <a:lnTo>
                            <a:pt x="0" y="0"/>
                          </a:lnTo>
                          <a:lnTo>
                            <a:pt x="342043" y="197453"/>
                          </a:lnTo>
                          <a:lnTo>
                            <a:pt x="342043" y="20707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6" name="Freeform: Shape 3275">
                      <a:extLst>
                        <a:ext uri="{FF2B5EF4-FFF2-40B4-BE49-F238E27FC236}">
                          <a16:creationId xmlns:a16="http://schemas.microsoft.com/office/drawing/2014/main" id="{49B5E480-EB2D-EB3D-DF6E-5571872EC92B}"/>
                        </a:ext>
                      </a:extLst>
                    </p:cNvPr>
                    <p:cNvSpPr/>
                    <p:nvPr/>
                  </p:nvSpPr>
                  <p:spPr>
                    <a:xfrm>
                      <a:off x="5572029" y="1971103"/>
                      <a:ext cx="342042" cy="207168"/>
                    </a:xfrm>
                    <a:custGeom>
                      <a:avLst/>
                      <a:gdLst>
                        <a:gd name="connsiteX0" fmla="*/ 342043 w 342042"/>
                        <a:gd name="connsiteY0" fmla="*/ 207169 h 207168"/>
                        <a:gd name="connsiteX1" fmla="*/ 0 w 342042"/>
                        <a:gd name="connsiteY1" fmla="*/ 9620 h 207168"/>
                        <a:gd name="connsiteX2" fmla="*/ 0 w 342042"/>
                        <a:gd name="connsiteY2" fmla="*/ 0 h 207168"/>
                        <a:gd name="connsiteX3" fmla="*/ 342043 w 342042"/>
                        <a:gd name="connsiteY3" fmla="*/ 197453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620"/>
                          </a:lnTo>
                          <a:lnTo>
                            <a:pt x="0" y="0"/>
                          </a:lnTo>
                          <a:lnTo>
                            <a:pt x="342043" y="197453"/>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7" name="Freeform: Shape 3276">
                      <a:extLst>
                        <a:ext uri="{FF2B5EF4-FFF2-40B4-BE49-F238E27FC236}">
                          <a16:creationId xmlns:a16="http://schemas.microsoft.com/office/drawing/2014/main" id="{F609F294-A2F9-723E-63A8-880EFF02CA48}"/>
                        </a:ext>
                      </a:extLst>
                    </p:cNvPr>
                    <p:cNvSpPr/>
                    <p:nvPr/>
                  </p:nvSpPr>
                  <p:spPr>
                    <a:xfrm>
                      <a:off x="5572029" y="1988343"/>
                      <a:ext cx="342042" cy="207168"/>
                    </a:xfrm>
                    <a:custGeom>
                      <a:avLst/>
                      <a:gdLst>
                        <a:gd name="connsiteX0" fmla="*/ 342043 w 342042"/>
                        <a:gd name="connsiteY0" fmla="*/ 207169 h 207168"/>
                        <a:gd name="connsiteX1" fmla="*/ 0 w 342042"/>
                        <a:gd name="connsiteY1" fmla="*/ 9716 h 207168"/>
                        <a:gd name="connsiteX2" fmla="*/ 0 w 342042"/>
                        <a:gd name="connsiteY2" fmla="*/ 0 h 207168"/>
                        <a:gd name="connsiteX3" fmla="*/ 342043 w 342042"/>
                        <a:gd name="connsiteY3" fmla="*/ 197549 h 207168"/>
                        <a:gd name="connsiteX4" fmla="*/ 342043 w 342042"/>
                        <a:gd name="connsiteY4" fmla="*/ 207169 h 207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042" h="207168">
                          <a:moveTo>
                            <a:pt x="342043" y="207169"/>
                          </a:moveTo>
                          <a:lnTo>
                            <a:pt x="0" y="9716"/>
                          </a:lnTo>
                          <a:lnTo>
                            <a:pt x="0" y="0"/>
                          </a:lnTo>
                          <a:lnTo>
                            <a:pt x="342043" y="197549"/>
                          </a:lnTo>
                          <a:lnTo>
                            <a:pt x="342043" y="207169"/>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155" name="Freeform: Shape 3154">
                    <a:extLst>
                      <a:ext uri="{FF2B5EF4-FFF2-40B4-BE49-F238E27FC236}">
                        <a16:creationId xmlns:a16="http://schemas.microsoft.com/office/drawing/2014/main" id="{46CA0941-1B40-16F1-3AC5-AC60BE48099B}"/>
                      </a:ext>
                    </a:extLst>
                  </p:cNvPr>
                  <p:cNvSpPr/>
                  <p:nvPr/>
                </p:nvSpPr>
                <p:spPr>
                  <a:xfrm>
                    <a:off x="5564219" y="2384298"/>
                    <a:ext cx="510349" cy="402621"/>
                  </a:xfrm>
                  <a:custGeom>
                    <a:avLst/>
                    <a:gdLst>
                      <a:gd name="connsiteX0" fmla="*/ 510350 w 510349"/>
                      <a:gd name="connsiteY0" fmla="*/ 294608 h 402621"/>
                      <a:gd name="connsiteX1" fmla="*/ 0 w 510349"/>
                      <a:gd name="connsiteY1" fmla="*/ 0 h 402621"/>
                      <a:gd name="connsiteX2" fmla="*/ 0 w 510349"/>
                      <a:gd name="connsiteY2" fmla="*/ 108013 h 402621"/>
                      <a:gd name="connsiteX3" fmla="*/ 510350 w 510349"/>
                      <a:gd name="connsiteY3" fmla="*/ 402622 h 402621"/>
                      <a:gd name="connsiteX4" fmla="*/ 510350 w 510349"/>
                      <a:gd name="connsiteY4" fmla="*/ 294608 h 40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621">
                        <a:moveTo>
                          <a:pt x="510350" y="294608"/>
                        </a:moveTo>
                        <a:lnTo>
                          <a:pt x="0" y="0"/>
                        </a:lnTo>
                        <a:lnTo>
                          <a:pt x="0" y="108013"/>
                        </a:lnTo>
                        <a:lnTo>
                          <a:pt x="510350" y="402622"/>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56" name="Freeform: Shape 3155">
                    <a:extLst>
                      <a:ext uri="{FF2B5EF4-FFF2-40B4-BE49-F238E27FC236}">
                        <a16:creationId xmlns:a16="http://schemas.microsoft.com/office/drawing/2014/main" id="{E8301A05-3501-9606-22B9-755C4AB56876}"/>
                      </a:ext>
                    </a:extLst>
                  </p:cNvPr>
                  <p:cNvSpPr/>
                  <p:nvPr/>
                </p:nvSpPr>
                <p:spPr>
                  <a:xfrm>
                    <a:off x="5564219" y="2141124"/>
                    <a:ext cx="510349" cy="402717"/>
                  </a:xfrm>
                  <a:custGeom>
                    <a:avLst/>
                    <a:gdLst>
                      <a:gd name="connsiteX0" fmla="*/ 510350 w 510349"/>
                      <a:gd name="connsiteY0" fmla="*/ 294608 h 402717"/>
                      <a:gd name="connsiteX1" fmla="*/ 0 w 510349"/>
                      <a:gd name="connsiteY1" fmla="*/ 0 h 402717"/>
                      <a:gd name="connsiteX2" fmla="*/ 0 w 510349"/>
                      <a:gd name="connsiteY2" fmla="*/ 108109 h 402717"/>
                      <a:gd name="connsiteX3" fmla="*/ 510350 w 510349"/>
                      <a:gd name="connsiteY3" fmla="*/ 402717 h 402717"/>
                      <a:gd name="connsiteX4" fmla="*/ 510350 w 510349"/>
                      <a:gd name="connsiteY4" fmla="*/ 294608 h 40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7">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57" name="Freeform: Shape 3156">
                    <a:extLst>
                      <a:ext uri="{FF2B5EF4-FFF2-40B4-BE49-F238E27FC236}">
                        <a16:creationId xmlns:a16="http://schemas.microsoft.com/office/drawing/2014/main" id="{C252A9D6-83A7-6583-55BF-CCBF8269E43E}"/>
                      </a:ext>
                    </a:extLst>
                  </p:cNvPr>
                  <p:cNvSpPr/>
                  <p:nvPr/>
                </p:nvSpPr>
                <p:spPr>
                  <a:xfrm>
                    <a:off x="5564219" y="2022348"/>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58" name="Freeform: Shape 3157">
                    <a:extLst>
                      <a:ext uri="{FF2B5EF4-FFF2-40B4-BE49-F238E27FC236}">
                        <a16:creationId xmlns:a16="http://schemas.microsoft.com/office/drawing/2014/main" id="{DF4C9FA8-8338-500B-8B8E-94D34741BF1E}"/>
                      </a:ext>
                    </a:extLst>
                  </p:cNvPr>
                  <p:cNvSpPr/>
                  <p:nvPr/>
                </p:nvSpPr>
                <p:spPr>
                  <a:xfrm>
                    <a:off x="5630703" y="2449258"/>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59" name="Graphic 3388">
                    <a:extLst>
                      <a:ext uri="{FF2B5EF4-FFF2-40B4-BE49-F238E27FC236}">
                        <a16:creationId xmlns:a16="http://schemas.microsoft.com/office/drawing/2014/main" id="{D8E4AB36-92BF-EBB8-0FF5-036452E5AC3A}"/>
                      </a:ext>
                    </a:extLst>
                  </p:cNvPr>
                  <p:cNvGrpSpPr/>
                  <p:nvPr/>
                </p:nvGrpSpPr>
                <p:grpSpPr>
                  <a:xfrm>
                    <a:off x="5577078" y="2466975"/>
                    <a:ext cx="130016" cy="94296"/>
                    <a:chOff x="5577078" y="2466975"/>
                    <a:chExt cx="130016" cy="94296"/>
                  </a:xfrm>
                  <a:solidFill>
                    <a:srgbClr val="777777"/>
                  </a:solidFill>
                </p:grpSpPr>
                <p:sp>
                  <p:nvSpPr>
                    <p:cNvPr id="3266" name="Freeform: Shape 3265">
                      <a:extLst>
                        <a:ext uri="{FF2B5EF4-FFF2-40B4-BE49-F238E27FC236}">
                          <a16:creationId xmlns:a16="http://schemas.microsoft.com/office/drawing/2014/main" id="{BE054032-EC7D-FE1F-A2B6-91FAF1A5411A}"/>
                        </a:ext>
                      </a:extLst>
                    </p:cNvPr>
                    <p:cNvSpPr/>
                    <p:nvPr/>
                  </p:nvSpPr>
                  <p:spPr>
                    <a:xfrm>
                      <a:off x="5690330" y="2532316"/>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7" name="Freeform: Shape 3266">
                      <a:extLst>
                        <a:ext uri="{FF2B5EF4-FFF2-40B4-BE49-F238E27FC236}">
                          <a16:creationId xmlns:a16="http://schemas.microsoft.com/office/drawing/2014/main" id="{EF9A7AA2-AB7E-BC43-55EE-7C5F43CFA865}"/>
                        </a:ext>
                      </a:extLst>
                    </p:cNvPr>
                    <p:cNvSpPr/>
                    <p:nvPr/>
                  </p:nvSpPr>
                  <p:spPr>
                    <a:xfrm>
                      <a:off x="5667660" y="2519267"/>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8" name="Freeform: Shape 3267">
                      <a:extLst>
                        <a:ext uri="{FF2B5EF4-FFF2-40B4-BE49-F238E27FC236}">
                          <a16:creationId xmlns:a16="http://schemas.microsoft.com/office/drawing/2014/main" id="{E5565A58-93F1-4EE7-8F1B-57995535607C}"/>
                        </a:ext>
                      </a:extLst>
                    </p:cNvPr>
                    <p:cNvSpPr/>
                    <p:nvPr/>
                  </p:nvSpPr>
                  <p:spPr>
                    <a:xfrm>
                      <a:off x="5645086" y="250621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9" name="Freeform: Shape 3268">
                      <a:extLst>
                        <a:ext uri="{FF2B5EF4-FFF2-40B4-BE49-F238E27FC236}">
                          <a16:creationId xmlns:a16="http://schemas.microsoft.com/office/drawing/2014/main" id="{C007C19E-CD85-29AD-C719-09EE8E7C8AA0}"/>
                        </a:ext>
                      </a:extLst>
                    </p:cNvPr>
                    <p:cNvSpPr/>
                    <p:nvPr/>
                  </p:nvSpPr>
                  <p:spPr>
                    <a:xfrm>
                      <a:off x="5622416" y="2493073"/>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0" name="Freeform: Shape 3269">
                      <a:extLst>
                        <a:ext uri="{FF2B5EF4-FFF2-40B4-BE49-F238E27FC236}">
                          <a16:creationId xmlns:a16="http://schemas.microsoft.com/office/drawing/2014/main" id="{9DF0B26A-91E2-7CC8-8B3E-0241C8856ABA}"/>
                        </a:ext>
                      </a:extLst>
                    </p:cNvPr>
                    <p:cNvSpPr/>
                    <p:nvPr/>
                  </p:nvSpPr>
                  <p:spPr>
                    <a:xfrm>
                      <a:off x="5599747" y="2480024"/>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71" name="Freeform: Shape 3270">
                      <a:extLst>
                        <a:ext uri="{FF2B5EF4-FFF2-40B4-BE49-F238E27FC236}">
                          <a16:creationId xmlns:a16="http://schemas.microsoft.com/office/drawing/2014/main" id="{E8825DF3-1485-58A9-64C1-8E1D91B9D335}"/>
                        </a:ext>
                      </a:extLst>
                    </p:cNvPr>
                    <p:cNvSpPr/>
                    <p:nvPr/>
                  </p:nvSpPr>
                  <p:spPr>
                    <a:xfrm>
                      <a:off x="5577078" y="2466975"/>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160" name="Graphic 3388">
                    <a:extLst>
                      <a:ext uri="{FF2B5EF4-FFF2-40B4-BE49-F238E27FC236}">
                        <a16:creationId xmlns:a16="http://schemas.microsoft.com/office/drawing/2014/main" id="{3F3289EE-6C20-E6D0-8BB0-1A37CF244D48}"/>
                      </a:ext>
                    </a:extLst>
                  </p:cNvPr>
                  <p:cNvGrpSpPr/>
                  <p:nvPr/>
                </p:nvGrpSpPr>
                <p:grpSpPr>
                  <a:xfrm>
                    <a:off x="5754433" y="2569368"/>
                    <a:ext cx="129920" cy="94297"/>
                    <a:chOff x="5754433" y="2569368"/>
                    <a:chExt cx="129920" cy="94297"/>
                  </a:xfrm>
                  <a:solidFill>
                    <a:srgbClr val="777777"/>
                  </a:solidFill>
                </p:grpSpPr>
                <p:sp>
                  <p:nvSpPr>
                    <p:cNvPr id="3260" name="Freeform: Shape 3259">
                      <a:extLst>
                        <a:ext uri="{FF2B5EF4-FFF2-40B4-BE49-F238E27FC236}">
                          <a16:creationId xmlns:a16="http://schemas.microsoft.com/office/drawing/2014/main" id="{CCF3BAAB-6770-AFD3-FB3E-3BBF2287390B}"/>
                        </a:ext>
                      </a:extLst>
                    </p:cNvPr>
                    <p:cNvSpPr/>
                    <p:nvPr/>
                  </p:nvSpPr>
                  <p:spPr>
                    <a:xfrm>
                      <a:off x="5867685" y="2634710"/>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1" name="Freeform: Shape 3260">
                      <a:extLst>
                        <a:ext uri="{FF2B5EF4-FFF2-40B4-BE49-F238E27FC236}">
                          <a16:creationId xmlns:a16="http://schemas.microsoft.com/office/drawing/2014/main" id="{6033FA3E-C0DA-F316-D80E-A3E5E2765B19}"/>
                        </a:ext>
                      </a:extLst>
                    </p:cNvPr>
                    <p:cNvSpPr/>
                    <p:nvPr/>
                  </p:nvSpPr>
                  <p:spPr>
                    <a:xfrm>
                      <a:off x="5845016" y="2621661"/>
                      <a:ext cx="16764" cy="28955"/>
                    </a:xfrm>
                    <a:custGeom>
                      <a:avLst/>
                      <a:gdLst>
                        <a:gd name="connsiteX0" fmla="*/ 0 w 16764"/>
                        <a:gd name="connsiteY0" fmla="*/ 19240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240"/>
                          </a:moveTo>
                          <a:lnTo>
                            <a:pt x="16764" y="28956"/>
                          </a:lnTo>
                          <a:lnTo>
                            <a:pt x="16764"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2" name="Freeform: Shape 3261">
                      <a:extLst>
                        <a:ext uri="{FF2B5EF4-FFF2-40B4-BE49-F238E27FC236}">
                          <a16:creationId xmlns:a16="http://schemas.microsoft.com/office/drawing/2014/main" id="{91105DEB-5254-788F-2D17-8516D2CEE90C}"/>
                        </a:ext>
                      </a:extLst>
                    </p:cNvPr>
                    <p:cNvSpPr/>
                    <p:nvPr/>
                  </p:nvSpPr>
                  <p:spPr>
                    <a:xfrm>
                      <a:off x="5822346" y="2608611"/>
                      <a:ext cx="16764" cy="28860"/>
                    </a:xfrm>
                    <a:custGeom>
                      <a:avLst/>
                      <a:gdLst>
                        <a:gd name="connsiteX0" fmla="*/ 0 w 16764"/>
                        <a:gd name="connsiteY0" fmla="*/ 19241 h 28860"/>
                        <a:gd name="connsiteX1" fmla="*/ 16764 w 16764"/>
                        <a:gd name="connsiteY1" fmla="*/ 28861 h 28860"/>
                        <a:gd name="connsiteX2" fmla="*/ 16764 w 16764"/>
                        <a:gd name="connsiteY2" fmla="*/ 9620 h 28860"/>
                        <a:gd name="connsiteX3" fmla="*/ 0 w 16764"/>
                        <a:gd name="connsiteY3" fmla="*/ 0 h 28860"/>
                        <a:gd name="connsiteX4" fmla="*/ 0 w 16764"/>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3" name="Freeform: Shape 3262">
                      <a:extLst>
                        <a:ext uri="{FF2B5EF4-FFF2-40B4-BE49-F238E27FC236}">
                          <a16:creationId xmlns:a16="http://schemas.microsoft.com/office/drawing/2014/main" id="{7FA580C8-D82A-0A68-759C-7003102B9321}"/>
                        </a:ext>
                      </a:extLst>
                    </p:cNvPr>
                    <p:cNvSpPr/>
                    <p:nvPr/>
                  </p:nvSpPr>
                  <p:spPr>
                    <a:xfrm>
                      <a:off x="5799677" y="2595467"/>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4" name="Freeform: Shape 3263">
                      <a:extLst>
                        <a:ext uri="{FF2B5EF4-FFF2-40B4-BE49-F238E27FC236}">
                          <a16:creationId xmlns:a16="http://schemas.microsoft.com/office/drawing/2014/main" id="{B1385AF2-CBD8-04F7-C2F2-CABF2549A12C}"/>
                        </a:ext>
                      </a:extLst>
                    </p:cNvPr>
                    <p:cNvSpPr/>
                    <p:nvPr/>
                  </p:nvSpPr>
                  <p:spPr>
                    <a:xfrm>
                      <a:off x="5777102" y="258241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65" name="Freeform: Shape 3264">
                      <a:extLst>
                        <a:ext uri="{FF2B5EF4-FFF2-40B4-BE49-F238E27FC236}">
                          <a16:creationId xmlns:a16="http://schemas.microsoft.com/office/drawing/2014/main" id="{D85EC85F-A386-F2AB-64FD-D43CE876902F}"/>
                        </a:ext>
                      </a:extLst>
                    </p:cNvPr>
                    <p:cNvSpPr/>
                    <p:nvPr/>
                  </p:nvSpPr>
                  <p:spPr>
                    <a:xfrm>
                      <a:off x="5754433" y="256936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161" name="Graphic 3388">
                    <a:extLst>
                      <a:ext uri="{FF2B5EF4-FFF2-40B4-BE49-F238E27FC236}">
                        <a16:creationId xmlns:a16="http://schemas.microsoft.com/office/drawing/2014/main" id="{3F20B22E-65D5-8D79-1F28-D4A9E188872A}"/>
                      </a:ext>
                    </a:extLst>
                  </p:cNvPr>
                  <p:cNvGrpSpPr/>
                  <p:nvPr/>
                </p:nvGrpSpPr>
                <p:grpSpPr>
                  <a:xfrm>
                    <a:off x="5931789" y="2671667"/>
                    <a:ext cx="129920" cy="94392"/>
                    <a:chOff x="5931789" y="2671667"/>
                    <a:chExt cx="129920" cy="94392"/>
                  </a:xfrm>
                  <a:solidFill>
                    <a:srgbClr val="777777"/>
                  </a:solidFill>
                </p:grpSpPr>
                <p:sp>
                  <p:nvSpPr>
                    <p:cNvPr id="3254" name="Freeform: Shape 3253">
                      <a:extLst>
                        <a:ext uri="{FF2B5EF4-FFF2-40B4-BE49-F238E27FC236}">
                          <a16:creationId xmlns:a16="http://schemas.microsoft.com/office/drawing/2014/main" id="{0818F4BC-8F4A-89AF-F03C-C900D068621D}"/>
                        </a:ext>
                      </a:extLst>
                    </p:cNvPr>
                    <p:cNvSpPr/>
                    <p:nvPr/>
                  </p:nvSpPr>
                  <p:spPr>
                    <a:xfrm>
                      <a:off x="6045041" y="273710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5" name="Freeform: Shape 3254">
                      <a:extLst>
                        <a:ext uri="{FF2B5EF4-FFF2-40B4-BE49-F238E27FC236}">
                          <a16:creationId xmlns:a16="http://schemas.microsoft.com/office/drawing/2014/main" id="{FD4DA585-A471-7CFF-02E4-80CC11B8065C}"/>
                        </a:ext>
                      </a:extLst>
                    </p:cNvPr>
                    <p:cNvSpPr/>
                    <p:nvPr/>
                  </p:nvSpPr>
                  <p:spPr>
                    <a:xfrm>
                      <a:off x="6022371" y="2724054"/>
                      <a:ext cx="16668" cy="28955"/>
                    </a:xfrm>
                    <a:custGeom>
                      <a:avLst/>
                      <a:gdLst>
                        <a:gd name="connsiteX0" fmla="*/ 0 w 16668"/>
                        <a:gd name="connsiteY0" fmla="*/ 19240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0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0"/>
                          </a:moveTo>
                          <a:lnTo>
                            <a:pt x="16669" y="28956"/>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6" name="Freeform: Shape 3255">
                      <a:extLst>
                        <a:ext uri="{FF2B5EF4-FFF2-40B4-BE49-F238E27FC236}">
                          <a16:creationId xmlns:a16="http://schemas.microsoft.com/office/drawing/2014/main" id="{BB03344C-2F0C-A38D-463B-5D27CC1D0DC2}"/>
                        </a:ext>
                      </a:extLst>
                    </p:cNvPr>
                    <p:cNvSpPr/>
                    <p:nvPr/>
                  </p:nvSpPr>
                  <p:spPr>
                    <a:xfrm>
                      <a:off x="5999702" y="2710910"/>
                      <a:ext cx="16763" cy="28955"/>
                    </a:xfrm>
                    <a:custGeom>
                      <a:avLst/>
                      <a:gdLst>
                        <a:gd name="connsiteX0" fmla="*/ 0 w 16763"/>
                        <a:gd name="connsiteY0" fmla="*/ 19336 h 28955"/>
                        <a:gd name="connsiteX1" fmla="*/ 16764 w 16763"/>
                        <a:gd name="connsiteY1" fmla="*/ 28956 h 28955"/>
                        <a:gd name="connsiteX2" fmla="*/ 16764 w 16763"/>
                        <a:gd name="connsiteY2" fmla="*/ 9716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7" name="Freeform: Shape 3256">
                      <a:extLst>
                        <a:ext uri="{FF2B5EF4-FFF2-40B4-BE49-F238E27FC236}">
                          <a16:creationId xmlns:a16="http://schemas.microsoft.com/office/drawing/2014/main" id="{004C1638-E2C3-2C53-6BEE-B7FEB94CB944}"/>
                        </a:ext>
                      </a:extLst>
                    </p:cNvPr>
                    <p:cNvSpPr/>
                    <p:nvPr/>
                  </p:nvSpPr>
                  <p:spPr>
                    <a:xfrm>
                      <a:off x="5977032" y="2697861"/>
                      <a:ext cx="16763" cy="28955"/>
                    </a:xfrm>
                    <a:custGeom>
                      <a:avLst/>
                      <a:gdLst>
                        <a:gd name="connsiteX0" fmla="*/ 0 w 16763"/>
                        <a:gd name="connsiteY0" fmla="*/ 19336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8" name="Freeform: Shape 3257">
                      <a:extLst>
                        <a:ext uri="{FF2B5EF4-FFF2-40B4-BE49-F238E27FC236}">
                          <a16:creationId xmlns:a16="http://schemas.microsoft.com/office/drawing/2014/main" id="{88071C31-C239-331F-C21E-1A68FD8B5030}"/>
                        </a:ext>
                      </a:extLst>
                    </p:cNvPr>
                    <p:cNvSpPr/>
                    <p:nvPr/>
                  </p:nvSpPr>
                  <p:spPr>
                    <a:xfrm>
                      <a:off x="5954363" y="2684811"/>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9" name="Freeform: Shape 3258">
                      <a:extLst>
                        <a:ext uri="{FF2B5EF4-FFF2-40B4-BE49-F238E27FC236}">
                          <a16:creationId xmlns:a16="http://schemas.microsoft.com/office/drawing/2014/main" id="{2002CC5F-E3AA-3D5B-3D42-2E40A29FA22B}"/>
                        </a:ext>
                      </a:extLst>
                    </p:cNvPr>
                    <p:cNvSpPr/>
                    <p:nvPr/>
                  </p:nvSpPr>
                  <p:spPr>
                    <a:xfrm>
                      <a:off x="5931789" y="2671667"/>
                      <a:ext cx="16668" cy="28955"/>
                    </a:xfrm>
                    <a:custGeom>
                      <a:avLst/>
                      <a:gdLst>
                        <a:gd name="connsiteX0" fmla="*/ 0 w 16668"/>
                        <a:gd name="connsiteY0" fmla="*/ 19336 h 28955"/>
                        <a:gd name="connsiteX1" fmla="*/ 16669 w 16668"/>
                        <a:gd name="connsiteY1" fmla="*/ 28956 h 28955"/>
                        <a:gd name="connsiteX2" fmla="*/ 16669 w 16668"/>
                        <a:gd name="connsiteY2" fmla="*/ 9715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162" name="Graphic 3388">
                    <a:extLst>
                      <a:ext uri="{FF2B5EF4-FFF2-40B4-BE49-F238E27FC236}">
                        <a16:creationId xmlns:a16="http://schemas.microsoft.com/office/drawing/2014/main" id="{775E5AD1-3C0B-4DC1-5368-9929C155DDB4}"/>
                      </a:ext>
                    </a:extLst>
                  </p:cNvPr>
                  <p:cNvGrpSpPr/>
                  <p:nvPr/>
                </p:nvGrpSpPr>
                <p:grpSpPr>
                  <a:xfrm>
                    <a:off x="5564219" y="2505265"/>
                    <a:ext cx="510349" cy="402621"/>
                    <a:chOff x="5564219" y="2505265"/>
                    <a:chExt cx="510349" cy="402621"/>
                  </a:xfrm>
                </p:grpSpPr>
                <p:sp>
                  <p:nvSpPr>
                    <p:cNvPr id="3231" name="Freeform: Shape 3230">
                      <a:extLst>
                        <a:ext uri="{FF2B5EF4-FFF2-40B4-BE49-F238E27FC236}">
                          <a16:creationId xmlns:a16="http://schemas.microsoft.com/office/drawing/2014/main" id="{1B9F9034-928E-767E-4B7E-0837BD7352C2}"/>
                        </a:ext>
                      </a:extLst>
                    </p:cNvPr>
                    <p:cNvSpPr/>
                    <p:nvPr/>
                  </p:nvSpPr>
                  <p:spPr>
                    <a:xfrm>
                      <a:off x="5564219" y="2505265"/>
                      <a:ext cx="510349" cy="402621"/>
                    </a:xfrm>
                    <a:custGeom>
                      <a:avLst/>
                      <a:gdLst>
                        <a:gd name="connsiteX0" fmla="*/ 510350 w 510349"/>
                        <a:gd name="connsiteY0" fmla="*/ 294513 h 402621"/>
                        <a:gd name="connsiteX1" fmla="*/ 0 w 510349"/>
                        <a:gd name="connsiteY1" fmla="*/ 0 h 402621"/>
                        <a:gd name="connsiteX2" fmla="*/ 0 w 510349"/>
                        <a:gd name="connsiteY2" fmla="*/ 108013 h 402621"/>
                        <a:gd name="connsiteX3" fmla="*/ 510350 w 510349"/>
                        <a:gd name="connsiteY3" fmla="*/ 402622 h 402621"/>
                        <a:gd name="connsiteX4" fmla="*/ 510350 w 510349"/>
                        <a:gd name="connsiteY4" fmla="*/ 294513 h 402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621">
                          <a:moveTo>
                            <a:pt x="510350" y="294513"/>
                          </a:moveTo>
                          <a:lnTo>
                            <a:pt x="0" y="0"/>
                          </a:lnTo>
                          <a:lnTo>
                            <a:pt x="0" y="108013"/>
                          </a:lnTo>
                          <a:lnTo>
                            <a:pt x="510350" y="402622"/>
                          </a:lnTo>
                          <a:lnTo>
                            <a:pt x="510350" y="294513"/>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32" name="Freeform: Shape 3231">
                      <a:extLst>
                        <a:ext uri="{FF2B5EF4-FFF2-40B4-BE49-F238E27FC236}">
                          <a16:creationId xmlns:a16="http://schemas.microsoft.com/office/drawing/2014/main" id="{67733586-7829-958C-E8F5-5A4956762AB5}"/>
                        </a:ext>
                      </a:extLst>
                    </p:cNvPr>
                    <p:cNvSpPr/>
                    <p:nvPr/>
                  </p:nvSpPr>
                  <p:spPr>
                    <a:xfrm>
                      <a:off x="5630703" y="2570225"/>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233" name="Graphic 3388">
                      <a:extLst>
                        <a:ext uri="{FF2B5EF4-FFF2-40B4-BE49-F238E27FC236}">
                          <a16:creationId xmlns:a16="http://schemas.microsoft.com/office/drawing/2014/main" id="{1B265E5D-5378-6802-F548-2B36CB598F4A}"/>
                        </a:ext>
                      </a:extLst>
                    </p:cNvPr>
                    <p:cNvGrpSpPr/>
                    <p:nvPr/>
                  </p:nvGrpSpPr>
                  <p:grpSpPr>
                    <a:xfrm>
                      <a:off x="5577078" y="2587847"/>
                      <a:ext cx="130016" cy="94392"/>
                      <a:chOff x="5577078" y="2587847"/>
                      <a:chExt cx="130016" cy="94392"/>
                    </a:xfrm>
                    <a:solidFill>
                      <a:srgbClr val="777777"/>
                    </a:solidFill>
                  </p:grpSpPr>
                  <p:sp>
                    <p:nvSpPr>
                      <p:cNvPr id="3248" name="Freeform: Shape 3247">
                        <a:extLst>
                          <a:ext uri="{FF2B5EF4-FFF2-40B4-BE49-F238E27FC236}">
                            <a16:creationId xmlns:a16="http://schemas.microsoft.com/office/drawing/2014/main" id="{E48F29FA-4CE4-2991-E5E0-026A06EBC52F}"/>
                          </a:ext>
                        </a:extLst>
                      </p:cNvPr>
                      <p:cNvSpPr/>
                      <p:nvPr/>
                    </p:nvSpPr>
                    <p:spPr>
                      <a:xfrm>
                        <a:off x="5690330" y="2653283"/>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9" name="Freeform: Shape 3248">
                        <a:extLst>
                          <a:ext uri="{FF2B5EF4-FFF2-40B4-BE49-F238E27FC236}">
                            <a16:creationId xmlns:a16="http://schemas.microsoft.com/office/drawing/2014/main" id="{AC7F1D6F-7F1B-BC44-3BCD-BD275F7DF4CA}"/>
                          </a:ext>
                        </a:extLst>
                      </p:cNvPr>
                      <p:cNvSpPr/>
                      <p:nvPr/>
                    </p:nvSpPr>
                    <p:spPr>
                      <a:xfrm>
                        <a:off x="5667660" y="2640234"/>
                        <a:ext cx="16764" cy="28860"/>
                      </a:xfrm>
                      <a:custGeom>
                        <a:avLst/>
                        <a:gdLst>
                          <a:gd name="connsiteX0" fmla="*/ 0 w 16764"/>
                          <a:gd name="connsiteY0" fmla="*/ 19241 h 28860"/>
                          <a:gd name="connsiteX1" fmla="*/ 16764 w 16764"/>
                          <a:gd name="connsiteY1" fmla="*/ 28861 h 28860"/>
                          <a:gd name="connsiteX2" fmla="*/ 16764 w 16764"/>
                          <a:gd name="connsiteY2" fmla="*/ 9620 h 28860"/>
                          <a:gd name="connsiteX3" fmla="*/ 0 w 16764"/>
                          <a:gd name="connsiteY3" fmla="*/ 0 h 28860"/>
                          <a:gd name="connsiteX4" fmla="*/ 0 w 16764"/>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860">
                            <a:moveTo>
                              <a:pt x="0" y="19241"/>
                            </a:moveTo>
                            <a:lnTo>
                              <a:pt x="16764" y="28861"/>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0" name="Freeform: Shape 3249">
                        <a:extLst>
                          <a:ext uri="{FF2B5EF4-FFF2-40B4-BE49-F238E27FC236}">
                            <a16:creationId xmlns:a16="http://schemas.microsoft.com/office/drawing/2014/main" id="{131C666D-D5AD-EC85-4BA1-C3F5FFF07A7B}"/>
                          </a:ext>
                        </a:extLst>
                      </p:cNvPr>
                      <p:cNvSpPr/>
                      <p:nvPr/>
                    </p:nvSpPr>
                    <p:spPr>
                      <a:xfrm>
                        <a:off x="5645086" y="2627090"/>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1" name="Freeform: Shape 3250">
                        <a:extLst>
                          <a:ext uri="{FF2B5EF4-FFF2-40B4-BE49-F238E27FC236}">
                            <a16:creationId xmlns:a16="http://schemas.microsoft.com/office/drawing/2014/main" id="{97229285-B15E-432C-29DB-6CF5D921FD1B}"/>
                          </a:ext>
                        </a:extLst>
                      </p:cNvPr>
                      <p:cNvSpPr/>
                      <p:nvPr/>
                    </p:nvSpPr>
                    <p:spPr>
                      <a:xfrm>
                        <a:off x="5622416" y="2614041"/>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2" name="Freeform: Shape 3251">
                        <a:extLst>
                          <a:ext uri="{FF2B5EF4-FFF2-40B4-BE49-F238E27FC236}">
                            <a16:creationId xmlns:a16="http://schemas.microsoft.com/office/drawing/2014/main" id="{3FF2766C-F685-19C5-5C91-6D05C6F2C53D}"/>
                          </a:ext>
                        </a:extLst>
                      </p:cNvPr>
                      <p:cNvSpPr/>
                      <p:nvPr/>
                    </p:nvSpPr>
                    <p:spPr>
                      <a:xfrm>
                        <a:off x="5599747" y="2600991"/>
                        <a:ext cx="16668" cy="28860"/>
                      </a:xfrm>
                      <a:custGeom>
                        <a:avLst/>
                        <a:gdLst>
                          <a:gd name="connsiteX0" fmla="*/ 0 w 16668"/>
                          <a:gd name="connsiteY0" fmla="*/ 19240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0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0"/>
                            </a:moveTo>
                            <a:lnTo>
                              <a:pt x="16669" y="28861"/>
                            </a:lnTo>
                            <a:lnTo>
                              <a:pt x="16669" y="9620"/>
                            </a:lnTo>
                            <a:lnTo>
                              <a:pt x="0" y="0"/>
                            </a:lnTo>
                            <a:lnTo>
                              <a:pt x="0" y="19240"/>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53" name="Freeform: Shape 3252">
                        <a:extLst>
                          <a:ext uri="{FF2B5EF4-FFF2-40B4-BE49-F238E27FC236}">
                            <a16:creationId xmlns:a16="http://schemas.microsoft.com/office/drawing/2014/main" id="{6879D019-C373-6785-C77E-4003CC1104DE}"/>
                          </a:ext>
                        </a:extLst>
                      </p:cNvPr>
                      <p:cNvSpPr/>
                      <p:nvPr/>
                    </p:nvSpPr>
                    <p:spPr>
                      <a:xfrm>
                        <a:off x="5577078" y="2587847"/>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234" name="Graphic 3388">
                      <a:extLst>
                        <a:ext uri="{FF2B5EF4-FFF2-40B4-BE49-F238E27FC236}">
                          <a16:creationId xmlns:a16="http://schemas.microsoft.com/office/drawing/2014/main" id="{6AFB7E31-410B-F036-FCAE-1163FDC8B618}"/>
                        </a:ext>
                      </a:extLst>
                    </p:cNvPr>
                    <p:cNvGrpSpPr/>
                    <p:nvPr/>
                  </p:nvGrpSpPr>
                  <p:grpSpPr>
                    <a:xfrm>
                      <a:off x="5754433" y="2690241"/>
                      <a:ext cx="129920" cy="94392"/>
                      <a:chOff x="5754433" y="2690241"/>
                      <a:chExt cx="129920" cy="94392"/>
                    </a:xfrm>
                    <a:solidFill>
                      <a:srgbClr val="777777"/>
                    </a:solidFill>
                  </p:grpSpPr>
                  <p:sp>
                    <p:nvSpPr>
                      <p:cNvPr id="3242" name="Freeform: Shape 3241">
                        <a:extLst>
                          <a:ext uri="{FF2B5EF4-FFF2-40B4-BE49-F238E27FC236}">
                            <a16:creationId xmlns:a16="http://schemas.microsoft.com/office/drawing/2014/main" id="{94B1DFBB-93E6-0DCD-B7C1-1FC56189E868}"/>
                          </a:ext>
                        </a:extLst>
                      </p:cNvPr>
                      <p:cNvSpPr/>
                      <p:nvPr/>
                    </p:nvSpPr>
                    <p:spPr>
                      <a:xfrm>
                        <a:off x="5867685" y="275567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3" name="Freeform: Shape 3242">
                        <a:extLst>
                          <a:ext uri="{FF2B5EF4-FFF2-40B4-BE49-F238E27FC236}">
                            <a16:creationId xmlns:a16="http://schemas.microsoft.com/office/drawing/2014/main" id="{51B71023-C7FC-A42E-6D27-FE8F07A726F2}"/>
                          </a:ext>
                        </a:extLst>
                      </p:cNvPr>
                      <p:cNvSpPr/>
                      <p:nvPr/>
                    </p:nvSpPr>
                    <p:spPr>
                      <a:xfrm>
                        <a:off x="5845016" y="2742533"/>
                        <a:ext cx="16764" cy="28956"/>
                      </a:xfrm>
                      <a:custGeom>
                        <a:avLst/>
                        <a:gdLst>
                          <a:gd name="connsiteX0" fmla="*/ 0 w 16764"/>
                          <a:gd name="connsiteY0" fmla="*/ 19336 h 28956"/>
                          <a:gd name="connsiteX1" fmla="*/ 16764 w 16764"/>
                          <a:gd name="connsiteY1" fmla="*/ 28956 h 28956"/>
                          <a:gd name="connsiteX2" fmla="*/ 16764 w 16764"/>
                          <a:gd name="connsiteY2" fmla="*/ 9716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4" name="Freeform: Shape 3243">
                        <a:extLst>
                          <a:ext uri="{FF2B5EF4-FFF2-40B4-BE49-F238E27FC236}">
                            <a16:creationId xmlns:a16="http://schemas.microsoft.com/office/drawing/2014/main" id="{FF2208ED-430D-A4FD-14CC-265945004147}"/>
                          </a:ext>
                        </a:extLst>
                      </p:cNvPr>
                      <p:cNvSpPr/>
                      <p:nvPr/>
                    </p:nvSpPr>
                    <p:spPr>
                      <a:xfrm>
                        <a:off x="5822346" y="2729483"/>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5" name="Freeform: Shape 3244">
                        <a:extLst>
                          <a:ext uri="{FF2B5EF4-FFF2-40B4-BE49-F238E27FC236}">
                            <a16:creationId xmlns:a16="http://schemas.microsoft.com/office/drawing/2014/main" id="{560BA9DE-6999-4BDA-FBEA-C878965E6615}"/>
                          </a:ext>
                        </a:extLst>
                      </p:cNvPr>
                      <p:cNvSpPr/>
                      <p:nvPr/>
                    </p:nvSpPr>
                    <p:spPr>
                      <a:xfrm>
                        <a:off x="5799677" y="2716434"/>
                        <a:ext cx="16763" cy="28955"/>
                      </a:xfrm>
                      <a:custGeom>
                        <a:avLst/>
                        <a:gdLst>
                          <a:gd name="connsiteX0" fmla="*/ 0 w 16763"/>
                          <a:gd name="connsiteY0" fmla="*/ 19241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6" name="Freeform: Shape 3245">
                        <a:extLst>
                          <a:ext uri="{FF2B5EF4-FFF2-40B4-BE49-F238E27FC236}">
                            <a16:creationId xmlns:a16="http://schemas.microsoft.com/office/drawing/2014/main" id="{EA8500E6-BD13-B74E-24E0-01EB620FCECA}"/>
                          </a:ext>
                        </a:extLst>
                      </p:cNvPr>
                      <p:cNvSpPr/>
                      <p:nvPr/>
                    </p:nvSpPr>
                    <p:spPr>
                      <a:xfrm>
                        <a:off x="5777102" y="2703290"/>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7" name="Freeform: Shape 3246">
                        <a:extLst>
                          <a:ext uri="{FF2B5EF4-FFF2-40B4-BE49-F238E27FC236}">
                            <a16:creationId xmlns:a16="http://schemas.microsoft.com/office/drawing/2014/main" id="{8BAE602A-B9E6-60DB-78B0-9CB44BBB9B96}"/>
                          </a:ext>
                        </a:extLst>
                      </p:cNvPr>
                      <p:cNvSpPr/>
                      <p:nvPr/>
                    </p:nvSpPr>
                    <p:spPr>
                      <a:xfrm>
                        <a:off x="5754433" y="2690241"/>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235" name="Graphic 3388">
                      <a:extLst>
                        <a:ext uri="{FF2B5EF4-FFF2-40B4-BE49-F238E27FC236}">
                          <a16:creationId xmlns:a16="http://schemas.microsoft.com/office/drawing/2014/main" id="{CAE6F2D0-FBFC-98C3-A3D8-A9442A41557F}"/>
                        </a:ext>
                      </a:extLst>
                    </p:cNvPr>
                    <p:cNvGrpSpPr/>
                    <p:nvPr/>
                  </p:nvGrpSpPr>
                  <p:grpSpPr>
                    <a:xfrm>
                      <a:off x="5931789" y="2792634"/>
                      <a:ext cx="129920" cy="94393"/>
                      <a:chOff x="5931789" y="2792634"/>
                      <a:chExt cx="129920" cy="94393"/>
                    </a:xfrm>
                    <a:solidFill>
                      <a:srgbClr val="777777"/>
                    </a:solidFill>
                  </p:grpSpPr>
                  <p:sp>
                    <p:nvSpPr>
                      <p:cNvPr id="3236" name="Freeform: Shape 3235">
                        <a:extLst>
                          <a:ext uri="{FF2B5EF4-FFF2-40B4-BE49-F238E27FC236}">
                            <a16:creationId xmlns:a16="http://schemas.microsoft.com/office/drawing/2014/main" id="{E8746F9C-54FD-19BD-8A94-4511A605B130}"/>
                          </a:ext>
                        </a:extLst>
                      </p:cNvPr>
                      <p:cNvSpPr/>
                      <p:nvPr/>
                    </p:nvSpPr>
                    <p:spPr>
                      <a:xfrm>
                        <a:off x="6045041" y="2858071"/>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37" name="Freeform: Shape 3236">
                        <a:extLst>
                          <a:ext uri="{FF2B5EF4-FFF2-40B4-BE49-F238E27FC236}">
                            <a16:creationId xmlns:a16="http://schemas.microsoft.com/office/drawing/2014/main" id="{B8CD13F3-7DA2-1A77-7222-D4B8C6D67FE6}"/>
                          </a:ext>
                        </a:extLst>
                      </p:cNvPr>
                      <p:cNvSpPr/>
                      <p:nvPr/>
                    </p:nvSpPr>
                    <p:spPr>
                      <a:xfrm>
                        <a:off x="6022371" y="2844926"/>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38" name="Freeform: Shape 3237">
                        <a:extLst>
                          <a:ext uri="{FF2B5EF4-FFF2-40B4-BE49-F238E27FC236}">
                            <a16:creationId xmlns:a16="http://schemas.microsoft.com/office/drawing/2014/main" id="{D04748B2-F61F-A696-EEAC-3983C88EEF35}"/>
                          </a:ext>
                        </a:extLst>
                      </p:cNvPr>
                      <p:cNvSpPr/>
                      <p:nvPr/>
                    </p:nvSpPr>
                    <p:spPr>
                      <a:xfrm>
                        <a:off x="5999702" y="2831877"/>
                        <a:ext cx="16763" cy="28956"/>
                      </a:xfrm>
                      <a:custGeom>
                        <a:avLst/>
                        <a:gdLst>
                          <a:gd name="connsiteX0" fmla="*/ 0 w 16763"/>
                          <a:gd name="connsiteY0" fmla="*/ 19336 h 28956"/>
                          <a:gd name="connsiteX1" fmla="*/ 16764 w 16763"/>
                          <a:gd name="connsiteY1" fmla="*/ 28956 h 28956"/>
                          <a:gd name="connsiteX2" fmla="*/ 16764 w 16763"/>
                          <a:gd name="connsiteY2" fmla="*/ 9620 h 28956"/>
                          <a:gd name="connsiteX3" fmla="*/ 0 w 16763"/>
                          <a:gd name="connsiteY3" fmla="*/ 0 h 28956"/>
                          <a:gd name="connsiteX4" fmla="*/ 0 w 16763"/>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39" name="Freeform: Shape 3238">
                        <a:extLst>
                          <a:ext uri="{FF2B5EF4-FFF2-40B4-BE49-F238E27FC236}">
                            <a16:creationId xmlns:a16="http://schemas.microsoft.com/office/drawing/2014/main" id="{04CED5A9-1FC7-48BB-49E6-3E6EF322B757}"/>
                          </a:ext>
                        </a:extLst>
                      </p:cNvPr>
                      <p:cNvSpPr/>
                      <p:nvPr/>
                    </p:nvSpPr>
                    <p:spPr>
                      <a:xfrm>
                        <a:off x="5977032" y="2818828"/>
                        <a:ext cx="16763" cy="28955"/>
                      </a:xfrm>
                      <a:custGeom>
                        <a:avLst/>
                        <a:gdLst>
                          <a:gd name="connsiteX0" fmla="*/ 0 w 16763"/>
                          <a:gd name="connsiteY0" fmla="*/ 19241 h 28955"/>
                          <a:gd name="connsiteX1" fmla="*/ 16764 w 16763"/>
                          <a:gd name="connsiteY1" fmla="*/ 28956 h 28955"/>
                          <a:gd name="connsiteX2" fmla="*/ 16764 w 16763"/>
                          <a:gd name="connsiteY2" fmla="*/ 9620 h 28955"/>
                          <a:gd name="connsiteX3" fmla="*/ 0 w 16763"/>
                          <a:gd name="connsiteY3" fmla="*/ 0 h 28955"/>
                          <a:gd name="connsiteX4" fmla="*/ 0 w 16763"/>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0" name="Freeform: Shape 3239">
                        <a:extLst>
                          <a:ext uri="{FF2B5EF4-FFF2-40B4-BE49-F238E27FC236}">
                            <a16:creationId xmlns:a16="http://schemas.microsoft.com/office/drawing/2014/main" id="{0BA557D1-65B7-D5C8-F252-E06DA68408D6}"/>
                          </a:ext>
                        </a:extLst>
                      </p:cNvPr>
                      <p:cNvSpPr/>
                      <p:nvPr/>
                    </p:nvSpPr>
                    <p:spPr>
                      <a:xfrm>
                        <a:off x="5954363" y="2805683"/>
                        <a:ext cx="16764" cy="28956"/>
                      </a:xfrm>
                      <a:custGeom>
                        <a:avLst/>
                        <a:gdLst>
                          <a:gd name="connsiteX0" fmla="*/ 0 w 16764"/>
                          <a:gd name="connsiteY0" fmla="*/ 19336 h 28956"/>
                          <a:gd name="connsiteX1" fmla="*/ 16764 w 16764"/>
                          <a:gd name="connsiteY1" fmla="*/ 28956 h 28956"/>
                          <a:gd name="connsiteX2" fmla="*/ 16764 w 16764"/>
                          <a:gd name="connsiteY2" fmla="*/ 9716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41" name="Freeform: Shape 3240">
                        <a:extLst>
                          <a:ext uri="{FF2B5EF4-FFF2-40B4-BE49-F238E27FC236}">
                            <a16:creationId xmlns:a16="http://schemas.microsoft.com/office/drawing/2014/main" id="{EC725E47-3599-FF55-CB9E-45464A796032}"/>
                          </a:ext>
                        </a:extLst>
                      </p:cNvPr>
                      <p:cNvSpPr/>
                      <p:nvPr/>
                    </p:nvSpPr>
                    <p:spPr>
                      <a:xfrm>
                        <a:off x="5931789" y="279263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3163" name="Graphic 3388">
                    <a:extLst>
                      <a:ext uri="{FF2B5EF4-FFF2-40B4-BE49-F238E27FC236}">
                        <a16:creationId xmlns:a16="http://schemas.microsoft.com/office/drawing/2014/main" id="{64655A31-7D5D-4C71-1C81-6572AA0DBB25}"/>
                      </a:ext>
                    </a:extLst>
                  </p:cNvPr>
                  <p:cNvGrpSpPr/>
                  <p:nvPr/>
                </p:nvGrpSpPr>
                <p:grpSpPr>
                  <a:xfrm>
                    <a:off x="5564219" y="2626137"/>
                    <a:ext cx="510349" cy="402716"/>
                    <a:chOff x="5564219" y="2626137"/>
                    <a:chExt cx="510349" cy="402716"/>
                  </a:xfrm>
                </p:grpSpPr>
                <p:sp>
                  <p:nvSpPr>
                    <p:cNvPr id="3208" name="Freeform: Shape 3207">
                      <a:extLst>
                        <a:ext uri="{FF2B5EF4-FFF2-40B4-BE49-F238E27FC236}">
                          <a16:creationId xmlns:a16="http://schemas.microsoft.com/office/drawing/2014/main" id="{9EBB7305-1469-7602-43C4-FF96C0FEF33D}"/>
                        </a:ext>
                      </a:extLst>
                    </p:cNvPr>
                    <p:cNvSpPr/>
                    <p:nvPr/>
                  </p:nvSpPr>
                  <p:spPr>
                    <a:xfrm>
                      <a:off x="5564219" y="2626137"/>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9" name="Freeform: Shape 3208">
                      <a:extLst>
                        <a:ext uri="{FF2B5EF4-FFF2-40B4-BE49-F238E27FC236}">
                          <a16:creationId xmlns:a16="http://schemas.microsoft.com/office/drawing/2014/main" id="{72C7E2A6-EA95-7564-ACB7-A3CC2670E755}"/>
                        </a:ext>
                      </a:extLst>
                    </p:cNvPr>
                    <p:cNvSpPr/>
                    <p:nvPr/>
                  </p:nvSpPr>
                  <p:spPr>
                    <a:xfrm>
                      <a:off x="5630703" y="2691098"/>
                      <a:ext cx="377380" cy="234981"/>
                    </a:xfrm>
                    <a:custGeom>
                      <a:avLst/>
                      <a:gdLst>
                        <a:gd name="connsiteX0" fmla="*/ 377380 w 377380"/>
                        <a:gd name="connsiteY0" fmla="*/ 234982 h 234981"/>
                        <a:gd name="connsiteX1" fmla="*/ 0 w 377380"/>
                        <a:gd name="connsiteY1" fmla="*/ 17145 h 234981"/>
                        <a:gd name="connsiteX2" fmla="*/ 0 w 377380"/>
                        <a:gd name="connsiteY2" fmla="*/ 0 h 234981"/>
                        <a:gd name="connsiteX3" fmla="*/ 377380 w 377380"/>
                        <a:gd name="connsiteY3" fmla="*/ 217837 h 234981"/>
                        <a:gd name="connsiteX4" fmla="*/ 377380 w 377380"/>
                        <a:gd name="connsiteY4" fmla="*/ 234982 h 234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80" h="234981">
                          <a:moveTo>
                            <a:pt x="377380" y="234982"/>
                          </a:moveTo>
                          <a:lnTo>
                            <a:pt x="0" y="17145"/>
                          </a:lnTo>
                          <a:lnTo>
                            <a:pt x="0" y="0"/>
                          </a:lnTo>
                          <a:lnTo>
                            <a:pt x="377380" y="217837"/>
                          </a:lnTo>
                          <a:lnTo>
                            <a:pt x="377380" y="234982"/>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210" name="Graphic 3388">
                      <a:extLst>
                        <a:ext uri="{FF2B5EF4-FFF2-40B4-BE49-F238E27FC236}">
                          <a16:creationId xmlns:a16="http://schemas.microsoft.com/office/drawing/2014/main" id="{C572A98F-7EBB-E06A-C175-4147AE734E58}"/>
                        </a:ext>
                      </a:extLst>
                    </p:cNvPr>
                    <p:cNvGrpSpPr/>
                    <p:nvPr/>
                  </p:nvGrpSpPr>
                  <p:grpSpPr>
                    <a:xfrm>
                      <a:off x="5577078" y="2708814"/>
                      <a:ext cx="130016" cy="94297"/>
                      <a:chOff x="5577078" y="2708814"/>
                      <a:chExt cx="130016" cy="94297"/>
                    </a:xfrm>
                    <a:solidFill>
                      <a:srgbClr val="777777"/>
                    </a:solidFill>
                  </p:grpSpPr>
                  <p:sp>
                    <p:nvSpPr>
                      <p:cNvPr id="3225" name="Freeform: Shape 3224">
                        <a:extLst>
                          <a:ext uri="{FF2B5EF4-FFF2-40B4-BE49-F238E27FC236}">
                            <a16:creationId xmlns:a16="http://schemas.microsoft.com/office/drawing/2014/main" id="{D2C41AC0-1BEE-0F94-D767-3B83A4517C99}"/>
                          </a:ext>
                        </a:extLst>
                      </p:cNvPr>
                      <p:cNvSpPr/>
                      <p:nvPr/>
                    </p:nvSpPr>
                    <p:spPr>
                      <a:xfrm>
                        <a:off x="5690330" y="2774156"/>
                        <a:ext cx="16764" cy="28955"/>
                      </a:xfrm>
                      <a:custGeom>
                        <a:avLst/>
                        <a:gdLst>
                          <a:gd name="connsiteX0" fmla="*/ 0 w 16764"/>
                          <a:gd name="connsiteY0" fmla="*/ 19336 h 28955"/>
                          <a:gd name="connsiteX1" fmla="*/ 16764 w 16764"/>
                          <a:gd name="connsiteY1" fmla="*/ 28956 h 28955"/>
                          <a:gd name="connsiteX2" fmla="*/ 16764 w 16764"/>
                          <a:gd name="connsiteY2" fmla="*/ 9716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6" name="Freeform: Shape 3225">
                        <a:extLst>
                          <a:ext uri="{FF2B5EF4-FFF2-40B4-BE49-F238E27FC236}">
                            <a16:creationId xmlns:a16="http://schemas.microsoft.com/office/drawing/2014/main" id="{3E872932-B958-5356-509C-EC14623D49A1}"/>
                          </a:ext>
                        </a:extLst>
                      </p:cNvPr>
                      <p:cNvSpPr/>
                      <p:nvPr/>
                    </p:nvSpPr>
                    <p:spPr>
                      <a:xfrm>
                        <a:off x="5667660" y="2761107"/>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7" name="Freeform: Shape 3226">
                        <a:extLst>
                          <a:ext uri="{FF2B5EF4-FFF2-40B4-BE49-F238E27FC236}">
                            <a16:creationId xmlns:a16="http://schemas.microsoft.com/office/drawing/2014/main" id="{44DDF6DE-15C6-3BD3-EA41-362726D417D0}"/>
                          </a:ext>
                        </a:extLst>
                      </p:cNvPr>
                      <p:cNvSpPr/>
                      <p:nvPr/>
                    </p:nvSpPr>
                    <p:spPr>
                      <a:xfrm>
                        <a:off x="5645086" y="2748057"/>
                        <a:ext cx="16668" cy="28956"/>
                      </a:xfrm>
                      <a:custGeom>
                        <a:avLst/>
                        <a:gdLst>
                          <a:gd name="connsiteX0" fmla="*/ 0 w 16668"/>
                          <a:gd name="connsiteY0" fmla="*/ 19241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8" name="Freeform: Shape 3227">
                        <a:extLst>
                          <a:ext uri="{FF2B5EF4-FFF2-40B4-BE49-F238E27FC236}">
                            <a16:creationId xmlns:a16="http://schemas.microsoft.com/office/drawing/2014/main" id="{7F2BFAD0-2159-FAE5-0A6A-649DECD70A03}"/>
                          </a:ext>
                        </a:extLst>
                      </p:cNvPr>
                      <p:cNvSpPr/>
                      <p:nvPr/>
                    </p:nvSpPr>
                    <p:spPr>
                      <a:xfrm>
                        <a:off x="5622416" y="2735008"/>
                        <a:ext cx="16668" cy="28860"/>
                      </a:xfrm>
                      <a:custGeom>
                        <a:avLst/>
                        <a:gdLst>
                          <a:gd name="connsiteX0" fmla="*/ 0 w 16668"/>
                          <a:gd name="connsiteY0" fmla="*/ 19241 h 28860"/>
                          <a:gd name="connsiteX1" fmla="*/ 16669 w 16668"/>
                          <a:gd name="connsiteY1" fmla="*/ 28861 h 28860"/>
                          <a:gd name="connsiteX2" fmla="*/ 16669 w 16668"/>
                          <a:gd name="connsiteY2" fmla="*/ 9620 h 28860"/>
                          <a:gd name="connsiteX3" fmla="*/ 0 w 16668"/>
                          <a:gd name="connsiteY3" fmla="*/ 0 h 28860"/>
                          <a:gd name="connsiteX4" fmla="*/ 0 w 16668"/>
                          <a:gd name="connsiteY4" fmla="*/ 19241 h 28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860">
                            <a:moveTo>
                              <a:pt x="0" y="19241"/>
                            </a:moveTo>
                            <a:lnTo>
                              <a:pt x="16669" y="28861"/>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9" name="Freeform: Shape 3228">
                        <a:extLst>
                          <a:ext uri="{FF2B5EF4-FFF2-40B4-BE49-F238E27FC236}">
                            <a16:creationId xmlns:a16="http://schemas.microsoft.com/office/drawing/2014/main" id="{EE37956F-C651-CFC9-E7AC-90B402AE2F59}"/>
                          </a:ext>
                        </a:extLst>
                      </p:cNvPr>
                      <p:cNvSpPr/>
                      <p:nvPr/>
                    </p:nvSpPr>
                    <p:spPr>
                      <a:xfrm>
                        <a:off x="5599747" y="2721863"/>
                        <a:ext cx="16668" cy="28956"/>
                      </a:xfrm>
                      <a:custGeom>
                        <a:avLst/>
                        <a:gdLst>
                          <a:gd name="connsiteX0" fmla="*/ 0 w 16668"/>
                          <a:gd name="connsiteY0" fmla="*/ 19336 h 28956"/>
                          <a:gd name="connsiteX1" fmla="*/ 16669 w 16668"/>
                          <a:gd name="connsiteY1" fmla="*/ 28956 h 28956"/>
                          <a:gd name="connsiteX2" fmla="*/ 16669 w 16668"/>
                          <a:gd name="connsiteY2" fmla="*/ 9716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30" name="Freeform: Shape 3229">
                        <a:extLst>
                          <a:ext uri="{FF2B5EF4-FFF2-40B4-BE49-F238E27FC236}">
                            <a16:creationId xmlns:a16="http://schemas.microsoft.com/office/drawing/2014/main" id="{D2872407-09CC-214B-97F0-4C921B087628}"/>
                          </a:ext>
                        </a:extLst>
                      </p:cNvPr>
                      <p:cNvSpPr/>
                      <p:nvPr/>
                    </p:nvSpPr>
                    <p:spPr>
                      <a:xfrm>
                        <a:off x="5577078" y="2708814"/>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211" name="Graphic 3388">
                      <a:extLst>
                        <a:ext uri="{FF2B5EF4-FFF2-40B4-BE49-F238E27FC236}">
                          <a16:creationId xmlns:a16="http://schemas.microsoft.com/office/drawing/2014/main" id="{77B91A72-8557-0D6F-163B-4AB9F5C553E1}"/>
                        </a:ext>
                      </a:extLst>
                    </p:cNvPr>
                    <p:cNvGrpSpPr/>
                    <p:nvPr/>
                  </p:nvGrpSpPr>
                  <p:grpSpPr>
                    <a:xfrm>
                      <a:off x="5754433" y="2811208"/>
                      <a:ext cx="129920" cy="94297"/>
                      <a:chOff x="5754433" y="2811208"/>
                      <a:chExt cx="129920" cy="94297"/>
                    </a:xfrm>
                    <a:solidFill>
                      <a:srgbClr val="777777"/>
                    </a:solidFill>
                  </p:grpSpPr>
                  <p:sp>
                    <p:nvSpPr>
                      <p:cNvPr id="3219" name="Freeform: Shape 3218">
                        <a:extLst>
                          <a:ext uri="{FF2B5EF4-FFF2-40B4-BE49-F238E27FC236}">
                            <a16:creationId xmlns:a16="http://schemas.microsoft.com/office/drawing/2014/main" id="{80090375-49FA-D91F-00B2-E8ECC5658497}"/>
                          </a:ext>
                        </a:extLst>
                      </p:cNvPr>
                      <p:cNvSpPr/>
                      <p:nvPr/>
                    </p:nvSpPr>
                    <p:spPr>
                      <a:xfrm>
                        <a:off x="5867685" y="2876550"/>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0" name="Freeform: Shape 3219">
                        <a:extLst>
                          <a:ext uri="{FF2B5EF4-FFF2-40B4-BE49-F238E27FC236}">
                            <a16:creationId xmlns:a16="http://schemas.microsoft.com/office/drawing/2014/main" id="{62FEB13F-F5ED-27AA-115E-067C0ED866B5}"/>
                          </a:ext>
                        </a:extLst>
                      </p:cNvPr>
                      <p:cNvSpPr/>
                      <p:nvPr/>
                    </p:nvSpPr>
                    <p:spPr>
                      <a:xfrm>
                        <a:off x="5845016" y="2863500"/>
                        <a:ext cx="16764" cy="28955"/>
                      </a:xfrm>
                      <a:custGeom>
                        <a:avLst/>
                        <a:gdLst>
                          <a:gd name="connsiteX0" fmla="*/ 0 w 16764"/>
                          <a:gd name="connsiteY0" fmla="*/ 19336 h 28955"/>
                          <a:gd name="connsiteX1" fmla="*/ 16764 w 16764"/>
                          <a:gd name="connsiteY1" fmla="*/ 28956 h 28955"/>
                          <a:gd name="connsiteX2" fmla="*/ 16764 w 16764"/>
                          <a:gd name="connsiteY2" fmla="*/ 9620 h 28955"/>
                          <a:gd name="connsiteX3" fmla="*/ 0 w 16764"/>
                          <a:gd name="connsiteY3" fmla="*/ 0 h 28955"/>
                          <a:gd name="connsiteX4" fmla="*/ 0 w 16764"/>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5">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1" name="Freeform: Shape 3220">
                        <a:extLst>
                          <a:ext uri="{FF2B5EF4-FFF2-40B4-BE49-F238E27FC236}">
                            <a16:creationId xmlns:a16="http://schemas.microsoft.com/office/drawing/2014/main" id="{7496D41F-F3CB-F137-E0DF-E14FD73D10F6}"/>
                          </a:ext>
                        </a:extLst>
                      </p:cNvPr>
                      <p:cNvSpPr/>
                      <p:nvPr/>
                    </p:nvSpPr>
                    <p:spPr>
                      <a:xfrm>
                        <a:off x="5822346" y="2850451"/>
                        <a:ext cx="16764" cy="28956"/>
                      </a:xfrm>
                      <a:custGeom>
                        <a:avLst/>
                        <a:gdLst>
                          <a:gd name="connsiteX0" fmla="*/ 0 w 16764"/>
                          <a:gd name="connsiteY0" fmla="*/ 19241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2" name="Freeform: Shape 3221">
                        <a:extLst>
                          <a:ext uri="{FF2B5EF4-FFF2-40B4-BE49-F238E27FC236}">
                            <a16:creationId xmlns:a16="http://schemas.microsoft.com/office/drawing/2014/main" id="{F79D6705-CCE2-E9C1-17EC-370C00F32F56}"/>
                          </a:ext>
                        </a:extLst>
                      </p:cNvPr>
                      <p:cNvSpPr/>
                      <p:nvPr/>
                    </p:nvSpPr>
                    <p:spPr>
                      <a:xfrm>
                        <a:off x="5799677" y="2837307"/>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3" name="Freeform: Shape 3222">
                        <a:extLst>
                          <a:ext uri="{FF2B5EF4-FFF2-40B4-BE49-F238E27FC236}">
                            <a16:creationId xmlns:a16="http://schemas.microsoft.com/office/drawing/2014/main" id="{965D545A-C420-8784-0911-E2F7F71FDC5E}"/>
                          </a:ext>
                        </a:extLst>
                      </p:cNvPr>
                      <p:cNvSpPr/>
                      <p:nvPr/>
                    </p:nvSpPr>
                    <p:spPr>
                      <a:xfrm>
                        <a:off x="5777102" y="2824257"/>
                        <a:ext cx="16668" cy="28956"/>
                      </a:xfrm>
                      <a:custGeom>
                        <a:avLst/>
                        <a:gdLst>
                          <a:gd name="connsiteX0" fmla="*/ 0 w 16668"/>
                          <a:gd name="connsiteY0" fmla="*/ 19336 h 28956"/>
                          <a:gd name="connsiteX1" fmla="*/ 16669 w 16668"/>
                          <a:gd name="connsiteY1" fmla="*/ 28956 h 28956"/>
                          <a:gd name="connsiteX2" fmla="*/ 16669 w 16668"/>
                          <a:gd name="connsiteY2" fmla="*/ 9620 h 28956"/>
                          <a:gd name="connsiteX3" fmla="*/ 0 w 16668"/>
                          <a:gd name="connsiteY3" fmla="*/ 0 h 28956"/>
                          <a:gd name="connsiteX4" fmla="*/ 0 w 16668"/>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6">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24" name="Freeform: Shape 3223">
                        <a:extLst>
                          <a:ext uri="{FF2B5EF4-FFF2-40B4-BE49-F238E27FC236}">
                            <a16:creationId xmlns:a16="http://schemas.microsoft.com/office/drawing/2014/main" id="{CA8467F7-09AF-B547-895E-5BA14D3022A6}"/>
                          </a:ext>
                        </a:extLst>
                      </p:cNvPr>
                      <p:cNvSpPr/>
                      <p:nvPr/>
                    </p:nvSpPr>
                    <p:spPr>
                      <a:xfrm>
                        <a:off x="5754433" y="2811208"/>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212" name="Graphic 3388">
                      <a:extLst>
                        <a:ext uri="{FF2B5EF4-FFF2-40B4-BE49-F238E27FC236}">
                          <a16:creationId xmlns:a16="http://schemas.microsoft.com/office/drawing/2014/main" id="{F42DB400-ECF4-B720-2A02-630F7EA12BC5}"/>
                        </a:ext>
                      </a:extLst>
                    </p:cNvPr>
                    <p:cNvGrpSpPr/>
                    <p:nvPr/>
                  </p:nvGrpSpPr>
                  <p:grpSpPr>
                    <a:xfrm>
                      <a:off x="5931789" y="2913602"/>
                      <a:ext cx="129920" cy="94296"/>
                      <a:chOff x="5931789" y="2913602"/>
                      <a:chExt cx="129920" cy="94296"/>
                    </a:xfrm>
                    <a:solidFill>
                      <a:srgbClr val="777777"/>
                    </a:solidFill>
                  </p:grpSpPr>
                  <p:sp>
                    <p:nvSpPr>
                      <p:cNvPr id="3213" name="Freeform: Shape 3212">
                        <a:extLst>
                          <a:ext uri="{FF2B5EF4-FFF2-40B4-BE49-F238E27FC236}">
                            <a16:creationId xmlns:a16="http://schemas.microsoft.com/office/drawing/2014/main" id="{20CA9AF2-5D17-CA67-C0EB-47FA985436DA}"/>
                          </a:ext>
                        </a:extLst>
                      </p:cNvPr>
                      <p:cNvSpPr/>
                      <p:nvPr/>
                    </p:nvSpPr>
                    <p:spPr>
                      <a:xfrm>
                        <a:off x="6045041" y="2978943"/>
                        <a:ext cx="16668" cy="28955"/>
                      </a:xfrm>
                      <a:custGeom>
                        <a:avLst/>
                        <a:gdLst>
                          <a:gd name="connsiteX0" fmla="*/ 0 w 16668"/>
                          <a:gd name="connsiteY0" fmla="*/ 19336 h 28955"/>
                          <a:gd name="connsiteX1" fmla="*/ 16669 w 16668"/>
                          <a:gd name="connsiteY1" fmla="*/ 28956 h 28955"/>
                          <a:gd name="connsiteX2" fmla="*/ 16669 w 16668"/>
                          <a:gd name="connsiteY2" fmla="*/ 9716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716"/>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14" name="Freeform: Shape 3213">
                        <a:extLst>
                          <a:ext uri="{FF2B5EF4-FFF2-40B4-BE49-F238E27FC236}">
                            <a16:creationId xmlns:a16="http://schemas.microsoft.com/office/drawing/2014/main" id="{03573D5F-67CE-39CB-2760-35AA599124A1}"/>
                          </a:ext>
                        </a:extLst>
                      </p:cNvPr>
                      <p:cNvSpPr/>
                      <p:nvPr/>
                    </p:nvSpPr>
                    <p:spPr>
                      <a:xfrm>
                        <a:off x="6022371" y="2965894"/>
                        <a:ext cx="16668" cy="28955"/>
                      </a:xfrm>
                      <a:custGeom>
                        <a:avLst/>
                        <a:gdLst>
                          <a:gd name="connsiteX0" fmla="*/ 0 w 16668"/>
                          <a:gd name="connsiteY0" fmla="*/ 19336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336"/>
                            </a:moveTo>
                            <a:lnTo>
                              <a:pt x="16669" y="28956"/>
                            </a:lnTo>
                            <a:lnTo>
                              <a:pt x="16669"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15" name="Freeform: Shape 3214">
                        <a:extLst>
                          <a:ext uri="{FF2B5EF4-FFF2-40B4-BE49-F238E27FC236}">
                            <a16:creationId xmlns:a16="http://schemas.microsoft.com/office/drawing/2014/main" id="{782D84AB-0634-7BD8-3C06-9BB6E2E8D955}"/>
                          </a:ext>
                        </a:extLst>
                      </p:cNvPr>
                      <p:cNvSpPr/>
                      <p:nvPr/>
                    </p:nvSpPr>
                    <p:spPr>
                      <a:xfrm>
                        <a:off x="5999702" y="2952845"/>
                        <a:ext cx="16763" cy="28956"/>
                      </a:xfrm>
                      <a:custGeom>
                        <a:avLst/>
                        <a:gdLst>
                          <a:gd name="connsiteX0" fmla="*/ 0 w 16763"/>
                          <a:gd name="connsiteY0" fmla="*/ 19241 h 28956"/>
                          <a:gd name="connsiteX1" fmla="*/ 16764 w 16763"/>
                          <a:gd name="connsiteY1" fmla="*/ 28956 h 28956"/>
                          <a:gd name="connsiteX2" fmla="*/ 16764 w 16763"/>
                          <a:gd name="connsiteY2" fmla="*/ 9620 h 28956"/>
                          <a:gd name="connsiteX3" fmla="*/ 0 w 16763"/>
                          <a:gd name="connsiteY3" fmla="*/ 0 h 28956"/>
                          <a:gd name="connsiteX4" fmla="*/ 0 w 16763"/>
                          <a:gd name="connsiteY4" fmla="*/ 19241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6">
                            <a:moveTo>
                              <a:pt x="0" y="19241"/>
                            </a:moveTo>
                            <a:lnTo>
                              <a:pt x="16764" y="28956"/>
                            </a:lnTo>
                            <a:lnTo>
                              <a:pt x="16764"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16" name="Freeform: Shape 3215">
                        <a:extLst>
                          <a:ext uri="{FF2B5EF4-FFF2-40B4-BE49-F238E27FC236}">
                            <a16:creationId xmlns:a16="http://schemas.microsoft.com/office/drawing/2014/main" id="{E4F2D740-165B-FAE7-FB62-2B8BBE7EB2B3}"/>
                          </a:ext>
                        </a:extLst>
                      </p:cNvPr>
                      <p:cNvSpPr/>
                      <p:nvPr/>
                    </p:nvSpPr>
                    <p:spPr>
                      <a:xfrm>
                        <a:off x="5977032" y="2939700"/>
                        <a:ext cx="16763" cy="28955"/>
                      </a:xfrm>
                      <a:custGeom>
                        <a:avLst/>
                        <a:gdLst>
                          <a:gd name="connsiteX0" fmla="*/ 0 w 16763"/>
                          <a:gd name="connsiteY0" fmla="*/ 19336 h 28955"/>
                          <a:gd name="connsiteX1" fmla="*/ 16764 w 16763"/>
                          <a:gd name="connsiteY1" fmla="*/ 28956 h 28955"/>
                          <a:gd name="connsiteX2" fmla="*/ 16764 w 16763"/>
                          <a:gd name="connsiteY2" fmla="*/ 9715 h 28955"/>
                          <a:gd name="connsiteX3" fmla="*/ 0 w 16763"/>
                          <a:gd name="connsiteY3" fmla="*/ 0 h 28955"/>
                          <a:gd name="connsiteX4" fmla="*/ 0 w 16763"/>
                          <a:gd name="connsiteY4" fmla="*/ 19336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3" h="28955">
                            <a:moveTo>
                              <a:pt x="0" y="19336"/>
                            </a:moveTo>
                            <a:lnTo>
                              <a:pt x="16764" y="28956"/>
                            </a:lnTo>
                            <a:lnTo>
                              <a:pt x="16764" y="9715"/>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17" name="Freeform: Shape 3216">
                        <a:extLst>
                          <a:ext uri="{FF2B5EF4-FFF2-40B4-BE49-F238E27FC236}">
                            <a16:creationId xmlns:a16="http://schemas.microsoft.com/office/drawing/2014/main" id="{AF299E8C-5421-97C5-ABA8-DE541C664A45}"/>
                          </a:ext>
                        </a:extLst>
                      </p:cNvPr>
                      <p:cNvSpPr/>
                      <p:nvPr/>
                    </p:nvSpPr>
                    <p:spPr>
                      <a:xfrm>
                        <a:off x="5954363" y="2926651"/>
                        <a:ext cx="16764" cy="28956"/>
                      </a:xfrm>
                      <a:custGeom>
                        <a:avLst/>
                        <a:gdLst>
                          <a:gd name="connsiteX0" fmla="*/ 0 w 16764"/>
                          <a:gd name="connsiteY0" fmla="*/ 19336 h 28956"/>
                          <a:gd name="connsiteX1" fmla="*/ 16764 w 16764"/>
                          <a:gd name="connsiteY1" fmla="*/ 28956 h 28956"/>
                          <a:gd name="connsiteX2" fmla="*/ 16764 w 16764"/>
                          <a:gd name="connsiteY2" fmla="*/ 9620 h 28956"/>
                          <a:gd name="connsiteX3" fmla="*/ 0 w 16764"/>
                          <a:gd name="connsiteY3" fmla="*/ 0 h 28956"/>
                          <a:gd name="connsiteX4" fmla="*/ 0 w 16764"/>
                          <a:gd name="connsiteY4" fmla="*/ 19336 h 28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 h="28956">
                            <a:moveTo>
                              <a:pt x="0" y="19336"/>
                            </a:moveTo>
                            <a:lnTo>
                              <a:pt x="16764" y="28956"/>
                            </a:lnTo>
                            <a:lnTo>
                              <a:pt x="16764" y="9620"/>
                            </a:lnTo>
                            <a:lnTo>
                              <a:pt x="0" y="0"/>
                            </a:lnTo>
                            <a:lnTo>
                              <a:pt x="0" y="19336"/>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18" name="Freeform: Shape 3217">
                        <a:extLst>
                          <a:ext uri="{FF2B5EF4-FFF2-40B4-BE49-F238E27FC236}">
                            <a16:creationId xmlns:a16="http://schemas.microsoft.com/office/drawing/2014/main" id="{96AAF672-E3A5-B0D8-23F5-1E2140F1E634}"/>
                          </a:ext>
                        </a:extLst>
                      </p:cNvPr>
                      <p:cNvSpPr/>
                      <p:nvPr/>
                    </p:nvSpPr>
                    <p:spPr>
                      <a:xfrm>
                        <a:off x="5931789" y="2913602"/>
                        <a:ext cx="16668" cy="28955"/>
                      </a:xfrm>
                      <a:custGeom>
                        <a:avLst/>
                        <a:gdLst>
                          <a:gd name="connsiteX0" fmla="*/ 0 w 16668"/>
                          <a:gd name="connsiteY0" fmla="*/ 19241 h 28955"/>
                          <a:gd name="connsiteX1" fmla="*/ 16669 w 16668"/>
                          <a:gd name="connsiteY1" fmla="*/ 28956 h 28955"/>
                          <a:gd name="connsiteX2" fmla="*/ 16669 w 16668"/>
                          <a:gd name="connsiteY2" fmla="*/ 9620 h 28955"/>
                          <a:gd name="connsiteX3" fmla="*/ 0 w 16668"/>
                          <a:gd name="connsiteY3" fmla="*/ 0 h 28955"/>
                          <a:gd name="connsiteX4" fmla="*/ 0 w 16668"/>
                          <a:gd name="connsiteY4" fmla="*/ 19241 h 28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8" h="28955">
                            <a:moveTo>
                              <a:pt x="0" y="19241"/>
                            </a:moveTo>
                            <a:lnTo>
                              <a:pt x="16669" y="28956"/>
                            </a:lnTo>
                            <a:lnTo>
                              <a:pt x="16669" y="9620"/>
                            </a:lnTo>
                            <a:lnTo>
                              <a:pt x="0" y="0"/>
                            </a:lnTo>
                            <a:lnTo>
                              <a:pt x="0" y="19241"/>
                            </a:lnTo>
                            <a:close/>
                          </a:path>
                        </a:pathLst>
                      </a:custGeom>
                      <a:solidFill>
                        <a:srgbClr val="777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3164" name="Graphic 3388">
                    <a:extLst>
                      <a:ext uri="{FF2B5EF4-FFF2-40B4-BE49-F238E27FC236}">
                        <a16:creationId xmlns:a16="http://schemas.microsoft.com/office/drawing/2014/main" id="{02E0CCF5-FE61-BB0C-0CBF-2740DA4637E9}"/>
                      </a:ext>
                    </a:extLst>
                  </p:cNvPr>
                  <p:cNvGrpSpPr/>
                  <p:nvPr/>
                </p:nvGrpSpPr>
                <p:grpSpPr>
                  <a:xfrm>
                    <a:off x="5655945" y="2123503"/>
                    <a:ext cx="322706" cy="198024"/>
                    <a:chOff x="5655945" y="2123503"/>
                    <a:chExt cx="322706" cy="198024"/>
                  </a:xfrm>
                </p:grpSpPr>
                <p:sp>
                  <p:nvSpPr>
                    <p:cNvPr id="3206" name="Freeform: Shape 3205">
                      <a:extLst>
                        <a:ext uri="{FF2B5EF4-FFF2-40B4-BE49-F238E27FC236}">
                          <a16:creationId xmlns:a16="http://schemas.microsoft.com/office/drawing/2014/main" id="{6781E6A5-C6EB-CA6B-5352-14D5DB3B2C96}"/>
                        </a:ext>
                      </a:extLst>
                    </p:cNvPr>
                    <p:cNvSpPr/>
                    <p:nvPr/>
                  </p:nvSpPr>
                  <p:spPr>
                    <a:xfrm>
                      <a:off x="5658230" y="2126361"/>
                      <a:ext cx="318039" cy="192214"/>
                    </a:xfrm>
                    <a:custGeom>
                      <a:avLst/>
                      <a:gdLst>
                        <a:gd name="connsiteX0" fmla="*/ 273558 w 318039"/>
                        <a:gd name="connsiteY0" fmla="*/ 192214 h 192214"/>
                        <a:gd name="connsiteX1" fmla="*/ 44577 w 318039"/>
                        <a:gd name="connsiteY1" fmla="*/ 60007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4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4"/>
                          </a:moveTo>
                          <a:lnTo>
                            <a:pt x="44577" y="60007"/>
                          </a:lnTo>
                          <a:lnTo>
                            <a:pt x="0" y="4286"/>
                          </a:lnTo>
                          <a:lnTo>
                            <a:pt x="44577" y="0"/>
                          </a:lnTo>
                          <a:lnTo>
                            <a:pt x="273558" y="132207"/>
                          </a:lnTo>
                          <a:lnTo>
                            <a:pt x="318040" y="187928"/>
                          </a:lnTo>
                          <a:lnTo>
                            <a:pt x="273558" y="192214"/>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7" name="Freeform: Shape 3206">
                      <a:extLst>
                        <a:ext uri="{FF2B5EF4-FFF2-40B4-BE49-F238E27FC236}">
                          <a16:creationId xmlns:a16="http://schemas.microsoft.com/office/drawing/2014/main" id="{FD8CD7B4-CD97-3AD6-93F4-C3509F6045D8}"/>
                        </a:ext>
                      </a:extLst>
                    </p:cNvPr>
                    <p:cNvSpPr/>
                    <p:nvPr/>
                  </p:nvSpPr>
                  <p:spPr>
                    <a:xfrm>
                      <a:off x="5655945" y="2123503"/>
                      <a:ext cx="322706" cy="198024"/>
                    </a:xfrm>
                    <a:custGeom>
                      <a:avLst/>
                      <a:gdLst>
                        <a:gd name="connsiteX0" fmla="*/ 275844 w 322706"/>
                        <a:gd name="connsiteY0" fmla="*/ 197644 h 198024"/>
                        <a:gd name="connsiteX1" fmla="*/ 46863 w 322706"/>
                        <a:gd name="connsiteY1" fmla="*/ 65437 h 198024"/>
                        <a:gd name="connsiteX2" fmla="*/ 45720 w 322706"/>
                        <a:gd name="connsiteY2" fmla="*/ 64484 h 198024"/>
                        <a:gd name="connsiteX3" fmla="*/ 1143 w 322706"/>
                        <a:gd name="connsiteY3" fmla="*/ 8763 h 198024"/>
                        <a:gd name="connsiteX4" fmla="*/ 0 w 322706"/>
                        <a:gd name="connsiteY4" fmla="*/ 5905 h 198024"/>
                        <a:gd name="connsiteX5" fmla="*/ 1143 w 322706"/>
                        <a:gd name="connsiteY5" fmla="*/ 4286 h 198024"/>
                        <a:gd name="connsiteX6" fmla="*/ 45720 w 322706"/>
                        <a:gd name="connsiteY6" fmla="*/ 0 h 198024"/>
                        <a:gd name="connsiteX7" fmla="*/ 46863 w 322706"/>
                        <a:gd name="connsiteY7" fmla="*/ 286 h 198024"/>
                        <a:gd name="connsiteX8" fmla="*/ 275844 w 322706"/>
                        <a:gd name="connsiteY8" fmla="*/ 132493 h 198024"/>
                        <a:gd name="connsiteX9" fmla="*/ 276987 w 322706"/>
                        <a:gd name="connsiteY9" fmla="*/ 133541 h 198024"/>
                        <a:gd name="connsiteX10" fmla="*/ 321564 w 322706"/>
                        <a:gd name="connsiteY10" fmla="*/ 189262 h 198024"/>
                        <a:gd name="connsiteX11" fmla="*/ 322707 w 322706"/>
                        <a:gd name="connsiteY11" fmla="*/ 192119 h 198024"/>
                        <a:gd name="connsiteX12" fmla="*/ 321564 w 322706"/>
                        <a:gd name="connsiteY12" fmla="*/ 193738 h 198024"/>
                        <a:gd name="connsiteX13" fmla="*/ 276987 w 322706"/>
                        <a:gd name="connsiteY13" fmla="*/ 198025 h 198024"/>
                        <a:gd name="connsiteX14" fmla="*/ 275844 w 322706"/>
                        <a:gd name="connsiteY14" fmla="*/ 197739 h 198024"/>
                        <a:gd name="connsiteX15" fmla="*/ 47434 w 322706"/>
                        <a:gd name="connsiteY15" fmla="*/ 60674 h 198024"/>
                        <a:gd name="connsiteX16" fmla="*/ 275177 w 322706"/>
                        <a:gd name="connsiteY16" fmla="*/ 192214 h 198024"/>
                        <a:gd name="connsiteX17" fmla="*/ 315944 w 322706"/>
                        <a:gd name="connsiteY17" fmla="*/ 188309 h 198024"/>
                        <a:gd name="connsiteX18" fmla="*/ 275177 w 322706"/>
                        <a:gd name="connsiteY18" fmla="*/ 137350 h 198024"/>
                        <a:gd name="connsiteX19" fmla="*/ 47434 w 322706"/>
                        <a:gd name="connsiteY19" fmla="*/ 5810 h 198024"/>
                        <a:gd name="connsiteX20" fmla="*/ 6667 w 322706"/>
                        <a:gd name="connsiteY20" fmla="*/ 9716 h 198024"/>
                        <a:gd name="connsiteX21" fmla="*/ 47434 w 322706"/>
                        <a:gd name="connsiteY21" fmla="*/ 60674 h 19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8024">
                          <a:moveTo>
                            <a:pt x="275844" y="197644"/>
                          </a:moveTo>
                          <a:lnTo>
                            <a:pt x="46863" y="65437"/>
                          </a:lnTo>
                          <a:cubicBezTo>
                            <a:pt x="46863" y="65437"/>
                            <a:pt x="46101" y="64865"/>
                            <a:pt x="45720" y="64484"/>
                          </a:cubicBezTo>
                          <a:lnTo>
                            <a:pt x="1143" y="8763"/>
                          </a:lnTo>
                          <a:cubicBezTo>
                            <a:pt x="476" y="7906"/>
                            <a:pt x="0" y="6858"/>
                            <a:pt x="0" y="5905"/>
                          </a:cubicBezTo>
                          <a:cubicBezTo>
                            <a:pt x="0" y="4953"/>
                            <a:pt x="381" y="4381"/>
                            <a:pt x="1143" y="4286"/>
                          </a:cubicBezTo>
                          <a:lnTo>
                            <a:pt x="45720" y="0"/>
                          </a:lnTo>
                          <a:cubicBezTo>
                            <a:pt x="45720" y="0"/>
                            <a:pt x="46482" y="0"/>
                            <a:pt x="46863" y="286"/>
                          </a:cubicBezTo>
                          <a:lnTo>
                            <a:pt x="275844" y="132493"/>
                          </a:lnTo>
                          <a:cubicBezTo>
                            <a:pt x="275844" y="132493"/>
                            <a:pt x="276606" y="133064"/>
                            <a:pt x="276987" y="133541"/>
                          </a:cubicBezTo>
                          <a:lnTo>
                            <a:pt x="321564" y="189262"/>
                          </a:lnTo>
                          <a:cubicBezTo>
                            <a:pt x="322231" y="190119"/>
                            <a:pt x="322707" y="191167"/>
                            <a:pt x="322707" y="192119"/>
                          </a:cubicBezTo>
                          <a:cubicBezTo>
                            <a:pt x="322707" y="193072"/>
                            <a:pt x="322326" y="193643"/>
                            <a:pt x="321564" y="193738"/>
                          </a:cubicBezTo>
                          <a:lnTo>
                            <a:pt x="276987" y="198025"/>
                          </a:lnTo>
                          <a:cubicBezTo>
                            <a:pt x="276987" y="198025"/>
                            <a:pt x="276225" y="198025"/>
                            <a:pt x="275844" y="197739"/>
                          </a:cubicBezTo>
                          <a:close/>
                          <a:moveTo>
                            <a:pt x="47434" y="60674"/>
                          </a:moveTo>
                          <a:lnTo>
                            <a:pt x="275177" y="192214"/>
                          </a:lnTo>
                          <a:lnTo>
                            <a:pt x="315944" y="188309"/>
                          </a:lnTo>
                          <a:lnTo>
                            <a:pt x="275177" y="137350"/>
                          </a:lnTo>
                          <a:lnTo>
                            <a:pt x="47434" y="5810"/>
                          </a:lnTo>
                          <a:lnTo>
                            <a:pt x="6667" y="9716"/>
                          </a:lnTo>
                          <a:lnTo>
                            <a:pt x="47434" y="60674"/>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165" name="Freeform: Shape 3164">
                    <a:extLst>
                      <a:ext uri="{FF2B5EF4-FFF2-40B4-BE49-F238E27FC236}">
                        <a16:creationId xmlns:a16="http://schemas.microsoft.com/office/drawing/2014/main" id="{B790CD62-CA9F-026C-921E-BA1277C46ED7}"/>
                      </a:ext>
                    </a:extLst>
                  </p:cNvPr>
                  <p:cNvSpPr/>
                  <p:nvPr/>
                </p:nvSpPr>
                <p:spPr>
                  <a:xfrm>
                    <a:off x="5719095" y="2146934"/>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66" name="Freeform: Shape 3165">
                    <a:extLst>
                      <a:ext uri="{FF2B5EF4-FFF2-40B4-BE49-F238E27FC236}">
                        <a16:creationId xmlns:a16="http://schemas.microsoft.com/office/drawing/2014/main" id="{444B1B4D-0A38-A7CD-2007-06E20A06B805}"/>
                      </a:ext>
                    </a:extLst>
                  </p:cNvPr>
                  <p:cNvSpPr/>
                  <p:nvPr/>
                </p:nvSpPr>
                <p:spPr>
                  <a:xfrm>
                    <a:off x="5976270" y="2311717"/>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67" name="Freeform: Shape 3166">
                    <a:extLst>
                      <a:ext uri="{FF2B5EF4-FFF2-40B4-BE49-F238E27FC236}">
                        <a16:creationId xmlns:a16="http://schemas.microsoft.com/office/drawing/2014/main" id="{56E843C1-93EF-7001-FEF9-6E4EC4DFA044}"/>
                      </a:ext>
                    </a:extLst>
                  </p:cNvPr>
                  <p:cNvSpPr/>
                  <p:nvPr/>
                </p:nvSpPr>
                <p:spPr>
                  <a:xfrm>
                    <a:off x="5564219" y="2073783"/>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68" name="Freeform: Shape 3167">
                    <a:extLst>
                      <a:ext uri="{FF2B5EF4-FFF2-40B4-BE49-F238E27FC236}">
                        <a16:creationId xmlns:a16="http://schemas.microsoft.com/office/drawing/2014/main" id="{69DCDA59-C87A-7607-D675-74CDA5814095}"/>
                      </a:ext>
                    </a:extLst>
                  </p:cNvPr>
                  <p:cNvSpPr/>
                  <p:nvPr/>
                </p:nvSpPr>
                <p:spPr>
                  <a:xfrm>
                    <a:off x="6052375" y="2383951"/>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2"/>
                          <a:pt x="5810" y="822"/>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69" name="Freeform: Shape 3168">
                    <a:extLst>
                      <a:ext uri="{FF2B5EF4-FFF2-40B4-BE49-F238E27FC236}">
                        <a16:creationId xmlns:a16="http://schemas.microsoft.com/office/drawing/2014/main" id="{EB3EC2C4-FD6E-A140-F29C-E84D22C9F48C}"/>
                      </a:ext>
                    </a:extLst>
                  </p:cNvPr>
                  <p:cNvSpPr/>
                  <p:nvPr/>
                </p:nvSpPr>
                <p:spPr>
                  <a:xfrm>
                    <a:off x="6029515" y="2370807"/>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0" name="Freeform: Shape 3169">
                    <a:extLst>
                      <a:ext uri="{FF2B5EF4-FFF2-40B4-BE49-F238E27FC236}">
                        <a16:creationId xmlns:a16="http://schemas.microsoft.com/office/drawing/2014/main" id="{0677AEEC-B2AF-A1A1-9411-8F1819E6AB30}"/>
                      </a:ext>
                    </a:extLst>
                  </p:cNvPr>
                  <p:cNvSpPr/>
                  <p:nvPr/>
                </p:nvSpPr>
                <p:spPr>
                  <a:xfrm>
                    <a:off x="6006655" y="2357567"/>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1" name="Freeform: Shape 3170">
                    <a:extLst>
                      <a:ext uri="{FF2B5EF4-FFF2-40B4-BE49-F238E27FC236}">
                        <a16:creationId xmlns:a16="http://schemas.microsoft.com/office/drawing/2014/main" id="{20BDCA57-AB1A-C2E4-3A22-B1E330876410}"/>
                      </a:ext>
                    </a:extLst>
                  </p:cNvPr>
                  <p:cNvSpPr/>
                  <p:nvPr/>
                </p:nvSpPr>
                <p:spPr>
                  <a:xfrm>
                    <a:off x="5983795" y="2344422"/>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2" name="Freeform: Shape 3171">
                    <a:extLst>
                      <a:ext uri="{FF2B5EF4-FFF2-40B4-BE49-F238E27FC236}">
                        <a16:creationId xmlns:a16="http://schemas.microsoft.com/office/drawing/2014/main" id="{CA028355-41B0-4659-B5CE-D980E657E343}"/>
                      </a:ext>
                    </a:extLst>
                  </p:cNvPr>
                  <p:cNvSpPr/>
                  <p:nvPr/>
                </p:nvSpPr>
                <p:spPr>
                  <a:xfrm>
                    <a:off x="5740050" y="2170747"/>
                    <a:ext cx="158781" cy="105822"/>
                  </a:xfrm>
                  <a:custGeom>
                    <a:avLst/>
                    <a:gdLst>
                      <a:gd name="connsiteX0" fmla="*/ 158782 w 158781"/>
                      <a:gd name="connsiteY0" fmla="*/ 105823 h 105822"/>
                      <a:gd name="connsiteX1" fmla="*/ 0 w 158781"/>
                      <a:gd name="connsiteY1" fmla="*/ 14192 h 105822"/>
                      <a:gd name="connsiteX2" fmla="*/ 0 w 158781"/>
                      <a:gd name="connsiteY2" fmla="*/ 0 h 105822"/>
                      <a:gd name="connsiteX3" fmla="*/ 158782 w 158781"/>
                      <a:gd name="connsiteY3" fmla="*/ 91726 h 105822"/>
                      <a:gd name="connsiteX4" fmla="*/ 158782 w 158781"/>
                      <a:gd name="connsiteY4" fmla="*/ 105823 h 105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822">
                        <a:moveTo>
                          <a:pt x="158782" y="105823"/>
                        </a:moveTo>
                        <a:lnTo>
                          <a:pt x="0" y="14192"/>
                        </a:lnTo>
                        <a:lnTo>
                          <a:pt x="0" y="0"/>
                        </a:lnTo>
                        <a:lnTo>
                          <a:pt x="158782" y="91726"/>
                        </a:lnTo>
                        <a:lnTo>
                          <a:pt x="158782" y="105823"/>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3" name="Freeform: Shape 3172">
                    <a:extLst>
                      <a:ext uri="{FF2B5EF4-FFF2-40B4-BE49-F238E27FC236}">
                        <a16:creationId xmlns:a16="http://schemas.microsoft.com/office/drawing/2014/main" id="{FEED1919-BAB8-8A23-AD61-4137369CDD04}"/>
                      </a:ext>
                    </a:extLst>
                  </p:cNvPr>
                  <p:cNvSpPr/>
                  <p:nvPr/>
                </p:nvSpPr>
                <p:spPr>
                  <a:xfrm>
                    <a:off x="5564219" y="2141124"/>
                    <a:ext cx="510349" cy="402717"/>
                  </a:xfrm>
                  <a:custGeom>
                    <a:avLst/>
                    <a:gdLst>
                      <a:gd name="connsiteX0" fmla="*/ 510350 w 510349"/>
                      <a:gd name="connsiteY0" fmla="*/ 294608 h 402717"/>
                      <a:gd name="connsiteX1" fmla="*/ 0 w 510349"/>
                      <a:gd name="connsiteY1" fmla="*/ 0 h 402717"/>
                      <a:gd name="connsiteX2" fmla="*/ 0 w 510349"/>
                      <a:gd name="connsiteY2" fmla="*/ 108109 h 402717"/>
                      <a:gd name="connsiteX3" fmla="*/ 510350 w 510349"/>
                      <a:gd name="connsiteY3" fmla="*/ 402717 h 402717"/>
                      <a:gd name="connsiteX4" fmla="*/ 510350 w 510349"/>
                      <a:gd name="connsiteY4" fmla="*/ 294608 h 40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7">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74" name="Graphic 3388">
                    <a:extLst>
                      <a:ext uri="{FF2B5EF4-FFF2-40B4-BE49-F238E27FC236}">
                        <a16:creationId xmlns:a16="http://schemas.microsoft.com/office/drawing/2014/main" id="{CCAC4E33-F860-4EB0-F482-FEA0994D8739}"/>
                      </a:ext>
                    </a:extLst>
                  </p:cNvPr>
                  <p:cNvGrpSpPr/>
                  <p:nvPr/>
                </p:nvGrpSpPr>
                <p:grpSpPr>
                  <a:xfrm>
                    <a:off x="5655945" y="2242184"/>
                    <a:ext cx="322706" cy="197929"/>
                    <a:chOff x="5655945" y="2242184"/>
                    <a:chExt cx="322706" cy="197929"/>
                  </a:xfrm>
                </p:grpSpPr>
                <p:sp>
                  <p:nvSpPr>
                    <p:cNvPr id="3204" name="Freeform: Shape 3203">
                      <a:extLst>
                        <a:ext uri="{FF2B5EF4-FFF2-40B4-BE49-F238E27FC236}">
                          <a16:creationId xmlns:a16="http://schemas.microsoft.com/office/drawing/2014/main" id="{628E587E-A092-90C8-9E91-32459D3117E4}"/>
                        </a:ext>
                      </a:extLst>
                    </p:cNvPr>
                    <p:cNvSpPr/>
                    <p:nvPr/>
                  </p:nvSpPr>
                  <p:spPr>
                    <a:xfrm>
                      <a:off x="5658230" y="2245137"/>
                      <a:ext cx="318039" cy="192214"/>
                    </a:xfrm>
                    <a:custGeom>
                      <a:avLst/>
                      <a:gdLst>
                        <a:gd name="connsiteX0" fmla="*/ 273558 w 318039"/>
                        <a:gd name="connsiteY0" fmla="*/ 192214 h 192214"/>
                        <a:gd name="connsiteX1" fmla="*/ 44577 w 318039"/>
                        <a:gd name="connsiteY1" fmla="*/ 60007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4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4"/>
                          </a:moveTo>
                          <a:lnTo>
                            <a:pt x="44577" y="60007"/>
                          </a:lnTo>
                          <a:lnTo>
                            <a:pt x="0" y="4286"/>
                          </a:lnTo>
                          <a:lnTo>
                            <a:pt x="44577" y="0"/>
                          </a:lnTo>
                          <a:lnTo>
                            <a:pt x="273558" y="132207"/>
                          </a:lnTo>
                          <a:lnTo>
                            <a:pt x="318040" y="187928"/>
                          </a:lnTo>
                          <a:lnTo>
                            <a:pt x="273558" y="192214"/>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5" name="Freeform: Shape 3204">
                      <a:extLst>
                        <a:ext uri="{FF2B5EF4-FFF2-40B4-BE49-F238E27FC236}">
                          <a16:creationId xmlns:a16="http://schemas.microsoft.com/office/drawing/2014/main" id="{F32DC515-32E7-786F-169C-1B4AC00BBA83}"/>
                        </a:ext>
                      </a:extLst>
                    </p:cNvPr>
                    <p:cNvSpPr/>
                    <p:nvPr/>
                  </p:nvSpPr>
                  <p:spPr>
                    <a:xfrm>
                      <a:off x="5655945" y="2242184"/>
                      <a:ext cx="322706" cy="197929"/>
                    </a:xfrm>
                    <a:custGeom>
                      <a:avLst/>
                      <a:gdLst>
                        <a:gd name="connsiteX0" fmla="*/ 275844 w 322706"/>
                        <a:gd name="connsiteY0" fmla="*/ 197739 h 197929"/>
                        <a:gd name="connsiteX1" fmla="*/ 46863 w 322706"/>
                        <a:gd name="connsiteY1" fmla="*/ 65532 h 197929"/>
                        <a:gd name="connsiteX2" fmla="*/ 45720 w 322706"/>
                        <a:gd name="connsiteY2" fmla="*/ 64484 h 197929"/>
                        <a:gd name="connsiteX3" fmla="*/ 1143 w 322706"/>
                        <a:gd name="connsiteY3" fmla="*/ 8763 h 197929"/>
                        <a:gd name="connsiteX4" fmla="*/ 0 w 322706"/>
                        <a:gd name="connsiteY4" fmla="*/ 5906 h 197929"/>
                        <a:gd name="connsiteX5" fmla="*/ 1143 w 322706"/>
                        <a:gd name="connsiteY5" fmla="*/ 4286 h 197929"/>
                        <a:gd name="connsiteX6" fmla="*/ 45720 w 322706"/>
                        <a:gd name="connsiteY6" fmla="*/ 0 h 197929"/>
                        <a:gd name="connsiteX7" fmla="*/ 46863 w 322706"/>
                        <a:gd name="connsiteY7" fmla="*/ 286 h 197929"/>
                        <a:gd name="connsiteX8" fmla="*/ 275844 w 322706"/>
                        <a:gd name="connsiteY8" fmla="*/ 132493 h 197929"/>
                        <a:gd name="connsiteX9" fmla="*/ 276987 w 322706"/>
                        <a:gd name="connsiteY9" fmla="*/ 133445 h 197929"/>
                        <a:gd name="connsiteX10" fmla="*/ 321564 w 322706"/>
                        <a:gd name="connsiteY10" fmla="*/ 189167 h 197929"/>
                        <a:gd name="connsiteX11" fmla="*/ 322707 w 322706"/>
                        <a:gd name="connsiteY11" fmla="*/ 192024 h 197929"/>
                        <a:gd name="connsiteX12" fmla="*/ 321564 w 322706"/>
                        <a:gd name="connsiteY12" fmla="*/ 193643 h 197929"/>
                        <a:gd name="connsiteX13" fmla="*/ 276987 w 322706"/>
                        <a:gd name="connsiteY13" fmla="*/ 197929 h 197929"/>
                        <a:gd name="connsiteX14" fmla="*/ 275844 w 322706"/>
                        <a:gd name="connsiteY14" fmla="*/ 197644 h 197929"/>
                        <a:gd name="connsiteX15" fmla="*/ 47434 w 322706"/>
                        <a:gd name="connsiteY15" fmla="*/ 60770 h 197929"/>
                        <a:gd name="connsiteX16" fmla="*/ 275177 w 322706"/>
                        <a:gd name="connsiteY16" fmla="*/ 192310 h 197929"/>
                        <a:gd name="connsiteX17" fmla="*/ 315944 w 322706"/>
                        <a:gd name="connsiteY17" fmla="*/ 188404 h 197929"/>
                        <a:gd name="connsiteX18" fmla="*/ 275177 w 322706"/>
                        <a:gd name="connsiteY18" fmla="*/ 137446 h 197929"/>
                        <a:gd name="connsiteX19" fmla="*/ 47434 w 322706"/>
                        <a:gd name="connsiteY19" fmla="*/ 5906 h 197929"/>
                        <a:gd name="connsiteX20" fmla="*/ 6667 w 322706"/>
                        <a:gd name="connsiteY20" fmla="*/ 9811 h 197929"/>
                        <a:gd name="connsiteX21" fmla="*/ 47434 w 322706"/>
                        <a:gd name="connsiteY21" fmla="*/ 60770 h 19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7929">
                          <a:moveTo>
                            <a:pt x="275844" y="197739"/>
                          </a:moveTo>
                          <a:lnTo>
                            <a:pt x="46863" y="65532"/>
                          </a:lnTo>
                          <a:cubicBezTo>
                            <a:pt x="46863" y="65532"/>
                            <a:pt x="46101" y="64961"/>
                            <a:pt x="45720" y="64484"/>
                          </a:cubicBezTo>
                          <a:lnTo>
                            <a:pt x="1143" y="8763"/>
                          </a:lnTo>
                          <a:cubicBezTo>
                            <a:pt x="476" y="7906"/>
                            <a:pt x="0" y="6858"/>
                            <a:pt x="0" y="5906"/>
                          </a:cubicBezTo>
                          <a:cubicBezTo>
                            <a:pt x="0" y="4953"/>
                            <a:pt x="381" y="4382"/>
                            <a:pt x="1143" y="4286"/>
                          </a:cubicBezTo>
                          <a:lnTo>
                            <a:pt x="45720" y="0"/>
                          </a:lnTo>
                          <a:cubicBezTo>
                            <a:pt x="45720" y="0"/>
                            <a:pt x="46482" y="0"/>
                            <a:pt x="46863" y="286"/>
                          </a:cubicBezTo>
                          <a:lnTo>
                            <a:pt x="275844" y="132493"/>
                          </a:lnTo>
                          <a:cubicBezTo>
                            <a:pt x="275844" y="132493"/>
                            <a:pt x="276606" y="133064"/>
                            <a:pt x="276987" y="133445"/>
                          </a:cubicBezTo>
                          <a:lnTo>
                            <a:pt x="321564" y="189167"/>
                          </a:lnTo>
                          <a:cubicBezTo>
                            <a:pt x="322231" y="190024"/>
                            <a:pt x="322707" y="191072"/>
                            <a:pt x="322707" y="192024"/>
                          </a:cubicBezTo>
                          <a:cubicBezTo>
                            <a:pt x="322707" y="192977"/>
                            <a:pt x="322326" y="193548"/>
                            <a:pt x="321564" y="193643"/>
                          </a:cubicBezTo>
                          <a:lnTo>
                            <a:pt x="276987" y="197929"/>
                          </a:lnTo>
                          <a:cubicBezTo>
                            <a:pt x="276987" y="197929"/>
                            <a:pt x="276225" y="197929"/>
                            <a:pt x="275844" y="197644"/>
                          </a:cubicBezTo>
                          <a:close/>
                          <a:moveTo>
                            <a:pt x="47434" y="60770"/>
                          </a:moveTo>
                          <a:lnTo>
                            <a:pt x="275177" y="192310"/>
                          </a:lnTo>
                          <a:lnTo>
                            <a:pt x="315944" y="188404"/>
                          </a:lnTo>
                          <a:lnTo>
                            <a:pt x="275177" y="137446"/>
                          </a:lnTo>
                          <a:lnTo>
                            <a:pt x="47434" y="5906"/>
                          </a:lnTo>
                          <a:lnTo>
                            <a:pt x="6667" y="9811"/>
                          </a:lnTo>
                          <a:lnTo>
                            <a:pt x="47434" y="60770"/>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175" name="Freeform: Shape 3174">
                    <a:extLst>
                      <a:ext uri="{FF2B5EF4-FFF2-40B4-BE49-F238E27FC236}">
                        <a16:creationId xmlns:a16="http://schemas.microsoft.com/office/drawing/2014/main" id="{C86F76A1-1DD6-D758-D213-6829D3B21064}"/>
                      </a:ext>
                    </a:extLst>
                  </p:cNvPr>
                  <p:cNvSpPr/>
                  <p:nvPr/>
                </p:nvSpPr>
                <p:spPr>
                  <a:xfrm>
                    <a:off x="5719095" y="2265711"/>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6" name="Freeform: Shape 3175">
                    <a:extLst>
                      <a:ext uri="{FF2B5EF4-FFF2-40B4-BE49-F238E27FC236}">
                        <a16:creationId xmlns:a16="http://schemas.microsoft.com/office/drawing/2014/main" id="{FB2BA184-333F-FDB8-6C63-ADBF24433D65}"/>
                      </a:ext>
                    </a:extLst>
                  </p:cNvPr>
                  <p:cNvSpPr/>
                  <p:nvPr/>
                </p:nvSpPr>
                <p:spPr>
                  <a:xfrm>
                    <a:off x="5976270" y="2430494"/>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7" name="Freeform: Shape 3176">
                    <a:extLst>
                      <a:ext uri="{FF2B5EF4-FFF2-40B4-BE49-F238E27FC236}">
                        <a16:creationId xmlns:a16="http://schemas.microsoft.com/office/drawing/2014/main" id="{B2F41C5D-A578-5F6C-4657-34FB37875942}"/>
                      </a:ext>
                    </a:extLst>
                  </p:cNvPr>
                  <p:cNvSpPr/>
                  <p:nvPr/>
                </p:nvSpPr>
                <p:spPr>
                  <a:xfrm>
                    <a:off x="5564219" y="2192559"/>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8" name="Freeform: Shape 3177">
                    <a:extLst>
                      <a:ext uri="{FF2B5EF4-FFF2-40B4-BE49-F238E27FC236}">
                        <a16:creationId xmlns:a16="http://schemas.microsoft.com/office/drawing/2014/main" id="{F3B754D6-A912-AC2D-9BBD-B350CB67FEA9}"/>
                      </a:ext>
                    </a:extLst>
                  </p:cNvPr>
                  <p:cNvSpPr/>
                  <p:nvPr/>
                </p:nvSpPr>
                <p:spPr>
                  <a:xfrm>
                    <a:off x="6052375" y="2502728"/>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2"/>
                          <a:pt x="5810" y="822"/>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79" name="Freeform: Shape 3178">
                    <a:extLst>
                      <a:ext uri="{FF2B5EF4-FFF2-40B4-BE49-F238E27FC236}">
                        <a16:creationId xmlns:a16="http://schemas.microsoft.com/office/drawing/2014/main" id="{5769C906-519E-642C-7D3C-9505E55B3864}"/>
                      </a:ext>
                    </a:extLst>
                  </p:cNvPr>
                  <p:cNvSpPr/>
                  <p:nvPr/>
                </p:nvSpPr>
                <p:spPr>
                  <a:xfrm>
                    <a:off x="6029515" y="2489583"/>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0" name="Freeform: Shape 3179">
                    <a:extLst>
                      <a:ext uri="{FF2B5EF4-FFF2-40B4-BE49-F238E27FC236}">
                        <a16:creationId xmlns:a16="http://schemas.microsoft.com/office/drawing/2014/main" id="{C1AD83B2-EF98-6D07-0324-37B3445C5EAD}"/>
                      </a:ext>
                    </a:extLst>
                  </p:cNvPr>
                  <p:cNvSpPr/>
                  <p:nvPr/>
                </p:nvSpPr>
                <p:spPr>
                  <a:xfrm>
                    <a:off x="6006655" y="2476439"/>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1" name="Freeform: Shape 3180">
                    <a:extLst>
                      <a:ext uri="{FF2B5EF4-FFF2-40B4-BE49-F238E27FC236}">
                        <a16:creationId xmlns:a16="http://schemas.microsoft.com/office/drawing/2014/main" id="{5D24140C-0351-7CF3-62DB-BB16CEB1DD55}"/>
                      </a:ext>
                    </a:extLst>
                  </p:cNvPr>
                  <p:cNvSpPr/>
                  <p:nvPr/>
                </p:nvSpPr>
                <p:spPr>
                  <a:xfrm>
                    <a:off x="5983795" y="2463199"/>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2" name="Freeform: Shape 3181">
                    <a:extLst>
                      <a:ext uri="{FF2B5EF4-FFF2-40B4-BE49-F238E27FC236}">
                        <a16:creationId xmlns:a16="http://schemas.microsoft.com/office/drawing/2014/main" id="{17DF08CF-6CCD-9F99-1FAC-1CE5B8E414EF}"/>
                      </a:ext>
                    </a:extLst>
                  </p:cNvPr>
                  <p:cNvSpPr/>
                  <p:nvPr/>
                </p:nvSpPr>
                <p:spPr>
                  <a:xfrm>
                    <a:off x="5740050" y="2289524"/>
                    <a:ext cx="158781" cy="105822"/>
                  </a:xfrm>
                  <a:custGeom>
                    <a:avLst/>
                    <a:gdLst>
                      <a:gd name="connsiteX0" fmla="*/ 158782 w 158781"/>
                      <a:gd name="connsiteY0" fmla="*/ 105823 h 105822"/>
                      <a:gd name="connsiteX1" fmla="*/ 0 w 158781"/>
                      <a:gd name="connsiteY1" fmla="*/ 14192 h 105822"/>
                      <a:gd name="connsiteX2" fmla="*/ 0 w 158781"/>
                      <a:gd name="connsiteY2" fmla="*/ 0 h 105822"/>
                      <a:gd name="connsiteX3" fmla="*/ 158782 w 158781"/>
                      <a:gd name="connsiteY3" fmla="*/ 91726 h 105822"/>
                      <a:gd name="connsiteX4" fmla="*/ 158782 w 158781"/>
                      <a:gd name="connsiteY4" fmla="*/ 105823 h 105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822">
                        <a:moveTo>
                          <a:pt x="158782" y="105823"/>
                        </a:moveTo>
                        <a:lnTo>
                          <a:pt x="0" y="14192"/>
                        </a:lnTo>
                        <a:lnTo>
                          <a:pt x="0" y="0"/>
                        </a:lnTo>
                        <a:lnTo>
                          <a:pt x="158782" y="91726"/>
                        </a:lnTo>
                        <a:lnTo>
                          <a:pt x="158782" y="105823"/>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3" name="Freeform: Shape 3182">
                    <a:extLst>
                      <a:ext uri="{FF2B5EF4-FFF2-40B4-BE49-F238E27FC236}">
                        <a16:creationId xmlns:a16="http://schemas.microsoft.com/office/drawing/2014/main" id="{9681020E-A6F3-F9E6-56A7-CA3E255B0109}"/>
                      </a:ext>
                    </a:extLst>
                  </p:cNvPr>
                  <p:cNvSpPr/>
                  <p:nvPr/>
                </p:nvSpPr>
                <p:spPr>
                  <a:xfrm>
                    <a:off x="5564219" y="2259901"/>
                    <a:ext cx="510349" cy="402716"/>
                  </a:xfrm>
                  <a:custGeom>
                    <a:avLst/>
                    <a:gdLst>
                      <a:gd name="connsiteX0" fmla="*/ 510350 w 510349"/>
                      <a:gd name="connsiteY0" fmla="*/ 294608 h 402716"/>
                      <a:gd name="connsiteX1" fmla="*/ 0 w 510349"/>
                      <a:gd name="connsiteY1" fmla="*/ 0 h 402716"/>
                      <a:gd name="connsiteX2" fmla="*/ 0 w 510349"/>
                      <a:gd name="connsiteY2" fmla="*/ 108109 h 402716"/>
                      <a:gd name="connsiteX3" fmla="*/ 510350 w 510349"/>
                      <a:gd name="connsiteY3" fmla="*/ 402717 h 402716"/>
                      <a:gd name="connsiteX4" fmla="*/ 510350 w 510349"/>
                      <a:gd name="connsiteY4" fmla="*/ 294608 h 402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49" h="402716">
                        <a:moveTo>
                          <a:pt x="510350" y="294608"/>
                        </a:moveTo>
                        <a:lnTo>
                          <a:pt x="0" y="0"/>
                        </a:lnTo>
                        <a:lnTo>
                          <a:pt x="0" y="108109"/>
                        </a:lnTo>
                        <a:lnTo>
                          <a:pt x="510350" y="402717"/>
                        </a:lnTo>
                        <a:lnTo>
                          <a:pt x="510350" y="294608"/>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84" name="Graphic 3388">
                    <a:extLst>
                      <a:ext uri="{FF2B5EF4-FFF2-40B4-BE49-F238E27FC236}">
                        <a16:creationId xmlns:a16="http://schemas.microsoft.com/office/drawing/2014/main" id="{3ED23F00-B2AF-E258-1215-88642C6CE428}"/>
                      </a:ext>
                    </a:extLst>
                  </p:cNvPr>
                  <p:cNvGrpSpPr/>
                  <p:nvPr/>
                </p:nvGrpSpPr>
                <p:grpSpPr>
                  <a:xfrm>
                    <a:off x="5655945" y="2361057"/>
                    <a:ext cx="322706" cy="197929"/>
                    <a:chOff x="5655945" y="2361057"/>
                    <a:chExt cx="322706" cy="197929"/>
                  </a:xfrm>
                </p:grpSpPr>
                <p:sp>
                  <p:nvSpPr>
                    <p:cNvPr id="3202" name="Freeform: Shape 3201">
                      <a:extLst>
                        <a:ext uri="{FF2B5EF4-FFF2-40B4-BE49-F238E27FC236}">
                          <a16:creationId xmlns:a16="http://schemas.microsoft.com/office/drawing/2014/main" id="{CC3DF412-5FBF-9F37-9972-7817675BFA48}"/>
                        </a:ext>
                      </a:extLst>
                    </p:cNvPr>
                    <p:cNvSpPr/>
                    <p:nvPr/>
                  </p:nvSpPr>
                  <p:spPr>
                    <a:xfrm>
                      <a:off x="5658230" y="2363914"/>
                      <a:ext cx="318039" cy="192214"/>
                    </a:xfrm>
                    <a:custGeom>
                      <a:avLst/>
                      <a:gdLst>
                        <a:gd name="connsiteX0" fmla="*/ 273558 w 318039"/>
                        <a:gd name="connsiteY0" fmla="*/ 192215 h 192214"/>
                        <a:gd name="connsiteX1" fmla="*/ 44577 w 318039"/>
                        <a:gd name="connsiteY1" fmla="*/ 60008 h 192214"/>
                        <a:gd name="connsiteX2" fmla="*/ 0 w 318039"/>
                        <a:gd name="connsiteY2" fmla="*/ 4286 h 192214"/>
                        <a:gd name="connsiteX3" fmla="*/ 44577 w 318039"/>
                        <a:gd name="connsiteY3" fmla="*/ 0 h 192214"/>
                        <a:gd name="connsiteX4" fmla="*/ 273558 w 318039"/>
                        <a:gd name="connsiteY4" fmla="*/ 132207 h 192214"/>
                        <a:gd name="connsiteX5" fmla="*/ 318040 w 318039"/>
                        <a:gd name="connsiteY5" fmla="*/ 187928 h 192214"/>
                        <a:gd name="connsiteX6" fmla="*/ 273558 w 318039"/>
                        <a:gd name="connsiteY6" fmla="*/ 192215 h 19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039" h="192214">
                          <a:moveTo>
                            <a:pt x="273558" y="192215"/>
                          </a:moveTo>
                          <a:lnTo>
                            <a:pt x="44577" y="60008"/>
                          </a:lnTo>
                          <a:lnTo>
                            <a:pt x="0" y="4286"/>
                          </a:lnTo>
                          <a:lnTo>
                            <a:pt x="44577" y="0"/>
                          </a:lnTo>
                          <a:lnTo>
                            <a:pt x="273558" y="132207"/>
                          </a:lnTo>
                          <a:lnTo>
                            <a:pt x="318040" y="187928"/>
                          </a:lnTo>
                          <a:lnTo>
                            <a:pt x="273558" y="192215"/>
                          </a:lnTo>
                          <a:close/>
                        </a:path>
                      </a:pathLst>
                    </a:custGeom>
                    <a:solidFill>
                      <a:srgbClr val="2E2E2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3" name="Freeform: Shape 3202">
                      <a:extLst>
                        <a:ext uri="{FF2B5EF4-FFF2-40B4-BE49-F238E27FC236}">
                          <a16:creationId xmlns:a16="http://schemas.microsoft.com/office/drawing/2014/main" id="{9096BA20-41C1-86B4-557D-303AE16453DA}"/>
                        </a:ext>
                      </a:extLst>
                    </p:cNvPr>
                    <p:cNvSpPr/>
                    <p:nvPr/>
                  </p:nvSpPr>
                  <p:spPr>
                    <a:xfrm>
                      <a:off x="5655945" y="2361057"/>
                      <a:ext cx="322706" cy="197929"/>
                    </a:xfrm>
                    <a:custGeom>
                      <a:avLst/>
                      <a:gdLst>
                        <a:gd name="connsiteX0" fmla="*/ 275844 w 322706"/>
                        <a:gd name="connsiteY0" fmla="*/ 197644 h 197929"/>
                        <a:gd name="connsiteX1" fmla="*/ 46863 w 322706"/>
                        <a:gd name="connsiteY1" fmla="*/ 65437 h 197929"/>
                        <a:gd name="connsiteX2" fmla="*/ 45720 w 322706"/>
                        <a:gd name="connsiteY2" fmla="*/ 64484 h 197929"/>
                        <a:gd name="connsiteX3" fmla="*/ 1143 w 322706"/>
                        <a:gd name="connsiteY3" fmla="*/ 8763 h 197929"/>
                        <a:gd name="connsiteX4" fmla="*/ 0 w 322706"/>
                        <a:gd name="connsiteY4" fmla="*/ 5905 h 197929"/>
                        <a:gd name="connsiteX5" fmla="*/ 1143 w 322706"/>
                        <a:gd name="connsiteY5" fmla="*/ 4286 h 197929"/>
                        <a:gd name="connsiteX6" fmla="*/ 45720 w 322706"/>
                        <a:gd name="connsiteY6" fmla="*/ 0 h 197929"/>
                        <a:gd name="connsiteX7" fmla="*/ 46863 w 322706"/>
                        <a:gd name="connsiteY7" fmla="*/ 286 h 197929"/>
                        <a:gd name="connsiteX8" fmla="*/ 275844 w 322706"/>
                        <a:gd name="connsiteY8" fmla="*/ 132493 h 197929"/>
                        <a:gd name="connsiteX9" fmla="*/ 276987 w 322706"/>
                        <a:gd name="connsiteY9" fmla="*/ 133445 h 197929"/>
                        <a:gd name="connsiteX10" fmla="*/ 321564 w 322706"/>
                        <a:gd name="connsiteY10" fmla="*/ 189167 h 197929"/>
                        <a:gd name="connsiteX11" fmla="*/ 322707 w 322706"/>
                        <a:gd name="connsiteY11" fmla="*/ 192024 h 197929"/>
                        <a:gd name="connsiteX12" fmla="*/ 321564 w 322706"/>
                        <a:gd name="connsiteY12" fmla="*/ 193643 h 197929"/>
                        <a:gd name="connsiteX13" fmla="*/ 276987 w 322706"/>
                        <a:gd name="connsiteY13" fmla="*/ 197929 h 197929"/>
                        <a:gd name="connsiteX14" fmla="*/ 275844 w 322706"/>
                        <a:gd name="connsiteY14" fmla="*/ 197644 h 197929"/>
                        <a:gd name="connsiteX15" fmla="*/ 47434 w 322706"/>
                        <a:gd name="connsiteY15" fmla="*/ 60674 h 197929"/>
                        <a:gd name="connsiteX16" fmla="*/ 275177 w 322706"/>
                        <a:gd name="connsiteY16" fmla="*/ 192214 h 197929"/>
                        <a:gd name="connsiteX17" fmla="*/ 315944 w 322706"/>
                        <a:gd name="connsiteY17" fmla="*/ 188309 h 197929"/>
                        <a:gd name="connsiteX18" fmla="*/ 275177 w 322706"/>
                        <a:gd name="connsiteY18" fmla="*/ 137350 h 197929"/>
                        <a:gd name="connsiteX19" fmla="*/ 47434 w 322706"/>
                        <a:gd name="connsiteY19" fmla="*/ 5810 h 197929"/>
                        <a:gd name="connsiteX20" fmla="*/ 6667 w 322706"/>
                        <a:gd name="connsiteY20" fmla="*/ 9715 h 197929"/>
                        <a:gd name="connsiteX21" fmla="*/ 47434 w 322706"/>
                        <a:gd name="connsiteY21" fmla="*/ 60674 h 19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2706" h="197929">
                          <a:moveTo>
                            <a:pt x="275844" y="197644"/>
                          </a:moveTo>
                          <a:lnTo>
                            <a:pt x="46863" y="65437"/>
                          </a:lnTo>
                          <a:cubicBezTo>
                            <a:pt x="46863" y="65437"/>
                            <a:pt x="46101" y="64865"/>
                            <a:pt x="45720" y="64484"/>
                          </a:cubicBezTo>
                          <a:lnTo>
                            <a:pt x="1143" y="8763"/>
                          </a:lnTo>
                          <a:cubicBezTo>
                            <a:pt x="476" y="7906"/>
                            <a:pt x="0" y="6858"/>
                            <a:pt x="0" y="5905"/>
                          </a:cubicBezTo>
                          <a:cubicBezTo>
                            <a:pt x="0" y="4953"/>
                            <a:pt x="381" y="4381"/>
                            <a:pt x="1143" y="4286"/>
                          </a:cubicBezTo>
                          <a:lnTo>
                            <a:pt x="45720" y="0"/>
                          </a:lnTo>
                          <a:cubicBezTo>
                            <a:pt x="45720" y="0"/>
                            <a:pt x="46482" y="0"/>
                            <a:pt x="46863" y="286"/>
                          </a:cubicBezTo>
                          <a:lnTo>
                            <a:pt x="275844" y="132493"/>
                          </a:lnTo>
                          <a:cubicBezTo>
                            <a:pt x="275844" y="132493"/>
                            <a:pt x="276606" y="133064"/>
                            <a:pt x="276987" y="133445"/>
                          </a:cubicBezTo>
                          <a:lnTo>
                            <a:pt x="321564" y="189167"/>
                          </a:lnTo>
                          <a:cubicBezTo>
                            <a:pt x="322231" y="190024"/>
                            <a:pt x="322707" y="191071"/>
                            <a:pt x="322707" y="192024"/>
                          </a:cubicBezTo>
                          <a:cubicBezTo>
                            <a:pt x="322707" y="192976"/>
                            <a:pt x="322326" y="193548"/>
                            <a:pt x="321564" y="193643"/>
                          </a:cubicBezTo>
                          <a:lnTo>
                            <a:pt x="276987" y="197929"/>
                          </a:lnTo>
                          <a:cubicBezTo>
                            <a:pt x="276987" y="197929"/>
                            <a:pt x="276225" y="197929"/>
                            <a:pt x="275844" y="197644"/>
                          </a:cubicBezTo>
                          <a:close/>
                          <a:moveTo>
                            <a:pt x="47434" y="60674"/>
                          </a:moveTo>
                          <a:lnTo>
                            <a:pt x="275177" y="192214"/>
                          </a:lnTo>
                          <a:lnTo>
                            <a:pt x="315944" y="188309"/>
                          </a:lnTo>
                          <a:lnTo>
                            <a:pt x="275177" y="137350"/>
                          </a:lnTo>
                          <a:lnTo>
                            <a:pt x="47434" y="5810"/>
                          </a:lnTo>
                          <a:lnTo>
                            <a:pt x="6667" y="9715"/>
                          </a:lnTo>
                          <a:lnTo>
                            <a:pt x="47434" y="60674"/>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185" name="Freeform: Shape 3184">
                    <a:extLst>
                      <a:ext uri="{FF2B5EF4-FFF2-40B4-BE49-F238E27FC236}">
                        <a16:creationId xmlns:a16="http://schemas.microsoft.com/office/drawing/2014/main" id="{FCF23986-4621-6EBE-3BE3-4E448E67B9FB}"/>
                      </a:ext>
                    </a:extLst>
                  </p:cNvPr>
                  <p:cNvSpPr/>
                  <p:nvPr/>
                </p:nvSpPr>
                <p:spPr>
                  <a:xfrm>
                    <a:off x="5719095" y="2384488"/>
                    <a:ext cx="200596" cy="153543"/>
                  </a:xfrm>
                  <a:custGeom>
                    <a:avLst/>
                    <a:gdLst>
                      <a:gd name="connsiteX0" fmla="*/ 200596 w 200596"/>
                      <a:gd name="connsiteY0" fmla="*/ 153543 h 153543"/>
                      <a:gd name="connsiteX1" fmla="*/ 0 w 200596"/>
                      <a:gd name="connsiteY1" fmla="*/ 37719 h 153543"/>
                      <a:gd name="connsiteX2" fmla="*/ 0 w 200596"/>
                      <a:gd name="connsiteY2" fmla="*/ 0 h 153543"/>
                      <a:gd name="connsiteX3" fmla="*/ 200596 w 200596"/>
                      <a:gd name="connsiteY3" fmla="*/ 115824 h 153543"/>
                      <a:gd name="connsiteX4" fmla="*/ 200596 w 200596"/>
                      <a:gd name="connsiteY4" fmla="*/ 153543 h 15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96" h="153543">
                        <a:moveTo>
                          <a:pt x="200596" y="153543"/>
                        </a:moveTo>
                        <a:lnTo>
                          <a:pt x="0" y="37719"/>
                        </a:lnTo>
                        <a:lnTo>
                          <a:pt x="0" y="0"/>
                        </a:lnTo>
                        <a:lnTo>
                          <a:pt x="200596" y="115824"/>
                        </a:lnTo>
                        <a:lnTo>
                          <a:pt x="200596" y="153543"/>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6" name="Freeform: Shape 3185">
                    <a:extLst>
                      <a:ext uri="{FF2B5EF4-FFF2-40B4-BE49-F238E27FC236}">
                        <a16:creationId xmlns:a16="http://schemas.microsoft.com/office/drawing/2014/main" id="{93488AA2-0C74-3F61-A128-50C1C9E085D4}"/>
                      </a:ext>
                    </a:extLst>
                  </p:cNvPr>
                  <p:cNvSpPr/>
                  <p:nvPr/>
                </p:nvSpPr>
                <p:spPr>
                  <a:xfrm>
                    <a:off x="5976270" y="2549270"/>
                    <a:ext cx="98298" cy="61912"/>
                  </a:xfrm>
                  <a:custGeom>
                    <a:avLst/>
                    <a:gdLst>
                      <a:gd name="connsiteX0" fmla="*/ 98298 w 98298"/>
                      <a:gd name="connsiteY0" fmla="*/ 61913 h 61912"/>
                      <a:gd name="connsiteX1" fmla="*/ 0 w 98298"/>
                      <a:gd name="connsiteY1" fmla="*/ 5143 h 61912"/>
                      <a:gd name="connsiteX2" fmla="*/ 0 w 98298"/>
                      <a:gd name="connsiteY2" fmla="*/ 0 h 61912"/>
                      <a:gd name="connsiteX3" fmla="*/ 98298 w 98298"/>
                      <a:gd name="connsiteY3" fmla="*/ 56769 h 61912"/>
                      <a:gd name="connsiteX4" fmla="*/ 98298 w 98298"/>
                      <a:gd name="connsiteY4" fmla="*/ 61913 h 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912">
                        <a:moveTo>
                          <a:pt x="98298" y="61913"/>
                        </a:moveTo>
                        <a:lnTo>
                          <a:pt x="0" y="5143"/>
                        </a:lnTo>
                        <a:lnTo>
                          <a:pt x="0" y="0"/>
                        </a:lnTo>
                        <a:lnTo>
                          <a:pt x="98298" y="56769"/>
                        </a:lnTo>
                        <a:lnTo>
                          <a:pt x="98298" y="61913"/>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7" name="Freeform: Shape 3186">
                    <a:extLst>
                      <a:ext uri="{FF2B5EF4-FFF2-40B4-BE49-F238E27FC236}">
                        <a16:creationId xmlns:a16="http://schemas.microsoft.com/office/drawing/2014/main" id="{FB7F9154-0584-6B11-FA12-C42FD97862F4}"/>
                      </a:ext>
                    </a:extLst>
                  </p:cNvPr>
                  <p:cNvSpPr/>
                  <p:nvPr/>
                </p:nvSpPr>
                <p:spPr>
                  <a:xfrm>
                    <a:off x="5564219" y="2311431"/>
                    <a:ext cx="98298" cy="61817"/>
                  </a:xfrm>
                  <a:custGeom>
                    <a:avLst/>
                    <a:gdLst>
                      <a:gd name="connsiteX0" fmla="*/ 98298 w 98298"/>
                      <a:gd name="connsiteY0" fmla="*/ 61817 h 61817"/>
                      <a:gd name="connsiteX1" fmla="*/ 0 w 98298"/>
                      <a:gd name="connsiteY1" fmla="*/ 5144 h 61817"/>
                      <a:gd name="connsiteX2" fmla="*/ 0 w 98298"/>
                      <a:gd name="connsiteY2" fmla="*/ 0 h 61817"/>
                      <a:gd name="connsiteX3" fmla="*/ 98298 w 98298"/>
                      <a:gd name="connsiteY3" fmla="*/ 56674 h 61817"/>
                      <a:gd name="connsiteX4" fmla="*/ 98298 w 98298"/>
                      <a:gd name="connsiteY4" fmla="*/ 61817 h 61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98" h="61817">
                        <a:moveTo>
                          <a:pt x="98298" y="61817"/>
                        </a:moveTo>
                        <a:lnTo>
                          <a:pt x="0" y="5144"/>
                        </a:lnTo>
                        <a:lnTo>
                          <a:pt x="0" y="0"/>
                        </a:lnTo>
                        <a:lnTo>
                          <a:pt x="98298" y="56674"/>
                        </a:lnTo>
                        <a:lnTo>
                          <a:pt x="98298" y="61817"/>
                        </a:lnTo>
                        <a:close/>
                      </a:path>
                    </a:pathLst>
                  </a:custGeom>
                  <a:solidFill>
                    <a:srgbClr val="46464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8" name="Freeform: Shape 3187">
                    <a:extLst>
                      <a:ext uri="{FF2B5EF4-FFF2-40B4-BE49-F238E27FC236}">
                        <a16:creationId xmlns:a16="http://schemas.microsoft.com/office/drawing/2014/main" id="{BE281511-D8D2-93CC-41FE-E02D0DA3E4B9}"/>
                      </a:ext>
                    </a:extLst>
                  </p:cNvPr>
                  <p:cNvSpPr/>
                  <p:nvPr/>
                </p:nvSpPr>
                <p:spPr>
                  <a:xfrm>
                    <a:off x="6052375" y="2621600"/>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8953" y="16158"/>
                          <a:pt x="5810" y="14253"/>
                        </a:cubicBezTo>
                        <a:cubicBezTo>
                          <a:pt x="2572" y="12348"/>
                          <a:pt x="0" y="7871"/>
                          <a:pt x="0" y="4156"/>
                        </a:cubicBezTo>
                        <a:cubicBezTo>
                          <a:pt x="0" y="442"/>
                          <a:pt x="2572" y="-1083"/>
                          <a:pt x="5810" y="823"/>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89" name="Freeform: Shape 3188">
                    <a:extLst>
                      <a:ext uri="{FF2B5EF4-FFF2-40B4-BE49-F238E27FC236}">
                        <a16:creationId xmlns:a16="http://schemas.microsoft.com/office/drawing/2014/main" id="{F6B175D2-A079-C6D6-5193-5520B01DA916}"/>
                      </a:ext>
                    </a:extLst>
                  </p:cNvPr>
                  <p:cNvSpPr/>
                  <p:nvPr/>
                </p:nvSpPr>
                <p:spPr>
                  <a:xfrm>
                    <a:off x="6029515" y="2608360"/>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2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2"/>
                          <a:pt x="2572" y="-1082"/>
                          <a:pt x="5810" y="822"/>
                        </a:cubicBezTo>
                        <a:cubicBezTo>
                          <a:pt x="9049" y="2728"/>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0" name="Freeform: Shape 3189">
                    <a:extLst>
                      <a:ext uri="{FF2B5EF4-FFF2-40B4-BE49-F238E27FC236}">
                        <a16:creationId xmlns:a16="http://schemas.microsoft.com/office/drawing/2014/main" id="{7B571661-B2C2-9769-64C8-2ADF0BD94CBB}"/>
                      </a:ext>
                    </a:extLst>
                  </p:cNvPr>
                  <p:cNvSpPr/>
                  <p:nvPr/>
                </p:nvSpPr>
                <p:spPr>
                  <a:xfrm>
                    <a:off x="6006655" y="2595216"/>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1" name="Freeform: Shape 3190">
                    <a:extLst>
                      <a:ext uri="{FF2B5EF4-FFF2-40B4-BE49-F238E27FC236}">
                        <a16:creationId xmlns:a16="http://schemas.microsoft.com/office/drawing/2014/main" id="{4EB345F3-9BD3-6CD1-7856-4CB5E6D725E9}"/>
                      </a:ext>
                    </a:extLst>
                  </p:cNvPr>
                  <p:cNvSpPr/>
                  <p:nvPr/>
                </p:nvSpPr>
                <p:spPr>
                  <a:xfrm>
                    <a:off x="5983795" y="2581976"/>
                    <a:ext cx="11620" cy="15075"/>
                  </a:xfrm>
                  <a:custGeom>
                    <a:avLst/>
                    <a:gdLst>
                      <a:gd name="connsiteX0" fmla="*/ 11621 w 11620"/>
                      <a:gd name="connsiteY0" fmla="*/ 10919 h 15075"/>
                      <a:gd name="connsiteX1" fmla="*/ 5810 w 11620"/>
                      <a:gd name="connsiteY1" fmla="*/ 14253 h 15075"/>
                      <a:gd name="connsiteX2" fmla="*/ 0 w 11620"/>
                      <a:gd name="connsiteY2" fmla="*/ 4156 h 15075"/>
                      <a:gd name="connsiteX3" fmla="*/ 5810 w 11620"/>
                      <a:gd name="connsiteY3" fmla="*/ 823 h 15075"/>
                      <a:gd name="connsiteX4" fmla="*/ 11621 w 11620"/>
                      <a:gd name="connsiteY4" fmla="*/ 10919 h 1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 h="15075">
                        <a:moveTo>
                          <a:pt x="11621" y="10919"/>
                        </a:moveTo>
                        <a:cubicBezTo>
                          <a:pt x="11621" y="14634"/>
                          <a:pt x="9049" y="16158"/>
                          <a:pt x="5810" y="14253"/>
                        </a:cubicBezTo>
                        <a:cubicBezTo>
                          <a:pt x="2572" y="12348"/>
                          <a:pt x="0" y="7871"/>
                          <a:pt x="0" y="4156"/>
                        </a:cubicBezTo>
                        <a:cubicBezTo>
                          <a:pt x="0" y="441"/>
                          <a:pt x="2572" y="-1082"/>
                          <a:pt x="5810" y="823"/>
                        </a:cubicBezTo>
                        <a:cubicBezTo>
                          <a:pt x="9049" y="2727"/>
                          <a:pt x="11621" y="7204"/>
                          <a:pt x="11621" y="10919"/>
                        </a:cubicBez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2" name="Freeform: Shape 3191">
                    <a:extLst>
                      <a:ext uri="{FF2B5EF4-FFF2-40B4-BE49-F238E27FC236}">
                        <a16:creationId xmlns:a16="http://schemas.microsoft.com/office/drawing/2014/main" id="{314AC91C-41B8-F625-6BD5-5BCF89E7A113}"/>
                      </a:ext>
                    </a:extLst>
                  </p:cNvPr>
                  <p:cNvSpPr/>
                  <p:nvPr/>
                </p:nvSpPr>
                <p:spPr>
                  <a:xfrm>
                    <a:off x="5740050" y="2408396"/>
                    <a:ext cx="158781" cy="105727"/>
                  </a:xfrm>
                  <a:custGeom>
                    <a:avLst/>
                    <a:gdLst>
                      <a:gd name="connsiteX0" fmla="*/ 158782 w 158781"/>
                      <a:gd name="connsiteY0" fmla="*/ 105727 h 105727"/>
                      <a:gd name="connsiteX1" fmla="*/ 0 w 158781"/>
                      <a:gd name="connsiteY1" fmla="*/ 14097 h 105727"/>
                      <a:gd name="connsiteX2" fmla="*/ 0 w 158781"/>
                      <a:gd name="connsiteY2" fmla="*/ 0 h 105727"/>
                      <a:gd name="connsiteX3" fmla="*/ 158782 w 158781"/>
                      <a:gd name="connsiteY3" fmla="*/ 91630 h 105727"/>
                      <a:gd name="connsiteX4" fmla="*/ 158782 w 158781"/>
                      <a:gd name="connsiteY4" fmla="*/ 105727 h 105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781" h="105727">
                        <a:moveTo>
                          <a:pt x="158782" y="105727"/>
                        </a:moveTo>
                        <a:lnTo>
                          <a:pt x="0" y="14097"/>
                        </a:lnTo>
                        <a:lnTo>
                          <a:pt x="0" y="0"/>
                        </a:lnTo>
                        <a:lnTo>
                          <a:pt x="158782" y="91630"/>
                        </a:lnTo>
                        <a:lnTo>
                          <a:pt x="158782" y="105727"/>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93" name="Graphic 3388">
                    <a:extLst>
                      <a:ext uri="{FF2B5EF4-FFF2-40B4-BE49-F238E27FC236}">
                        <a16:creationId xmlns:a16="http://schemas.microsoft.com/office/drawing/2014/main" id="{E53016A5-08B8-A6E1-FA2E-726975D08763}"/>
                      </a:ext>
                    </a:extLst>
                  </p:cNvPr>
                  <p:cNvGrpSpPr/>
                  <p:nvPr/>
                </p:nvGrpSpPr>
                <p:grpSpPr>
                  <a:xfrm>
                    <a:off x="5532691" y="918305"/>
                    <a:ext cx="1146810" cy="662178"/>
                    <a:chOff x="5532691" y="918305"/>
                    <a:chExt cx="1146810" cy="662178"/>
                  </a:xfrm>
                </p:grpSpPr>
                <p:sp>
                  <p:nvSpPr>
                    <p:cNvPr id="3194" name="Freeform: Shape 3193">
                      <a:extLst>
                        <a:ext uri="{FF2B5EF4-FFF2-40B4-BE49-F238E27FC236}">
                          <a16:creationId xmlns:a16="http://schemas.microsoft.com/office/drawing/2014/main" id="{7C87F356-3362-F2FE-3429-9D96A6DFB2B5}"/>
                        </a:ext>
                      </a:extLst>
                    </p:cNvPr>
                    <p:cNvSpPr/>
                    <p:nvPr/>
                  </p:nvSpPr>
                  <p:spPr>
                    <a:xfrm>
                      <a:off x="5532691" y="918305"/>
                      <a:ext cx="1146810" cy="662178"/>
                    </a:xfrm>
                    <a:custGeom>
                      <a:avLst/>
                      <a:gdLst>
                        <a:gd name="connsiteX0" fmla="*/ 573405 w 1146810"/>
                        <a:gd name="connsiteY0" fmla="*/ 0 h 662178"/>
                        <a:gd name="connsiteX1" fmla="*/ 0 w 1146810"/>
                        <a:gd name="connsiteY1" fmla="*/ 331089 h 662178"/>
                        <a:gd name="connsiteX2" fmla="*/ 573405 w 1146810"/>
                        <a:gd name="connsiteY2" fmla="*/ 662178 h 662178"/>
                        <a:gd name="connsiteX3" fmla="*/ 1146810 w 1146810"/>
                        <a:gd name="connsiteY3" fmla="*/ 331089 h 662178"/>
                        <a:gd name="connsiteX4" fmla="*/ 573405 w 1146810"/>
                        <a:gd name="connsiteY4" fmla="*/ 0 h 662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 h="662178">
                          <a:moveTo>
                            <a:pt x="573405" y="0"/>
                          </a:moveTo>
                          <a:lnTo>
                            <a:pt x="0" y="331089"/>
                          </a:lnTo>
                          <a:lnTo>
                            <a:pt x="573405" y="662178"/>
                          </a:lnTo>
                          <a:lnTo>
                            <a:pt x="1146810" y="331089"/>
                          </a:lnTo>
                          <a:lnTo>
                            <a:pt x="573405" y="0"/>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5" name="Freeform: Shape 3194">
                      <a:extLst>
                        <a:ext uri="{FF2B5EF4-FFF2-40B4-BE49-F238E27FC236}">
                          <a16:creationId xmlns:a16="http://schemas.microsoft.com/office/drawing/2014/main" id="{A468DCE7-3E42-5ADE-6B70-41188F66365E}"/>
                        </a:ext>
                      </a:extLst>
                    </p:cNvPr>
                    <p:cNvSpPr/>
                    <p:nvPr/>
                  </p:nvSpPr>
                  <p:spPr>
                    <a:xfrm>
                      <a:off x="5763958" y="1189577"/>
                      <a:ext cx="445769" cy="257365"/>
                    </a:xfrm>
                    <a:custGeom>
                      <a:avLst/>
                      <a:gdLst>
                        <a:gd name="connsiteX0" fmla="*/ 445770 w 445769"/>
                        <a:gd name="connsiteY0" fmla="*/ 119634 h 257365"/>
                        <a:gd name="connsiteX1" fmla="*/ 207264 w 445769"/>
                        <a:gd name="connsiteY1" fmla="*/ 257366 h 257365"/>
                        <a:gd name="connsiteX2" fmla="*/ 0 w 445769"/>
                        <a:gd name="connsiteY2" fmla="*/ 137636 h 257365"/>
                        <a:gd name="connsiteX3" fmla="*/ 238506 w 445769"/>
                        <a:gd name="connsiteY3" fmla="*/ 0 h 257365"/>
                        <a:gd name="connsiteX4" fmla="*/ 445770 w 445769"/>
                        <a:gd name="connsiteY4" fmla="*/ 119634 h 25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9" h="257365">
                          <a:moveTo>
                            <a:pt x="445770" y="119634"/>
                          </a:moveTo>
                          <a:lnTo>
                            <a:pt x="207264" y="257366"/>
                          </a:lnTo>
                          <a:lnTo>
                            <a:pt x="0" y="137636"/>
                          </a:lnTo>
                          <a:lnTo>
                            <a:pt x="238506" y="0"/>
                          </a:lnTo>
                          <a:lnTo>
                            <a:pt x="445770" y="119634"/>
                          </a:lnTo>
                          <a:close/>
                        </a:path>
                      </a:pathLst>
                    </a:custGeom>
                    <a:solidFill>
                      <a:srgbClr val="D7D7D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6" name="Freeform: Shape 3195">
                      <a:extLst>
                        <a:ext uri="{FF2B5EF4-FFF2-40B4-BE49-F238E27FC236}">
                          <a16:creationId xmlns:a16="http://schemas.microsoft.com/office/drawing/2014/main" id="{BD100395-6DE1-A03E-1E91-B180E535BF32}"/>
                        </a:ext>
                      </a:extLst>
                    </p:cNvPr>
                    <p:cNvSpPr/>
                    <p:nvPr/>
                  </p:nvSpPr>
                  <p:spPr>
                    <a:xfrm>
                      <a:off x="5781865" y="1199864"/>
                      <a:ext cx="410051" cy="236791"/>
                    </a:xfrm>
                    <a:custGeom>
                      <a:avLst/>
                      <a:gdLst>
                        <a:gd name="connsiteX0" fmla="*/ 189357 w 410051"/>
                        <a:gd name="connsiteY0" fmla="*/ 236792 h 236791"/>
                        <a:gd name="connsiteX1" fmla="*/ 0 w 410051"/>
                        <a:gd name="connsiteY1" fmla="*/ 127349 h 236791"/>
                        <a:gd name="connsiteX2" fmla="*/ 220599 w 410051"/>
                        <a:gd name="connsiteY2" fmla="*/ 0 h 236791"/>
                        <a:gd name="connsiteX3" fmla="*/ 410051 w 410051"/>
                        <a:gd name="connsiteY3" fmla="*/ 109347 h 236791"/>
                        <a:gd name="connsiteX4" fmla="*/ 189357 w 410051"/>
                        <a:gd name="connsiteY4" fmla="*/ 236792 h 236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051" h="236791">
                          <a:moveTo>
                            <a:pt x="189357" y="236792"/>
                          </a:moveTo>
                          <a:lnTo>
                            <a:pt x="0" y="127349"/>
                          </a:lnTo>
                          <a:lnTo>
                            <a:pt x="220599" y="0"/>
                          </a:lnTo>
                          <a:lnTo>
                            <a:pt x="410051" y="109347"/>
                          </a:lnTo>
                          <a:lnTo>
                            <a:pt x="189357" y="236792"/>
                          </a:lnTo>
                          <a:close/>
                        </a:path>
                      </a:pathLst>
                    </a:custGeom>
                    <a:solidFill>
                      <a:srgbClr val="56565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97" name="Graphic 3388">
                      <a:extLst>
                        <a:ext uri="{FF2B5EF4-FFF2-40B4-BE49-F238E27FC236}">
                          <a16:creationId xmlns:a16="http://schemas.microsoft.com/office/drawing/2014/main" id="{63DB590A-69BB-9614-E629-689DFACF2061}"/>
                        </a:ext>
                      </a:extLst>
                    </p:cNvPr>
                    <p:cNvGrpSpPr/>
                    <p:nvPr/>
                  </p:nvGrpSpPr>
                  <p:grpSpPr>
                    <a:xfrm>
                      <a:off x="6097619" y="990885"/>
                      <a:ext cx="456151" cy="263366"/>
                      <a:chOff x="6097619" y="990885"/>
                      <a:chExt cx="456151" cy="263366"/>
                    </a:xfrm>
                    <a:solidFill>
                      <a:srgbClr val="0D0D0D"/>
                    </a:solidFill>
                  </p:grpSpPr>
                  <p:sp>
                    <p:nvSpPr>
                      <p:cNvPr id="3198" name="Freeform: Shape 3197">
                        <a:extLst>
                          <a:ext uri="{FF2B5EF4-FFF2-40B4-BE49-F238E27FC236}">
                            <a16:creationId xmlns:a16="http://schemas.microsoft.com/office/drawing/2014/main" id="{0F6AC209-2B38-DB67-E121-EA06FE932413}"/>
                          </a:ext>
                        </a:extLst>
                      </p:cNvPr>
                      <p:cNvSpPr/>
                      <p:nvPr/>
                    </p:nvSpPr>
                    <p:spPr>
                      <a:xfrm>
                        <a:off x="6147625" y="990885"/>
                        <a:ext cx="406145" cy="234505"/>
                      </a:xfrm>
                      <a:custGeom>
                        <a:avLst/>
                        <a:gdLst>
                          <a:gd name="connsiteX0" fmla="*/ 398050 w 406145"/>
                          <a:gd name="connsiteY0" fmla="*/ 234506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6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6"/>
                            </a:moveTo>
                            <a:lnTo>
                              <a:pt x="406146" y="229838"/>
                            </a:lnTo>
                            <a:lnTo>
                              <a:pt x="8191" y="0"/>
                            </a:lnTo>
                            <a:lnTo>
                              <a:pt x="0" y="4763"/>
                            </a:lnTo>
                            <a:lnTo>
                              <a:pt x="398050" y="23450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99" name="Freeform: Shape 3198">
                        <a:extLst>
                          <a:ext uri="{FF2B5EF4-FFF2-40B4-BE49-F238E27FC236}">
                            <a16:creationId xmlns:a16="http://schemas.microsoft.com/office/drawing/2014/main" id="{DB7E1DFB-83B3-D466-B54D-5F86426CD604}"/>
                          </a:ext>
                        </a:extLst>
                      </p:cNvPr>
                      <p:cNvSpPr/>
                      <p:nvPr/>
                    </p:nvSpPr>
                    <p:spPr>
                      <a:xfrm>
                        <a:off x="6130956" y="1000506"/>
                        <a:ext cx="406145" cy="234505"/>
                      </a:xfrm>
                      <a:custGeom>
                        <a:avLst/>
                        <a:gdLst>
                          <a:gd name="connsiteX0" fmla="*/ 398050 w 406145"/>
                          <a:gd name="connsiteY0" fmla="*/ 234506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6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6"/>
                            </a:moveTo>
                            <a:lnTo>
                              <a:pt x="406146" y="229838"/>
                            </a:lnTo>
                            <a:lnTo>
                              <a:pt x="8191" y="0"/>
                            </a:lnTo>
                            <a:lnTo>
                              <a:pt x="0" y="4763"/>
                            </a:lnTo>
                            <a:lnTo>
                              <a:pt x="398050" y="23450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0" name="Freeform: Shape 3199">
                        <a:extLst>
                          <a:ext uri="{FF2B5EF4-FFF2-40B4-BE49-F238E27FC236}">
                            <a16:creationId xmlns:a16="http://schemas.microsoft.com/office/drawing/2014/main" id="{13ADC5BF-4440-879B-A24F-CA8EA054D813}"/>
                          </a:ext>
                        </a:extLst>
                      </p:cNvPr>
                      <p:cNvSpPr/>
                      <p:nvPr/>
                    </p:nvSpPr>
                    <p:spPr>
                      <a:xfrm>
                        <a:off x="6114288" y="1010126"/>
                        <a:ext cx="406145" cy="234505"/>
                      </a:xfrm>
                      <a:custGeom>
                        <a:avLst/>
                        <a:gdLst>
                          <a:gd name="connsiteX0" fmla="*/ 398050 w 406145"/>
                          <a:gd name="connsiteY0" fmla="*/ 234505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5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5"/>
                            </a:moveTo>
                            <a:lnTo>
                              <a:pt x="406146" y="229838"/>
                            </a:lnTo>
                            <a:lnTo>
                              <a:pt x="8191" y="0"/>
                            </a:lnTo>
                            <a:lnTo>
                              <a:pt x="0" y="4763"/>
                            </a:lnTo>
                            <a:lnTo>
                              <a:pt x="398050" y="234505"/>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201" name="Freeform: Shape 3200">
                        <a:extLst>
                          <a:ext uri="{FF2B5EF4-FFF2-40B4-BE49-F238E27FC236}">
                            <a16:creationId xmlns:a16="http://schemas.microsoft.com/office/drawing/2014/main" id="{80FA8E8F-771C-6187-DFA1-F254238B0C09}"/>
                          </a:ext>
                        </a:extLst>
                      </p:cNvPr>
                      <p:cNvSpPr/>
                      <p:nvPr/>
                    </p:nvSpPr>
                    <p:spPr>
                      <a:xfrm>
                        <a:off x="6097619" y="1019746"/>
                        <a:ext cx="406145" cy="234505"/>
                      </a:xfrm>
                      <a:custGeom>
                        <a:avLst/>
                        <a:gdLst>
                          <a:gd name="connsiteX0" fmla="*/ 398050 w 406145"/>
                          <a:gd name="connsiteY0" fmla="*/ 234505 h 234505"/>
                          <a:gd name="connsiteX1" fmla="*/ 406146 w 406145"/>
                          <a:gd name="connsiteY1" fmla="*/ 229838 h 234505"/>
                          <a:gd name="connsiteX2" fmla="*/ 8191 w 406145"/>
                          <a:gd name="connsiteY2" fmla="*/ 0 h 234505"/>
                          <a:gd name="connsiteX3" fmla="*/ 0 w 406145"/>
                          <a:gd name="connsiteY3" fmla="*/ 4763 h 234505"/>
                          <a:gd name="connsiteX4" fmla="*/ 398050 w 406145"/>
                          <a:gd name="connsiteY4" fmla="*/ 234505 h 234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45" h="234505">
                            <a:moveTo>
                              <a:pt x="398050" y="234505"/>
                            </a:moveTo>
                            <a:lnTo>
                              <a:pt x="406146" y="229838"/>
                            </a:lnTo>
                            <a:lnTo>
                              <a:pt x="8191" y="0"/>
                            </a:lnTo>
                            <a:lnTo>
                              <a:pt x="0" y="4763"/>
                            </a:lnTo>
                            <a:lnTo>
                              <a:pt x="398050" y="234505"/>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3135" name="Freeform: Shape 3134">
                  <a:extLst>
                    <a:ext uri="{FF2B5EF4-FFF2-40B4-BE49-F238E27FC236}">
                      <a16:creationId xmlns:a16="http://schemas.microsoft.com/office/drawing/2014/main" id="{5D6D5B00-4086-2149-A3A1-1369766A7AEA}"/>
                    </a:ext>
                  </a:extLst>
                </p:cNvPr>
                <p:cNvSpPr/>
                <p:nvPr/>
              </p:nvSpPr>
              <p:spPr>
                <a:xfrm>
                  <a:off x="6106096" y="2612802"/>
                  <a:ext cx="912590" cy="525113"/>
                </a:xfrm>
                <a:custGeom>
                  <a:avLst/>
                  <a:gdLst>
                    <a:gd name="connsiteX0" fmla="*/ 0 w 912590"/>
                    <a:gd name="connsiteY0" fmla="*/ 525113 h 525113"/>
                    <a:gd name="connsiteX1" fmla="*/ 342138 w 912590"/>
                    <a:gd name="connsiteY1" fmla="*/ 525113 h 525113"/>
                    <a:gd name="connsiteX2" fmla="*/ 912590 w 912590"/>
                    <a:gd name="connsiteY2" fmla="*/ 195834 h 525113"/>
                    <a:gd name="connsiteX3" fmla="*/ 573405 w 912590"/>
                    <a:gd name="connsiteY3" fmla="*/ 0 h 525113"/>
                    <a:gd name="connsiteX4" fmla="*/ 573405 w 912590"/>
                    <a:gd name="connsiteY4" fmla="*/ 194120 h 525113"/>
                    <a:gd name="connsiteX5" fmla="*/ 0 w 912590"/>
                    <a:gd name="connsiteY5" fmla="*/ 525113 h 52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590" h="525113">
                      <a:moveTo>
                        <a:pt x="0" y="525113"/>
                      </a:moveTo>
                      <a:lnTo>
                        <a:pt x="342138" y="525113"/>
                      </a:lnTo>
                      <a:lnTo>
                        <a:pt x="912590" y="195834"/>
                      </a:lnTo>
                      <a:lnTo>
                        <a:pt x="573405" y="0"/>
                      </a:lnTo>
                      <a:lnTo>
                        <a:pt x="573405" y="194120"/>
                      </a:lnTo>
                      <a:lnTo>
                        <a:pt x="0" y="52511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840" name="Graphic 3388">
                <a:extLst>
                  <a:ext uri="{FF2B5EF4-FFF2-40B4-BE49-F238E27FC236}">
                    <a16:creationId xmlns:a16="http://schemas.microsoft.com/office/drawing/2014/main" id="{DFDF28B5-1D05-D532-709C-F3EACF2FF59E}"/>
                  </a:ext>
                </a:extLst>
              </p:cNvPr>
              <p:cNvGrpSpPr/>
              <p:nvPr/>
            </p:nvGrpSpPr>
            <p:grpSpPr>
              <a:xfrm>
                <a:off x="5938666" y="1408188"/>
                <a:ext cx="1471136" cy="2156841"/>
                <a:chOff x="4461414" y="3146583"/>
                <a:chExt cx="1471136" cy="2156841"/>
              </a:xfrm>
            </p:grpSpPr>
            <p:sp>
              <p:nvSpPr>
                <p:cNvPr id="2991" name="Freeform: Shape 2990">
                  <a:extLst>
                    <a:ext uri="{FF2B5EF4-FFF2-40B4-BE49-F238E27FC236}">
                      <a16:creationId xmlns:a16="http://schemas.microsoft.com/office/drawing/2014/main" id="{8DBBC2E4-A7B5-0EBE-F5B0-8993B01D1A99}"/>
                    </a:ext>
                  </a:extLst>
                </p:cNvPr>
                <p:cNvSpPr/>
                <p:nvPr/>
              </p:nvSpPr>
              <p:spPr>
                <a:xfrm>
                  <a:off x="5036058" y="4801361"/>
                  <a:ext cx="896492" cy="502062"/>
                </a:xfrm>
                <a:custGeom>
                  <a:avLst/>
                  <a:gdLst>
                    <a:gd name="connsiteX0" fmla="*/ 0 w 896492"/>
                    <a:gd name="connsiteY0" fmla="*/ 502063 h 502062"/>
                    <a:gd name="connsiteX1" fmla="*/ 354521 w 896492"/>
                    <a:gd name="connsiteY1" fmla="*/ 502063 h 502062"/>
                    <a:gd name="connsiteX2" fmla="*/ 896493 w 896492"/>
                    <a:gd name="connsiteY2" fmla="*/ 169926 h 502062"/>
                    <a:gd name="connsiteX3" fmla="*/ 574548 w 896492"/>
                    <a:gd name="connsiteY3" fmla="*/ 0 h 502062"/>
                    <a:gd name="connsiteX4" fmla="*/ 574548 w 896492"/>
                    <a:gd name="connsiteY4" fmla="*/ 170402 h 502062"/>
                    <a:gd name="connsiteX5" fmla="*/ 0 w 896492"/>
                    <a:gd name="connsiteY5" fmla="*/ 502063 h 50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492" h="502062">
                      <a:moveTo>
                        <a:pt x="0" y="502063"/>
                      </a:moveTo>
                      <a:lnTo>
                        <a:pt x="354521" y="502063"/>
                      </a:lnTo>
                      <a:lnTo>
                        <a:pt x="896493" y="169926"/>
                      </a:lnTo>
                      <a:lnTo>
                        <a:pt x="574548" y="0"/>
                      </a:lnTo>
                      <a:lnTo>
                        <a:pt x="574548" y="170402"/>
                      </a:lnTo>
                      <a:lnTo>
                        <a:pt x="0" y="502063"/>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92" name="Graphic 3388">
                  <a:extLst>
                    <a:ext uri="{FF2B5EF4-FFF2-40B4-BE49-F238E27FC236}">
                      <a16:creationId xmlns:a16="http://schemas.microsoft.com/office/drawing/2014/main" id="{1DD01FF9-6BD4-2773-D9B8-F488D255C21F}"/>
                    </a:ext>
                  </a:extLst>
                </p:cNvPr>
                <p:cNvGrpSpPr/>
                <p:nvPr/>
              </p:nvGrpSpPr>
              <p:grpSpPr>
                <a:xfrm>
                  <a:off x="4461414" y="3146583"/>
                  <a:ext cx="1149191" cy="2156841"/>
                  <a:chOff x="4461414" y="3146583"/>
                  <a:chExt cx="1149191" cy="2156841"/>
                </a:xfrm>
              </p:grpSpPr>
              <p:sp>
                <p:nvSpPr>
                  <p:cNvPr id="2993" name="Freeform: Shape 2992">
                    <a:extLst>
                      <a:ext uri="{FF2B5EF4-FFF2-40B4-BE49-F238E27FC236}">
                        <a16:creationId xmlns:a16="http://schemas.microsoft.com/office/drawing/2014/main" id="{BFA8DDF2-3262-B93E-7ACE-D79E056172D6}"/>
                      </a:ext>
                    </a:extLst>
                  </p:cNvPr>
                  <p:cNvSpPr/>
                  <p:nvPr/>
                </p:nvSpPr>
                <p:spPr>
                  <a:xfrm>
                    <a:off x="5036058" y="3478244"/>
                    <a:ext cx="574547" cy="1825180"/>
                  </a:xfrm>
                  <a:custGeom>
                    <a:avLst/>
                    <a:gdLst>
                      <a:gd name="connsiteX0" fmla="*/ 574548 w 574547"/>
                      <a:gd name="connsiteY0" fmla="*/ 1493520 h 1825180"/>
                      <a:gd name="connsiteX1" fmla="*/ 0 w 574547"/>
                      <a:gd name="connsiteY1" fmla="*/ 1825181 h 1825180"/>
                      <a:gd name="connsiteX2" fmla="*/ 0 w 574547"/>
                      <a:gd name="connsiteY2" fmla="*/ 331756 h 1825180"/>
                      <a:gd name="connsiteX3" fmla="*/ 574548 w 574547"/>
                      <a:gd name="connsiteY3" fmla="*/ 0 h 1825180"/>
                      <a:gd name="connsiteX4" fmla="*/ 574548 w 574547"/>
                      <a:gd name="connsiteY4" fmla="*/ 1493520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547" h="1825180">
                        <a:moveTo>
                          <a:pt x="574548" y="1493520"/>
                        </a:moveTo>
                        <a:lnTo>
                          <a:pt x="0" y="1825181"/>
                        </a:lnTo>
                        <a:lnTo>
                          <a:pt x="0" y="331756"/>
                        </a:lnTo>
                        <a:lnTo>
                          <a:pt x="574548" y="0"/>
                        </a:lnTo>
                        <a:lnTo>
                          <a:pt x="574548" y="1493520"/>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94" name="Freeform: Shape 2993">
                    <a:extLst>
                      <a:ext uri="{FF2B5EF4-FFF2-40B4-BE49-F238E27FC236}">
                        <a16:creationId xmlns:a16="http://schemas.microsoft.com/office/drawing/2014/main" id="{3F92A474-B233-2DD0-613B-673C16D7B23E}"/>
                      </a:ext>
                    </a:extLst>
                  </p:cNvPr>
                  <p:cNvSpPr/>
                  <p:nvPr/>
                </p:nvSpPr>
                <p:spPr>
                  <a:xfrm>
                    <a:off x="5069014" y="3535394"/>
                    <a:ext cx="508635" cy="1710880"/>
                  </a:xfrm>
                  <a:custGeom>
                    <a:avLst/>
                    <a:gdLst>
                      <a:gd name="connsiteX0" fmla="*/ 0 w 508635"/>
                      <a:gd name="connsiteY0" fmla="*/ 1710881 h 1710880"/>
                      <a:gd name="connsiteX1" fmla="*/ 0 w 508635"/>
                      <a:gd name="connsiteY1" fmla="*/ 293656 h 1710880"/>
                      <a:gd name="connsiteX2" fmla="*/ 508635 w 508635"/>
                      <a:gd name="connsiteY2" fmla="*/ 0 h 1710880"/>
                      <a:gd name="connsiteX3" fmla="*/ 508635 w 508635"/>
                      <a:gd name="connsiteY3" fmla="*/ 1417320 h 1710880"/>
                      <a:gd name="connsiteX4" fmla="*/ 0 w 508635"/>
                      <a:gd name="connsiteY4" fmla="*/ 1710881 h 1710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635" h="1710880">
                        <a:moveTo>
                          <a:pt x="0" y="1710881"/>
                        </a:moveTo>
                        <a:lnTo>
                          <a:pt x="0" y="293656"/>
                        </a:lnTo>
                        <a:lnTo>
                          <a:pt x="508635" y="0"/>
                        </a:lnTo>
                        <a:lnTo>
                          <a:pt x="508635" y="1417320"/>
                        </a:lnTo>
                        <a:lnTo>
                          <a:pt x="0" y="1710881"/>
                        </a:lnTo>
                        <a:close/>
                      </a:path>
                    </a:pathLst>
                  </a:custGeom>
                  <a:solidFill>
                    <a:srgbClr val="262626">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95" name="Freeform: Shape 2994">
                    <a:extLst>
                      <a:ext uri="{FF2B5EF4-FFF2-40B4-BE49-F238E27FC236}">
                        <a16:creationId xmlns:a16="http://schemas.microsoft.com/office/drawing/2014/main" id="{0D700D22-8CCB-6947-8C5E-B8F4DD72245D}"/>
                      </a:ext>
                    </a:extLst>
                  </p:cNvPr>
                  <p:cNvSpPr/>
                  <p:nvPr/>
                </p:nvSpPr>
                <p:spPr>
                  <a:xfrm>
                    <a:off x="5085587" y="3563969"/>
                    <a:ext cx="475583" cy="1653730"/>
                  </a:xfrm>
                  <a:custGeom>
                    <a:avLst/>
                    <a:gdLst>
                      <a:gd name="connsiteX0" fmla="*/ 0 w 475583"/>
                      <a:gd name="connsiteY0" fmla="*/ 1653731 h 1653730"/>
                      <a:gd name="connsiteX1" fmla="*/ 0 w 475583"/>
                      <a:gd name="connsiteY1" fmla="*/ 274606 h 1653730"/>
                      <a:gd name="connsiteX2" fmla="*/ 475583 w 475583"/>
                      <a:gd name="connsiteY2" fmla="*/ 0 h 1653730"/>
                      <a:gd name="connsiteX3" fmla="*/ 475583 w 475583"/>
                      <a:gd name="connsiteY3" fmla="*/ 1379220 h 1653730"/>
                      <a:gd name="connsiteX4" fmla="*/ 0 w 475583"/>
                      <a:gd name="connsiteY4" fmla="*/ 1653731 h 165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83" h="1653730">
                        <a:moveTo>
                          <a:pt x="0" y="1653731"/>
                        </a:moveTo>
                        <a:lnTo>
                          <a:pt x="0" y="274606"/>
                        </a:lnTo>
                        <a:lnTo>
                          <a:pt x="475583" y="0"/>
                        </a:lnTo>
                        <a:lnTo>
                          <a:pt x="475583" y="1379220"/>
                        </a:lnTo>
                        <a:lnTo>
                          <a:pt x="0" y="1653731"/>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96" name="Freeform: Shape 2995">
                    <a:extLst>
                      <a:ext uri="{FF2B5EF4-FFF2-40B4-BE49-F238E27FC236}">
                        <a16:creationId xmlns:a16="http://schemas.microsoft.com/office/drawing/2014/main" id="{2B79D7A9-1581-5D5F-44ED-403632983262}"/>
                      </a:ext>
                    </a:extLst>
                  </p:cNvPr>
                  <p:cNvSpPr/>
                  <p:nvPr/>
                </p:nvSpPr>
                <p:spPr>
                  <a:xfrm>
                    <a:off x="4461414" y="3146583"/>
                    <a:ext cx="1149191" cy="663416"/>
                  </a:xfrm>
                  <a:custGeom>
                    <a:avLst/>
                    <a:gdLst>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 name="connsiteX0" fmla="*/ 1149191 w 1149191"/>
                      <a:gd name="connsiteY0" fmla="*/ 331661 h 663416"/>
                      <a:gd name="connsiteX1" fmla="*/ 574643 w 1149191"/>
                      <a:gd name="connsiteY1" fmla="*/ 663416 h 663416"/>
                      <a:gd name="connsiteX2" fmla="*/ 0 w 1149191"/>
                      <a:gd name="connsiteY2" fmla="*/ 331661 h 663416"/>
                      <a:gd name="connsiteX3" fmla="*/ 574643 w 1149191"/>
                      <a:gd name="connsiteY3" fmla="*/ 0 h 663416"/>
                      <a:gd name="connsiteX4" fmla="*/ 1149191 w 1149191"/>
                      <a:gd name="connsiteY4" fmla="*/ 331661 h 663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191" h="663416">
                        <a:moveTo>
                          <a:pt x="1149191" y="331661"/>
                        </a:moveTo>
                        <a:lnTo>
                          <a:pt x="574643" y="663416"/>
                        </a:lnTo>
                        <a:lnTo>
                          <a:pt x="0" y="331661"/>
                        </a:lnTo>
                        <a:lnTo>
                          <a:pt x="574643" y="0"/>
                        </a:lnTo>
                        <a:lnTo>
                          <a:pt x="1149191" y="331661"/>
                        </a:lnTo>
                        <a:close/>
                      </a:path>
                    </a:pathLst>
                  </a:custGeom>
                  <a:solidFill>
                    <a:srgbClr val="3C3C3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97" name="Graphic 3388">
                    <a:extLst>
                      <a:ext uri="{FF2B5EF4-FFF2-40B4-BE49-F238E27FC236}">
                        <a16:creationId xmlns:a16="http://schemas.microsoft.com/office/drawing/2014/main" id="{B097E402-B09A-B88F-7F6F-7220BB4DAA51}"/>
                      </a:ext>
                    </a:extLst>
                  </p:cNvPr>
                  <p:cNvGrpSpPr/>
                  <p:nvPr/>
                </p:nvGrpSpPr>
                <p:grpSpPr>
                  <a:xfrm>
                    <a:off x="4768691" y="3323367"/>
                    <a:ext cx="533113" cy="307753"/>
                    <a:chOff x="4768691" y="3323367"/>
                    <a:chExt cx="533113" cy="307753"/>
                  </a:xfrm>
                </p:grpSpPr>
                <p:sp>
                  <p:nvSpPr>
                    <p:cNvPr id="3117" name="Freeform: Shape 3116">
                      <a:extLst>
                        <a:ext uri="{FF2B5EF4-FFF2-40B4-BE49-F238E27FC236}">
                          <a16:creationId xmlns:a16="http://schemas.microsoft.com/office/drawing/2014/main" id="{4A10EA41-83B9-9FB5-846A-0EBB708AA0E3}"/>
                        </a:ext>
                      </a:extLst>
                    </p:cNvPr>
                    <p:cNvSpPr/>
                    <p:nvPr/>
                  </p:nvSpPr>
                  <p:spPr>
                    <a:xfrm>
                      <a:off x="4820411" y="3353895"/>
                      <a:ext cx="431292" cy="248888"/>
                    </a:xfrm>
                    <a:custGeom>
                      <a:avLst/>
                      <a:gdLst>
                        <a:gd name="connsiteX0" fmla="*/ 368141 w 431292"/>
                        <a:gd name="connsiteY0" fmla="*/ 212455 h 248888"/>
                        <a:gd name="connsiteX1" fmla="*/ 63151 w 431292"/>
                        <a:gd name="connsiteY1" fmla="*/ 212455 h 248888"/>
                        <a:gd name="connsiteX2" fmla="*/ 63151 w 431292"/>
                        <a:gd name="connsiteY2" fmla="*/ 36433 h 248888"/>
                        <a:gd name="connsiteX3" fmla="*/ 368141 w 431292"/>
                        <a:gd name="connsiteY3" fmla="*/ 36433 h 248888"/>
                        <a:gd name="connsiteX4" fmla="*/ 368141 w 431292"/>
                        <a:gd name="connsiteY4" fmla="*/ 212455 h 24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292" h="248888">
                          <a:moveTo>
                            <a:pt x="368141" y="212455"/>
                          </a:moveTo>
                          <a:cubicBezTo>
                            <a:pt x="283940" y="261033"/>
                            <a:pt x="147447" y="261033"/>
                            <a:pt x="63151" y="212455"/>
                          </a:cubicBezTo>
                          <a:cubicBezTo>
                            <a:pt x="-21050" y="163878"/>
                            <a:pt x="-21050" y="85011"/>
                            <a:pt x="63151" y="36433"/>
                          </a:cubicBezTo>
                          <a:cubicBezTo>
                            <a:pt x="147352" y="-12144"/>
                            <a:pt x="283845" y="-12144"/>
                            <a:pt x="368141" y="36433"/>
                          </a:cubicBezTo>
                          <a:cubicBezTo>
                            <a:pt x="452342" y="85011"/>
                            <a:pt x="452342" y="163878"/>
                            <a:pt x="368141" y="212455"/>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18" name="Graphic 3388">
                      <a:extLst>
                        <a:ext uri="{FF2B5EF4-FFF2-40B4-BE49-F238E27FC236}">
                          <a16:creationId xmlns:a16="http://schemas.microsoft.com/office/drawing/2014/main" id="{FC44D942-6055-8421-7CD6-5D98160E7060}"/>
                        </a:ext>
                      </a:extLst>
                    </p:cNvPr>
                    <p:cNvGrpSpPr/>
                    <p:nvPr/>
                  </p:nvGrpSpPr>
                  <p:grpSpPr>
                    <a:xfrm>
                      <a:off x="4768691" y="3323367"/>
                      <a:ext cx="533113" cy="307753"/>
                      <a:chOff x="4768691" y="3323367"/>
                      <a:chExt cx="533113" cy="307753"/>
                    </a:xfrm>
                  </p:grpSpPr>
                  <p:sp>
                    <p:nvSpPr>
                      <p:cNvPr id="3119" name="Freeform: Shape 3118">
                        <a:extLst>
                          <a:ext uri="{FF2B5EF4-FFF2-40B4-BE49-F238E27FC236}">
                            <a16:creationId xmlns:a16="http://schemas.microsoft.com/office/drawing/2014/main" id="{BA4ACE67-0F44-4CD4-7099-3DF5CB543CA8}"/>
                          </a:ext>
                        </a:extLst>
                      </p:cNvPr>
                      <p:cNvSpPr/>
                      <p:nvPr/>
                    </p:nvSpPr>
                    <p:spPr>
                      <a:xfrm>
                        <a:off x="4847748" y="3369516"/>
                        <a:ext cx="376713" cy="217550"/>
                      </a:xfrm>
                      <a:custGeom>
                        <a:avLst/>
                        <a:gdLst>
                          <a:gd name="connsiteX0" fmla="*/ 321564 w 376713"/>
                          <a:gd name="connsiteY0" fmla="*/ 185690 h 217550"/>
                          <a:gd name="connsiteX1" fmla="*/ 55150 w 376713"/>
                          <a:gd name="connsiteY1" fmla="*/ 185690 h 217550"/>
                          <a:gd name="connsiteX2" fmla="*/ 55150 w 376713"/>
                          <a:gd name="connsiteY2" fmla="*/ 31861 h 217550"/>
                          <a:gd name="connsiteX3" fmla="*/ 321564 w 376713"/>
                          <a:gd name="connsiteY3" fmla="*/ 31861 h 217550"/>
                          <a:gd name="connsiteX4" fmla="*/ 321564 w 376713"/>
                          <a:gd name="connsiteY4" fmla="*/ 185690 h 21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713" h="217550">
                            <a:moveTo>
                              <a:pt x="321564" y="185690"/>
                            </a:moveTo>
                            <a:cubicBezTo>
                              <a:pt x="248031" y="228171"/>
                              <a:pt x="128683" y="228171"/>
                              <a:pt x="55150" y="185690"/>
                            </a:cubicBezTo>
                            <a:cubicBezTo>
                              <a:pt x="-18383" y="143208"/>
                              <a:pt x="-18383" y="74342"/>
                              <a:pt x="55150" y="31861"/>
                            </a:cubicBezTo>
                            <a:cubicBezTo>
                              <a:pt x="128683" y="-10620"/>
                              <a:pt x="248031" y="-10620"/>
                              <a:pt x="321564" y="31861"/>
                            </a:cubicBezTo>
                            <a:cubicBezTo>
                              <a:pt x="395097" y="74342"/>
                              <a:pt x="395097" y="143208"/>
                              <a:pt x="321564" y="185690"/>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3120" name="Graphic 3388">
                        <a:extLst>
                          <a:ext uri="{FF2B5EF4-FFF2-40B4-BE49-F238E27FC236}">
                            <a16:creationId xmlns:a16="http://schemas.microsoft.com/office/drawing/2014/main" id="{46ED3E17-E4E4-14ED-1DEA-D93059CBF0CA}"/>
                          </a:ext>
                        </a:extLst>
                      </p:cNvPr>
                      <p:cNvGrpSpPr/>
                      <p:nvPr/>
                    </p:nvGrpSpPr>
                    <p:grpSpPr>
                      <a:xfrm>
                        <a:off x="4768691" y="3323367"/>
                        <a:ext cx="533113" cy="307753"/>
                        <a:chOff x="4768691" y="3323367"/>
                        <a:chExt cx="533113" cy="307753"/>
                      </a:xfrm>
                      <a:solidFill>
                        <a:srgbClr val="3B3B3B"/>
                      </a:solidFill>
                    </p:grpSpPr>
                    <p:sp>
                      <p:nvSpPr>
                        <p:cNvPr id="3121" name="Freeform: Shape 3120">
                          <a:extLst>
                            <a:ext uri="{FF2B5EF4-FFF2-40B4-BE49-F238E27FC236}">
                              <a16:creationId xmlns:a16="http://schemas.microsoft.com/office/drawing/2014/main" id="{58EE757F-9A5A-8E0A-DAD2-B0BED127C424}"/>
                            </a:ext>
                          </a:extLst>
                        </p:cNvPr>
                        <p:cNvSpPr/>
                        <p:nvPr/>
                      </p:nvSpPr>
                      <p:spPr>
                        <a:xfrm>
                          <a:off x="5013769" y="332336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2" name="Freeform: Shape 3121">
                          <a:extLst>
                            <a:ext uri="{FF2B5EF4-FFF2-40B4-BE49-F238E27FC236}">
                              <a16:creationId xmlns:a16="http://schemas.microsoft.com/office/drawing/2014/main" id="{F2F2112F-0C35-48AD-7D1E-7E8492656D80}"/>
                            </a:ext>
                          </a:extLst>
                        </p:cNvPr>
                        <p:cNvSpPr/>
                        <p:nvPr/>
                      </p:nvSpPr>
                      <p:spPr>
                        <a:xfrm>
                          <a:off x="4993386" y="3335178"/>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3" name="Freeform: Shape 3122">
                          <a:extLst>
                            <a:ext uri="{FF2B5EF4-FFF2-40B4-BE49-F238E27FC236}">
                              <a16:creationId xmlns:a16="http://schemas.microsoft.com/office/drawing/2014/main" id="{274FDC96-AA65-6A40-D873-3525798CB41C}"/>
                            </a:ext>
                          </a:extLst>
                        </p:cNvPr>
                        <p:cNvSpPr/>
                        <p:nvPr/>
                      </p:nvSpPr>
                      <p:spPr>
                        <a:xfrm>
                          <a:off x="4972907" y="334689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4" name="Freeform: Shape 3123">
                          <a:extLst>
                            <a:ext uri="{FF2B5EF4-FFF2-40B4-BE49-F238E27FC236}">
                              <a16:creationId xmlns:a16="http://schemas.microsoft.com/office/drawing/2014/main" id="{A15B5516-D8E9-4AE7-F4BF-E92929B47E0A}"/>
                            </a:ext>
                          </a:extLst>
                        </p:cNvPr>
                        <p:cNvSpPr/>
                        <p:nvPr/>
                      </p:nvSpPr>
                      <p:spPr>
                        <a:xfrm>
                          <a:off x="4952523" y="3358705"/>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9068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5" name="Freeform: Shape 3124">
                          <a:extLst>
                            <a:ext uri="{FF2B5EF4-FFF2-40B4-BE49-F238E27FC236}">
                              <a16:creationId xmlns:a16="http://schemas.microsoft.com/office/drawing/2014/main" id="{6A0C2EC1-2C44-CA16-79CE-89D2CC826016}"/>
                            </a:ext>
                          </a:extLst>
                        </p:cNvPr>
                        <p:cNvSpPr/>
                        <p:nvPr/>
                      </p:nvSpPr>
                      <p:spPr>
                        <a:xfrm>
                          <a:off x="4932045" y="3370516"/>
                          <a:ext cx="288035" cy="166306"/>
                        </a:xfrm>
                        <a:custGeom>
                          <a:avLst/>
                          <a:gdLst>
                            <a:gd name="connsiteX0" fmla="*/ 275463 w 288035"/>
                            <a:gd name="connsiteY0" fmla="*/ 166307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7"/>
                              </a:moveTo>
                              <a:lnTo>
                                <a:pt x="0" y="7239"/>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6" name="Freeform: Shape 3125">
                          <a:extLst>
                            <a:ext uri="{FF2B5EF4-FFF2-40B4-BE49-F238E27FC236}">
                              <a16:creationId xmlns:a16="http://schemas.microsoft.com/office/drawing/2014/main" id="{FF8F657D-06CF-79FF-D45B-9D844E8811A5}"/>
                            </a:ext>
                          </a:extLst>
                        </p:cNvPr>
                        <p:cNvSpPr/>
                        <p:nvPr/>
                      </p:nvSpPr>
                      <p:spPr>
                        <a:xfrm>
                          <a:off x="4911661" y="338232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7" name="Freeform: Shape 3126">
                          <a:extLst>
                            <a:ext uri="{FF2B5EF4-FFF2-40B4-BE49-F238E27FC236}">
                              <a16:creationId xmlns:a16="http://schemas.microsoft.com/office/drawing/2014/main" id="{819EC3B6-B200-837E-4BE4-61344EFD5BCB}"/>
                            </a:ext>
                          </a:extLst>
                        </p:cNvPr>
                        <p:cNvSpPr/>
                        <p:nvPr/>
                      </p:nvSpPr>
                      <p:spPr>
                        <a:xfrm>
                          <a:off x="4891182" y="3394138"/>
                          <a:ext cx="288131" cy="166306"/>
                        </a:xfrm>
                        <a:custGeom>
                          <a:avLst/>
                          <a:gdLst>
                            <a:gd name="connsiteX0" fmla="*/ 275463 w 288131"/>
                            <a:gd name="connsiteY0" fmla="*/ 166306 h 166306"/>
                            <a:gd name="connsiteX1" fmla="*/ 0 w 288131"/>
                            <a:gd name="connsiteY1" fmla="*/ 7239 h 166306"/>
                            <a:gd name="connsiteX2" fmla="*/ 12668 w 288131"/>
                            <a:gd name="connsiteY2" fmla="*/ 0 h 166306"/>
                            <a:gd name="connsiteX3" fmla="*/ 288131 w 288131"/>
                            <a:gd name="connsiteY3" fmla="*/ 158972 h 166306"/>
                            <a:gd name="connsiteX4" fmla="*/ 275463 w 288131"/>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6"/>
                              </a:moveTo>
                              <a:lnTo>
                                <a:pt x="0" y="7239"/>
                              </a:lnTo>
                              <a:lnTo>
                                <a:pt x="12668" y="0"/>
                              </a:lnTo>
                              <a:lnTo>
                                <a:pt x="288131"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8" name="Freeform: Shape 3127">
                          <a:extLst>
                            <a:ext uri="{FF2B5EF4-FFF2-40B4-BE49-F238E27FC236}">
                              <a16:creationId xmlns:a16="http://schemas.microsoft.com/office/drawing/2014/main" id="{FCFDCBC8-C1DA-34C2-EE60-7D81FCC7354D}"/>
                            </a:ext>
                          </a:extLst>
                        </p:cNvPr>
                        <p:cNvSpPr/>
                        <p:nvPr/>
                      </p:nvSpPr>
                      <p:spPr>
                        <a:xfrm>
                          <a:off x="4870799" y="340585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29" name="Freeform: Shape 3128">
                          <a:extLst>
                            <a:ext uri="{FF2B5EF4-FFF2-40B4-BE49-F238E27FC236}">
                              <a16:creationId xmlns:a16="http://schemas.microsoft.com/office/drawing/2014/main" id="{0403FACF-684A-F446-23F7-FADF5BE54964}"/>
                            </a:ext>
                          </a:extLst>
                        </p:cNvPr>
                        <p:cNvSpPr/>
                        <p:nvPr/>
                      </p:nvSpPr>
                      <p:spPr>
                        <a:xfrm>
                          <a:off x="4850320" y="3417665"/>
                          <a:ext cx="288131" cy="166306"/>
                        </a:xfrm>
                        <a:custGeom>
                          <a:avLst/>
                          <a:gdLst>
                            <a:gd name="connsiteX0" fmla="*/ 275463 w 288131"/>
                            <a:gd name="connsiteY0" fmla="*/ 166306 h 166306"/>
                            <a:gd name="connsiteX1" fmla="*/ 0 w 288131"/>
                            <a:gd name="connsiteY1" fmla="*/ 7239 h 166306"/>
                            <a:gd name="connsiteX2" fmla="*/ 12668 w 288131"/>
                            <a:gd name="connsiteY2" fmla="*/ 0 h 166306"/>
                            <a:gd name="connsiteX3" fmla="*/ 288131 w 288131"/>
                            <a:gd name="connsiteY3" fmla="*/ 159068 h 166306"/>
                            <a:gd name="connsiteX4" fmla="*/ 275463 w 288131"/>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6"/>
                              </a:moveTo>
                              <a:lnTo>
                                <a:pt x="0" y="7239"/>
                              </a:lnTo>
                              <a:lnTo>
                                <a:pt x="12668" y="0"/>
                              </a:lnTo>
                              <a:lnTo>
                                <a:pt x="288131"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0" name="Freeform: Shape 3129">
                          <a:extLst>
                            <a:ext uri="{FF2B5EF4-FFF2-40B4-BE49-F238E27FC236}">
                              <a16:creationId xmlns:a16="http://schemas.microsoft.com/office/drawing/2014/main" id="{566D7CB7-683D-920C-2A1D-0247FB74FCA4}"/>
                            </a:ext>
                          </a:extLst>
                        </p:cNvPr>
                        <p:cNvSpPr/>
                        <p:nvPr/>
                      </p:nvSpPr>
                      <p:spPr>
                        <a:xfrm>
                          <a:off x="4829937" y="3429476"/>
                          <a:ext cx="288036" cy="166306"/>
                        </a:xfrm>
                        <a:custGeom>
                          <a:avLst/>
                          <a:gdLst>
                            <a:gd name="connsiteX0" fmla="*/ 275463 w 288036"/>
                            <a:gd name="connsiteY0" fmla="*/ 166307 h 166306"/>
                            <a:gd name="connsiteX1" fmla="*/ 0 w 288036"/>
                            <a:gd name="connsiteY1" fmla="*/ 7239 h 166306"/>
                            <a:gd name="connsiteX2" fmla="*/ 12573 w 288036"/>
                            <a:gd name="connsiteY2" fmla="*/ 0 h 166306"/>
                            <a:gd name="connsiteX3" fmla="*/ 288036 w 288036"/>
                            <a:gd name="connsiteY3" fmla="*/ 159068 h 166306"/>
                            <a:gd name="connsiteX4" fmla="*/ 275463 w 288036"/>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7"/>
                              </a:moveTo>
                              <a:lnTo>
                                <a:pt x="0" y="7239"/>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1" name="Freeform: Shape 3130">
                          <a:extLst>
                            <a:ext uri="{FF2B5EF4-FFF2-40B4-BE49-F238E27FC236}">
                              <a16:creationId xmlns:a16="http://schemas.microsoft.com/office/drawing/2014/main" id="{BB824010-7E20-52FA-17A2-B78B50AAB67A}"/>
                            </a:ext>
                          </a:extLst>
                        </p:cNvPr>
                        <p:cNvSpPr/>
                        <p:nvPr/>
                      </p:nvSpPr>
                      <p:spPr>
                        <a:xfrm>
                          <a:off x="4809553" y="3441287"/>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2" name="Freeform: Shape 3131">
                          <a:extLst>
                            <a:ext uri="{FF2B5EF4-FFF2-40B4-BE49-F238E27FC236}">
                              <a16:creationId xmlns:a16="http://schemas.microsoft.com/office/drawing/2014/main" id="{C5ADF4B3-CC74-A768-2111-6A6BC0ED9815}"/>
                            </a:ext>
                          </a:extLst>
                        </p:cNvPr>
                        <p:cNvSpPr/>
                        <p:nvPr/>
                      </p:nvSpPr>
                      <p:spPr>
                        <a:xfrm>
                          <a:off x="4789074" y="3453098"/>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8972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33" name="Freeform: Shape 3132">
                          <a:extLst>
                            <a:ext uri="{FF2B5EF4-FFF2-40B4-BE49-F238E27FC236}">
                              <a16:creationId xmlns:a16="http://schemas.microsoft.com/office/drawing/2014/main" id="{5A40FEBF-6E0C-878F-3C49-32A14BB098D1}"/>
                            </a:ext>
                          </a:extLst>
                        </p:cNvPr>
                        <p:cNvSpPr/>
                        <p:nvPr/>
                      </p:nvSpPr>
                      <p:spPr>
                        <a:xfrm>
                          <a:off x="4768691" y="3464814"/>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sp>
                <p:nvSpPr>
                  <p:cNvPr id="2998" name="Freeform: Shape 2997">
                    <a:extLst>
                      <a:ext uri="{FF2B5EF4-FFF2-40B4-BE49-F238E27FC236}">
                        <a16:creationId xmlns:a16="http://schemas.microsoft.com/office/drawing/2014/main" id="{F73D5E4C-C936-72F2-35DE-8FAF7297ACE5}"/>
                      </a:ext>
                    </a:extLst>
                  </p:cNvPr>
                  <p:cNvSpPr/>
                  <p:nvPr/>
                </p:nvSpPr>
                <p:spPr>
                  <a:xfrm>
                    <a:off x="4461414" y="3478244"/>
                    <a:ext cx="574643" cy="1825180"/>
                  </a:xfrm>
                  <a:custGeom>
                    <a:avLst/>
                    <a:gdLst>
                      <a:gd name="connsiteX0" fmla="*/ 574643 w 574643"/>
                      <a:gd name="connsiteY0" fmla="*/ 1825181 h 1825180"/>
                      <a:gd name="connsiteX1" fmla="*/ 0 w 574643"/>
                      <a:gd name="connsiteY1" fmla="*/ 1493520 h 1825180"/>
                      <a:gd name="connsiteX2" fmla="*/ 0 w 574643"/>
                      <a:gd name="connsiteY2" fmla="*/ 0 h 1825180"/>
                      <a:gd name="connsiteX3" fmla="*/ 574643 w 574643"/>
                      <a:gd name="connsiteY3" fmla="*/ 331756 h 1825180"/>
                      <a:gd name="connsiteX4" fmla="*/ 574643 w 574643"/>
                      <a:gd name="connsiteY4" fmla="*/ 1825181 h 1825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643" h="1825180">
                        <a:moveTo>
                          <a:pt x="574643" y="1825181"/>
                        </a:moveTo>
                        <a:lnTo>
                          <a:pt x="0" y="1493520"/>
                        </a:lnTo>
                        <a:lnTo>
                          <a:pt x="0" y="0"/>
                        </a:lnTo>
                        <a:lnTo>
                          <a:pt x="574643" y="331756"/>
                        </a:lnTo>
                        <a:lnTo>
                          <a:pt x="574643" y="1825181"/>
                        </a:lnTo>
                        <a:close/>
                      </a:path>
                    </a:pathLst>
                  </a:custGeom>
                  <a:solidFill>
                    <a:srgbClr val="333333"/>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99" name="Graphic 3388">
                    <a:extLst>
                      <a:ext uri="{FF2B5EF4-FFF2-40B4-BE49-F238E27FC236}">
                        <a16:creationId xmlns:a16="http://schemas.microsoft.com/office/drawing/2014/main" id="{075A3C5F-93CD-CD26-6AC9-7EFF8C71BE7B}"/>
                      </a:ext>
                    </a:extLst>
                  </p:cNvPr>
                  <p:cNvGrpSpPr/>
                  <p:nvPr/>
                </p:nvGrpSpPr>
                <p:grpSpPr>
                  <a:xfrm>
                    <a:off x="4512945" y="3564159"/>
                    <a:ext cx="214503" cy="604837"/>
                    <a:chOff x="4512945" y="3564159"/>
                    <a:chExt cx="214503" cy="604837"/>
                  </a:xfrm>
                </p:grpSpPr>
                <p:sp>
                  <p:nvSpPr>
                    <p:cNvPr id="3090" name="Freeform: Shape 3089">
                      <a:extLst>
                        <a:ext uri="{FF2B5EF4-FFF2-40B4-BE49-F238E27FC236}">
                          <a16:creationId xmlns:a16="http://schemas.microsoft.com/office/drawing/2014/main" id="{CF23A0E2-937A-509B-308A-FD687496BC24}"/>
                        </a:ext>
                      </a:extLst>
                    </p:cNvPr>
                    <p:cNvSpPr/>
                    <p:nvPr/>
                  </p:nvSpPr>
                  <p:spPr>
                    <a:xfrm>
                      <a:off x="4512945" y="3564159"/>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1" name="Freeform: Shape 3090">
                      <a:extLst>
                        <a:ext uri="{FF2B5EF4-FFF2-40B4-BE49-F238E27FC236}">
                          <a16:creationId xmlns:a16="http://schemas.microsoft.com/office/drawing/2014/main" id="{07B9F75B-7703-C016-0DC4-CB45C7DDEA46}"/>
                        </a:ext>
                      </a:extLst>
                    </p:cNvPr>
                    <p:cNvSpPr/>
                    <p:nvPr/>
                  </p:nvSpPr>
                  <p:spPr>
                    <a:xfrm>
                      <a:off x="4523898" y="358635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2" name="Freeform: Shape 3091">
                      <a:extLst>
                        <a:ext uri="{FF2B5EF4-FFF2-40B4-BE49-F238E27FC236}">
                          <a16:creationId xmlns:a16="http://schemas.microsoft.com/office/drawing/2014/main" id="{C689FA39-8528-411D-D1CA-3A4FCBC15DA9}"/>
                        </a:ext>
                      </a:extLst>
                    </p:cNvPr>
                    <p:cNvSpPr/>
                    <p:nvPr/>
                  </p:nvSpPr>
                  <p:spPr>
                    <a:xfrm>
                      <a:off x="4523898" y="361549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3" name="Freeform: Shape 3092">
                      <a:extLst>
                        <a:ext uri="{FF2B5EF4-FFF2-40B4-BE49-F238E27FC236}">
                          <a16:creationId xmlns:a16="http://schemas.microsoft.com/office/drawing/2014/main" id="{46C4D632-1717-C09D-3B4D-D22B46519D1E}"/>
                        </a:ext>
                      </a:extLst>
                    </p:cNvPr>
                    <p:cNvSpPr/>
                    <p:nvPr/>
                  </p:nvSpPr>
                  <p:spPr>
                    <a:xfrm>
                      <a:off x="4523898" y="364455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4" name="Freeform: Shape 3093">
                      <a:extLst>
                        <a:ext uri="{FF2B5EF4-FFF2-40B4-BE49-F238E27FC236}">
                          <a16:creationId xmlns:a16="http://schemas.microsoft.com/office/drawing/2014/main" id="{552A4B1D-5DBC-DD5C-E578-33DE9FF7A2AB}"/>
                        </a:ext>
                      </a:extLst>
                    </p:cNvPr>
                    <p:cNvSpPr/>
                    <p:nvPr/>
                  </p:nvSpPr>
                  <p:spPr>
                    <a:xfrm>
                      <a:off x="4523898" y="367369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5" name="Freeform: Shape 3094">
                      <a:extLst>
                        <a:ext uri="{FF2B5EF4-FFF2-40B4-BE49-F238E27FC236}">
                          <a16:creationId xmlns:a16="http://schemas.microsoft.com/office/drawing/2014/main" id="{359EE173-A9DB-8514-0522-58ED3A0386E2}"/>
                        </a:ext>
                      </a:extLst>
                    </p:cNvPr>
                    <p:cNvSpPr/>
                    <p:nvPr/>
                  </p:nvSpPr>
                  <p:spPr>
                    <a:xfrm>
                      <a:off x="4523898" y="3702843"/>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6" name="Freeform: Shape 3095">
                      <a:extLst>
                        <a:ext uri="{FF2B5EF4-FFF2-40B4-BE49-F238E27FC236}">
                          <a16:creationId xmlns:a16="http://schemas.microsoft.com/office/drawing/2014/main" id="{3CF70499-FB2C-A128-C4C3-B76AB2EC1011}"/>
                        </a:ext>
                      </a:extLst>
                    </p:cNvPr>
                    <p:cNvSpPr/>
                    <p:nvPr/>
                  </p:nvSpPr>
                  <p:spPr>
                    <a:xfrm>
                      <a:off x="4523898" y="373189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7" name="Freeform: Shape 3096">
                      <a:extLst>
                        <a:ext uri="{FF2B5EF4-FFF2-40B4-BE49-F238E27FC236}">
                          <a16:creationId xmlns:a16="http://schemas.microsoft.com/office/drawing/2014/main" id="{DEC2C270-B6BA-D07A-5C20-B7A3F90FF27A}"/>
                        </a:ext>
                      </a:extLst>
                    </p:cNvPr>
                    <p:cNvSpPr/>
                    <p:nvPr/>
                  </p:nvSpPr>
                  <p:spPr>
                    <a:xfrm>
                      <a:off x="4523898" y="3761041"/>
                      <a:ext cx="115443" cy="81248"/>
                    </a:xfrm>
                    <a:custGeom>
                      <a:avLst/>
                      <a:gdLst>
                        <a:gd name="connsiteX0" fmla="*/ 115443 w 115443"/>
                        <a:gd name="connsiteY0" fmla="*/ 81249 h 81248"/>
                        <a:gd name="connsiteX1" fmla="*/ 0 w 115443"/>
                        <a:gd name="connsiteY1" fmla="*/ 14574 h 81248"/>
                        <a:gd name="connsiteX2" fmla="*/ 0 w 115443"/>
                        <a:gd name="connsiteY2" fmla="*/ 0 h 81248"/>
                        <a:gd name="connsiteX3" fmla="*/ 115443 w 115443"/>
                        <a:gd name="connsiteY3" fmla="*/ 66675 h 81248"/>
                        <a:gd name="connsiteX4" fmla="*/ 115443 w 115443"/>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8" name="Freeform: Shape 3097">
                      <a:extLst>
                        <a:ext uri="{FF2B5EF4-FFF2-40B4-BE49-F238E27FC236}">
                          <a16:creationId xmlns:a16="http://schemas.microsoft.com/office/drawing/2014/main" id="{47FB0C0E-A9FF-B904-BB87-06CBBFC4D4D3}"/>
                        </a:ext>
                      </a:extLst>
                    </p:cNvPr>
                    <p:cNvSpPr/>
                    <p:nvPr/>
                  </p:nvSpPr>
                  <p:spPr>
                    <a:xfrm>
                      <a:off x="4523898" y="3790188"/>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99" name="Freeform: Shape 3098">
                      <a:extLst>
                        <a:ext uri="{FF2B5EF4-FFF2-40B4-BE49-F238E27FC236}">
                          <a16:creationId xmlns:a16="http://schemas.microsoft.com/office/drawing/2014/main" id="{67C0E922-42E1-CD79-47C8-4D829B87DD07}"/>
                        </a:ext>
                      </a:extLst>
                    </p:cNvPr>
                    <p:cNvSpPr/>
                    <p:nvPr/>
                  </p:nvSpPr>
                  <p:spPr>
                    <a:xfrm>
                      <a:off x="4523898" y="381923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0" name="Freeform: Shape 3099">
                      <a:extLst>
                        <a:ext uri="{FF2B5EF4-FFF2-40B4-BE49-F238E27FC236}">
                          <a16:creationId xmlns:a16="http://schemas.microsoft.com/office/drawing/2014/main" id="{1EBD8493-6806-C08F-508B-3E70CD38691C}"/>
                        </a:ext>
                      </a:extLst>
                    </p:cNvPr>
                    <p:cNvSpPr/>
                    <p:nvPr/>
                  </p:nvSpPr>
                  <p:spPr>
                    <a:xfrm>
                      <a:off x="4523898" y="384838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1" name="Freeform: Shape 3100">
                      <a:extLst>
                        <a:ext uri="{FF2B5EF4-FFF2-40B4-BE49-F238E27FC236}">
                          <a16:creationId xmlns:a16="http://schemas.microsoft.com/office/drawing/2014/main" id="{8A3D4A35-B8CC-7CDF-0801-49F24383D14E}"/>
                        </a:ext>
                      </a:extLst>
                    </p:cNvPr>
                    <p:cNvSpPr/>
                    <p:nvPr/>
                  </p:nvSpPr>
                  <p:spPr>
                    <a:xfrm>
                      <a:off x="4523898" y="3877532"/>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2" name="Freeform: Shape 3101">
                      <a:extLst>
                        <a:ext uri="{FF2B5EF4-FFF2-40B4-BE49-F238E27FC236}">
                          <a16:creationId xmlns:a16="http://schemas.microsoft.com/office/drawing/2014/main" id="{6C146089-CC56-934E-E6B3-2CE1B327C0A0}"/>
                        </a:ext>
                      </a:extLst>
                    </p:cNvPr>
                    <p:cNvSpPr/>
                    <p:nvPr/>
                  </p:nvSpPr>
                  <p:spPr>
                    <a:xfrm>
                      <a:off x="4523898" y="3906583"/>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3" name="Freeform: Shape 3102">
                      <a:extLst>
                        <a:ext uri="{FF2B5EF4-FFF2-40B4-BE49-F238E27FC236}">
                          <a16:creationId xmlns:a16="http://schemas.microsoft.com/office/drawing/2014/main" id="{A01F7AC8-9E90-59E2-D06F-51BD6A897286}"/>
                        </a:ext>
                      </a:extLst>
                    </p:cNvPr>
                    <p:cNvSpPr/>
                    <p:nvPr/>
                  </p:nvSpPr>
                  <p:spPr>
                    <a:xfrm>
                      <a:off x="4523898" y="393573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4" name="Freeform: Shape 3103">
                      <a:extLst>
                        <a:ext uri="{FF2B5EF4-FFF2-40B4-BE49-F238E27FC236}">
                          <a16:creationId xmlns:a16="http://schemas.microsoft.com/office/drawing/2014/main" id="{0FBDCA77-4197-2C35-E541-A0FD8142EDD8}"/>
                        </a:ext>
                      </a:extLst>
                    </p:cNvPr>
                    <p:cNvSpPr/>
                    <p:nvPr/>
                  </p:nvSpPr>
                  <p:spPr>
                    <a:xfrm>
                      <a:off x="4523898" y="3964876"/>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5" name="Freeform: Shape 3104">
                      <a:extLst>
                        <a:ext uri="{FF2B5EF4-FFF2-40B4-BE49-F238E27FC236}">
                          <a16:creationId xmlns:a16="http://schemas.microsoft.com/office/drawing/2014/main" id="{DEBE5CBE-75B3-95EA-E7B2-33BFDD23DAE6}"/>
                        </a:ext>
                      </a:extLst>
                    </p:cNvPr>
                    <p:cNvSpPr/>
                    <p:nvPr/>
                  </p:nvSpPr>
                  <p:spPr>
                    <a:xfrm>
                      <a:off x="4523898" y="399392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6" name="Freeform: Shape 3105">
                      <a:extLst>
                        <a:ext uri="{FF2B5EF4-FFF2-40B4-BE49-F238E27FC236}">
                          <a16:creationId xmlns:a16="http://schemas.microsoft.com/office/drawing/2014/main" id="{154859F8-0768-6E66-2805-9F81B28CF616}"/>
                        </a:ext>
                      </a:extLst>
                    </p:cNvPr>
                    <p:cNvSpPr/>
                    <p:nvPr/>
                  </p:nvSpPr>
                  <p:spPr>
                    <a:xfrm>
                      <a:off x="4523898" y="402307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7" name="Freeform: Shape 3106">
                      <a:extLst>
                        <a:ext uri="{FF2B5EF4-FFF2-40B4-BE49-F238E27FC236}">
                          <a16:creationId xmlns:a16="http://schemas.microsoft.com/office/drawing/2014/main" id="{09047A01-54CE-048C-7C9E-088A6805CFA8}"/>
                        </a:ext>
                      </a:extLst>
                    </p:cNvPr>
                    <p:cNvSpPr/>
                    <p:nvPr/>
                  </p:nvSpPr>
                  <p:spPr>
                    <a:xfrm>
                      <a:off x="4652391" y="3660552"/>
                      <a:ext cx="62579" cy="79819"/>
                    </a:xfrm>
                    <a:custGeom>
                      <a:avLst/>
                      <a:gdLst>
                        <a:gd name="connsiteX0" fmla="*/ 62579 w 62579"/>
                        <a:gd name="connsiteY0" fmla="*/ 79820 h 79819"/>
                        <a:gd name="connsiteX1" fmla="*/ 0 w 62579"/>
                        <a:gd name="connsiteY1" fmla="*/ 43720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720"/>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8" name="Freeform: Shape 3107">
                      <a:extLst>
                        <a:ext uri="{FF2B5EF4-FFF2-40B4-BE49-F238E27FC236}">
                          <a16:creationId xmlns:a16="http://schemas.microsoft.com/office/drawing/2014/main" id="{5C6E780B-BB7F-2DF9-BFD9-FF41237D7903}"/>
                        </a:ext>
                      </a:extLst>
                    </p:cNvPr>
                    <p:cNvSpPr/>
                    <p:nvPr/>
                  </p:nvSpPr>
                  <p:spPr>
                    <a:xfrm>
                      <a:off x="4657725" y="3671792"/>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09" name="Freeform: Shape 3108">
                      <a:extLst>
                        <a:ext uri="{FF2B5EF4-FFF2-40B4-BE49-F238E27FC236}">
                          <a16:creationId xmlns:a16="http://schemas.microsoft.com/office/drawing/2014/main" id="{62809DBB-B4A9-4F23-CF71-7EEB59978A5F}"/>
                        </a:ext>
                      </a:extLst>
                    </p:cNvPr>
                    <p:cNvSpPr/>
                    <p:nvPr/>
                  </p:nvSpPr>
                  <p:spPr>
                    <a:xfrm>
                      <a:off x="4652391" y="3715321"/>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0" name="Freeform: Shape 3109">
                      <a:extLst>
                        <a:ext uri="{FF2B5EF4-FFF2-40B4-BE49-F238E27FC236}">
                          <a16:creationId xmlns:a16="http://schemas.microsoft.com/office/drawing/2014/main" id="{2303E5C0-A422-2585-08F0-FE2C426F95FF}"/>
                        </a:ext>
                      </a:extLst>
                    </p:cNvPr>
                    <p:cNvSpPr/>
                    <p:nvPr/>
                  </p:nvSpPr>
                  <p:spPr>
                    <a:xfrm>
                      <a:off x="4652391" y="3900773"/>
                      <a:ext cx="62579" cy="79819"/>
                    </a:xfrm>
                    <a:custGeom>
                      <a:avLst/>
                      <a:gdLst>
                        <a:gd name="connsiteX0" fmla="*/ 62579 w 62579"/>
                        <a:gd name="connsiteY0" fmla="*/ 79820 h 79819"/>
                        <a:gd name="connsiteX1" fmla="*/ 0 w 62579"/>
                        <a:gd name="connsiteY1" fmla="*/ 43624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624"/>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1" name="Freeform: Shape 3110">
                      <a:extLst>
                        <a:ext uri="{FF2B5EF4-FFF2-40B4-BE49-F238E27FC236}">
                          <a16:creationId xmlns:a16="http://schemas.microsoft.com/office/drawing/2014/main" id="{7C457068-0C11-BA2B-CCCC-ADE27ABCD31B}"/>
                        </a:ext>
                      </a:extLst>
                    </p:cNvPr>
                    <p:cNvSpPr/>
                    <p:nvPr/>
                  </p:nvSpPr>
                  <p:spPr>
                    <a:xfrm>
                      <a:off x="4657725" y="3912012"/>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2" name="Freeform: Shape 3111">
                      <a:extLst>
                        <a:ext uri="{FF2B5EF4-FFF2-40B4-BE49-F238E27FC236}">
                          <a16:creationId xmlns:a16="http://schemas.microsoft.com/office/drawing/2014/main" id="{29E05C32-3EEF-0FD8-1AE3-3A0EB213D763}"/>
                        </a:ext>
                      </a:extLst>
                    </p:cNvPr>
                    <p:cNvSpPr/>
                    <p:nvPr/>
                  </p:nvSpPr>
                  <p:spPr>
                    <a:xfrm>
                      <a:off x="4652391" y="3955541"/>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3" name="Freeform: Shape 3112">
                      <a:extLst>
                        <a:ext uri="{FF2B5EF4-FFF2-40B4-BE49-F238E27FC236}">
                          <a16:creationId xmlns:a16="http://schemas.microsoft.com/office/drawing/2014/main" id="{FAF19898-2657-EC24-EE2E-8BB75C96A7AD}"/>
                        </a:ext>
                      </a:extLst>
                    </p:cNvPr>
                    <p:cNvSpPr/>
                    <p:nvPr/>
                  </p:nvSpPr>
                  <p:spPr>
                    <a:xfrm>
                      <a:off x="4657725" y="4078509"/>
                      <a:ext cx="51911" cy="59055"/>
                    </a:xfrm>
                    <a:custGeom>
                      <a:avLst/>
                      <a:gdLst>
                        <a:gd name="connsiteX0" fmla="*/ 51911 w 51911"/>
                        <a:gd name="connsiteY0" fmla="*/ 30004 h 59055"/>
                        <a:gd name="connsiteX1" fmla="*/ 0 w 51911"/>
                        <a:gd name="connsiteY1" fmla="*/ 0 h 59055"/>
                        <a:gd name="connsiteX2" fmla="*/ 0 w 51911"/>
                        <a:gd name="connsiteY2" fmla="*/ 29146 h 59055"/>
                        <a:gd name="connsiteX3" fmla="*/ 51911 w 51911"/>
                        <a:gd name="connsiteY3" fmla="*/ 59055 h 59055"/>
                        <a:gd name="connsiteX4" fmla="*/ 51911 w 51911"/>
                        <a:gd name="connsiteY4" fmla="*/ 30004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30004"/>
                          </a:moveTo>
                          <a:lnTo>
                            <a:pt x="0" y="0"/>
                          </a:lnTo>
                          <a:lnTo>
                            <a:pt x="0" y="29146"/>
                          </a:lnTo>
                          <a:lnTo>
                            <a:pt x="51911" y="59055"/>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4" name="Freeform: Shape 3113">
                      <a:extLst>
                        <a:ext uri="{FF2B5EF4-FFF2-40B4-BE49-F238E27FC236}">
                          <a16:creationId xmlns:a16="http://schemas.microsoft.com/office/drawing/2014/main" id="{B423C8E7-F8A3-E38C-6E6A-EC884BD9530C}"/>
                        </a:ext>
                      </a:extLst>
                    </p:cNvPr>
                    <p:cNvSpPr/>
                    <p:nvPr/>
                  </p:nvSpPr>
                  <p:spPr>
                    <a:xfrm>
                      <a:off x="4657725" y="3838289"/>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5" name="Freeform: Shape 3114">
                      <a:extLst>
                        <a:ext uri="{FF2B5EF4-FFF2-40B4-BE49-F238E27FC236}">
                          <a16:creationId xmlns:a16="http://schemas.microsoft.com/office/drawing/2014/main" id="{84224856-AD4B-4DE8-E759-6FD9616D12C9}"/>
                        </a:ext>
                      </a:extLst>
                    </p:cNvPr>
                    <p:cNvSpPr/>
                    <p:nvPr/>
                  </p:nvSpPr>
                  <p:spPr>
                    <a:xfrm>
                      <a:off x="4682108" y="3738943"/>
                      <a:ext cx="4000" cy="109346"/>
                    </a:xfrm>
                    <a:custGeom>
                      <a:avLst/>
                      <a:gdLst>
                        <a:gd name="connsiteX0" fmla="*/ 4000 w 4000"/>
                        <a:gd name="connsiteY0" fmla="*/ 109347 h 109346"/>
                        <a:gd name="connsiteX1" fmla="*/ 0 w 4000"/>
                        <a:gd name="connsiteY1" fmla="*/ 106966 h 109346"/>
                        <a:gd name="connsiteX2" fmla="*/ 0 w 4000"/>
                        <a:gd name="connsiteY2" fmla="*/ 0 h 109346"/>
                        <a:gd name="connsiteX3" fmla="*/ 4000 w 4000"/>
                        <a:gd name="connsiteY3" fmla="*/ 2286 h 109346"/>
                        <a:gd name="connsiteX4" fmla="*/ 4000 w 4000"/>
                        <a:gd name="connsiteY4" fmla="*/ 109347 h 109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6">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116" name="Freeform: Shape 3115">
                      <a:extLst>
                        <a:ext uri="{FF2B5EF4-FFF2-40B4-BE49-F238E27FC236}">
                          <a16:creationId xmlns:a16="http://schemas.microsoft.com/office/drawing/2014/main" id="{EFF22766-C358-F53C-3CC6-DCD671903A51}"/>
                        </a:ext>
                      </a:extLst>
                    </p:cNvPr>
                    <p:cNvSpPr/>
                    <p:nvPr/>
                  </p:nvSpPr>
                  <p:spPr>
                    <a:xfrm>
                      <a:off x="4682108" y="3980878"/>
                      <a:ext cx="4000" cy="109251"/>
                    </a:xfrm>
                    <a:custGeom>
                      <a:avLst/>
                      <a:gdLst>
                        <a:gd name="connsiteX0" fmla="*/ 4000 w 4000"/>
                        <a:gd name="connsiteY0" fmla="*/ 109252 h 109251"/>
                        <a:gd name="connsiteX1" fmla="*/ 0 w 4000"/>
                        <a:gd name="connsiteY1" fmla="*/ 106966 h 109251"/>
                        <a:gd name="connsiteX2" fmla="*/ 0 w 4000"/>
                        <a:gd name="connsiteY2" fmla="*/ 0 h 109251"/>
                        <a:gd name="connsiteX3" fmla="*/ 4000 w 4000"/>
                        <a:gd name="connsiteY3" fmla="*/ 2286 h 109251"/>
                        <a:gd name="connsiteX4" fmla="*/ 4000 w 4000"/>
                        <a:gd name="connsiteY4" fmla="*/ 109252 h 109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251">
                          <a:moveTo>
                            <a:pt x="4000" y="109252"/>
                          </a:moveTo>
                          <a:lnTo>
                            <a:pt x="0" y="106966"/>
                          </a:lnTo>
                          <a:lnTo>
                            <a:pt x="0" y="0"/>
                          </a:lnTo>
                          <a:lnTo>
                            <a:pt x="4000" y="2286"/>
                          </a:lnTo>
                          <a:lnTo>
                            <a:pt x="4000" y="109252"/>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000" name="Graphic 3388">
                    <a:extLst>
                      <a:ext uri="{FF2B5EF4-FFF2-40B4-BE49-F238E27FC236}">
                        <a16:creationId xmlns:a16="http://schemas.microsoft.com/office/drawing/2014/main" id="{0CE21656-2273-9632-815C-45226DCC4077}"/>
                      </a:ext>
                    </a:extLst>
                  </p:cNvPr>
                  <p:cNvGrpSpPr/>
                  <p:nvPr/>
                </p:nvGrpSpPr>
                <p:grpSpPr>
                  <a:xfrm>
                    <a:off x="4770024" y="3712654"/>
                    <a:ext cx="214503" cy="604837"/>
                    <a:chOff x="4770024" y="3712654"/>
                    <a:chExt cx="214503" cy="604837"/>
                  </a:xfrm>
                </p:grpSpPr>
                <p:sp>
                  <p:nvSpPr>
                    <p:cNvPr id="3063" name="Freeform: Shape 3062">
                      <a:extLst>
                        <a:ext uri="{FF2B5EF4-FFF2-40B4-BE49-F238E27FC236}">
                          <a16:creationId xmlns:a16="http://schemas.microsoft.com/office/drawing/2014/main" id="{AC3C658E-682A-3915-E32B-0D47D92E80F8}"/>
                        </a:ext>
                      </a:extLst>
                    </p:cNvPr>
                    <p:cNvSpPr/>
                    <p:nvPr/>
                  </p:nvSpPr>
                  <p:spPr>
                    <a:xfrm>
                      <a:off x="4770024" y="3712654"/>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4" name="Freeform: Shape 3063">
                      <a:extLst>
                        <a:ext uri="{FF2B5EF4-FFF2-40B4-BE49-F238E27FC236}">
                          <a16:creationId xmlns:a16="http://schemas.microsoft.com/office/drawing/2014/main" id="{22613A6A-FC89-B352-0123-E68F7754C2AB}"/>
                        </a:ext>
                      </a:extLst>
                    </p:cNvPr>
                    <p:cNvSpPr/>
                    <p:nvPr/>
                  </p:nvSpPr>
                  <p:spPr>
                    <a:xfrm>
                      <a:off x="4780978" y="373475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5" name="Freeform: Shape 3064">
                      <a:extLst>
                        <a:ext uri="{FF2B5EF4-FFF2-40B4-BE49-F238E27FC236}">
                          <a16:creationId xmlns:a16="http://schemas.microsoft.com/office/drawing/2014/main" id="{42C80128-8BEC-F6EC-B004-D9FCA60A0592}"/>
                        </a:ext>
                      </a:extLst>
                    </p:cNvPr>
                    <p:cNvSpPr/>
                    <p:nvPr/>
                  </p:nvSpPr>
                  <p:spPr>
                    <a:xfrm>
                      <a:off x="4780978" y="376389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6" name="Freeform: Shape 3065">
                      <a:extLst>
                        <a:ext uri="{FF2B5EF4-FFF2-40B4-BE49-F238E27FC236}">
                          <a16:creationId xmlns:a16="http://schemas.microsoft.com/office/drawing/2014/main" id="{E9B0BB15-E6F7-77F2-FE94-A49BCC076E31}"/>
                        </a:ext>
                      </a:extLst>
                    </p:cNvPr>
                    <p:cNvSpPr/>
                    <p:nvPr/>
                  </p:nvSpPr>
                  <p:spPr>
                    <a:xfrm>
                      <a:off x="4780978" y="3793045"/>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7" name="Freeform: Shape 3066">
                      <a:extLst>
                        <a:ext uri="{FF2B5EF4-FFF2-40B4-BE49-F238E27FC236}">
                          <a16:creationId xmlns:a16="http://schemas.microsoft.com/office/drawing/2014/main" id="{76F8B13A-96E5-8939-32E7-E107A3116B3C}"/>
                        </a:ext>
                      </a:extLst>
                    </p:cNvPr>
                    <p:cNvSpPr/>
                    <p:nvPr/>
                  </p:nvSpPr>
                  <p:spPr>
                    <a:xfrm>
                      <a:off x="4780978" y="382209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8" name="Freeform: Shape 3067">
                      <a:extLst>
                        <a:ext uri="{FF2B5EF4-FFF2-40B4-BE49-F238E27FC236}">
                          <a16:creationId xmlns:a16="http://schemas.microsoft.com/office/drawing/2014/main" id="{822A145E-00C2-D918-20F1-EFA0A7D492D5}"/>
                        </a:ext>
                      </a:extLst>
                    </p:cNvPr>
                    <p:cNvSpPr/>
                    <p:nvPr/>
                  </p:nvSpPr>
                  <p:spPr>
                    <a:xfrm>
                      <a:off x="4780978" y="3851243"/>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9" name="Freeform: Shape 3068">
                      <a:extLst>
                        <a:ext uri="{FF2B5EF4-FFF2-40B4-BE49-F238E27FC236}">
                          <a16:creationId xmlns:a16="http://schemas.microsoft.com/office/drawing/2014/main" id="{67D08882-357A-49F2-9FFC-CC4DD71816D3}"/>
                        </a:ext>
                      </a:extLst>
                    </p:cNvPr>
                    <p:cNvSpPr/>
                    <p:nvPr/>
                  </p:nvSpPr>
                  <p:spPr>
                    <a:xfrm>
                      <a:off x="4780978" y="388038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0" name="Freeform: Shape 3069">
                      <a:extLst>
                        <a:ext uri="{FF2B5EF4-FFF2-40B4-BE49-F238E27FC236}">
                          <a16:creationId xmlns:a16="http://schemas.microsoft.com/office/drawing/2014/main" id="{5D972FD3-947D-0DE6-05CF-D11F634814D2}"/>
                        </a:ext>
                      </a:extLst>
                    </p:cNvPr>
                    <p:cNvSpPr/>
                    <p:nvPr/>
                  </p:nvSpPr>
                  <p:spPr>
                    <a:xfrm>
                      <a:off x="4780978" y="390944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1" name="Freeform: Shape 3070">
                      <a:extLst>
                        <a:ext uri="{FF2B5EF4-FFF2-40B4-BE49-F238E27FC236}">
                          <a16:creationId xmlns:a16="http://schemas.microsoft.com/office/drawing/2014/main" id="{B519D79E-2259-BC30-6AB2-75B00B2A9E0E}"/>
                        </a:ext>
                      </a:extLst>
                    </p:cNvPr>
                    <p:cNvSpPr/>
                    <p:nvPr/>
                  </p:nvSpPr>
                  <p:spPr>
                    <a:xfrm>
                      <a:off x="4780978" y="393858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2" name="Freeform: Shape 3071">
                      <a:extLst>
                        <a:ext uri="{FF2B5EF4-FFF2-40B4-BE49-F238E27FC236}">
                          <a16:creationId xmlns:a16="http://schemas.microsoft.com/office/drawing/2014/main" id="{EE32691A-CAA6-2ED5-8FC2-3BE1F53ABE63}"/>
                        </a:ext>
                      </a:extLst>
                    </p:cNvPr>
                    <p:cNvSpPr/>
                    <p:nvPr/>
                  </p:nvSpPr>
                  <p:spPr>
                    <a:xfrm>
                      <a:off x="4780978" y="3967733"/>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3" name="Freeform: Shape 3072">
                      <a:extLst>
                        <a:ext uri="{FF2B5EF4-FFF2-40B4-BE49-F238E27FC236}">
                          <a16:creationId xmlns:a16="http://schemas.microsoft.com/office/drawing/2014/main" id="{1250D9BA-DA05-3BA1-C5B8-064054EB8201}"/>
                        </a:ext>
                      </a:extLst>
                    </p:cNvPr>
                    <p:cNvSpPr/>
                    <p:nvPr/>
                  </p:nvSpPr>
                  <p:spPr>
                    <a:xfrm>
                      <a:off x="4780978" y="3996785"/>
                      <a:ext cx="115442" cy="81248"/>
                    </a:xfrm>
                    <a:custGeom>
                      <a:avLst/>
                      <a:gdLst>
                        <a:gd name="connsiteX0" fmla="*/ 115443 w 115442"/>
                        <a:gd name="connsiteY0" fmla="*/ 81249 h 81248"/>
                        <a:gd name="connsiteX1" fmla="*/ 0 w 115442"/>
                        <a:gd name="connsiteY1" fmla="*/ 14574 h 81248"/>
                        <a:gd name="connsiteX2" fmla="*/ 0 w 115442"/>
                        <a:gd name="connsiteY2" fmla="*/ 0 h 81248"/>
                        <a:gd name="connsiteX3" fmla="*/ 115443 w 115442"/>
                        <a:gd name="connsiteY3" fmla="*/ 66675 h 81248"/>
                        <a:gd name="connsiteX4" fmla="*/ 115443 w 115442"/>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4" name="Freeform: Shape 3073">
                      <a:extLst>
                        <a:ext uri="{FF2B5EF4-FFF2-40B4-BE49-F238E27FC236}">
                          <a16:creationId xmlns:a16="http://schemas.microsoft.com/office/drawing/2014/main" id="{CC20A3E3-4493-B3AA-E1BD-7170CEC6501F}"/>
                        </a:ext>
                      </a:extLst>
                    </p:cNvPr>
                    <p:cNvSpPr/>
                    <p:nvPr/>
                  </p:nvSpPr>
                  <p:spPr>
                    <a:xfrm>
                      <a:off x="4780978" y="402593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5" name="Freeform: Shape 3074">
                      <a:extLst>
                        <a:ext uri="{FF2B5EF4-FFF2-40B4-BE49-F238E27FC236}">
                          <a16:creationId xmlns:a16="http://schemas.microsoft.com/office/drawing/2014/main" id="{B8E7DF75-4A0C-C11E-28C4-2E992930CE13}"/>
                        </a:ext>
                      </a:extLst>
                    </p:cNvPr>
                    <p:cNvSpPr/>
                    <p:nvPr/>
                  </p:nvSpPr>
                  <p:spPr>
                    <a:xfrm>
                      <a:off x="4780978" y="4055078"/>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6" name="Freeform: Shape 3075">
                      <a:extLst>
                        <a:ext uri="{FF2B5EF4-FFF2-40B4-BE49-F238E27FC236}">
                          <a16:creationId xmlns:a16="http://schemas.microsoft.com/office/drawing/2014/main" id="{DEE21289-7A5F-E631-9A05-8C821D9AA948}"/>
                        </a:ext>
                      </a:extLst>
                    </p:cNvPr>
                    <p:cNvSpPr/>
                    <p:nvPr/>
                  </p:nvSpPr>
                  <p:spPr>
                    <a:xfrm>
                      <a:off x="4780978" y="4084129"/>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7" name="Freeform: Shape 3076">
                      <a:extLst>
                        <a:ext uri="{FF2B5EF4-FFF2-40B4-BE49-F238E27FC236}">
                          <a16:creationId xmlns:a16="http://schemas.microsoft.com/office/drawing/2014/main" id="{1FB90EBC-374D-F57D-69B2-1B97F0FC57C9}"/>
                        </a:ext>
                      </a:extLst>
                    </p:cNvPr>
                    <p:cNvSpPr/>
                    <p:nvPr/>
                  </p:nvSpPr>
                  <p:spPr>
                    <a:xfrm>
                      <a:off x="4780978" y="4113275"/>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8" name="Freeform: Shape 3077">
                      <a:extLst>
                        <a:ext uri="{FF2B5EF4-FFF2-40B4-BE49-F238E27FC236}">
                          <a16:creationId xmlns:a16="http://schemas.microsoft.com/office/drawing/2014/main" id="{F294FC47-01A3-179B-1E74-DF9CBCCC3B03}"/>
                        </a:ext>
                      </a:extLst>
                    </p:cNvPr>
                    <p:cNvSpPr/>
                    <p:nvPr/>
                  </p:nvSpPr>
                  <p:spPr>
                    <a:xfrm>
                      <a:off x="4780978" y="414232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79" name="Freeform: Shape 3078">
                      <a:extLst>
                        <a:ext uri="{FF2B5EF4-FFF2-40B4-BE49-F238E27FC236}">
                          <a16:creationId xmlns:a16="http://schemas.microsoft.com/office/drawing/2014/main" id="{68AC0ABA-3811-0461-A5D2-4371A4EF8669}"/>
                        </a:ext>
                      </a:extLst>
                    </p:cNvPr>
                    <p:cNvSpPr/>
                    <p:nvPr/>
                  </p:nvSpPr>
                  <p:spPr>
                    <a:xfrm>
                      <a:off x="4780978" y="4171473"/>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0" name="Freeform: Shape 3079">
                      <a:extLst>
                        <a:ext uri="{FF2B5EF4-FFF2-40B4-BE49-F238E27FC236}">
                          <a16:creationId xmlns:a16="http://schemas.microsoft.com/office/drawing/2014/main" id="{F2569082-5449-F1E0-182C-60D9F9028BC9}"/>
                        </a:ext>
                      </a:extLst>
                    </p:cNvPr>
                    <p:cNvSpPr/>
                    <p:nvPr/>
                  </p:nvSpPr>
                  <p:spPr>
                    <a:xfrm>
                      <a:off x="4909566" y="3809047"/>
                      <a:ext cx="62483" cy="79724"/>
                    </a:xfrm>
                    <a:custGeom>
                      <a:avLst/>
                      <a:gdLst>
                        <a:gd name="connsiteX0" fmla="*/ 62484 w 62483"/>
                        <a:gd name="connsiteY0" fmla="*/ 79724 h 79724"/>
                        <a:gd name="connsiteX1" fmla="*/ 0 w 62483"/>
                        <a:gd name="connsiteY1" fmla="*/ 43625 h 79724"/>
                        <a:gd name="connsiteX2" fmla="*/ 0 w 62483"/>
                        <a:gd name="connsiteY2" fmla="*/ 0 h 79724"/>
                        <a:gd name="connsiteX3" fmla="*/ 62484 w 62483"/>
                        <a:gd name="connsiteY3" fmla="*/ 36100 h 79724"/>
                        <a:gd name="connsiteX4" fmla="*/ 62484 w 62483"/>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724">
                          <a:moveTo>
                            <a:pt x="62484" y="79724"/>
                          </a:moveTo>
                          <a:lnTo>
                            <a:pt x="0" y="43625"/>
                          </a:lnTo>
                          <a:lnTo>
                            <a:pt x="0" y="0"/>
                          </a:lnTo>
                          <a:lnTo>
                            <a:pt x="62484" y="36100"/>
                          </a:lnTo>
                          <a:lnTo>
                            <a:pt x="62484"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1" name="Freeform: Shape 3080">
                      <a:extLst>
                        <a:ext uri="{FF2B5EF4-FFF2-40B4-BE49-F238E27FC236}">
                          <a16:creationId xmlns:a16="http://schemas.microsoft.com/office/drawing/2014/main" id="{BCF9C603-800B-A7BD-478A-F265EFEE2560}"/>
                        </a:ext>
                      </a:extLst>
                    </p:cNvPr>
                    <p:cNvSpPr/>
                    <p:nvPr/>
                  </p:nvSpPr>
                  <p:spPr>
                    <a:xfrm>
                      <a:off x="4914804" y="3820286"/>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29909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29909"/>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2" name="Freeform: Shape 3081">
                      <a:extLst>
                        <a:ext uri="{FF2B5EF4-FFF2-40B4-BE49-F238E27FC236}">
                          <a16:creationId xmlns:a16="http://schemas.microsoft.com/office/drawing/2014/main" id="{DFF2AAB4-2A64-E823-A2A6-9B470B3352DC}"/>
                        </a:ext>
                      </a:extLst>
                    </p:cNvPr>
                    <p:cNvSpPr/>
                    <p:nvPr/>
                  </p:nvSpPr>
                  <p:spPr>
                    <a:xfrm>
                      <a:off x="4909566" y="3863816"/>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3" name="Freeform: Shape 3082">
                      <a:extLst>
                        <a:ext uri="{FF2B5EF4-FFF2-40B4-BE49-F238E27FC236}">
                          <a16:creationId xmlns:a16="http://schemas.microsoft.com/office/drawing/2014/main" id="{EEA394B7-F6C0-1815-235D-FB383A2392AC}"/>
                        </a:ext>
                      </a:extLst>
                    </p:cNvPr>
                    <p:cNvSpPr/>
                    <p:nvPr/>
                  </p:nvSpPr>
                  <p:spPr>
                    <a:xfrm>
                      <a:off x="4909566" y="4049172"/>
                      <a:ext cx="62483" cy="79819"/>
                    </a:xfrm>
                    <a:custGeom>
                      <a:avLst/>
                      <a:gdLst>
                        <a:gd name="connsiteX0" fmla="*/ 62484 w 62483"/>
                        <a:gd name="connsiteY0" fmla="*/ 79820 h 79819"/>
                        <a:gd name="connsiteX1" fmla="*/ 0 w 62483"/>
                        <a:gd name="connsiteY1" fmla="*/ 43720 h 79819"/>
                        <a:gd name="connsiteX2" fmla="*/ 0 w 62483"/>
                        <a:gd name="connsiteY2" fmla="*/ 0 h 79819"/>
                        <a:gd name="connsiteX3" fmla="*/ 62484 w 62483"/>
                        <a:gd name="connsiteY3" fmla="*/ 36100 h 79819"/>
                        <a:gd name="connsiteX4" fmla="*/ 62484 w 62483"/>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819">
                          <a:moveTo>
                            <a:pt x="62484" y="79820"/>
                          </a:moveTo>
                          <a:lnTo>
                            <a:pt x="0" y="43720"/>
                          </a:lnTo>
                          <a:lnTo>
                            <a:pt x="0" y="0"/>
                          </a:lnTo>
                          <a:lnTo>
                            <a:pt x="62484" y="36100"/>
                          </a:lnTo>
                          <a:lnTo>
                            <a:pt x="62484"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4" name="Freeform: Shape 3083">
                      <a:extLst>
                        <a:ext uri="{FF2B5EF4-FFF2-40B4-BE49-F238E27FC236}">
                          <a16:creationId xmlns:a16="http://schemas.microsoft.com/office/drawing/2014/main" id="{3132F338-918C-3CFD-ADDC-18862E5152E1}"/>
                        </a:ext>
                      </a:extLst>
                    </p:cNvPr>
                    <p:cNvSpPr/>
                    <p:nvPr/>
                  </p:nvSpPr>
                  <p:spPr>
                    <a:xfrm>
                      <a:off x="4914804" y="4060412"/>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5" name="Freeform: Shape 3084">
                      <a:extLst>
                        <a:ext uri="{FF2B5EF4-FFF2-40B4-BE49-F238E27FC236}">
                          <a16:creationId xmlns:a16="http://schemas.microsoft.com/office/drawing/2014/main" id="{665B8C34-31D3-1D9D-BB1B-B15F04AEC2EB}"/>
                        </a:ext>
                      </a:extLst>
                    </p:cNvPr>
                    <p:cNvSpPr/>
                    <p:nvPr/>
                  </p:nvSpPr>
                  <p:spPr>
                    <a:xfrm>
                      <a:off x="4909566" y="4103941"/>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6" name="Freeform: Shape 3085">
                      <a:extLst>
                        <a:ext uri="{FF2B5EF4-FFF2-40B4-BE49-F238E27FC236}">
                          <a16:creationId xmlns:a16="http://schemas.microsoft.com/office/drawing/2014/main" id="{32EE0377-965B-21E0-EE8E-0B70F48CBDEC}"/>
                        </a:ext>
                      </a:extLst>
                    </p:cNvPr>
                    <p:cNvSpPr/>
                    <p:nvPr/>
                  </p:nvSpPr>
                  <p:spPr>
                    <a:xfrm>
                      <a:off x="4914804" y="4226909"/>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7" name="Freeform: Shape 3086">
                      <a:extLst>
                        <a:ext uri="{FF2B5EF4-FFF2-40B4-BE49-F238E27FC236}">
                          <a16:creationId xmlns:a16="http://schemas.microsoft.com/office/drawing/2014/main" id="{0CC8ACD5-9191-6964-C92E-F6A475C70693}"/>
                        </a:ext>
                      </a:extLst>
                    </p:cNvPr>
                    <p:cNvSpPr/>
                    <p:nvPr/>
                  </p:nvSpPr>
                  <p:spPr>
                    <a:xfrm>
                      <a:off x="4914804" y="3986783"/>
                      <a:ext cx="51911" cy="59055"/>
                    </a:xfrm>
                    <a:custGeom>
                      <a:avLst/>
                      <a:gdLst>
                        <a:gd name="connsiteX0" fmla="*/ 51911 w 51911"/>
                        <a:gd name="connsiteY0" fmla="*/ 29909 h 59055"/>
                        <a:gd name="connsiteX1" fmla="*/ 0 w 51911"/>
                        <a:gd name="connsiteY1" fmla="*/ 0 h 59055"/>
                        <a:gd name="connsiteX2" fmla="*/ 0 w 51911"/>
                        <a:gd name="connsiteY2" fmla="*/ 29051 h 59055"/>
                        <a:gd name="connsiteX3" fmla="*/ 51911 w 51911"/>
                        <a:gd name="connsiteY3" fmla="*/ 59055 h 59055"/>
                        <a:gd name="connsiteX4" fmla="*/ 51911 w 51911"/>
                        <a:gd name="connsiteY4" fmla="*/ 29909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29909"/>
                          </a:moveTo>
                          <a:lnTo>
                            <a:pt x="0" y="0"/>
                          </a:lnTo>
                          <a:lnTo>
                            <a:pt x="0" y="29051"/>
                          </a:lnTo>
                          <a:lnTo>
                            <a:pt x="51911" y="59055"/>
                          </a:lnTo>
                          <a:lnTo>
                            <a:pt x="51911" y="29909"/>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8" name="Freeform: Shape 3087">
                      <a:extLst>
                        <a:ext uri="{FF2B5EF4-FFF2-40B4-BE49-F238E27FC236}">
                          <a16:creationId xmlns:a16="http://schemas.microsoft.com/office/drawing/2014/main" id="{178DA039-4BCF-8A29-4B8E-3E1C78377DD6}"/>
                        </a:ext>
                      </a:extLst>
                    </p:cNvPr>
                    <p:cNvSpPr/>
                    <p:nvPr/>
                  </p:nvSpPr>
                  <p:spPr>
                    <a:xfrm>
                      <a:off x="4939188" y="3887342"/>
                      <a:ext cx="4000" cy="109347"/>
                    </a:xfrm>
                    <a:custGeom>
                      <a:avLst/>
                      <a:gdLst>
                        <a:gd name="connsiteX0" fmla="*/ 4000 w 4000"/>
                        <a:gd name="connsiteY0" fmla="*/ 109347 h 109347"/>
                        <a:gd name="connsiteX1" fmla="*/ 0 w 4000"/>
                        <a:gd name="connsiteY1" fmla="*/ 107061 h 109347"/>
                        <a:gd name="connsiteX2" fmla="*/ 0 w 4000"/>
                        <a:gd name="connsiteY2" fmla="*/ 0 h 109347"/>
                        <a:gd name="connsiteX3" fmla="*/ 4000 w 4000"/>
                        <a:gd name="connsiteY3" fmla="*/ 2381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7061"/>
                          </a:lnTo>
                          <a:lnTo>
                            <a:pt x="0" y="0"/>
                          </a:lnTo>
                          <a:lnTo>
                            <a:pt x="4000" y="2381"/>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89" name="Freeform: Shape 3088">
                      <a:extLst>
                        <a:ext uri="{FF2B5EF4-FFF2-40B4-BE49-F238E27FC236}">
                          <a16:creationId xmlns:a16="http://schemas.microsoft.com/office/drawing/2014/main" id="{6CC66BD4-3459-488F-EC57-6EB2F00B9D4A}"/>
                        </a:ext>
                      </a:extLst>
                    </p:cNvPr>
                    <p:cNvSpPr/>
                    <p:nvPr/>
                  </p:nvSpPr>
                  <p:spPr>
                    <a:xfrm>
                      <a:off x="4939188" y="4129277"/>
                      <a:ext cx="4000" cy="109347"/>
                    </a:xfrm>
                    <a:custGeom>
                      <a:avLst/>
                      <a:gdLst>
                        <a:gd name="connsiteX0" fmla="*/ 4000 w 4000"/>
                        <a:gd name="connsiteY0" fmla="*/ 109347 h 109347"/>
                        <a:gd name="connsiteX1" fmla="*/ 0 w 4000"/>
                        <a:gd name="connsiteY1" fmla="*/ 106966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001" name="Graphic 3388">
                    <a:extLst>
                      <a:ext uri="{FF2B5EF4-FFF2-40B4-BE49-F238E27FC236}">
                        <a16:creationId xmlns:a16="http://schemas.microsoft.com/office/drawing/2014/main" id="{838D2416-2DE4-4A17-68B0-C7A488E0EBD7}"/>
                      </a:ext>
                    </a:extLst>
                  </p:cNvPr>
                  <p:cNvGrpSpPr/>
                  <p:nvPr/>
                </p:nvGrpSpPr>
                <p:grpSpPr>
                  <a:xfrm>
                    <a:off x="4770024" y="4236529"/>
                    <a:ext cx="214503" cy="604837"/>
                    <a:chOff x="4770024" y="4236529"/>
                    <a:chExt cx="214503" cy="604837"/>
                  </a:xfrm>
                </p:grpSpPr>
                <p:sp>
                  <p:nvSpPr>
                    <p:cNvPr id="3036" name="Freeform: Shape 3035">
                      <a:extLst>
                        <a:ext uri="{FF2B5EF4-FFF2-40B4-BE49-F238E27FC236}">
                          <a16:creationId xmlns:a16="http://schemas.microsoft.com/office/drawing/2014/main" id="{978D6C97-DC21-1FC2-DC37-7558A2144B94}"/>
                        </a:ext>
                      </a:extLst>
                    </p:cNvPr>
                    <p:cNvSpPr/>
                    <p:nvPr/>
                  </p:nvSpPr>
                  <p:spPr>
                    <a:xfrm>
                      <a:off x="4770024" y="4236529"/>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7" name="Freeform: Shape 3036">
                      <a:extLst>
                        <a:ext uri="{FF2B5EF4-FFF2-40B4-BE49-F238E27FC236}">
                          <a16:creationId xmlns:a16="http://schemas.microsoft.com/office/drawing/2014/main" id="{B13C6E88-0927-3A0C-7618-2CBECED57E27}"/>
                        </a:ext>
                      </a:extLst>
                    </p:cNvPr>
                    <p:cNvSpPr/>
                    <p:nvPr/>
                  </p:nvSpPr>
                  <p:spPr>
                    <a:xfrm>
                      <a:off x="4780978" y="4258627"/>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8" name="Freeform: Shape 3037">
                      <a:extLst>
                        <a:ext uri="{FF2B5EF4-FFF2-40B4-BE49-F238E27FC236}">
                          <a16:creationId xmlns:a16="http://schemas.microsoft.com/office/drawing/2014/main" id="{A25756F0-409C-F900-FD2E-3E9DE009D1A3}"/>
                        </a:ext>
                      </a:extLst>
                    </p:cNvPr>
                    <p:cNvSpPr/>
                    <p:nvPr/>
                  </p:nvSpPr>
                  <p:spPr>
                    <a:xfrm>
                      <a:off x="4780978" y="4287774"/>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9" name="Freeform: Shape 3038">
                      <a:extLst>
                        <a:ext uri="{FF2B5EF4-FFF2-40B4-BE49-F238E27FC236}">
                          <a16:creationId xmlns:a16="http://schemas.microsoft.com/office/drawing/2014/main" id="{F49415E0-C255-217D-395C-27E1EA59F9E2}"/>
                        </a:ext>
                      </a:extLst>
                    </p:cNvPr>
                    <p:cNvSpPr/>
                    <p:nvPr/>
                  </p:nvSpPr>
                  <p:spPr>
                    <a:xfrm>
                      <a:off x="4780978" y="4316920"/>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0" name="Freeform: Shape 3039">
                      <a:extLst>
                        <a:ext uri="{FF2B5EF4-FFF2-40B4-BE49-F238E27FC236}">
                          <a16:creationId xmlns:a16="http://schemas.microsoft.com/office/drawing/2014/main" id="{9E7DE31B-80B9-3555-4108-677024F1C09D}"/>
                        </a:ext>
                      </a:extLst>
                    </p:cNvPr>
                    <p:cNvSpPr/>
                    <p:nvPr/>
                  </p:nvSpPr>
                  <p:spPr>
                    <a:xfrm>
                      <a:off x="4780978" y="4345971"/>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1" name="Freeform: Shape 3040">
                      <a:extLst>
                        <a:ext uri="{FF2B5EF4-FFF2-40B4-BE49-F238E27FC236}">
                          <a16:creationId xmlns:a16="http://schemas.microsoft.com/office/drawing/2014/main" id="{D09226C5-256C-8408-0E4D-C82037D9B729}"/>
                        </a:ext>
                      </a:extLst>
                    </p:cNvPr>
                    <p:cNvSpPr/>
                    <p:nvPr/>
                  </p:nvSpPr>
                  <p:spPr>
                    <a:xfrm>
                      <a:off x="4780978" y="4375118"/>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2" name="Freeform: Shape 3041">
                      <a:extLst>
                        <a:ext uri="{FF2B5EF4-FFF2-40B4-BE49-F238E27FC236}">
                          <a16:creationId xmlns:a16="http://schemas.microsoft.com/office/drawing/2014/main" id="{00A0FC3F-BB0C-F434-20AB-54BA96899D73}"/>
                        </a:ext>
                      </a:extLst>
                    </p:cNvPr>
                    <p:cNvSpPr/>
                    <p:nvPr/>
                  </p:nvSpPr>
                  <p:spPr>
                    <a:xfrm>
                      <a:off x="4780978" y="4404264"/>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3" name="Freeform: Shape 3042">
                      <a:extLst>
                        <a:ext uri="{FF2B5EF4-FFF2-40B4-BE49-F238E27FC236}">
                          <a16:creationId xmlns:a16="http://schemas.microsoft.com/office/drawing/2014/main" id="{128A0903-ABC0-9BFC-5E75-B3B7167CDBC3}"/>
                        </a:ext>
                      </a:extLst>
                    </p:cNvPr>
                    <p:cNvSpPr/>
                    <p:nvPr/>
                  </p:nvSpPr>
                  <p:spPr>
                    <a:xfrm>
                      <a:off x="4780978" y="443331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4" name="Freeform: Shape 3043">
                      <a:extLst>
                        <a:ext uri="{FF2B5EF4-FFF2-40B4-BE49-F238E27FC236}">
                          <a16:creationId xmlns:a16="http://schemas.microsoft.com/office/drawing/2014/main" id="{FE813F28-C44C-534E-5DE2-6A5C49F66087}"/>
                        </a:ext>
                      </a:extLst>
                    </p:cNvPr>
                    <p:cNvSpPr/>
                    <p:nvPr/>
                  </p:nvSpPr>
                  <p:spPr>
                    <a:xfrm>
                      <a:off x="4780978" y="446246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5" name="Freeform: Shape 3044">
                      <a:extLst>
                        <a:ext uri="{FF2B5EF4-FFF2-40B4-BE49-F238E27FC236}">
                          <a16:creationId xmlns:a16="http://schemas.microsoft.com/office/drawing/2014/main" id="{9FDC098A-6835-FE76-AB4C-08A54AA5841D}"/>
                        </a:ext>
                      </a:extLst>
                    </p:cNvPr>
                    <p:cNvSpPr/>
                    <p:nvPr/>
                  </p:nvSpPr>
                  <p:spPr>
                    <a:xfrm>
                      <a:off x="4780978" y="4491608"/>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6" name="Freeform: Shape 3045">
                      <a:extLst>
                        <a:ext uri="{FF2B5EF4-FFF2-40B4-BE49-F238E27FC236}">
                          <a16:creationId xmlns:a16="http://schemas.microsoft.com/office/drawing/2014/main" id="{DA836646-47E5-B080-CBE4-D0EDCE0CC9BA}"/>
                        </a:ext>
                      </a:extLst>
                    </p:cNvPr>
                    <p:cNvSpPr/>
                    <p:nvPr/>
                  </p:nvSpPr>
                  <p:spPr>
                    <a:xfrm>
                      <a:off x="4780978" y="4520660"/>
                      <a:ext cx="115442" cy="81248"/>
                    </a:xfrm>
                    <a:custGeom>
                      <a:avLst/>
                      <a:gdLst>
                        <a:gd name="connsiteX0" fmla="*/ 115443 w 115442"/>
                        <a:gd name="connsiteY0" fmla="*/ 81249 h 81248"/>
                        <a:gd name="connsiteX1" fmla="*/ 0 w 115442"/>
                        <a:gd name="connsiteY1" fmla="*/ 14574 h 81248"/>
                        <a:gd name="connsiteX2" fmla="*/ 0 w 115442"/>
                        <a:gd name="connsiteY2" fmla="*/ 0 h 81248"/>
                        <a:gd name="connsiteX3" fmla="*/ 115443 w 115442"/>
                        <a:gd name="connsiteY3" fmla="*/ 66675 h 81248"/>
                        <a:gd name="connsiteX4" fmla="*/ 115443 w 115442"/>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7" name="Freeform: Shape 3046">
                      <a:extLst>
                        <a:ext uri="{FF2B5EF4-FFF2-40B4-BE49-F238E27FC236}">
                          <a16:creationId xmlns:a16="http://schemas.microsoft.com/office/drawing/2014/main" id="{9F514B5C-4DA1-2C67-69F2-F0D011A0F1B5}"/>
                        </a:ext>
                      </a:extLst>
                    </p:cNvPr>
                    <p:cNvSpPr/>
                    <p:nvPr/>
                  </p:nvSpPr>
                  <p:spPr>
                    <a:xfrm>
                      <a:off x="4780978" y="4549806"/>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8" name="Freeform: Shape 3047">
                      <a:extLst>
                        <a:ext uri="{FF2B5EF4-FFF2-40B4-BE49-F238E27FC236}">
                          <a16:creationId xmlns:a16="http://schemas.microsoft.com/office/drawing/2014/main" id="{1A37624F-9DE0-AE9B-22DF-71E5B8F96430}"/>
                        </a:ext>
                      </a:extLst>
                    </p:cNvPr>
                    <p:cNvSpPr/>
                    <p:nvPr/>
                  </p:nvSpPr>
                  <p:spPr>
                    <a:xfrm>
                      <a:off x="4780978" y="4578953"/>
                      <a:ext cx="115442" cy="81152"/>
                    </a:xfrm>
                    <a:custGeom>
                      <a:avLst/>
                      <a:gdLst>
                        <a:gd name="connsiteX0" fmla="*/ 115443 w 115442"/>
                        <a:gd name="connsiteY0" fmla="*/ 81153 h 81152"/>
                        <a:gd name="connsiteX1" fmla="*/ 0 w 115442"/>
                        <a:gd name="connsiteY1" fmla="*/ 14478 h 81152"/>
                        <a:gd name="connsiteX2" fmla="*/ 0 w 115442"/>
                        <a:gd name="connsiteY2" fmla="*/ 0 h 81152"/>
                        <a:gd name="connsiteX3" fmla="*/ 115443 w 115442"/>
                        <a:gd name="connsiteY3" fmla="*/ 66675 h 81152"/>
                        <a:gd name="connsiteX4" fmla="*/ 115443 w 115442"/>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49" name="Freeform: Shape 3048">
                      <a:extLst>
                        <a:ext uri="{FF2B5EF4-FFF2-40B4-BE49-F238E27FC236}">
                          <a16:creationId xmlns:a16="http://schemas.microsoft.com/office/drawing/2014/main" id="{0A0EE881-9DDB-9055-5CE1-EB43EDA12A68}"/>
                        </a:ext>
                      </a:extLst>
                    </p:cNvPr>
                    <p:cNvSpPr/>
                    <p:nvPr/>
                  </p:nvSpPr>
                  <p:spPr>
                    <a:xfrm>
                      <a:off x="4780978" y="4608004"/>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0" name="Freeform: Shape 3049">
                      <a:extLst>
                        <a:ext uri="{FF2B5EF4-FFF2-40B4-BE49-F238E27FC236}">
                          <a16:creationId xmlns:a16="http://schemas.microsoft.com/office/drawing/2014/main" id="{CE1F4CB2-37DE-6D5E-CA0D-FA2F13C531F4}"/>
                        </a:ext>
                      </a:extLst>
                    </p:cNvPr>
                    <p:cNvSpPr/>
                    <p:nvPr/>
                  </p:nvSpPr>
                  <p:spPr>
                    <a:xfrm>
                      <a:off x="4780978" y="4637150"/>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1" name="Freeform: Shape 3050">
                      <a:extLst>
                        <a:ext uri="{FF2B5EF4-FFF2-40B4-BE49-F238E27FC236}">
                          <a16:creationId xmlns:a16="http://schemas.microsoft.com/office/drawing/2014/main" id="{376F1447-AB8D-55F4-E736-059B0B9B9DD0}"/>
                        </a:ext>
                      </a:extLst>
                    </p:cNvPr>
                    <p:cNvSpPr/>
                    <p:nvPr/>
                  </p:nvSpPr>
                  <p:spPr>
                    <a:xfrm>
                      <a:off x="4780978" y="4666202"/>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2" name="Freeform: Shape 3051">
                      <a:extLst>
                        <a:ext uri="{FF2B5EF4-FFF2-40B4-BE49-F238E27FC236}">
                          <a16:creationId xmlns:a16="http://schemas.microsoft.com/office/drawing/2014/main" id="{20E5FDDE-E1CA-0ED2-C05C-F20163F447F2}"/>
                        </a:ext>
                      </a:extLst>
                    </p:cNvPr>
                    <p:cNvSpPr/>
                    <p:nvPr/>
                  </p:nvSpPr>
                  <p:spPr>
                    <a:xfrm>
                      <a:off x="4780978" y="4695348"/>
                      <a:ext cx="115442" cy="81248"/>
                    </a:xfrm>
                    <a:custGeom>
                      <a:avLst/>
                      <a:gdLst>
                        <a:gd name="connsiteX0" fmla="*/ 115443 w 115442"/>
                        <a:gd name="connsiteY0" fmla="*/ 81248 h 81248"/>
                        <a:gd name="connsiteX1" fmla="*/ 0 w 115442"/>
                        <a:gd name="connsiteY1" fmla="*/ 14573 h 81248"/>
                        <a:gd name="connsiteX2" fmla="*/ 0 w 115442"/>
                        <a:gd name="connsiteY2" fmla="*/ 0 h 81248"/>
                        <a:gd name="connsiteX3" fmla="*/ 115443 w 115442"/>
                        <a:gd name="connsiteY3" fmla="*/ 66675 h 81248"/>
                        <a:gd name="connsiteX4" fmla="*/ 115443 w 115442"/>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2"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3" name="Freeform: Shape 3052">
                      <a:extLst>
                        <a:ext uri="{FF2B5EF4-FFF2-40B4-BE49-F238E27FC236}">
                          <a16:creationId xmlns:a16="http://schemas.microsoft.com/office/drawing/2014/main" id="{1F8F6BEF-682E-76E3-F30E-32FAECEE98C6}"/>
                        </a:ext>
                      </a:extLst>
                    </p:cNvPr>
                    <p:cNvSpPr/>
                    <p:nvPr/>
                  </p:nvSpPr>
                  <p:spPr>
                    <a:xfrm>
                      <a:off x="4909566" y="4332922"/>
                      <a:ext cx="62483" cy="79724"/>
                    </a:xfrm>
                    <a:custGeom>
                      <a:avLst/>
                      <a:gdLst>
                        <a:gd name="connsiteX0" fmla="*/ 62484 w 62483"/>
                        <a:gd name="connsiteY0" fmla="*/ 79724 h 79724"/>
                        <a:gd name="connsiteX1" fmla="*/ 0 w 62483"/>
                        <a:gd name="connsiteY1" fmla="*/ 43625 h 79724"/>
                        <a:gd name="connsiteX2" fmla="*/ 0 w 62483"/>
                        <a:gd name="connsiteY2" fmla="*/ 0 h 79724"/>
                        <a:gd name="connsiteX3" fmla="*/ 62484 w 62483"/>
                        <a:gd name="connsiteY3" fmla="*/ 36100 h 79724"/>
                        <a:gd name="connsiteX4" fmla="*/ 62484 w 62483"/>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724">
                          <a:moveTo>
                            <a:pt x="62484" y="79724"/>
                          </a:moveTo>
                          <a:lnTo>
                            <a:pt x="0" y="43625"/>
                          </a:lnTo>
                          <a:lnTo>
                            <a:pt x="0" y="0"/>
                          </a:lnTo>
                          <a:lnTo>
                            <a:pt x="62484" y="36100"/>
                          </a:lnTo>
                          <a:lnTo>
                            <a:pt x="62484"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4" name="Freeform: Shape 3053">
                      <a:extLst>
                        <a:ext uri="{FF2B5EF4-FFF2-40B4-BE49-F238E27FC236}">
                          <a16:creationId xmlns:a16="http://schemas.microsoft.com/office/drawing/2014/main" id="{A273C814-F641-56E8-4A83-9F60D4D0BE54}"/>
                        </a:ext>
                      </a:extLst>
                    </p:cNvPr>
                    <p:cNvSpPr/>
                    <p:nvPr/>
                  </p:nvSpPr>
                  <p:spPr>
                    <a:xfrm>
                      <a:off x="4914804" y="4344161"/>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29909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29909"/>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5" name="Freeform: Shape 3054">
                      <a:extLst>
                        <a:ext uri="{FF2B5EF4-FFF2-40B4-BE49-F238E27FC236}">
                          <a16:creationId xmlns:a16="http://schemas.microsoft.com/office/drawing/2014/main" id="{3987FFC8-E461-66DB-4760-FB568544B146}"/>
                        </a:ext>
                      </a:extLst>
                    </p:cNvPr>
                    <p:cNvSpPr/>
                    <p:nvPr/>
                  </p:nvSpPr>
                  <p:spPr>
                    <a:xfrm>
                      <a:off x="4909566" y="4387691"/>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6" name="Freeform: Shape 3055">
                      <a:extLst>
                        <a:ext uri="{FF2B5EF4-FFF2-40B4-BE49-F238E27FC236}">
                          <a16:creationId xmlns:a16="http://schemas.microsoft.com/office/drawing/2014/main" id="{FB11998B-761A-9739-7136-203740108192}"/>
                        </a:ext>
                      </a:extLst>
                    </p:cNvPr>
                    <p:cNvSpPr/>
                    <p:nvPr/>
                  </p:nvSpPr>
                  <p:spPr>
                    <a:xfrm>
                      <a:off x="4909566" y="4573047"/>
                      <a:ext cx="62483" cy="79819"/>
                    </a:xfrm>
                    <a:custGeom>
                      <a:avLst/>
                      <a:gdLst>
                        <a:gd name="connsiteX0" fmla="*/ 62484 w 62483"/>
                        <a:gd name="connsiteY0" fmla="*/ 79820 h 79819"/>
                        <a:gd name="connsiteX1" fmla="*/ 0 w 62483"/>
                        <a:gd name="connsiteY1" fmla="*/ 43720 h 79819"/>
                        <a:gd name="connsiteX2" fmla="*/ 0 w 62483"/>
                        <a:gd name="connsiteY2" fmla="*/ 0 h 79819"/>
                        <a:gd name="connsiteX3" fmla="*/ 62484 w 62483"/>
                        <a:gd name="connsiteY3" fmla="*/ 36100 h 79819"/>
                        <a:gd name="connsiteX4" fmla="*/ 62484 w 62483"/>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3" h="79819">
                          <a:moveTo>
                            <a:pt x="62484" y="79820"/>
                          </a:moveTo>
                          <a:lnTo>
                            <a:pt x="0" y="43720"/>
                          </a:lnTo>
                          <a:lnTo>
                            <a:pt x="0" y="0"/>
                          </a:lnTo>
                          <a:lnTo>
                            <a:pt x="62484" y="36100"/>
                          </a:lnTo>
                          <a:lnTo>
                            <a:pt x="62484"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7" name="Freeform: Shape 3056">
                      <a:extLst>
                        <a:ext uri="{FF2B5EF4-FFF2-40B4-BE49-F238E27FC236}">
                          <a16:creationId xmlns:a16="http://schemas.microsoft.com/office/drawing/2014/main" id="{E13E45E8-2826-C692-9B32-89F554A5C220}"/>
                        </a:ext>
                      </a:extLst>
                    </p:cNvPr>
                    <p:cNvSpPr/>
                    <p:nvPr/>
                  </p:nvSpPr>
                  <p:spPr>
                    <a:xfrm>
                      <a:off x="4914804" y="4584287"/>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8" name="Freeform: Shape 3057">
                      <a:extLst>
                        <a:ext uri="{FF2B5EF4-FFF2-40B4-BE49-F238E27FC236}">
                          <a16:creationId xmlns:a16="http://schemas.microsoft.com/office/drawing/2014/main" id="{A2B45651-7771-CE4C-8DF5-88DF7D118697}"/>
                        </a:ext>
                      </a:extLst>
                    </p:cNvPr>
                    <p:cNvSpPr/>
                    <p:nvPr/>
                  </p:nvSpPr>
                  <p:spPr>
                    <a:xfrm>
                      <a:off x="4909566" y="4627816"/>
                      <a:ext cx="63341" cy="192881"/>
                    </a:xfrm>
                    <a:custGeom>
                      <a:avLst/>
                      <a:gdLst>
                        <a:gd name="connsiteX0" fmla="*/ 63341 w 63341"/>
                        <a:gd name="connsiteY0" fmla="*/ 192881 h 192881"/>
                        <a:gd name="connsiteX1" fmla="*/ 0 w 63341"/>
                        <a:gd name="connsiteY1" fmla="*/ 156305 h 192881"/>
                        <a:gd name="connsiteX2" fmla="*/ 0 w 63341"/>
                        <a:gd name="connsiteY2" fmla="*/ 0 h 192881"/>
                        <a:gd name="connsiteX3" fmla="*/ 63341 w 63341"/>
                        <a:gd name="connsiteY3" fmla="*/ 36576 h 192881"/>
                        <a:gd name="connsiteX4" fmla="*/ 63341 w 63341"/>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1" h="192881">
                          <a:moveTo>
                            <a:pt x="63341" y="192881"/>
                          </a:moveTo>
                          <a:lnTo>
                            <a:pt x="0" y="156305"/>
                          </a:lnTo>
                          <a:lnTo>
                            <a:pt x="0" y="0"/>
                          </a:lnTo>
                          <a:lnTo>
                            <a:pt x="63341" y="36576"/>
                          </a:lnTo>
                          <a:lnTo>
                            <a:pt x="63341"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59" name="Freeform: Shape 3058">
                      <a:extLst>
                        <a:ext uri="{FF2B5EF4-FFF2-40B4-BE49-F238E27FC236}">
                          <a16:creationId xmlns:a16="http://schemas.microsoft.com/office/drawing/2014/main" id="{AFDD5B70-CE17-FFB7-BB66-38E4C862209A}"/>
                        </a:ext>
                      </a:extLst>
                    </p:cNvPr>
                    <p:cNvSpPr/>
                    <p:nvPr/>
                  </p:nvSpPr>
                  <p:spPr>
                    <a:xfrm>
                      <a:off x="4914804" y="4750784"/>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0" name="Freeform: Shape 3059">
                      <a:extLst>
                        <a:ext uri="{FF2B5EF4-FFF2-40B4-BE49-F238E27FC236}">
                          <a16:creationId xmlns:a16="http://schemas.microsoft.com/office/drawing/2014/main" id="{5403F7E9-4604-D32F-79FE-3DBD868A56A0}"/>
                        </a:ext>
                      </a:extLst>
                    </p:cNvPr>
                    <p:cNvSpPr/>
                    <p:nvPr/>
                  </p:nvSpPr>
                  <p:spPr>
                    <a:xfrm>
                      <a:off x="4914804" y="4510658"/>
                      <a:ext cx="51911" cy="59055"/>
                    </a:xfrm>
                    <a:custGeom>
                      <a:avLst/>
                      <a:gdLst>
                        <a:gd name="connsiteX0" fmla="*/ 51911 w 51911"/>
                        <a:gd name="connsiteY0" fmla="*/ 29909 h 59055"/>
                        <a:gd name="connsiteX1" fmla="*/ 0 w 51911"/>
                        <a:gd name="connsiteY1" fmla="*/ 0 h 59055"/>
                        <a:gd name="connsiteX2" fmla="*/ 0 w 51911"/>
                        <a:gd name="connsiteY2" fmla="*/ 29051 h 59055"/>
                        <a:gd name="connsiteX3" fmla="*/ 51911 w 51911"/>
                        <a:gd name="connsiteY3" fmla="*/ 59055 h 59055"/>
                        <a:gd name="connsiteX4" fmla="*/ 51911 w 51911"/>
                        <a:gd name="connsiteY4" fmla="*/ 29909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29909"/>
                          </a:moveTo>
                          <a:lnTo>
                            <a:pt x="0" y="0"/>
                          </a:lnTo>
                          <a:lnTo>
                            <a:pt x="0" y="29051"/>
                          </a:lnTo>
                          <a:lnTo>
                            <a:pt x="51911" y="59055"/>
                          </a:lnTo>
                          <a:lnTo>
                            <a:pt x="51911" y="29909"/>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1" name="Freeform: Shape 3060">
                      <a:extLst>
                        <a:ext uri="{FF2B5EF4-FFF2-40B4-BE49-F238E27FC236}">
                          <a16:creationId xmlns:a16="http://schemas.microsoft.com/office/drawing/2014/main" id="{DD306E4E-CFEA-A7D0-5B46-45831FAAB85B}"/>
                        </a:ext>
                      </a:extLst>
                    </p:cNvPr>
                    <p:cNvSpPr/>
                    <p:nvPr/>
                  </p:nvSpPr>
                  <p:spPr>
                    <a:xfrm>
                      <a:off x="4939188" y="4411217"/>
                      <a:ext cx="4000" cy="109347"/>
                    </a:xfrm>
                    <a:custGeom>
                      <a:avLst/>
                      <a:gdLst>
                        <a:gd name="connsiteX0" fmla="*/ 4000 w 4000"/>
                        <a:gd name="connsiteY0" fmla="*/ 109347 h 109347"/>
                        <a:gd name="connsiteX1" fmla="*/ 0 w 4000"/>
                        <a:gd name="connsiteY1" fmla="*/ 107061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7061"/>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62" name="Freeform: Shape 3061">
                      <a:extLst>
                        <a:ext uri="{FF2B5EF4-FFF2-40B4-BE49-F238E27FC236}">
                          <a16:creationId xmlns:a16="http://schemas.microsoft.com/office/drawing/2014/main" id="{70C72741-CF2C-7090-A4EA-264CD2E9D3E7}"/>
                        </a:ext>
                      </a:extLst>
                    </p:cNvPr>
                    <p:cNvSpPr/>
                    <p:nvPr/>
                  </p:nvSpPr>
                  <p:spPr>
                    <a:xfrm>
                      <a:off x="4939188" y="4653152"/>
                      <a:ext cx="4000" cy="109347"/>
                    </a:xfrm>
                    <a:custGeom>
                      <a:avLst/>
                      <a:gdLst>
                        <a:gd name="connsiteX0" fmla="*/ 4000 w 4000"/>
                        <a:gd name="connsiteY0" fmla="*/ 109347 h 109347"/>
                        <a:gd name="connsiteX1" fmla="*/ 0 w 4000"/>
                        <a:gd name="connsiteY1" fmla="*/ 106966 h 109347"/>
                        <a:gd name="connsiteX2" fmla="*/ 0 w 4000"/>
                        <a:gd name="connsiteY2" fmla="*/ 0 h 109347"/>
                        <a:gd name="connsiteX3" fmla="*/ 4000 w 4000"/>
                        <a:gd name="connsiteY3" fmla="*/ 2286 h 109347"/>
                        <a:gd name="connsiteX4" fmla="*/ 4000 w 4000"/>
                        <a:gd name="connsiteY4" fmla="*/ 109347 h 109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7">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3002" name="Graphic 3388">
                    <a:extLst>
                      <a:ext uri="{FF2B5EF4-FFF2-40B4-BE49-F238E27FC236}">
                        <a16:creationId xmlns:a16="http://schemas.microsoft.com/office/drawing/2014/main" id="{0E117221-712E-71FA-067B-7CA63F77ACC4}"/>
                      </a:ext>
                    </a:extLst>
                  </p:cNvPr>
                  <p:cNvGrpSpPr/>
                  <p:nvPr/>
                </p:nvGrpSpPr>
                <p:grpSpPr>
                  <a:xfrm>
                    <a:off x="4512945" y="4088034"/>
                    <a:ext cx="214503" cy="604837"/>
                    <a:chOff x="4512945" y="4088034"/>
                    <a:chExt cx="214503" cy="604837"/>
                  </a:xfrm>
                </p:grpSpPr>
                <p:sp>
                  <p:nvSpPr>
                    <p:cNvPr id="3009" name="Freeform: Shape 3008">
                      <a:extLst>
                        <a:ext uri="{FF2B5EF4-FFF2-40B4-BE49-F238E27FC236}">
                          <a16:creationId xmlns:a16="http://schemas.microsoft.com/office/drawing/2014/main" id="{2386BCFB-E30E-5A15-A397-85F6C5D88B85}"/>
                        </a:ext>
                      </a:extLst>
                    </p:cNvPr>
                    <p:cNvSpPr/>
                    <p:nvPr/>
                  </p:nvSpPr>
                  <p:spPr>
                    <a:xfrm>
                      <a:off x="4512945" y="4088034"/>
                      <a:ext cx="214503" cy="604837"/>
                    </a:xfrm>
                    <a:custGeom>
                      <a:avLst/>
                      <a:gdLst>
                        <a:gd name="connsiteX0" fmla="*/ 214503 w 214503"/>
                        <a:gd name="connsiteY0" fmla="*/ 604838 h 604837"/>
                        <a:gd name="connsiteX1" fmla="*/ 0 w 214503"/>
                        <a:gd name="connsiteY1" fmla="*/ 481013 h 604837"/>
                        <a:gd name="connsiteX2" fmla="*/ 0 w 214503"/>
                        <a:gd name="connsiteY2" fmla="*/ 0 h 604837"/>
                        <a:gd name="connsiteX3" fmla="*/ 214503 w 214503"/>
                        <a:gd name="connsiteY3" fmla="*/ 123825 h 604837"/>
                        <a:gd name="connsiteX4" fmla="*/ 214503 w 214503"/>
                        <a:gd name="connsiteY4" fmla="*/ 604838 h 604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503" h="604837">
                          <a:moveTo>
                            <a:pt x="214503" y="604838"/>
                          </a:moveTo>
                          <a:lnTo>
                            <a:pt x="0" y="481013"/>
                          </a:lnTo>
                          <a:lnTo>
                            <a:pt x="0" y="0"/>
                          </a:lnTo>
                          <a:lnTo>
                            <a:pt x="214503" y="123825"/>
                          </a:lnTo>
                          <a:lnTo>
                            <a:pt x="214503" y="604838"/>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0" name="Freeform: Shape 3009">
                      <a:extLst>
                        <a:ext uri="{FF2B5EF4-FFF2-40B4-BE49-F238E27FC236}">
                          <a16:creationId xmlns:a16="http://schemas.microsoft.com/office/drawing/2014/main" id="{CA0F8BB9-B086-B7FC-323D-15E404356692}"/>
                        </a:ext>
                      </a:extLst>
                    </p:cNvPr>
                    <p:cNvSpPr/>
                    <p:nvPr/>
                  </p:nvSpPr>
                  <p:spPr>
                    <a:xfrm>
                      <a:off x="4523898" y="4110227"/>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1" name="Freeform: Shape 3010">
                      <a:extLst>
                        <a:ext uri="{FF2B5EF4-FFF2-40B4-BE49-F238E27FC236}">
                          <a16:creationId xmlns:a16="http://schemas.microsoft.com/office/drawing/2014/main" id="{1A573FB8-5994-ADC1-3938-CA792C517AC9}"/>
                        </a:ext>
                      </a:extLst>
                    </p:cNvPr>
                    <p:cNvSpPr/>
                    <p:nvPr/>
                  </p:nvSpPr>
                  <p:spPr>
                    <a:xfrm>
                      <a:off x="4523898" y="413937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2" name="Freeform: Shape 3011">
                      <a:extLst>
                        <a:ext uri="{FF2B5EF4-FFF2-40B4-BE49-F238E27FC236}">
                          <a16:creationId xmlns:a16="http://schemas.microsoft.com/office/drawing/2014/main" id="{14D61B94-2C8D-1B2E-684F-C5F33CD26C9F}"/>
                        </a:ext>
                      </a:extLst>
                    </p:cNvPr>
                    <p:cNvSpPr/>
                    <p:nvPr/>
                  </p:nvSpPr>
                  <p:spPr>
                    <a:xfrm>
                      <a:off x="4523898" y="416842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3" name="Freeform: Shape 3012">
                      <a:extLst>
                        <a:ext uri="{FF2B5EF4-FFF2-40B4-BE49-F238E27FC236}">
                          <a16:creationId xmlns:a16="http://schemas.microsoft.com/office/drawing/2014/main" id="{5BAD4B7F-5732-CC9D-59DD-2E9E5EF44E02}"/>
                        </a:ext>
                      </a:extLst>
                    </p:cNvPr>
                    <p:cNvSpPr/>
                    <p:nvPr/>
                  </p:nvSpPr>
                  <p:spPr>
                    <a:xfrm>
                      <a:off x="4523898" y="419757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4" name="Freeform: Shape 3013">
                      <a:extLst>
                        <a:ext uri="{FF2B5EF4-FFF2-40B4-BE49-F238E27FC236}">
                          <a16:creationId xmlns:a16="http://schemas.microsoft.com/office/drawing/2014/main" id="{3E15CF0F-2FE4-7E37-863A-2F300E66477A}"/>
                        </a:ext>
                      </a:extLst>
                    </p:cNvPr>
                    <p:cNvSpPr/>
                    <p:nvPr/>
                  </p:nvSpPr>
                  <p:spPr>
                    <a:xfrm>
                      <a:off x="4523898" y="4226718"/>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5" name="Freeform: Shape 3014">
                      <a:extLst>
                        <a:ext uri="{FF2B5EF4-FFF2-40B4-BE49-F238E27FC236}">
                          <a16:creationId xmlns:a16="http://schemas.microsoft.com/office/drawing/2014/main" id="{26A7842A-3531-5EE0-3257-4A669512CDCF}"/>
                        </a:ext>
                      </a:extLst>
                    </p:cNvPr>
                    <p:cNvSpPr/>
                    <p:nvPr/>
                  </p:nvSpPr>
                  <p:spPr>
                    <a:xfrm>
                      <a:off x="4523898" y="425576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6" name="Freeform: Shape 3015">
                      <a:extLst>
                        <a:ext uri="{FF2B5EF4-FFF2-40B4-BE49-F238E27FC236}">
                          <a16:creationId xmlns:a16="http://schemas.microsoft.com/office/drawing/2014/main" id="{0877F57C-816D-0B98-54BC-A3344BC1323C}"/>
                        </a:ext>
                      </a:extLst>
                    </p:cNvPr>
                    <p:cNvSpPr/>
                    <p:nvPr/>
                  </p:nvSpPr>
                  <p:spPr>
                    <a:xfrm>
                      <a:off x="4523898" y="4284916"/>
                      <a:ext cx="115443" cy="81248"/>
                    </a:xfrm>
                    <a:custGeom>
                      <a:avLst/>
                      <a:gdLst>
                        <a:gd name="connsiteX0" fmla="*/ 115443 w 115443"/>
                        <a:gd name="connsiteY0" fmla="*/ 81249 h 81248"/>
                        <a:gd name="connsiteX1" fmla="*/ 0 w 115443"/>
                        <a:gd name="connsiteY1" fmla="*/ 14574 h 81248"/>
                        <a:gd name="connsiteX2" fmla="*/ 0 w 115443"/>
                        <a:gd name="connsiteY2" fmla="*/ 0 h 81248"/>
                        <a:gd name="connsiteX3" fmla="*/ 115443 w 115443"/>
                        <a:gd name="connsiteY3" fmla="*/ 66675 h 81248"/>
                        <a:gd name="connsiteX4" fmla="*/ 115443 w 115443"/>
                        <a:gd name="connsiteY4" fmla="*/ 81249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9"/>
                          </a:moveTo>
                          <a:lnTo>
                            <a:pt x="0" y="14574"/>
                          </a:lnTo>
                          <a:lnTo>
                            <a:pt x="0" y="0"/>
                          </a:lnTo>
                          <a:lnTo>
                            <a:pt x="115443" y="66675"/>
                          </a:lnTo>
                          <a:lnTo>
                            <a:pt x="115443" y="81249"/>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7" name="Freeform: Shape 3016">
                      <a:extLst>
                        <a:ext uri="{FF2B5EF4-FFF2-40B4-BE49-F238E27FC236}">
                          <a16:creationId xmlns:a16="http://schemas.microsoft.com/office/drawing/2014/main" id="{2D74E4C2-62B4-C65E-1F41-483446501A48}"/>
                        </a:ext>
                      </a:extLst>
                    </p:cNvPr>
                    <p:cNvSpPr/>
                    <p:nvPr/>
                  </p:nvSpPr>
                  <p:spPr>
                    <a:xfrm>
                      <a:off x="4523898" y="4314063"/>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8" name="Freeform: Shape 3017">
                      <a:extLst>
                        <a:ext uri="{FF2B5EF4-FFF2-40B4-BE49-F238E27FC236}">
                          <a16:creationId xmlns:a16="http://schemas.microsoft.com/office/drawing/2014/main" id="{59EFF29F-457F-C21A-9ADA-C81A87B43327}"/>
                        </a:ext>
                      </a:extLst>
                    </p:cNvPr>
                    <p:cNvSpPr/>
                    <p:nvPr/>
                  </p:nvSpPr>
                  <p:spPr>
                    <a:xfrm>
                      <a:off x="4523898" y="4343114"/>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19" name="Freeform: Shape 3018">
                      <a:extLst>
                        <a:ext uri="{FF2B5EF4-FFF2-40B4-BE49-F238E27FC236}">
                          <a16:creationId xmlns:a16="http://schemas.microsoft.com/office/drawing/2014/main" id="{04B8147F-E0C3-C700-3947-50E758F7D498}"/>
                        </a:ext>
                      </a:extLst>
                    </p:cNvPr>
                    <p:cNvSpPr/>
                    <p:nvPr/>
                  </p:nvSpPr>
                  <p:spPr>
                    <a:xfrm>
                      <a:off x="4523898" y="4372260"/>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0" name="Freeform: Shape 3019">
                      <a:extLst>
                        <a:ext uri="{FF2B5EF4-FFF2-40B4-BE49-F238E27FC236}">
                          <a16:creationId xmlns:a16="http://schemas.microsoft.com/office/drawing/2014/main" id="{F320F318-AC96-79B7-070F-45D0A1B5DCCB}"/>
                        </a:ext>
                      </a:extLst>
                    </p:cNvPr>
                    <p:cNvSpPr/>
                    <p:nvPr/>
                  </p:nvSpPr>
                  <p:spPr>
                    <a:xfrm>
                      <a:off x="4523898" y="4401407"/>
                      <a:ext cx="115443" cy="81152"/>
                    </a:xfrm>
                    <a:custGeom>
                      <a:avLst/>
                      <a:gdLst>
                        <a:gd name="connsiteX0" fmla="*/ 115443 w 115443"/>
                        <a:gd name="connsiteY0" fmla="*/ 81153 h 81152"/>
                        <a:gd name="connsiteX1" fmla="*/ 0 w 115443"/>
                        <a:gd name="connsiteY1" fmla="*/ 14478 h 81152"/>
                        <a:gd name="connsiteX2" fmla="*/ 0 w 115443"/>
                        <a:gd name="connsiteY2" fmla="*/ 0 h 81152"/>
                        <a:gd name="connsiteX3" fmla="*/ 115443 w 115443"/>
                        <a:gd name="connsiteY3" fmla="*/ 66675 h 81152"/>
                        <a:gd name="connsiteX4" fmla="*/ 115443 w 115443"/>
                        <a:gd name="connsiteY4" fmla="*/ 81153 h 81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152">
                          <a:moveTo>
                            <a:pt x="115443" y="81153"/>
                          </a:moveTo>
                          <a:lnTo>
                            <a:pt x="0" y="14478"/>
                          </a:lnTo>
                          <a:lnTo>
                            <a:pt x="0" y="0"/>
                          </a:lnTo>
                          <a:lnTo>
                            <a:pt x="115443" y="66675"/>
                          </a:lnTo>
                          <a:lnTo>
                            <a:pt x="115443" y="81153"/>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1" name="Freeform: Shape 3020">
                      <a:extLst>
                        <a:ext uri="{FF2B5EF4-FFF2-40B4-BE49-F238E27FC236}">
                          <a16:creationId xmlns:a16="http://schemas.microsoft.com/office/drawing/2014/main" id="{C46003C0-7806-0590-F0F9-9469A4F0843F}"/>
                        </a:ext>
                      </a:extLst>
                    </p:cNvPr>
                    <p:cNvSpPr/>
                    <p:nvPr/>
                  </p:nvSpPr>
                  <p:spPr>
                    <a:xfrm>
                      <a:off x="4523898" y="4430458"/>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2" name="Freeform: Shape 3021">
                      <a:extLst>
                        <a:ext uri="{FF2B5EF4-FFF2-40B4-BE49-F238E27FC236}">
                          <a16:creationId xmlns:a16="http://schemas.microsoft.com/office/drawing/2014/main" id="{D88568E2-3A4B-9386-364C-67CF289B61EB}"/>
                        </a:ext>
                      </a:extLst>
                    </p:cNvPr>
                    <p:cNvSpPr/>
                    <p:nvPr/>
                  </p:nvSpPr>
                  <p:spPr>
                    <a:xfrm>
                      <a:off x="4523898" y="4459605"/>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3" name="Freeform: Shape 3022">
                      <a:extLst>
                        <a:ext uri="{FF2B5EF4-FFF2-40B4-BE49-F238E27FC236}">
                          <a16:creationId xmlns:a16="http://schemas.microsoft.com/office/drawing/2014/main" id="{8CEDDB44-6282-4467-2930-DBEFF0683DE8}"/>
                        </a:ext>
                      </a:extLst>
                    </p:cNvPr>
                    <p:cNvSpPr/>
                    <p:nvPr/>
                  </p:nvSpPr>
                  <p:spPr>
                    <a:xfrm>
                      <a:off x="4523898" y="4488656"/>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4" name="Freeform: Shape 3023">
                      <a:extLst>
                        <a:ext uri="{FF2B5EF4-FFF2-40B4-BE49-F238E27FC236}">
                          <a16:creationId xmlns:a16="http://schemas.microsoft.com/office/drawing/2014/main" id="{B198F7E3-A7B3-0629-BE72-6790CCA8625F}"/>
                        </a:ext>
                      </a:extLst>
                    </p:cNvPr>
                    <p:cNvSpPr/>
                    <p:nvPr/>
                  </p:nvSpPr>
                  <p:spPr>
                    <a:xfrm>
                      <a:off x="4523898" y="4517802"/>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5" name="Freeform: Shape 3024">
                      <a:extLst>
                        <a:ext uri="{FF2B5EF4-FFF2-40B4-BE49-F238E27FC236}">
                          <a16:creationId xmlns:a16="http://schemas.microsoft.com/office/drawing/2014/main" id="{F706F0A9-B7C3-47FA-CBA4-C294FE896903}"/>
                        </a:ext>
                      </a:extLst>
                    </p:cNvPr>
                    <p:cNvSpPr/>
                    <p:nvPr/>
                  </p:nvSpPr>
                  <p:spPr>
                    <a:xfrm>
                      <a:off x="4523898" y="4546949"/>
                      <a:ext cx="115443" cy="81248"/>
                    </a:xfrm>
                    <a:custGeom>
                      <a:avLst/>
                      <a:gdLst>
                        <a:gd name="connsiteX0" fmla="*/ 115443 w 115443"/>
                        <a:gd name="connsiteY0" fmla="*/ 81248 h 81248"/>
                        <a:gd name="connsiteX1" fmla="*/ 0 w 115443"/>
                        <a:gd name="connsiteY1" fmla="*/ 14573 h 81248"/>
                        <a:gd name="connsiteX2" fmla="*/ 0 w 115443"/>
                        <a:gd name="connsiteY2" fmla="*/ 0 h 81248"/>
                        <a:gd name="connsiteX3" fmla="*/ 115443 w 115443"/>
                        <a:gd name="connsiteY3" fmla="*/ 66675 h 81248"/>
                        <a:gd name="connsiteX4" fmla="*/ 115443 w 115443"/>
                        <a:gd name="connsiteY4" fmla="*/ 81248 h 8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43" h="81248">
                          <a:moveTo>
                            <a:pt x="115443" y="81248"/>
                          </a:moveTo>
                          <a:lnTo>
                            <a:pt x="0" y="14573"/>
                          </a:lnTo>
                          <a:lnTo>
                            <a:pt x="0" y="0"/>
                          </a:lnTo>
                          <a:lnTo>
                            <a:pt x="115443" y="66675"/>
                          </a:lnTo>
                          <a:lnTo>
                            <a:pt x="115443" y="81248"/>
                          </a:lnTo>
                          <a:close/>
                        </a:path>
                      </a:pathLst>
                    </a:custGeom>
                    <a:solidFill>
                      <a:srgbClr val="26262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6" name="Freeform: Shape 3025">
                      <a:extLst>
                        <a:ext uri="{FF2B5EF4-FFF2-40B4-BE49-F238E27FC236}">
                          <a16:creationId xmlns:a16="http://schemas.microsoft.com/office/drawing/2014/main" id="{BC6DED50-C5F0-D809-D431-75EFF937CDFA}"/>
                        </a:ext>
                      </a:extLst>
                    </p:cNvPr>
                    <p:cNvSpPr/>
                    <p:nvPr/>
                  </p:nvSpPr>
                  <p:spPr>
                    <a:xfrm>
                      <a:off x="4652391" y="4184427"/>
                      <a:ext cx="62579" cy="79819"/>
                    </a:xfrm>
                    <a:custGeom>
                      <a:avLst/>
                      <a:gdLst>
                        <a:gd name="connsiteX0" fmla="*/ 62579 w 62579"/>
                        <a:gd name="connsiteY0" fmla="*/ 79820 h 79819"/>
                        <a:gd name="connsiteX1" fmla="*/ 0 w 62579"/>
                        <a:gd name="connsiteY1" fmla="*/ 43720 h 79819"/>
                        <a:gd name="connsiteX2" fmla="*/ 0 w 62579"/>
                        <a:gd name="connsiteY2" fmla="*/ 0 h 79819"/>
                        <a:gd name="connsiteX3" fmla="*/ 62579 w 62579"/>
                        <a:gd name="connsiteY3" fmla="*/ 36100 h 79819"/>
                        <a:gd name="connsiteX4" fmla="*/ 62579 w 62579"/>
                        <a:gd name="connsiteY4" fmla="*/ 7982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819">
                          <a:moveTo>
                            <a:pt x="62579" y="79820"/>
                          </a:moveTo>
                          <a:lnTo>
                            <a:pt x="0" y="43720"/>
                          </a:lnTo>
                          <a:lnTo>
                            <a:pt x="0" y="0"/>
                          </a:lnTo>
                          <a:lnTo>
                            <a:pt x="62579" y="36100"/>
                          </a:lnTo>
                          <a:lnTo>
                            <a:pt x="62579" y="79820"/>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7" name="Freeform: Shape 3026">
                      <a:extLst>
                        <a:ext uri="{FF2B5EF4-FFF2-40B4-BE49-F238E27FC236}">
                          <a16:creationId xmlns:a16="http://schemas.microsoft.com/office/drawing/2014/main" id="{CBB79222-5466-79F4-C7CA-5C18D786CF7A}"/>
                        </a:ext>
                      </a:extLst>
                    </p:cNvPr>
                    <p:cNvSpPr/>
                    <p:nvPr/>
                  </p:nvSpPr>
                  <p:spPr>
                    <a:xfrm>
                      <a:off x="4657725" y="4195667"/>
                      <a:ext cx="51911" cy="58197"/>
                    </a:xfrm>
                    <a:custGeom>
                      <a:avLst/>
                      <a:gdLst>
                        <a:gd name="connsiteX0" fmla="*/ 51911 w 51911"/>
                        <a:gd name="connsiteY0" fmla="*/ 58198 h 58197"/>
                        <a:gd name="connsiteX1" fmla="*/ 0 w 51911"/>
                        <a:gd name="connsiteY1" fmla="*/ 28289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289"/>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8" name="Freeform: Shape 3027">
                      <a:extLst>
                        <a:ext uri="{FF2B5EF4-FFF2-40B4-BE49-F238E27FC236}">
                          <a16:creationId xmlns:a16="http://schemas.microsoft.com/office/drawing/2014/main" id="{1C13B4B1-E090-E2D9-3AD6-E6C65156B70B}"/>
                        </a:ext>
                      </a:extLst>
                    </p:cNvPr>
                    <p:cNvSpPr/>
                    <p:nvPr/>
                  </p:nvSpPr>
                  <p:spPr>
                    <a:xfrm>
                      <a:off x="4652391" y="4239196"/>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29" name="Freeform: Shape 3028">
                      <a:extLst>
                        <a:ext uri="{FF2B5EF4-FFF2-40B4-BE49-F238E27FC236}">
                          <a16:creationId xmlns:a16="http://schemas.microsoft.com/office/drawing/2014/main" id="{9FFD1B2F-8B74-48E0-FA33-AAA3DC930FD3}"/>
                        </a:ext>
                      </a:extLst>
                    </p:cNvPr>
                    <p:cNvSpPr/>
                    <p:nvPr/>
                  </p:nvSpPr>
                  <p:spPr>
                    <a:xfrm>
                      <a:off x="4652391" y="4424648"/>
                      <a:ext cx="62579" cy="79724"/>
                    </a:xfrm>
                    <a:custGeom>
                      <a:avLst/>
                      <a:gdLst>
                        <a:gd name="connsiteX0" fmla="*/ 62579 w 62579"/>
                        <a:gd name="connsiteY0" fmla="*/ 79724 h 79724"/>
                        <a:gd name="connsiteX1" fmla="*/ 0 w 62579"/>
                        <a:gd name="connsiteY1" fmla="*/ 43624 h 79724"/>
                        <a:gd name="connsiteX2" fmla="*/ 0 w 62579"/>
                        <a:gd name="connsiteY2" fmla="*/ 0 h 79724"/>
                        <a:gd name="connsiteX3" fmla="*/ 62579 w 62579"/>
                        <a:gd name="connsiteY3" fmla="*/ 36100 h 79724"/>
                        <a:gd name="connsiteX4" fmla="*/ 62579 w 62579"/>
                        <a:gd name="connsiteY4" fmla="*/ 79724 h 79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79724">
                          <a:moveTo>
                            <a:pt x="62579" y="79724"/>
                          </a:moveTo>
                          <a:lnTo>
                            <a:pt x="0" y="43624"/>
                          </a:lnTo>
                          <a:lnTo>
                            <a:pt x="0" y="0"/>
                          </a:lnTo>
                          <a:lnTo>
                            <a:pt x="62579" y="36100"/>
                          </a:lnTo>
                          <a:lnTo>
                            <a:pt x="62579" y="79724"/>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0" name="Freeform: Shape 3029">
                      <a:extLst>
                        <a:ext uri="{FF2B5EF4-FFF2-40B4-BE49-F238E27FC236}">
                          <a16:creationId xmlns:a16="http://schemas.microsoft.com/office/drawing/2014/main" id="{A38FC581-F488-AC9F-662B-DF54021C1F5F}"/>
                        </a:ext>
                      </a:extLst>
                    </p:cNvPr>
                    <p:cNvSpPr/>
                    <p:nvPr/>
                  </p:nvSpPr>
                  <p:spPr>
                    <a:xfrm>
                      <a:off x="4657725" y="4435887"/>
                      <a:ext cx="51911" cy="58197"/>
                    </a:xfrm>
                    <a:custGeom>
                      <a:avLst/>
                      <a:gdLst>
                        <a:gd name="connsiteX0" fmla="*/ 51911 w 51911"/>
                        <a:gd name="connsiteY0" fmla="*/ 58198 h 58197"/>
                        <a:gd name="connsiteX1" fmla="*/ 0 w 51911"/>
                        <a:gd name="connsiteY1" fmla="*/ 28194 h 58197"/>
                        <a:gd name="connsiteX2" fmla="*/ 0 w 51911"/>
                        <a:gd name="connsiteY2" fmla="*/ 0 h 58197"/>
                        <a:gd name="connsiteX3" fmla="*/ 51911 w 51911"/>
                        <a:gd name="connsiteY3" fmla="*/ 30004 h 58197"/>
                        <a:gd name="connsiteX4" fmla="*/ 51911 w 51911"/>
                        <a:gd name="connsiteY4" fmla="*/ 58198 h 58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8197">
                          <a:moveTo>
                            <a:pt x="51911" y="58198"/>
                          </a:moveTo>
                          <a:lnTo>
                            <a:pt x="0" y="28194"/>
                          </a:lnTo>
                          <a:lnTo>
                            <a:pt x="0" y="0"/>
                          </a:lnTo>
                          <a:lnTo>
                            <a:pt x="51911" y="30004"/>
                          </a:lnTo>
                          <a:lnTo>
                            <a:pt x="51911" y="58198"/>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1" name="Freeform: Shape 3030">
                      <a:extLst>
                        <a:ext uri="{FF2B5EF4-FFF2-40B4-BE49-F238E27FC236}">
                          <a16:creationId xmlns:a16="http://schemas.microsoft.com/office/drawing/2014/main" id="{BDB6C53F-23F5-D299-4912-BB354E651B13}"/>
                        </a:ext>
                      </a:extLst>
                    </p:cNvPr>
                    <p:cNvSpPr/>
                    <p:nvPr/>
                  </p:nvSpPr>
                  <p:spPr>
                    <a:xfrm>
                      <a:off x="4652391" y="4479416"/>
                      <a:ext cx="63436" cy="192881"/>
                    </a:xfrm>
                    <a:custGeom>
                      <a:avLst/>
                      <a:gdLst>
                        <a:gd name="connsiteX0" fmla="*/ 63437 w 63436"/>
                        <a:gd name="connsiteY0" fmla="*/ 192881 h 192881"/>
                        <a:gd name="connsiteX1" fmla="*/ 0 w 63436"/>
                        <a:gd name="connsiteY1" fmla="*/ 156305 h 192881"/>
                        <a:gd name="connsiteX2" fmla="*/ 0 w 63436"/>
                        <a:gd name="connsiteY2" fmla="*/ 0 h 192881"/>
                        <a:gd name="connsiteX3" fmla="*/ 63437 w 63436"/>
                        <a:gd name="connsiteY3" fmla="*/ 36576 h 192881"/>
                        <a:gd name="connsiteX4" fmla="*/ 63437 w 63436"/>
                        <a:gd name="connsiteY4" fmla="*/ 192881 h 19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436" h="192881">
                          <a:moveTo>
                            <a:pt x="63437" y="192881"/>
                          </a:moveTo>
                          <a:lnTo>
                            <a:pt x="0" y="156305"/>
                          </a:lnTo>
                          <a:lnTo>
                            <a:pt x="0" y="0"/>
                          </a:lnTo>
                          <a:lnTo>
                            <a:pt x="63437" y="36576"/>
                          </a:lnTo>
                          <a:lnTo>
                            <a:pt x="63437" y="192881"/>
                          </a:lnTo>
                          <a:close/>
                        </a:path>
                      </a:pathLst>
                    </a:custGeom>
                    <a:solidFill>
                      <a:srgbClr val="ADAAB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2" name="Freeform: Shape 3031">
                      <a:extLst>
                        <a:ext uri="{FF2B5EF4-FFF2-40B4-BE49-F238E27FC236}">
                          <a16:creationId xmlns:a16="http://schemas.microsoft.com/office/drawing/2014/main" id="{90CCBC7D-BA78-F38F-AADA-826B6D53DA16}"/>
                        </a:ext>
                      </a:extLst>
                    </p:cNvPr>
                    <p:cNvSpPr/>
                    <p:nvPr/>
                  </p:nvSpPr>
                  <p:spPr>
                    <a:xfrm>
                      <a:off x="4657725" y="4602384"/>
                      <a:ext cx="51911" cy="59055"/>
                    </a:xfrm>
                    <a:custGeom>
                      <a:avLst/>
                      <a:gdLst>
                        <a:gd name="connsiteX0" fmla="*/ 51911 w 51911"/>
                        <a:gd name="connsiteY0" fmla="*/ 30004 h 59055"/>
                        <a:gd name="connsiteX1" fmla="*/ 0 w 51911"/>
                        <a:gd name="connsiteY1" fmla="*/ 0 h 59055"/>
                        <a:gd name="connsiteX2" fmla="*/ 0 w 51911"/>
                        <a:gd name="connsiteY2" fmla="*/ 29146 h 59055"/>
                        <a:gd name="connsiteX3" fmla="*/ 51911 w 51911"/>
                        <a:gd name="connsiteY3" fmla="*/ 59055 h 59055"/>
                        <a:gd name="connsiteX4" fmla="*/ 51911 w 51911"/>
                        <a:gd name="connsiteY4" fmla="*/ 30004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055">
                          <a:moveTo>
                            <a:pt x="51911" y="30004"/>
                          </a:moveTo>
                          <a:lnTo>
                            <a:pt x="0" y="0"/>
                          </a:lnTo>
                          <a:lnTo>
                            <a:pt x="0" y="29146"/>
                          </a:lnTo>
                          <a:lnTo>
                            <a:pt x="51911" y="59055"/>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3" name="Freeform: Shape 3032">
                      <a:extLst>
                        <a:ext uri="{FF2B5EF4-FFF2-40B4-BE49-F238E27FC236}">
                          <a16:creationId xmlns:a16="http://schemas.microsoft.com/office/drawing/2014/main" id="{EA4AA6E8-0249-9E0A-73A4-3EC1B390B8E0}"/>
                        </a:ext>
                      </a:extLst>
                    </p:cNvPr>
                    <p:cNvSpPr/>
                    <p:nvPr/>
                  </p:nvSpPr>
                  <p:spPr>
                    <a:xfrm>
                      <a:off x="4657725" y="4362164"/>
                      <a:ext cx="51911" cy="59150"/>
                    </a:xfrm>
                    <a:custGeom>
                      <a:avLst/>
                      <a:gdLst>
                        <a:gd name="connsiteX0" fmla="*/ 51911 w 51911"/>
                        <a:gd name="connsiteY0" fmla="*/ 30004 h 59150"/>
                        <a:gd name="connsiteX1" fmla="*/ 0 w 51911"/>
                        <a:gd name="connsiteY1" fmla="*/ 0 h 59150"/>
                        <a:gd name="connsiteX2" fmla="*/ 0 w 51911"/>
                        <a:gd name="connsiteY2" fmla="*/ 29146 h 59150"/>
                        <a:gd name="connsiteX3" fmla="*/ 51911 w 51911"/>
                        <a:gd name="connsiteY3" fmla="*/ 59150 h 59150"/>
                        <a:gd name="connsiteX4" fmla="*/ 51911 w 51911"/>
                        <a:gd name="connsiteY4" fmla="*/ 30004 h 5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11" h="59150">
                          <a:moveTo>
                            <a:pt x="51911" y="30004"/>
                          </a:moveTo>
                          <a:lnTo>
                            <a:pt x="0" y="0"/>
                          </a:lnTo>
                          <a:lnTo>
                            <a:pt x="0" y="29146"/>
                          </a:lnTo>
                          <a:lnTo>
                            <a:pt x="51911" y="59150"/>
                          </a:lnTo>
                          <a:lnTo>
                            <a:pt x="51911" y="30004"/>
                          </a:lnTo>
                          <a:close/>
                        </a:path>
                      </a:pathLst>
                    </a:custGeom>
                    <a:solidFill>
                      <a:srgbClr val="C3742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4" name="Freeform: Shape 3033">
                      <a:extLst>
                        <a:ext uri="{FF2B5EF4-FFF2-40B4-BE49-F238E27FC236}">
                          <a16:creationId xmlns:a16="http://schemas.microsoft.com/office/drawing/2014/main" id="{349DF94E-E926-AF7E-F203-4F827E1405F8}"/>
                        </a:ext>
                      </a:extLst>
                    </p:cNvPr>
                    <p:cNvSpPr/>
                    <p:nvPr/>
                  </p:nvSpPr>
                  <p:spPr>
                    <a:xfrm>
                      <a:off x="4682108" y="4262818"/>
                      <a:ext cx="4000" cy="109346"/>
                    </a:xfrm>
                    <a:custGeom>
                      <a:avLst/>
                      <a:gdLst>
                        <a:gd name="connsiteX0" fmla="*/ 4000 w 4000"/>
                        <a:gd name="connsiteY0" fmla="*/ 109347 h 109346"/>
                        <a:gd name="connsiteX1" fmla="*/ 0 w 4000"/>
                        <a:gd name="connsiteY1" fmla="*/ 106966 h 109346"/>
                        <a:gd name="connsiteX2" fmla="*/ 0 w 4000"/>
                        <a:gd name="connsiteY2" fmla="*/ 0 h 109346"/>
                        <a:gd name="connsiteX3" fmla="*/ 4000 w 4000"/>
                        <a:gd name="connsiteY3" fmla="*/ 2286 h 109346"/>
                        <a:gd name="connsiteX4" fmla="*/ 4000 w 4000"/>
                        <a:gd name="connsiteY4" fmla="*/ 109347 h 109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346">
                          <a:moveTo>
                            <a:pt x="4000" y="109347"/>
                          </a:moveTo>
                          <a:lnTo>
                            <a:pt x="0" y="106966"/>
                          </a:lnTo>
                          <a:lnTo>
                            <a:pt x="0" y="0"/>
                          </a:lnTo>
                          <a:lnTo>
                            <a:pt x="4000" y="2286"/>
                          </a:lnTo>
                          <a:lnTo>
                            <a:pt x="4000" y="109347"/>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35" name="Freeform: Shape 3034">
                      <a:extLst>
                        <a:ext uri="{FF2B5EF4-FFF2-40B4-BE49-F238E27FC236}">
                          <a16:creationId xmlns:a16="http://schemas.microsoft.com/office/drawing/2014/main" id="{F023A705-F410-2776-2625-76C49DEC2277}"/>
                        </a:ext>
                      </a:extLst>
                    </p:cNvPr>
                    <p:cNvSpPr/>
                    <p:nvPr/>
                  </p:nvSpPr>
                  <p:spPr>
                    <a:xfrm>
                      <a:off x="4682108" y="4504753"/>
                      <a:ext cx="4000" cy="109251"/>
                    </a:xfrm>
                    <a:custGeom>
                      <a:avLst/>
                      <a:gdLst>
                        <a:gd name="connsiteX0" fmla="*/ 4000 w 4000"/>
                        <a:gd name="connsiteY0" fmla="*/ 109252 h 109251"/>
                        <a:gd name="connsiteX1" fmla="*/ 0 w 4000"/>
                        <a:gd name="connsiteY1" fmla="*/ 106966 h 109251"/>
                        <a:gd name="connsiteX2" fmla="*/ 0 w 4000"/>
                        <a:gd name="connsiteY2" fmla="*/ 0 h 109251"/>
                        <a:gd name="connsiteX3" fmla="*/ 4000 w 4000"/>
                        <a:gd name="connsiteY3" fmla="*/ 2286 h 109251"/>
                        <a:gd name="connsiteX4" fmla="*/ 4000 w 4000"/>
                        <a:gd name="connsiteY4" fmla="*/ 109252 h 109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 h="109251">
                          <a:moveTo>
                            <a:pt x="4000" y="109252"/>
                          </a:moveTo>
                          <a:lnTo>
                            <a:pt x="0" y="106966"/>
                          </a:lnTo>
                          <a:lnTo>
                            <a:pt x="0" y="0"/>
                          </a:lnTo>
                          <a:lnTo>
                            <a:pt x="4000" y="2286"/>
                          </a:lnTo>
                          <a:lnTo>
                            <a:pt x="4000" y="109252"/>
                          </a:lnTo>
                          <a:close/>
                        </a:path>
                      </a:pathLst>
                    </a:custGeom>
                    <a:solidFill>
                      <a:srgbClr val="646464">
                        <a:alpha val="3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3003" name="Freeform: Shape 3002">
                    <a:extLst>
                      <a:ext uri="{FF2B5EF4-FFF2-40B4-BE49-F238E27FC236}">
                        <a16:creationId xmlns:a16="http://schemas.microsoft.com/office/drawing/2014/main" id="{95BFA160-E91E-4680-C85D-56919858506B}"/>
                      </a:ext>
                    </a:extLst>
                  </p:cNvPr>
                  <p:cNvSpPr/>
                  <p:nvPr/>
                </p:nvSpPr>
                <p:spPr>
                  <a:xfrm>
                    <a:off x="4512945" y="4623816"/>
                    <a:ext cx="471582" cy="303275"/>
                  </a:xfrm>
                  <a:custGeom>
                    <a:avLst/>
                    <a:gdLst>
                      <a:gd name="connsiteX0" fmla="*/ 471583 w 471582"/>
                      <a:gd name="connsiteY0" fmla="*/ 303276 h 303275"/>
                      <a:gd name="connsiteX1" fmla="*/ 0 w 471582"/>
                      <a:gd name="connsiteY1" fmla="*/ 30956 h 303275"/>
                      <a:gd name="connsiteX2" fmla="*/ 0 w 471582"/>
                      <a:gd name="connsiteY2" fmla="*/ 0 h 303275"/>
                      <a:gd name="connsiteX3" fmla="*/ 471583 w 471582"/>
                      <a:gd name="connsiteY3" fmla="*/ 272320 h 303275"/>
                      <a:gd name="connsiteX4" fmla="*/ 471583 w 471582"/>
                      <a:gd name="connsiteY4" fmla="*/ 303276 h 30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275">
                        <a:moveTo>
                          <a:pt x="471583" y="303276"/>
                        </a:moveTo>
                        <a:lnTo>
                          <a:pt x="0" y="30956"/>
                        </a:lnTo>
                        <a:lnTo>
                          <a:pt x="0" y="0"/>
                        </a:lnTo>
                        <a:lnTo>
                          <a:pt x="471583" y="272320"/>
                        </a:lnTo>
                        <a:lnTo>
                          <a:pt x="471583" y="30327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04" name="Freeform: Shape 3003">
                    <a:extLst>
                      <a:ext uri="{FF2B5EF4-FFF2-40B4-BE49-F238E27FC236}">
                        <a16:creationId xmlns:a16="http://schemas.microsoft.com/office/drawing/2014/main" id="{E1647F2C-FC7A-519D-6BB0-68035980D882}"/>
                      </a:ext>
                    </a:extLst>
                  </p:cNvPr>
                  <p:cNvSpPr/>
                  <p:nvPr/>
                </p:nvSpPr>
                <p:spPr>
                  <a:xfrm>
                    <a:off x="4512945" y="4677822"/>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5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5"/>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05" name="Freeform: Shape 3004">
                    <a:extLst>
                      <a:ext uri="{FF2B5EF4-FFF2-40B4-BE49-F238E27FC236}">
                        <a16:creationId xmlns:a16="http://schemas.microsoft.com/office/drawing/2014/main" id="{72437A9D-E28E-46D0-CCF0-835CEBDB79F9}"/>
                      </a:ext>
                    </a:extLst>
                  </p:cNvPr>
                  <p:cNvSpPr/>
                  <p:nvPr/>
                </p:nvSpPr>
                <p:spPr>
                  <a:xfrm>
                    <a:off x="4512945" y="4731829"/>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4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4"/>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06" name="Freeform: Shape 3005">
                    <a:extLst>
                      <a:ext uri="{FF2B5EF4-FFF2-40B4-BE49-F238E27FC236}">
                        <a16:creationId xmlns:a16="http://schemas.microsoft.com/office/drawing/2014/main" id="{8F720F8F-899F-F28C-A709-0B298ECABCD2}"/>
                      </a:ext>
                    </a:extLst>
                  </p:cNvPr>
                  <p:cNvSpPr/>
                  <p:nvPr/>
                </p:nvSpPr>
                <p:spPr>
                  <a:xfrm>
                    <a:off x="4512945" y="4785741"/>
                    <a:ext cx="471582" cy="303275"/>
                  </a:xfrm>
                  <a:custGeom>
                    <a:avLst/>
                    <a:gdLst>
                      <a:gd name="connsiteX0" fmla="*/ 471583 w 471582"/>
                      <a:gd name="connsiteY0" fmla="*/ 303276 h 303275"/>
                      <a:gd name="connsiteX1" fmla="*/ 0 w 471582"/>
                      <a:gd name="connsiteY1" fmla="*/ 30956 h 303275"/>
                      <a:gd name="connsiteX2" fmla="*/ 0 w 471582"/>
                      <a:gd name="connsiteY2" fmla="*/ 0 h 303275"/>
                      <a:gd name="connsiteX3" fmla="*/ 471583 w 471582"/>
                      <a:gd name="connsiteY3" fmla="*/ 272320 h 303275"/>
                      <a:gd name="connsiteX4" fmla="*/ 471583 w 471582"/>
                      <a:gd name="connsiteY4" fmla="*/ 303276 h 303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275">
                        <a:moveTo>
                          <a:pt x="471583" y="303276"/>
                        </a:moveTo>
                        <a:lnTo>
                          <a:pt x="0" y="30956"/>
                        </a:lnTo>
                        <a:lnTo>
                          <a:pt x="0" y="0"/>
                        </a:lnTo>
                        <a:lnTo>
                          <a:pt x="471583" y="272320"/>
                        </a:lnTo>
                        <a:lnTo>
                          <a:pt x="471583" y="303276"/>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07" name="Freeform: Shape 3006">
                    <a:extLst>
                      <a:ext uri="{FF2B5EF4-FFF2-40B4-BE49-F238E27FC236}">
                        <a16:creationId xmlns:a16="http://schemas.microsoft.com/office/drawing/2014/main" id="{DE4BCA9D-8778-E629-A506-FF878FB2A19C}"/>
                      </a:ext>
                    </a:extLst>
                  </p:cNvPr>
                  <p:cNvSpPr/>
                  <p:nvPr/>
                </p:nvSpPr>
                <p:spPr>
                  <a:xfrm>
                    <a:off x="4512945" y="4839747"/>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5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5"/>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3008" name="Freeform: Shape 3007">
                    <a:extLst>
                      <a:ext uri="{FF2B5EF4-FFF2-40B4-BE49-F238E27FC236}">
                        <a16:creationId xmlns:a16="http://schemas.microsoft.com/office/drawing/2014/main" id="{CC6B45C5-8284-8331-12C4-09C4D7C93F1A}"/>
                      </a:ext>
                    </a:extLst>
                  </p:cNvPr>
                  <p:cNvSpPr/>
                  <p:nvPr/>
                </p:nvSpPr>
                <p:spPr>
                  <a:xfrm>
                    <a:off x="4512945" y="4893754"/>
                    <a:ext cx="471582" cy="303180"/>
                  </a:xfrm>
                  <a:custGeom>
                    <a:avLst/>
                    <a:gdLst>
                      <a:gd name="connsiteX0" fmla="*/ 471583 w 471582"/>
                      <a:gd name="connsiteY0" fmla="*/ 303181 h 303180"/>
                      <a:gd name="connsiteX1" fmla="*/ 0 w 471582"/>
                      <a:gd name="connsiteY1" fmla="*/ 30956 h 303180"/>
                      <a:gd name="connsiteX2" fmla="*/ 0 w 471582"/>
                      <a:gd name="connsiteY2" fmla="*/ 0 h 303180"/>
                      <a:gd name="connsiteX3" fmla="*/ 471583 w 471582"/>
                      <a:gd name="connsiteY3" fmla="*/ 272224 h 303180"/>
                      <a:gd name="connsiteX4" fmla="*/ 471583 w 471582"/>
                      <a:gd name="connsiteY4" fmla="*/ 303181 h 30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582" h="303180">
                        <a:moveTo>
                          <a:pt x="471583" y="303181"/>
                        </a:moveTo>
                        <a:lnTo>
                          <a:pt x="0" y="30956"/>
                        </a:lnTo>
                        <a:lnTo>
                          <a:pt x="0" y="0"/>
                        </a:lnTo>
                        <a:lnTo>
                          <a:pt x="471583" y="272224"/>
                        </a:lnTo>
                        <a:lnTo>
                          <a:pt x="471583" y="303181"/>
                        </a:lnTo>
                        <a:close/>
                      </a:path>
                    </a:pathLst>
                  </a:custGeom>
                  <a:solidFill>
                    <a:srgbClr val="0D0D0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841" name="Graphic 3388">
                <a:extLst>
                  <a:ext uri="{FF2B5EF4-FFF2-40B4-BE49-F238E27FC236}">
                    <a16:creationId xmlns:a16="http://schemas.microsoft.com/office/drawing/2014/main" id="{4AC14853-C563-E9A9-D7DF-DF80F097630A}"/>
                  </a:ext>
                </a:extLst>
              </p:cNvPr>
              <p:cNvGrpSpPr/>
              <p:nvPr/>
            </p:nvGrpSpPr>
            <p:grpSpPr>
              <a:xfrm>
                <a:off x="6505739" y="1695464"/>
                <a:ext cx="1503330" cy="2217229"/>
                <a:chOff x="7243286" y="920686"/>
                <a:chExt cx="1503330" cy="2217229"/>
              </a:xfrm>
            </p:grpSpPr>
            <p:sp>
              <p:nvSpPr>
                <p:cNvPr id="2842" name="Freeform: Shape 2841">
                  <a:extLst>
                    <a:ext uri="{FF2B5EF4-FFF2-40B4-BE49-F238E27FC236}">
                      <a16:creationId xmlns:a16="http://schemas.microsoft.com/office/drawing/2014/main" id="{EB692FAA-5044-3379-C194-D0DE7C948043}"/>
                    </a:ext>
                  </a:extLst>
                </p:cNvPr>
                <p:cNvSpPr/>
                <p:nvPr/>
              </p:nvSpPr>
              <p:spPr>
                <a:xfrm>
                  <a:off x="7243286" y="1261681"/>
                  <a:ext cx="590645" cy="1876234"/>
                </a:xfrm>
                <a:custGeom>
                  <a:avLst/>
                  <a:gdLst>
                    <a:gd name="connsiteX0" fmla="*/ 590645 w 590645"/>
                    <a:gd name="connsiteY0" fmla="*/ 1876235 h 1876234"/>
                    <a:gd name="connsiteX1" fmla="*/ 0 w 590645"/>
                    <a:gd name="connsiteY1" fmla="*/ 1535240 h 1876234"/>
                    <a:gd name="connsiteX2" fmla="*/ 0 w 590645"/>
                    <a:gd name="connsiteY2" fmla="*/ 0 h 1876234"/>
                    <a:gd name="connsiteX3" fmla="*/ 590645 w 590645"/>
                    <a:gd name="connsiteY3" fmla="*/ 341090 h 1876234"/>
                    <a:gd name="connsiteX4" fmla="*/ 590645 w 590645"/>
                    <a:gd name="connsiteY4" fmla="*/ 1876235 h 18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645" h="1876234">
                      <a:moveTo>
                        <a:pt x="590645" y="1876235"/>
                      </a:moveTo>
                      <a:lnTo>
                        <a:pt x="0" y="1535240"/>
                      </a:lnTo>
                      <a:lnTo>
                        <a:pt x="0" y="0"/>
                      </a:lnTo>
                      <a:lnTo>
                        <a:pt x="590645" y="341090"/>
                      </a:lnTo>
                      <a:lnTo>
                        <a:pt x="590645" y="187623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3" name="Freeform: Shape 2842">
                  <a:extLst>
                    <a:ext uri="{FF2B5EF4-FFF2-40B4-BE49-F238E27FC236}">
                      <a16:creationId xmlns:a16="http://schemas.microsoft.com/office/drawing/2014/main" id="{DCF66DC4-C6D9-9842-DBCF-384BAC7D1559}"/>
                    </a:ext>
                  </a:extLst>
                </p:cNvPr>
                <p:cNvSpPr/>
                <p:nvPr/>
              </p:nvSpPr>
              <p:spPr>
                <a:xfrm>
                  <a:off x="7274337" y="1314259"/>
                  <a:ext cx="528542" cy="1737931"/>
                </a:xfrm>
                <a:custGeom>
                  <a:avLst/>
                  <a:gdLst>
                    <a:gd name="connsiteX0" fmla="*/ 528542 w 528542"/>
                    <a:gd name="connsiteY0" fmla="*/ 1737932 h 1737931"/>
                    <a:gd name="connsiteX1" fmla="*/ 0 w 528542"/>
                    <a:gd name="connsiteY1" fmla="*/ 1432846 h 1737931"/>
                    <a:gd name="connsiteX2" fmla="*/ 0 w 528542"/>
                    <a:gd name="connsiteY2" fmla="*/ 0 h 1737931"/>
                    <a:gd name="connsiteX3" fmla="*/ 528542 w 528542"/>
                    <a:gd name="connsiteY3" fmla="*/ 305181 h 1737931"/>
                    <a:gd name="connsiteX4" fmla="*/ 528542 w 528542"/>
                    <a:gd name="connsiteY4" fmla="*/ 1737932 h 173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42" h="1737931">
                      <a:moveTo>
                        <a:pt x="528542" y="1737932"/>
                      </a:moveTo>
                      <a:lnTo>
                        <a:pt x="0" y="1432846"/>
                      </a:lnTo>
                      <a:lnTo>
                        <a:pt x="0" y="0"/>
                      </a:lnTo>
                      <a:lnTo>
                        <a:pt x="528542" y="305181"/>
                      </a:lnTo>
                      <a:lnTo>
                        <a:pt x="528542" y="1737932"/>
                      </a:lnTo>
                      <a:close/>
                    </a:path>
                  </a:pathLst>
                </a:custGeom>
                <a:solidFill>
                  <a:srgbClr val="4D4D4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4" name="Freeform: Shape 2843">
                  <a:extLst>
                    <a:ext uri="{FF2B5EF4-FFF2-40B4-BE49-F238E27FC236}">
                      <a16:creationId xmlns:a16="http://schemas.microsoft.com/office/drawing/2014/main" id="{D1A4D079-2426-1B78-4173-EBF2147CCE77}"/>
                    </a:ext>
                  </a:extLst>
                </p:cNvPr>
                <p:cNvSpPr/>
                <p:nvPr/>
              </p:nvSpPr>
              <p:spPr>
                <a:xfrm>
                  <a:off x="7286910" y="1337024"/>
                  <a:ext cx="502443" cy="479774"/>
                </a:xfrm>
                <a:custGeom>
                  <a:avLst/>
                  <a:gdLst>
                    <a:gd name="connsiteX0" fmla="*/ 502444 w 502443"/>
                    <a:gd name="connsiteY0" fmla="*/ 479774 h 479774"/>
                    <a:gd name="connsiteX1" fmla="*/ 0 w 502443"/>
                    <a:gd name="connsiteY1" fmla="*/ 189738 h 479774"/>
                    <a:gd name="connsiteX2" fmla="*/ 0 w 502443"/>
                    <a:gd name="connsiteY2" fmla="*/ 0 h 479774"/>
                    <a:gd name="connsiteX3" fmla="*/ 502444 w 502443"/>
                    <a:gd name="connsiteY3" fmla="*/ 290036 h 479774"/>
                    <a:gd name="connsiteX4" fmla="*/ 502444 w 502443"/>
                    <a:gd name="connsiteY4" fmla="*/ 479774 h 47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774">
                      <a:moveTo>
                        <a:pt x="502444" y="479774"/>
                      </a:moveTo>
                      <a:lnTo>
                        <a:pt x="0" y="189738"/>
                      </a:lnTo>
                      <a:lnTo>
                        <a:pt x="0" y="0"/>
                      </a:lnTo>
                      <a:lnTo>
                        <a:pt x="502444" y="290036"/>
                      </a:lnTo>
                      <a:lnTo>
                        <a:pt x="502444" y="479774"/>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5" name="Freeform: Shape 2844">
                  <a:extLst>
                    <a:ext uri="{FF2B5EF4-FFF2-40B4-BE49-F238E27FC236}">
                      <a16:creationId xmlns:a16="http://schemas.microsoft.com/office/drawing/2014/main" id="{16DDA124-C949-F083-6F68-F671494657E8}"/>
                    </a:ext>
                  </a:extLst>
                </p:cNvPr>
                <p:cNvSpPr/>
                <p:nvPr/>
              </p:nvSpPr>
              <p:spPr>
                <a:xfrm>
                  <a:off x="7287006" y="1426368"/>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8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2"/>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6"/>
                        <a:pt x="157924" y="110300"/>
                        <a:pt x="160020" y="103346"/>
                      </a:cubicBezTo>
                      <a:lnTo>
                        <a:pt x="169640" y="108966"/>
                      </a:lnTo>
                      <a:cubicBezTo>
                        <a:pt x="171736" y="118300"/>
                        <a:pt x="178117" y="127921"/>
                        <a:pt x="185833" y="132398"/>
                      </a:cubicBezTo>
                      <a:cubicBezTo>
                        <a:pt x="193548" y="136874"/>
                        <a:pt x="199930" y="134588"/>
                        <a:pt x="202025" y="127635"/>
                      </a:cubicBezTo>
                      <a:lnTo>
                        <a:pt x="211646" y="133255"/>
                      </a:lnTo>
                      <a:cubicBezTo>
                        <a:pt x="213741" y="142589"/>
                        <a:pt x="220123" y="152210"/>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6" name="Freeform: Shape 2845">
                  <a:extLst>
                    <a:ext uri="{FF2B5EF4-FFF2-40B4-BE49-F238E27FC236}">
                      <a16:creationId xmlns:a16="http://schemas.microsoft.com/office/drawing/2014/main" id="{E74430ED-40DA-DAE0-8761-A5292355B8A6}"/>
                    </a:ext>
                  </a:extLst>
                </p:cNvPr>
                <p:cNvSpPr/>
                <p:nvPr/>
              </p:nvSpPr>
              <p:spPr>
                <a:xfrm>
                  <a:off x="7416260" y="1496232"/>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7" name="Freeform: Shape 2846">
                  <a:extLst>
                    <a:ext uri="{FF2B5EF4-FFF2-40B4-BE49-F238E27FC236}">
                      <a16:creationId xmlns:a16="http://schemas.microsoft.com/office/drawing/2014/main" id="{D43BB69C-6764-8B77-730C-7C60656D081E}"/>
                    </a:ext>
                  </a:extLst>
                </p:cNvPr>
                <p:cNvSpPr/>
                <p:nvPr/>
              </p:nvSpPr>
              <p:spPr>
                <a:xfrm>
                  <a:off x="7458265" y="1520521"/>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8" name="Freeform: Shape 2847">
                  <a:extLst>
                    <a:ext uri="{FF2B5EF4-FFF2-40B4-BE49-F238E27FC236}">
                      <a16:creationId xmlns:a16="http://schemas.microsoft.com/office/drawing/2014/main" id="{E0DBD7B6-21D6-78FA-B7C1-FA3C7D1DA49A}"/>
                    </a:ext>
                  </a:extLst>
                </p:cNvPr>
                <p:cNvSpPr/>
                <p:nvPr/>
              </p:nvSpPr>
              <p:spPr>
                <a:xfrm>
                  <a:off x="7500556" y="1544905"/>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49" name="Freeform: Shape 2848">
                  <a:extLst>
                    <a:ext uri="{FF2B5EF4-FFF2-40B4-BE49-F238E27FC236}">
                      <a16:creationId xmlns:a16="http://schemas.microsoft.com/office/drawing/2014/main" id="{33C91328-AC84-866C-68B2-1E8BF1D60AB6}"/>
                    </a:ext>
                  </a:extLst>
                </p:cNvPr>
                <p:cNvSpPr/>
                <p:nvPr/>
              </p:nvSpPr>
              <p:spPr>
                <a:xfrm>
                  <a:off x="7573708" y="1556575"/>
                  <a:ext cx="193547" cy="193452"/>
                </a:xfrm>
                <a:custGeom>
                  <a:avLst/>
                  <a:gdLst>
                    <a:gd name="connsiteX0" fmla="*/ 0 w 193547"/>
                    <a:gd name="connsiteY0" fmla="*/ 81629 h 193452"/>
                    <a:gd name="connsiteX1" fmla="*/ 193548 w 193547"/>
                    <a:gd name="connsiteY1" fmla="*/ 193453 h 193452"/>
                    <a:gd name="connsiteX2" fmla="*/ 193548 w 193547"/>
                    <a:gd name="connsiteY2" fmla="*/ 111824 h 193452"/>
                    <a:gd name="connsiteX3" fmla="*/ 0 w 193547"/>
                    <a:gd name="connsiteY3" fmla="*/ 0 h 193452"/>
                    <a:gd name="connsiteX4" fmla="*/ 0 w 193547"/>
                    <a:gd name="connsiteY4" fmla="*/ 81629 h 1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452">
                      <a:moveTo>
                        <a:pt x="0" y="81629"/>
                      </a:moveTo>
                      <a:lnTo>
                        <a:pt x="193548" y="193453"/>
                      </a:lnTo>
                      <a:lnTo>
                        <a:pt x="193548" y="111824"/>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0" name="Freeform: Shape 2849">
                  <a:extLst>
                    <a:ext uri="{FF2B5EF4-FFF2-40B4-BE49-F238E27FC236}">
                      <a16:creationId xmlns:a16="http://schemas.microsoft.com/office/drawing/2014/main" id="{01F51F4F-E763-1EF3-E164-B2389C0300BE}"/>
                    </a:ext>
                  </a:extLst>
                </p:cNvPr>
                <p:cNvSpPr/>
                <p:nvPr/>
              </p:nvSpPr>
              <p:spPr>
                <a:xfrm>
                  <a:off x="7298626" y="1357788"/>
                  <a:ext cx="70484" cy="68865"/>
                </a:xfrm>
                <a:custGeom>
                  <a:avLst/>
                  <a:gdLst>
                    <a:gd name="connsiteX0" fmla="*/ 70485 w 70484"/>
                    <a:gd name="connsiteY0" fmla="*/ 68866 h 68865"/>
                    <a:gd name="connsiteX1" fmla="*/ 0 w 70484"/>
                    <a:gd name="connsiteY1" fmla="*/ 28194 h 68865"/>
                    <a:gd name="connsiteX2" fmla="*/ 0 w 70484"/>
                    <a:gd name="connsiteY2" fmla="*/ 0 h 68865"/>
                    <a:gd name="connsiteX3" fmla="*/ 70485 w 70484"/>
                    <a:gd name="connsiteY3" fmla="*/ 40767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194"/>
                      </a:lnTo>
                      <a:lnTo>
                        <a:pt x="0" y="0"/>
                      </a:lnTo>
                      <a:lnTo>
                        <a:pt x="70485" y="40767"/>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1" name="Freeform: Shape 2850">
                  <a:extLst>
                    <a:ext uri="{FF2B5EF4-FFF2-40B4-BE49-F238E27FC236}">
                      <a16:creationId xmlns:a16="http://schemas.microsoft.com/office/drawing/2014/main" id="{69EE33DC-04D5-1C84-2870-F8D6ACC8BC69}"/>
                    </a:ext>
                  </a:extLst>
                </p:cNvPr>
                <p:cNvSpPr/>
                <p:nvPr/>
              </p:nvSpPr>
              <p:spPr>
                <a:xfrm>
                  <a:off x="7286910" y="1539335"/>
                  <a:ext cx="502443" cy="479869"/>
                </a:xfrm>
                <a:custGeom>
                  <a:avLst/>
                  <a:gdLst>
                    <a:gd name="connsiteX0" fmla="*/ 502444 w 502443"/>
                    <a:gd name="connsiteY0" fmla="*/ 479870 h 479869"/>
                    <a:gd name="connsiteX1" fmla="*/ 0 w 502443"/>
                    <a:gd name="connsiteY1" fmla="*/ 189738 h 479869"/>
                    <a:gd name="connsiteX2" fmla="*/ 0 w 502443"/>
                    <a:gd name="connsiteY2" fmla="*/ 0 h 479869"/>
                    <a:gd name="connsiteX3" fmla="*/ 502444 w 502443"/>
                    <a:gd name="connsiteY3" fmla="*/ 290132 h 479869"/>
                    <a:gd name="connsiteX4" fmla="*/ 502444 w 502443"/>
                    <a:gd name="connsiteY4" fmla="*/ 479870 h 47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869">
                      <a:moveTo>
                        <a:pt x="502444" y="479870"/>
                      </a:moveTo>
                      <a:lnTo>
                        <a:pt x="0" y="189738"/>
                      </a:lnTo>
                      <a:lnTo>
                        <a:pt x="0" y="0"/>
                      </a:lnTo>
                      <a:lnTo>
                        <a:pt x="502444" y="290132"/>
                      </a:lnTo>
                      <a:lnTo>
                        <a:pt x="502444" y="479870"/>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2" name="Freeform: Shape 2851">
                  <a:extLst>
                    <a:ext uri="{FF2B5EF4-FFF2-40B4-BE49-F238E27FC236}">
                      <a16:creationId xmlns:a16="http://schemas.microsoft.com/office/drawing/2014/main" id="{EBBB6BA8-C145-2AF6-2B79-F0A6C01CC13A}"/>
                    </a:ext>
                  </a:extLst>
                </p:cNvPr>
                <p:cNvSpPr/>
                <p:nvPr/>
              </p:nvSpPr>
              <p:spPr>
                <a:xfrm>
                  <a:off x="7287006" y="1628775"/>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8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2"/>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6"/>
                        <a:pt x="157924" y="110300"/>
                        <a:pt x="160020" y="103346"/>
                      </a:cubicBezTo>
                      <a:lnTo>
                        <a:pt x="169640" y="108966"/>
                      </a:lnTo>
                      <a:cubicBezTo>
                        <a:pt x="171736" y="118300"/>
                        <a:pt x="178117" y="127921"/>
                        <a:pt x="185833" y="132398"/>
                      </a:cubicBezTo>
                      <a:cubicBezTo>
                        <a:pt x="193548" y="136874"/>
                        <a:pt x="199930" y="134588"/>
                        <a:pt x="202025" y="127635"/>
                      </a:cubicBezTo>
                      <a:lnTo>
                        <a:pt x="211646" y="133255"/>
                      </a:lnTo>
                      <a:cubicBezTo>
                        <a:pt x="213741" y="142589"/>
                        <a:pt x="220123" y="152210"/>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3" name="Freeform: Shape 2852">
                  <a:extLst>
                    <a:ext uri="{FF2B5EF4-FFF2-40B4-BE49-F238E27FC236}">
                      <a16:creationId xmlns:a16="http://schemas.microsoft.com/office/drawing/2014/main" id="{2B7FFE3D-2F9B-AD38-9024-E76820458904}"/>
                    </a:ext>
                  </a:extLst>
                </p:cNvPr>
                <p:cNvSpPr/>
                <p:nvPr/>
              </p:nvSpPr>
              <p:spPr>
                <a:xfrm>
                  <a:off x="7416260" y="1698544"/>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4" name="Freeform: Shape 2853">
                  <a:extLst>
                    <a:ext uri="{FF2B5EF4-FFF2-40B4-BE49-F238E27FC236}">
                      <a16:creationId xmlns:a16="http://schemas.microsoft.com/office/drawing/2014/main" id="{E4BDA3C5-3CCA-C268-07E3-5AAFE268EA7C}"/>
                    </a:ext>
                  </a:extLst>
                </p:cNvPr>
                <p:cNvSpPr/>
                <p:nvPr/>
              </p:nvSpPr>
              <p:spPr>
                <a:xfrm>
                  <a:off x="7458265" y="1722832"/>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5" name="Freeform: Shape 2854">
                  <a:extLst>
                    <a:ext uri="{FF2B5EF4-FFF2-40B4-BE49-F238E27FC236}">
                      <a16:creationId xmlns:a16="http://schemas.microsoft.com/office/drawing/2014/main" id="{A1AB9150-4AA9-7CCC-EBB3-B6FE81A6A4B0}"/>
                    </a:ext>
                  </a:extLst>
                </p:cNvPr>
                <p:cNvSpPr/>
                <p:nvPr/>
              </p:nvSpPr>
              <p:spPr>
                <a:xfrm>
                  <a:off x="7500556" y="1747216"/>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6" name="Freeform: Shape 2855">
                  <a:extLst>
                    <a:ext uri="{FF2B5EF4-FFF2-40B4-BE49-F238E27FC236}">
                      <a16:creationId xmlns:a16="http://schemas.microsoft.com/office/drawing/2014/main" id="{230269AE-AFC6-3EF0-AB1C-EA7A25B35E1B}"/>
                    </a:ext>
                  </a:extLst>
                </p:cNvPr>
                <p:cNvSpPr/>
                <p:nvPr/>
              </p:nvSpPr>
              <p:spPr>
                <a:xfrm>
                  <a:off x="7573708" y="1758981"/>
                  <a:ext cx="193547" cy="193357"/>
                </a:xfrm>
                <a:custGeom>
                  <a:avLst/>
                  <a:gdLst>
                    <a:gd name="connsiteX0" fmla="*/ 0 w 193547"/>
                    <a:gd name="connsiteY0" fmla="*/ 81629 h 193357"/>
                    <a:gd name="connsiteX1" fmla="*/ 193548 w 193547"/>
                    <a:gd name="connsiteY1" fmla="*/ 193358 h 193357"/>
                    <a:gd name="connsiteX2" fmla="*/ 193548 w 193547"/>
                    <a:gd name="connsiteY2" fmla="*/ 111824 h 193357"/>
                    <a:gd name="connsiteX3" fmla="*/ 0 w 193547"/>
                    <a:gd name="connsiteY3" fmla="*/ 0 h 193357"/>
                    <a:gd name="connsiteX4" fmla="*/ 0 w 193547"/>
                    <a:gd name="connsiteY4" fmla="*/ 81629 h 193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357">
                      <a:moveTo>
                        <a:pt x="0" y="81629"/>
                      </a:moveTo>
                      <a:lnTo>
                        <a:pt x="193548" y="193358"/>
                      </a:lnTo>
                      <a:lnTo>
                        <a:pt x="193548" y="111824"/>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7" name="Freeform: Shape 2856">
                  <a:extLst>
                    <a:ext uri="{FF2B5EF4-FFF2-40B4-BE49-F238E27FC236}">
                      <a16:creationId xmlns:a16="http://schemas.microsoft.com/office/drawing/2014/main" id="{3D490887-8697-3E05-996C-7F6D2F515361}"/>
                    </a:ext>
                  </a:extLst>
                </p:cNvPr>
                <p:cNvSpPr/>
                <p:nvPr/>
              </p:nvSpPr>
              <p:spPr>
                <a:xfrm>
                  <a:off x="7298626" y="1560195"/>
                  <a:ext cx="70484" cy="68865"/>
                </a:xfrm>
                <a:custGeom>
                  <a:avLst/>
                  <a:gdLst>
                    <a:gd name="connsiteX0" fmla="*/ 70485 w 70484"/>
                    <a:gd name="connsiteY0" fmla="*/ 68866 h 68865"/>
                    <a:gd name="connsiteX1" fmla="*/ 0 w 70484"/>
                    <a:gd name="connsiteY1" fmla="*/ 28099 h 68865"/>
                    <a:gd name="connsiteX2" fmla="*/ 0 w 70484"/>
                    <a:gd name="connsiteY2" fmla="*/ 0 h 68865"/>
                    <a:gd name="connsiteX3" fmla="*/ 70485 w 70484"/>
                    <a:gd name="connsiteY3" fmla="*/ 40672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099"/>
                      </a:lnTo>
                      <a:lnTo>
                        <a:pt x="0" y="0"/>
                      </a:lnTo>
                      <a:lnTo>
                        <a:pt x="70485" y="40672"/>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8" name="Freeform: Shape 2857">
                  <a:extLst>
                    <a:ext uri="{FF2B5EF4-FFF2-40B4-BE49-F238E27FC236}">
                      <a16:creationId xmlns:a16="http://schemas.microsoft.com/office/drawing/2014/main" id="{3618D4F9-FC21-A58A-218D-99C8FA66A415}"/>
                    </a:ext>
                  </a:extLst>
                </p:cNvPr>
                <p:cNvSpPr/>
                <p:nvPr/>
              </p:nvSpPr>
              <p:spPr>
                <a:xfrm>
                  <a:off x="7286910" y="1741741"/>
                  <a:ext cx="502443" cy="479774"/>
                </a:xfrm>
                <a:custGeom>
                  <a:avLst/>
                  <a:gdLst>
                    <a:gd name="connsiteX0" fmla="*/ 502444 w 502443"/>
                    <a:gd name="connsiteY0" fmla="*/ 479774 h 479774"/>
                    <a:gd name="connsiteX1" fmla="*/ 0 w 502443"/>
                    <a:gd name="connsiteY1" fmla="*/ 189738 h 479774"/>
                    <a:gd name="connsiteX2" fmla="*/ 0 w 502443"/>
                    <a:gd name="connsiteY2" fmla="*/ 0 h 479774"/>
                    <a:gd name="connsiteX3" fmla="*/ 502444 w 502443"/>
                    <a:gd name="connsiteY3" fmla="*/ 290036 h 479774"/>
                    <a:gd name="connsiteX4" fmla="*/ 502444 w 502443"/>
                    <a:gd name="connsiteY4" fmla="*/ 479774 h 479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774">
                      <a:moveTo>
                        <a:pt x="502444" y="479774"/>
                      </a:moveTo>
                      <a:lnTo>
                        <a:pt x="0" y="189738"/>
                      </a:lnTo>
                      <a:lnTo>
                        <a:pt x="0" y="0"/>
                      </a:lnTo>
                      <a:lnTo>
                        <a:pt x="502444" y="290036"/>
                      </a:lnTo>
                      <a:lnTo>
                        <a:pt x="502444" y="479774"/>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59" name="Freeform: Shape 2858">
                  <a:extLst>
                    <a:ext uri="{FF2B5EF4-FFF2-40B4-BE49-F238E27FC236}">
                      <a16:creationId xmlns:a16="http://schemas.microsoft.com/office/drawing/2014/main" id="{28DC13BB-0DAE-7941-17E7-1D90376662D2}"/>
                    </a:ext>
                  </a:extLst>
                </p:cNvPr>
                <p:cNvSpPr/>
                <p:nvPr/>
              </p:nvSpPr>
              <p:spPr>
                <a:xfrm>
                  <a:off x="7287006" y="1831086"/>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7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1"/>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5"/>
                        <a:pt x="157924" y="110300"/>
                        <a:pt x="160020" y="103346"/>
                      </a:cubicBezTo>
                      <a:lnTo>
                        <a:pt x="169640" y="108966"/>
                      </a:lnTo>
                      <a:cubicBezTo>
                        <a:pt x="171736" y="118300"/>
                        <a:pt x="178117" y="127921"/>
                        <a:pt x="185833" y="132397"/>
                      </a:cubicBezTo>
                      <a:cubicBezTo>
                        <a:pt x="193548" y="136874"/>
                        <a:pt x="199930" y="134588"/>
                        <a:pt x="202025" y="127635"/>
                      </a:cubicBezTo>
                      <a:lnTo>
                        <a:pt x="211646" y="133255"/>
                      </a:lnTo>
                      <a:cubicBezTo>
                        <a:pt x="213741" y="142589"/>
                        <a:pt x="220123" y="152209"/>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0" name="Freeform: Shape 2859">
                  <a:extLst>
                    <a:ext uri="{FF2B5EF4-FFF2-40B4-BE49-F238E27FC236}">
                      <a16:creationId xmlns:a16="http://schemas.microsoft.com/office/drawing/2014/main" id="{A9A708C7-FAE5-2798-501E-CCD4892C3E58}"/>
                    </a:ext>
                  </a:extLst>
                </p:cNvPr>
                <p:cNvSpPr/>
                <p:nvPr/>
              </p:nvSpPr>
              <p:spPr>
                <a:xfrm>
                  <a:off x="7416260" y="1900950"/>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1" name="Freeform: Shape 2860">
                  <a:extLst>
                    <a:ext uri="{FF2B5EF4-FFF2-40B4-BE49-F238E27FC236}">
                      <a16:creationId xmlns:a16="http://schemas.microsoft.com/office/drawing/2014/main" id="{E4CAB4F5-8FA5-6E1B-3BC9-6A36D8192B2D}"/>
                    </a:ext>
                  </a:extLst>
                </p:cNvPr>
                <p:cNvSpPr/>
                <p:nvPr/>
              </p:nvSpPr>
              <p:spPr>
                <a:xfrm>
                  <a:off x="7458265" y="1925239"/>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2" name="Freeform: Shape 2861">
                  <a:extLst>
                    <a:ext uri="{FF2B5EF4-FFF2-40B4-BE49-F238E27FC236}">
                      <a16:creationId xmlns:a16="http://schemas.microsoft.com/office/drawing/2014/main" id="{164CD3CC-AEF5-D438-FD3D-2DDBA1E8D0AA}"/>
                    </a:ext>
                  </a:extLst>
                </p:cNvPr>
                <p:cNvSpPr/>
                <p:nvPr/>
              </p:nvSpPr>
              <p:spPr>
                <a:xfrm>
                  <a:off x="7500556" y="1949623"/>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6"/>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3" name="Freeform: Shape 2862">
                  <a:extLst>
                    <a:ext uri="{FF2B5EF4-FFF2-40B4-BE49-F238E27FC236}">
                      <a16:creationId xmlns:a16="http://schemas.microsoft.com/office/drawing/2014/main" id="{F32D094E-7719-245D-994A-938964C955A4}"/>
                    </a:ext>
                  </a:extLst>
                </p:cNvPr>
                <p:cNvSpPr/>
                <p:nvPr/>
              </p:nvSpPr>
              <p:spPr>
                <a:xfrm>
                  <a:off x="7573708" y="1961292"/>
                  <a:ext cx="193547" cy="193452"/>
                </a:xfrm>
                <a:custGeom>
                  <a:avLst/>
                  <a:gdLst>
                    <a:gd name="connsiteX0" fmla="*/ 0 w 193547"/>
                    <a:gd name="connsiteY0" fmla="*/ 81629 h 193452"/>
                    <a:gd name="connsiteX1" fmla="*/ 193548 w 193547"/>
                    <a:gd name="connsiteY1" fmla="*/ 193453 h 193452"/>
                    <a:gd name="connsiteX2" fmla="*/ 193548 w 193547"/>
                    <a:gd name="connsiteY2" fmla="*/ 111823 h 193452"/>
                    <a:gd name="connsiteX3" fmla="*/ 0 w 193547"/>
                    <a:gd name="connsiteY3" fmla="*/ 0 h 193452"/>
                    <a:gd name="connsiteX4" fmla="*/ 0 w 193547"/>
                    <a:gd name="connsiteY4" fmla="*/ 81629 h 1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452">
                      <a:moveTo>
                        <a:pt x="0" y="81629"/>
                      </a:moveTo>
                      <a:lnTo>
                        <a:pt x="193548" y="193453"/>
                      </a:lnTo>
                      <a:lnTo>
                        <a:pt x="193548" y="111823"/>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4" name="Freeform: Shape 2863">
                  <a:extLst>
                    <a:ext uri="{FF2B5EF4-FFF2-40B4-BE49-F238E27FC236}">
                      <a16:creationId xmlns:a16="http://schemas.microsoft.com/office/drawing/2014/main" id="{9AD17C37-3290-2F23-F13F-7B0AC5B236F8}"/>
                    </a:ext>
                  </a:extLst>
                </p:cNvPr>
                <p:cNvSpPr/>
                <p:nvPr/>
              </p:nvSpPr>
              <p:spPr>
                <a:xfrm>
                  <a:off x="7298626" y="1762506"/>
                  <a:ext cx="70484" cy="68865"/>
                </a:xfrm>
                <a:custGeom>
                  <a:avLst/>
                  <a:gdLst>
                    <a:gd name="connsiteX0" fmla="*/ 70485 w 70484"/>
                    <a:gd name="connsiteY0" fmla="*/ 68866 h 68865"/>
                    <a:gd name="connsiteX1" fmla="*/ 0 w 70484"/>
                    <a:gd name="connsiteY1" fmla="*/ 28194 h 68865"/>
                    <a:gd name="connsiteX2" fmla="*/ 0 w 70484"/>
                    <a:gd name="connsiteY2" fmla="*/ 0 h 68865"/>
                    <a:gd name="connsiteX3" fmla="*/ 70485 w 70484"/>
                    <a:gd name="connsiteY3" fmla="*/ 40767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194"/>
                      </a:lnTo>
                      <a:lnTo>
                        <a:pt x="0" y="0"/>
                      </a:lnTo>
                      <a:lnTo>
                        <a:pt x="70485" y="40767"/>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5" name="Freeform: Shape 2864">
                  <a:extLst>
                    <a:ext uri="{FF2B5EF4-FFF2-40B4-BE49-F238E27FC236}">
                      <a16:creationId xmlns:a16="http://schemas.microsoft.com/office/drawing/2014/main" id="{A8D9E02F-EAA8-8CC5-79AF-4507EA99CC3D}"/>
                    </a:ext>
                  </a:extLst>
                </p:cNvPr>
                <p:cNvSpPr/>
                <p:nvPr/>
              </p:nvSpPr>
              <p:spPr>
                <a:xfrm>
                  <a:off x="7286910" y="1944052"/>
                  <a:ext cx="502443" cy="479869"/>
                </a:xfrm>
                <a:custGeom>
                  <a:avLst/>
                  <a:gdLst>
                    <a:gd name="connsiteX0" fmla="*/ 502444 w 502443"/>
                    <a:gd name="connsiteY0" fmla="*/ 479869 h 479869"/>
                    <a:gd name="connsiteX1" fmla="*/ 0 w 502443"/>
                    <a:gd name="connsiteY1" fmla="*/ 189738 h 479869"/>
                    <a:gd name="connsiteX2" fmla="*/ 0 w 502443"/>
                    <a:gd name="connsiteY2" fmla="*/ 0 h 479869"/>
                    <a:gd name="connsiteX3" fmla="*/ 502444 w 502443"/>
                    <a:gd name="connsiteY3" fmla="*/ 290131 h 479869"/>
                    <a:gd name="connsiteX4" fmla="*/ 502444 w 502443"/>
                    <a:gd name="connsiteY4" fmla="*/ 479869 h 47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79869">
                      <a:moveTo>
                        <a:pt x="502444" y="479869"/>
                      </a:moveTo>
                      <a:lnTo>
                        <a:pt x="0" y="189738"/>
                      </a:lnTo>
                      <a:lnTo>
                        <a:pt x="0" y="0"/>
                      </a:lnTo>
                      <a:lnTo>
                        <a:pt x="502444" y="290131"/>
                      </a:lnTo>
                      <a:lnTo>
                        <a:pt x="502444" y="479869"/>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6" name="Freeform: Shape 2865">
                  <a:extLst>
                    <a:ext uri="{FF2B5EF4-FFF2-40B4-BE49-F238E27FC236}">
                      <a16:creationId xmlns:a16="http://schemas.microsoft.com/office/drawing/2014/main" id="{93B471AF-9058-867A-FB90-05B9EA5E86C7}"/>
                    </a:ext>
                  </a:extLst>
                </p:cNvPr>
                <p:cNvSpPr/>
                <p:nvPr/>
              </p:nvSpPr>
              <p:spPr>
                <a:xfrm>
                  <a:off x="7287006" y="2033492"/>
                  <a:ext cx="502348" cy="301085"/>
                </a:xfrm>
                <a:custGeom>
                  <a:avLst/>
                  <a:gdLst>
                    <a:gd name="connsiteX0" fmla="*/ 502348 w 502348"/>
                    <a:gd name="connsiteY0" fmla="*/ 290036 h 301085"/>
                    <a:gd name="connsiteX1" fmla="*/ 244030 w 502348"/>
                    <a:gd name="connsiteY1" fmla="*/ 140875 h 301085"/>
                    <a:gd name="connsiteX2" fmla="*/ 227838 w 502348"/>
                    <a:gd name="connsiteY2" fmla="*/ 117443 h 301085"/>
                    <a:gd name="connsiteX3" fmla="*/ 211646 w 502348"/>
                    <a:gd name="connsiteY3" fmla="*/ 122206 h 301085"/>
                    <a:gd name="connsiteX4" fmla="*/ 202025 w 502348"/>
                    <a:gd name="connsiteY4" fmla="*/ 116586 h 301085"/>
                    <a:gd name="connsiteX5" fmla="*/ 185833 w 502348"/>
                    <a:gd name="connsiteY5" fmla="*/ 93154 h 301085"/>
                    <a:gd name="connsiteX6" fmla="*/ 169640 w 502348"/>
                    <a:gd name="connsiteY6" fmla="*/ 97917 h 301085"/>
                    <a:gd name="connsiteX7" fmla="*/ 160020 w 502348"/>
                    <a:gd name="connsiteY7" fmla="*/ 92297 h 301085"/>
                    <a:gd name="connsiteX8" fmla="*/ 143828 w 502348"/>
                    <a:gd name="connsiteY8" fmla="*/ 68866 h 301085"/>
                    <a:gd name="connsiteX9" fmla="*/ 127635 w 502348"/>
                    <a:gd name="connsiteY9" fmla="*/ 73628 h 301085"/>
                    <a:gd name="connsiteX10" fmla="*/ 0 w 502348"/>
                    <a:gd name="connsiteY10" fmla="*/ 0 h 301085"/>
                    <a:gd name="connsiteX11" fmla="*/ 0 w 502348"/>
                    <a:gd name="connsiteY11" fmla="*/ 11049 h 301085"/>
                    <a:gd name="connsiteX12" fmla="*/ 127635 w 502348"/>
                    <a:gd name="connsiteY12" fmla="*/ 84677 h 301085"/>
                    <a:gd name="connsiteX13" fmla="*/ 143828 w 502348"/>
                    <a:gd name="connsiteY13" fmla="*/ 108109 h 301085"/>
                    <a:gd name="connsiteX14" fmla="*/ 160020 w 502348"/>
                    <a:gd name="connsiteY14" fmla="*/ 103346 h 301085"/>
                    <a:gd name="connsiteX15" fmla="*/ 169640 w 502348"/>
                    <a:gd name="connsiteY15" fmla="*/ 108966 h 301085"/>
                    <a:gd name="connsiteX16" fmla="*/ 185833 w 502348"/>
                    <a:gd name="connsiteY16" fmla="*/ 132397 h 301085"/>
                    <a:gd name="connsiteX17" fmla="*/ 202025 w 502348"/>
                    <a:gd name="connsiteY17" fmla="*/ 127635 h 301085"/>
                    <a:gd name="connsiteX18" fmla="*/ 211646 w 502348"/>
                    <a:gd name="connsiteY18" fmla="*/ 133255 h 301085"/>
                    <a:gd name="connsiteX19" fmla="*/ 227838 w 502348"/>
                    <a:gd name="connsiteY19" fmla="*/ 156686 h 301085"/>
                    <a:gd name="connsiteX20" fmla="*/ 244030 w 502348"/>
                    <a:gd name="connsiteY20" fmla="*/ 151924 h 301085"/>
                    <a:gd name="connsiteX21" fmla="*/ 502348 w 502348"/>
                    <a:gd name="connsiteY21" fmla="*/ 301085 h 301085"/>
                    <a:gd name="connsiteX22" fmla="*/ 502348 w 502348"/>
                    <a:gd name="connsiteY22" fmla="*/ 290036 h 30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2348" h="301085">
                      <a:moveTo>
                        <a:pt x="502348" y="290036"/>
                      </a:moveTo>
                      <a:lnTo>
                        <a:pt x="244030" y="140875"/>
                      </a:lnTo>
                      <a:cubicBezTo>
                        <a:pt x="241935" y="131540"/>
                        <a:pt x="235553" y="121920"/>
                        <a:pt x="227838" y="117443"/>
                      </a:cubicBezTo>
                      <a:cubicBezTo>
                        <a:pt x="220123" y="112967"/>
                        <a:pt x="213741" y="115252"/>
                        <a:pt x="211646" y="122206"/>
                      </a:cubicBezTo>
                      <a:lnTo>
                        <a:pt x="202025" y="116586"/>
                      </a:lnTo>
                      <a:cubicBezTo>
                        <a:pt x="199930" y="107251"/>
                        <a:pt x="193548" y="97631"/>
                        <a:pt x="185833" y="93154"/>
                      </a:cubicBezTo>
                      <a:cubicBezTo>
                        <a:pt x="178117" y="88678"/>
                        <a:pt x="171736" y="90964"/>
                        <a:pt x="169640" y="97917"/>
                      </a:cubicBezTo>
                      <a:lnTo>
                        <a:pt x="160020" y="92297"/>
                      </a:lnTo>
                      <a:cubicBezTo>
                        <a:pt x="157924" y="82963"/>
                        <a:pt x="151543" y="73342"/>
                        <a:pt x="143828" y="68866"/>
                      </a:cubicBezTo>
                      <a:cubicBezTo>
                        <a:pt x="136112" y="64389"/>
                        <a:pt x="129730" y="66675"/>
                        <a:pt x="127635" y="73628"/>
                      </a:cubicBezTo>
                      <a:lnTo>
                        <a:pt x="0" y="0"/>
                      </a:lnTo>
                      <a:lnTo>
                        <a:pt x="0" y="11049"/>
                      </a:lnTo>
                      <a:lnTo>
                        <a:pt x="127635" y="84677"/>
                      </a:lnTo>
                      <a:cubicBezTo>
                        <a:pt x="129730" y="94012"/>
                        <a:pt x="136112" y="103632"/>
                        <a:pt x="143828" y="108109"/>
                      </a:cubicBezTo>
                      <a:cubicBezTo>
                        <a:pt x="151543" y="112585"/>
                        <a:pt x="157924" y="110300"/>
                        <a:pt x="160020" y="103346"/>
                      </a:cubicBezTo>
                      <a:lnTo>
                        <a:pt x="169640" y="108966"/>
                      </a:lnTo>
                      <a:cubicBezTo>
                        <a:pt x="171736" y="118300"/>
                        <a:pt x="178117" y="127921"/>
                        <a:pt x="185833" y="132397"/>
                      </a:cubicBezTo>
                      <a:cubicBezTo>
                        <a:pt x="193548" y="136874"/>
                        <a:pt x="199930" y="134588"/>
                        <a:pt x="202025" y="127635"/>
                      </a:cubicBezTo>
                      <a:lnTo>
                        <a:pt x="211646" y="133255"/>
                      </a:lnTo>
                      <a:cubicBezTo>
                        <a:pt x="213741" y="142589"/>
                        <a:pt x="220123" y="152209"/>
                        <a:pt x="227838" y="156686"/>
                      </a:cubicBezTo>
                      <a:cubicBezTo>
                        <a:pt x="235553" y="161163"/>
                        <a:pt x="241935" y="158877"/>
                        <a:pt x="244030" y="151924"/>
                      </a:cubicBezTo>
                      <a:lnTo>
                        <a:pt x="502348" y="301085"/>
                      </a:lnTo>
                      <a:lnTo>
                        <a:pt x="502348"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7" name="Freeform: Shape 2866">
                  <a:extLst>
                    <a:ext uri="{FF2B5EF4-FFF2-40B4-BE49-F238E27FC236}">
                      <a16:creationId xmlns:a16="http://schemas.microsoft.com/office/drawing/2014/main" id="{8E03CC17-6055-BAE7-6F30-C9DF4BF8CE06}"/>
                    </a:ext>
                  </a:extLst>
                </p:cNvPr>
                <p:cNvSpPr/>
                <p:nvPr/>
              </p:nvSpPr>
              <p:spPr>
                <a:xfrm>
                  <a:off x="7416260" y="2103261"/>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8" name="Freeform: Shape 2867">
                  <a:extLst>
                    <a:ext uri="{FF2B5EF4-FFF2-40B4-BE49-F238E27FC236}">
                      <a16:creationId xmlns:a16="http://schemas.microsoft.com/office/drawing/2014/main" id="{E3DE1697-1892-93B1-C865-19FF476F92F8}"/>
                    </a:ext>
                  </a:extLst>
                </p:cNvPr>
                <p:cNvSpPr/>
                <p:nvPr/>
              </p:nvSpPr>
              <p:spPr>
                <a:xfrm>
                  <a:off x="7458265" y="2127549"/>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69" name="Freeform: Shape 2868">
                  <a:extLst>
                    <a:ext uri="{FF2B5EF4-FFF2-40B4-BE49-F238E27FC236}">
                      <a16:creationId xmlns:a16="http://schemas.microsoft.com/office/drawing/2014/main" id="{3CF8DD95-6C55-7F10-E3ED-4DB033F6C5DA}"/>
                    </a:ext>
                  </a:extLst>
                </p:cNvPr>
                <p:cNvSpPr/>
                <p:nvPr/>
              </p:nvSpPr>
              <p:spPr>
                <a:xfrm>
                  <a:off x="7500556" y="2151933"/>
                  <a:ext cx="28956" cy="37341"/>
                </a:xfrm>
                <a:custGeom>
                  <a:avLst/>
                  <a:gdLst>
                    <a:gd name="connsiteX0" fmla="*/ 28956 w 28956"/>
                    <a:gd name="connsiteY0" fmla="*/ 27005 h 37341"/>
                    <a:gd name="connsiteX1" fmla="*/ 14478 w 28956"/>
                    <a:gd name="connsiteY1" fmla="*/ 35387 h 37341"/>
                    <a:gd name="connsiteX2" fmla="*/ 0 w 28956"/>
                    <a:gd name="connsiteY2" fmla="*/ 10336 h 37341"/>
                    <a:gd name="connsiteX3" fmla="*/ 14478 w 28956"/>
                    <a:gd name="connsiteY3" fmla="*/ 1954 h 37341"/>
                    <a:gd name="connsiteX4" fmla="*/ 28956 w 28956"/>
                    <a:gd name="connsiteY4" fmla="*/ 27005 h 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56" h="37341">
                      <a:moveTo>
                        <a:pt x="28956" y="27005"/>
                      </a:moveTo>
                      <a:cubicBezTo>
                        <a:pt x="28956" y="36244"/>
                        <a:pt x="22479" y="39959"/>
                        <a:pt x="14478" y="35387"/>
                      </a:cubicBezTo>
                      <a:cubicBezTo>
                        <a:pt x="6477" y="30815"/>
                        <a:pt x="0" y="19575"/>
                        <a:pt x="0" y="10336"/>
                      </a:cubicBezTo>
                      <a:cubicBezTo>
                        <a:pt x="0" y="1097"/>
                        <a:pt x="6477" y="-2618"/>
                        <a:pt x="14478" y="1954"/>
                      </a:cubicBezTo>
                      <a:cubicBezTo>
                        <a:pt x="22479" y="6526"/>
                        <a:pt x="28956" y="17766"/>
                        <a:pt x="28956" y="27005"/>
                      </a:cubicBez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0" name="Freeform: Shape 2869">
                  <a:extLst>
                    <a:ext uri="{FF2B5EF4-FFF2-40B4-BE49-F238E27FC236}">
                      <a16:creationId xmlns:a16="http://schemas.microsoft.com/office/drawing/2014/main" id="{AD6824BB-D578-5B2D-1FF9-8B7672725CA5}"/>
                    </a:ext>
                  </a:extLst>
                </p:cNvPr>
                <p:cNvSpPr/>
                <p:nvPr/>
              </p:nvSpPr>
              <p:spPr>
                <a:xfrm>
                  <a:off x="7573708" y="2163699"/>
                  <a:ext cx="193547" cy="193357"/>
                </a:xfrm>
                <a:custGeom>
                  <a:avLst/>
                  <a:gdLst>
                    <a:gd name="connsiteX0" fmla="*/ 0 w 193547"/>
                    <a:gd name="connsiteY0" fmla="*/ 81629 h 193357"/>
                    <a:gd name="connsiteX1" fmla="*/ 193548 w 193547"/>
                    <a:gd name="connsiteY1" fmla="*/ 193358 h 193357"/>
                    <a:gd name="connsiteX2" fmla="*/ 193548 w 193547"/>
                    <a:gd name="connsiteY2" fmla="*/ 111823 h 193357"/>
                    <a:gd name="connsiteX3" fmla="*/ 0 w 193547"/>
                    <a:gd name="connsiteY3" fmla="*/ 0 h 193357"/>
                    <a:gd name="connsiteX4" fmla="*/ 0 w 193547"/>
                    <a:gd name="connsiteY4" fmla="*/ 81629 h 193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547" h="193357">
                      <a:moveTo>
                        <a:pt x="0" y="81629"/>
                      </a:moveTo>
                      <a:lnTo>
                        <a:pt x="193548" y="193358"/>
                      </a:lnTo>
                      <a:lnTo>
                        <a:pt x="193548" y="111823"/>
                      </a:lnTo>
                      <a:lnTo>
                        <a:pt x="0" y="0"/>
                      </a:lnTo>
                      <a:lnTo>
                        <a:pt x="0" y="81629"/>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1" name="Freeform: Shape 2870">
                  <a:extLst>
                    <a:ext uri="{FF2B5EF4-FFF2-40B4-BE49-F238E27FC236}">
                      <a16:creationId xmlns:a16="http://schemas.microsoft.com/office/drawing/2014/main" id="{4E3C167F-9A07-5371-0967-8007E45BFFB5}"/>
                    </a:ext>
                  </a:extLst>
                </p:cNvPr>
                <p:cNvSpPr/>
                <p:nvPr/>
              </p:nvSpPr>
              <p:spPr>
                <a:xfrm>
                  <a:off x="7298626" y="1964912"/>
                  <a:ext cx="70484" cy="68865"/>
                </a:xfrm>
                <a:custGeom>
                  <a:avLst/>
                  <a:gdLst>
                    <a:gd name="connsiteX0" fmla="*/ 70485 w 70484"/>
                    <a:gd name="connsiteY0" fmla="*/ 68866 h 68865"/>
                    <a:gd name="connsiteX1" fmla="*/ 0 w 70484"/>
                    <a:gd name="connsiteY1" fmla="*/ 28099 h 68865"/>
                    <a:gd name="connsiteX2" fmla="*/ 0 w 70484"/>
                    <a:gd name="connsiteY2" fmla="*/ 0 h 68865"/>
                    <a:gd name="connsiteX3" fmla="*/ 70485 w 70484"/>
                    <a:gd name="connsiteY3" fmla="*/ 40672 h 68865"/>
                    <a:gd name="connsiteX4" fmla="*/ 70485 w 70484"/>
                    <a:gd name="connsiteY4" fmla="*/ 68866 h 6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484" h="68865">
                      <a:moveTo>
                        <a:pt x="70485" y="68866"/>
                      </a:moveTo>
                      <a:lnTo>
                        <a:pt x="0" y="28099"/>
                      </a:lnTo>
                      <a:lnTo>
                        <a:pt x="0" y="0"/>
                      </a:lnTo>
                      <a:lnTo>
                        <a:pt x="70485" y="40672"/>
                      </a:lnTo>
                      <a:lnTo>
                        <a:pt x="70485" y="6886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2" name="Freeform: Shape 2871">
                  <a:extLst>
                    <a:ext uri="{FF2B5EF4-FFF2-40B4-BE49-F238E27FC236}">
                      <a16:creationId xmlns:a16="http://schemas.microsoft.com/office/drawing/2014/main" id="{A1C7A224-1092-5848-9EE2-2A14B313510C}"/>
                    </a:ext>
                  </a:extLst>
                </p:cNvPr>
                <p:cNvSpPr/>
                <p:nvPr/>
              </p:nvSpPr>
              <p:spPr>
                <a:xfrm>
                  <a:off x="7286910" y="2606611"/>
                  <a:ext cx="502443" cy="419861"/>
                </a:xfrm>
                <a:custGeom>
                  <a:avLst/>
                  <a:gdLst>
                    <a:gd name="connsiteX0" fmla="*/ 502444 w 502443"/>
                    <a:gd name="connsiteY0" fmla="*/ 290036 h 419861"/>
                    <a:gd name="connsiteX1" fmla="*/ 0 w 502443"/>
                    <a:gd name="connsiteY1" fmla="*/ 0 h 419861"/>
                    <a:gd name="connsiteX2" fmla="*/ 0 w 502443"/>
                    <a:gd name="connsiteY2" fmla="*/ 129730 h 419861"/>
                    <a:gd name="connsiteX3" fmla="*/ 502444 w 502443"/>
                    <a:gd name="connsiteY3" fmla="*/ 419862 h 419861"/>
                    <a:gd name="connsiteX4" fmla="*/ 502444 w 502443"/>
                    <a:gd name="connsiteY4" fmla="*/ 290036 h 419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1">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3" name="Freeform: Shape 2872">
                  <a:extLst>
                    <a:ext uri="{FF2B5EF4-FFF2-40B4-BE49-F238E27FC236}">
                      <a16:creationId xmlns:a16="http://schemas.microsoft.com/office/drawing/2014/main" id="{86BE8AEB-132E-8560-62E7-4B4E332ECB03}"/>
                    </a:ext>
                  </a:extLst>
                </p:cNvPr>
                <p:cNvSpPr/>
                <p:nvPr/>
              </p:nvSpPr>
              <p:spPr>
                <a:xfrm>
                  <a:off x="7286910" y="2456402"/>
                  <a:ext cx="502443" cy="419766"/>
                </a:xfrm>
                <a:custGeom>
                  <a:avLst/>
                  <a:gdLst>
                    <a:gd name="connsiteX0" fmla="*/ 502444 w 502443"/>
                    <a:gd name="connsiteY0" fmla="*/ 290036 h 419766"/>
                    <a:gd name="connsiteX1" fmla="*/ 0 w 502443"/>
                    <a:gd name="connsiteY1" fmla="*/ 0 h 419766"/>
                    <a:gd name="connsiteX2" fmla="*/ 0 w 502443"/>
                    <a:gd name="connsiteY2" fmla="*/ 129730 h 419766"/>
                    <a:gd name="connsiteX3" fmla="*/ 502444 w 502443"/>
                    <a:gd name="connsiteY3" fmla="*/ 419767 h 419766"/>
                    <a:gd name="connsiteX4" fmla="*/ 502444 w 502443"/>
                    <a:gd name="connsiteY4" fmla="*/ 290036 h 419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766">
                      <a:moveTo>
                        <a:pt x="502444" y="290036"/>
                      </a:moveTo>
                      <a:lnTo>
                        <a:pt x="0" y="0"/>
                      </a:lnTo>
                      <a:lnTo>
                        <a:pt x="0" y="129730"/>
                      </a:lnTo>
                      <a:lnTo>
                        <a:pt x="502444" y="419767"/>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4" name="Freeform: Shape 2873">
                  <a:extLst>
                    <a:ext uri="{FF2B5EF4-FFF2-40B4-BE49-F238E27FC236}">
                      <a16:creationId xmlns:a16="http://schemas.microsoft.com/office/drawing/2014/main" id="{38BD58C0-9582-306B-0BE5-AD751B8E038C}"/>
                    </a:ext>
                  </a:extLst>
                </p:cNvPr>
                <p:cNvSpPr/>
                <p:nvPr/>
              </p:nvSpPr>
              <p:spPr>
                <a:xfrm>
                  <a:off x="7286910" y="2306097"/>
                  <a:ext cx="502443" cy="419862"/>
                </a:xfrm>
                <a:custGeom>
                  <a:avLst/>
                  <a:gdLst>
                    <a:gd name="connsiteX0" fmla="*/ 502444 w 502443"/>
                    <a:gd name="connsiteY0" fmla="*/ 290036 h 419862"/>
                    <a:gd name="connsiteX1" fmla="*/ 0 w 502443"/>
                    <a:gd name="connsiteY1" fmla="*/ 0 h 419862"/>
                    <a:gd name="connsiteX2" fmla="*/ 0 w 502443"/>
                    <a:gd name="connsiteY2" fmla="*/ 129730 h 419862"/>
                    <a:gd name="connsiteX3" fmla="*/ 502444 w 502443"/>
                    <a:gd name="connsiteY3" fmla="*/ 419862 h 419862"/>
                    <a:gd name="connsiteX4" fmla="*/ 502444 w 502443"/>
                    <a:gd name="connsiteY4" fmla="*/ 290036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5" name="Freeform: Shape 2874">
                  <a:extLst>
                    <a:ext uri="{FF2B5EF4-FFF2-40B4-BE49-F238E27FC236}">
                      <a16:creationId xmlns:a16="http://schemas.microsoft.com/office/drawing/2014/main" id="{7ADDEFB0-9CAE-1530-5DFD-90471B1F370A}"/>
                    </a:ext>
                  </a:extLst>
                </p:cNvPr>
                <p:cNvSpPr/>
                <p:nvPr/>
              </p:nvSpPr>
              <p:spPr>
                <a:xfrm>
                  <a:off x="7286910" y="2155793"/>
                  <a:ext cx="502443" cy="419862"/>
                </a:xfrm>
                <a:custGeom>
                  <a:avLst/>
                  <a:gdLst>
                    <a:gd name="connsiteX0" fmla="*/ 502444 w 502443"/>
                    <a:gd name="connsiteY0" fmla="*/ 290131 h 419862"/>
                    <a:gd name="connsiteX1" fmla="*/ 0 w 502443"/>
                    <a:gd name="connsiteY1" fmla="*/ 0 h 419862"/>
                    <a:gd name="connsiteX2" fmla="*/ 0 w 502443"/>
                    <a:gd name="connsiteY2" fmla="*/ 129826 h 419862"/>
                    <a:gd name="connsiteX3" fmla="*/ 502444 w 502443"/>
                    <a:gd name="connsiteY3" fmla="*/ 419862 h 419862"/>
                    <a:gd name="connsiteX4" fmla="*/ 502444 w 502443"/>
                    <a:gd name="connsiteY4" fmla="*/ 290131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131"/>
                      </a:moveTo>
                      <a:lnTo>
                        <a:pt x="0" y="0"/>
                      </a:lnTo>
                      <a:lnTo>
                        <a:pt x="0" y="129826"/>
                      </a:lnTo>
                      <a:lnTo>
                        <a:pt x="502444" y="419862"/>
                      </a:lnTo>
                      <a:lnTo>
                        <a:pt x="502444" y="290131"/>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6" name="Freeform: Shape 2875">
                  <a:extLst>
                    <a:ext uri="{FF2B5EF4-FFF2-40B4-BE49-F238E27FC236}">
                      <a16:creationId xmlns:a16="http://schemas.microsoft.com/office/drawing/2014/main" id="{09F6FE03-D9BC-AA08-A6FB-56AF1A5CB76E}"/>
                    </a:ext>
                  </a:extLst>
                </p:cNvPr>
                <p:cNvSpPr/>
                <p:nvPr/>
              </p:nvSpPr>
              <p:spPr>
                <a:xfrm>
                  <a:off x="7416355" y="2314955"/>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77" name="Freeform: Shape 2876">
                  <a:extLst>
                    <a:ext uri="{FF2B5EF4-FFF2-40B4-BE49-F238E27FC236}">
                      <a16:creationId xmlns:a16="http://schemas.microsoft.com/office/drawing/2014/main" id="{E4DF64A7-7B7A-F020-69B9-8D6E7D42E33F}"/>
                    </a:ext>
                  </a:extLst>
                </p:cNvPr>
                <p:cNvSpPr/>
                <p:nvPr/>
              </p:nvSpPr>
              <p:spPr>
                <a:xfrm>
                  <a:off x="7298626" y="2181701"/>
                  <a:ext cx="103536" cy="151161"/>
                </a:xfrm>
                <a:custGeom>
                  <a:avLst/>
                  <a:gdLst>
                    <a:gd name="connsiteX0" fmla="*/ 103537 w 103536"/>
                    <a:gd name="connsiteY0" fmla="*/ 151162 h 151161"/>
                    <a:gd name="connsiteX1" fmla="*/ 0 w 103536"/>
                    <a:gd name="connsiteY1" fmla="*/ 91440 h 151161"/>
                    <a:gd name="connsiteX2" fmla="*/ 0 w 103536"/>
                    <a:gd name="connsiteY2" fmla="*/ 0 h 151161"/>
                    <a:gd name="connsiteX3" fmla="*/ 103537 w 103536"/>
                    <a:gd name="connsiteY3" fmla="*/ 59817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440"/>
                      </a:lnTo>
                      <a:lnTo>
                        <a:pt x="0" y="0"/>
                      </a:lnTo>
                      <a:lnTo>
                        <a:pt x="103537" y="59817"/>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878" name="Graphic 3388">
                  <a:extLst>
                    <a:ext uri="{FF2B5EF4-FFF2-40B4-BE49-F238E27FC236}">
                      <a16:creationId xmlns:a16="http://schemas.microsoft.com/office/drawing/2014/main" id="{6512F687-3256-5617-3C51-6F861158C7B9}"/>
                    </a:ext>
                  </a:extLst>
                </p:cNvPr>
                <p:cNvGrpSpPr/>
                <p:nvPr/>
              </p:nvGrpSpPr>
              <p:grpSpPr>
                <a:xfrm>
                  <a:off x="7416355" y="2266092"/>
                  <a:ext cx="359569" cy="234505"/>
                  <a:chOff x="7416355" y="2266092"/>
                  <a:chExt cx="359569" cy="234505"/>
                </a:xfrm>
                <a:solidFill>
                  <a:srgbClr val="FFFFFF"/>
                </a:solidFill>
              </p:grpSpPr>
              <p:sp>
                <p:nvSpPr>
                  <p:cNvPr id="2982" name="Freeform: Shape 2981">
                    <a:extLst>
                      <a:ext uri="{FF2B5EF4-FFF2-40B4-BE49-F238E27FC236}">
                        <a16:creationId xmlns:a16="http://schemas.microsoft.com/office/drawing/2014/main" id="{139BB2E4-8787-F39B-948F-9F1016A5FFE7}"/>
                      </a:ext>
                    </a:extLst>
                  </p:cNvPr>
                  <p:cNvSpPr/>
                  <p:nvPr/>
                </p:nvSpPr>
                <p:spPr>
                  <a:xfrm>
                    <a:off x="7416355" y="226609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3" name="Freeform: Shape 2982">
                    <a:extLst>
                      <a:ext uri="{FF2B5EF4-FFF2-40B4-BE49-F238E27FC236}">
                        <a16:creationId xmlns:a16="http://schemas.microsoft.com/office/drawing/2014/main" id="{CA0418FE-7628-023B-A2CE-4E06FCF28C0C}"/>
                      </a:ext>
                    </a:extLst>
                  </p:cNvPr>
                  <p:cNvSpPr/>
                  <p:nvPr/>
                </p:nvSpPr>
                <p:spPr>
                  <a:xfrm>
                    <a:off x="7458360" y="2290381"/>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4" name="Freeform: Shape 2983">
                    <a:extLst>
                      <a:ext uri="{FF2B5EF4-FFF2-40B4-BE49-F238E27FC236}">
                        <a16:creationId xmlns:a16="http://schemas.microsoft.com/office/drawing/2014/main" id="{0FF4E43D-0AC6-5187-CBA7-CD9D2CBEAA21}"/>
                      </a:ext>
                    </a:extLst>
                  </p:cNvPr>
                  <p:cNvSpPr/>
                  <p:nvPr/>
                </p:nvSpPr>
                <p:spPr>
                  <a:xfrm>
                    <a:off x="7500366" y="2314575"/>
                    <a:ext cx="23336" cy="40386"/>
                  </a:xfrm>
                  <a:custGeom>
                    <a:avLst/>
                    <a:gdLst>
                      <a:gd name="connsiteX0" fmla="*/ 23336 w 23336"/>
                      <a:gd name="connsiteY0" fmla="*/ 13525 h 40386"/>
                      <a:gd name="connsiteX1" fmla="*/ 0 w 23336"/>
                      <a:gd name="connsiteY1" fmla="*/ 0 h 40386"/>
                      <a:gd name="connsiteX2" fmla="*/ 0 w 23336"/>
                      <a:gd name="connsiteY2" fmla="*/ 26956 h 40386"/>
                      <a:gd name="connsiteX3" fmla="*/ 23336 w 23336"/>
                      <a:gd name="connsiteY3" fmla="*/ 40386 h 40386"/>
                      <a:gd name="connsiteX4" fmla="*/ 23336 w 23336"/>
                      <a:gd name="connsiteY4" fmla="*/ 13525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386">
                        <a:moveTo>
                          <a:pt x="23336" y="13525"/>
                        </a:moveTo>
                        <a:lnTo>
                          <a:pt x="0" y="0"/>
                        </a:lnTo>
                        <a:lnTo>
                          <a:pt x="0" y="26956"/>
                        </a:lnTo>
                        <a:lnTo>
                          <a:pt x="23336" y="40386"/>
                        </a:lnTo>
                        <a:lnTo>
                          <a:pt x="23336" y="13525"/>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5" name="Freeform: Shape 2984">
                    <a:extLst>
                      <a:ext uri="{FF2B5EF4-FFF2-40B4-BE49-F238E27FC236}">
                        <a16:creationId xmlns:a16="http://schemas.microsoft.com/office/drawing/2014/main" id="{1011A81C-EF76-7512-2496-FD120E8489A0}"/>
                      </a:ext>
                    </a:extLst>
                  </p:cNvPr>
                  <p:cNvSpPr/>
                  <p:nvPr/>
                </p:nvSpPr>
                <p:spPr>
                  <a:xfrm>
                    <a:off x="7542466" y="2338863"/>
                    <a:ext cx="23241" cy="40385"/>
                  </a:xfrm>
                  <a:custGeom>
                    <a:avLst/>
                    <a:gdLst>
                      <a:gd name="connsiteX0" fmla="*/ 23241 w 23241"/>
                      <a:gd name="connsiteY0" fmla="*/ 13430 h 40385"/>
                      <a:gd name="connsiteX1" fmla="*/ 0 w 23241"/>
                      <a:gd name="connsiteY1" fmla="*/ 0 h 40385"/>
                      <a:gd name="connsiteX2" fmla="*/ 0 w 23241"/>
                      <a:gd name="connsiteY2" fmla="*/ 26860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860"/>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6" name="Freeform: Shape 2985">
                    <a:extLst>
                      <a:ext uri="{FF2B5EF4-FFF2-40B4-BE49-F238E27FC236}">
                        <a16:creationId xmlns:a16="http://schemas.microsoft.com/office/drawing/2014/main" id="{5D1DC4AA-42A6-FFB5-038D-5B3B4674E0E7}"/>
                      </a:ext>
                    </a:extLst>
                  </p:cNvPr>
                  <p:cNvSpPr/>
                  <p:nvPr/>
                </p:nvSpPr>
                <p:spPr>
                  <a:xfrm>
                    <a:off x="7584471" y="2363152"/>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7" name="Freeform: Shape 2986">
                    <a:extLst>
                      <a:ext uri="{FF2B5EF4-FFF2-40B4-BE49-F238E27FC236}">
                        <a16:creationId xmlns:a16="http://schemas.microsoft.com/office/drawing/2014/main" id="{DCC2D549-4764-5D03-02A6-B1E1BD9F2EDB}"/>
                      </a:ext>
                    </a:extLst>
                  </p:cNvPr>
                  <p:cNvSpPr/>
                  <p:nvPr/>
                </p:nvSpPr>
                <p:spPr>
                  <a:xfrm>
                    <a:off x="7626572" y="2387441"/>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8" name="Freeform: Shape 2987">
                    <a:extLst>
                      <a:ext uri="{FF2B5EF4-FFF2-40B4-BE49-F238E27FC236}">
                        <a16:creationId xmlns:a16="http://schemas.microsoft.com/office/drawing/2014/main" id="{4509A8BE-E215-315B-A1CE-F6FCD3652DC4}"/>
                      </a:ext>
                    </a:extLst>
                  </p:cNvPr>
                  <p:cNvSpPr/>
                  <p:nvPr/>
                </p:nvSpPr>
                <p:spPr>
                  <a:xfrm>
                    <a:off x="7668577" y="2411729"/>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9" name="Freeform: Shape 2988">
                    <a:extLst>
                      <a:ext uri="{FF2B5EF4-FFF2-40B4-BE49-F238E27FC236}">
                        <a16:creationId xmlns:a16="http://schemas.microsoft.com/office/drawing/2014/main" id="{8D8B6A0A-6FD8-CC72-10A5-1BF5BBCCC384}"/>
                      </a:ext>
                    </a:extLst>
                  </p:cNvPr>
                  <p:cNvSpPr/>
                  <p:nvPr/>
                </p:nvSpPr>
                <p:spPr>
                  <a:xfrm>
                    <a:off x="7710677" y="2436018"/>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90" name="Freeform: Shape 2989">
                    <a:extLst>
                      <a:ext uri="{FF2B5EF4-FFF2-40B4-BE49-F238E27FC236}">
                        <a16:creationId xmlns:a16="http://schemas.microsoft.com/office/drawing/2014/main" id="{9EBBCF32-8429-467C-BA7C-E13CEF150882}"/>
                      </a:ext>
                    </a:extLst>
                  </p:cNvPr>
                  <p:cNvSpPr/>
                  <p:nvPr/>
                </p:nvSpPr>
                <p:spPr>
                  <a:xfrm>
                    <a:off x="7752683" y="2460307"/>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879" name="Freeform: Shape 2878">
                  <a:extLst>
                    <a:ext uri="{FF2B5EF4-FFF2-40B4-BE49-F238E27FC236}">
                      <a16:creationId xmlns:a16="http://schemas.microsoft.com/office/drawing/2014/main" id="{0C9AD207-00E6-25E7-DC9D-3F646DBBCBD7}"/>
                    </a:ext>
                  </a:extLst>
                </p:cNvPr>
                <p:cNvSpPr/>
                <p:nvPr/>
              </p:nvSpPr>
              <p:spPr>
                <a:xfrm>
                  <a:off x="7286910" y="2306097"/>
                  <a:ext cx="502443" cy="419862"/>
                </a:xfrm>
                <a:custGeom>
                  <a:avLst/>
                  <a:gdLst>
                    <a:gd name="connsiteX0" fmla="*/ 502444 w 502443"/>
                    <a:gd name="connsiteY0" fmla="*/ 290036 h 419862"/>
                    <a:gd name="connsiteX1" fmla="*/ 0 w 502443"/>
                    <a:gd name="connsiteY1" fmla="*/ 0 h 419862"/>
                    <a:gd name="connsiteX2" fmla="*/ 0 w 502443"/>
                    <a:gd name="connsiteY2" fmla="*/ 129730 h 419862"/>
                    <a:gd name="connsiteX3" fmla="*/ 502444 w 502443"/>
                    <a:gd name="connsiteY3" fmla="*/ 419862 h 419862"/>
                    <a:gd name="connsiteX4" fmla="*/ 502444 w 502443"/>
                    <a:gd name="connsiteY4" fmla="*/ 290036 h 419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2">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0" name="Freeform: Shape 2879">
                  <a:extLst>
                    <a:ext uri="{FF2B5EF4-FFF2-40B4-BE49-F238E27FC236}">
                      <a16:creationId xmlns:a16="http://schemas.microsoft.com/office/drawing/2014/main" id="{5F0C698E-C897-3435-8127-ACA61C422FAC}"/>
                    </a:ext>
                  </a:extLst>
                </p:cNvPr>
                <p:cNvSpPr/>
                <p:nvPr/>
              </p:nvSpPr>
              <p:spPr>
                <a:xfrm>
                  <a:off x="7416355" y="2465260"/>
                  <a:ext cx="359568" cy="233743"/>
                </a:xfrm>
                <a:custGeom>
                  <a:avLst/>
                  <a:gdLst>
                    <a:gd name="connsiteX0" fmla="*/ 359569 w 359568"/>
                    <a:gd name="connsiteY0" fmla="*/ 207645 h 233743"/>
                    <a:gd name="connsiteX1" fmla="*/ 0 w 359568"/>
                    <a:gd name="connsiteY1" fmla="*/ 0 h 233743"/>
                    <a:gd name="connsiteX2" fmla="*/ 0 w 359568"/>
                    <a:gd name="connsiteY2" fmla="*/ 26098 h 233743"/>
                    <a:gd name="connsiteX3" fmla="*/ 359569 w 359568"/>
                    <a:gd name="connsiteY3" fmla="*/ 233743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8"/>
                      </a:lnTo>
                      <a:lnTo>
                        <a:pt x="359569" y="233743"/>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1" name="Freeform: Shape 2880">
                  <a:extLst>
                    <a:ext uri="{FF2B5EF4-FFF2-40B4-BE49-F238E27FC236}">
                      <a16:creationId xmlns:a16="http://schemas.microsoft.com/office/drawing/2014/main" id="{CDA83CD6-C175-2AF4-0F37-0C0D89745EA0}"/>
                    </a:ext>
                  </a:extLst>
                </p:cNvPr>
                <p:cNvSpPr/>
                <p:nvPr/>
              </p:nvSpPr>
              <p:spPr>
                <a:xfrm>
                  <a:off x="7298626" y="2332005"/>
                  <a:ext cx="103536" cy="151161"/>
                </a:xfrm>
                <a:custGeom>
                  <a:avLst/>
                  <a:gdLst>
                    <a:gd name="connsiteX0" fmla="*/ 103537 w 103536"/>
                    <a:gd name="connsiteY0" fmla="*/ 151162 h 151161"/>
                    <a:gd name="connsiteX1" fmla="*/ 0 w 103536"/>
                    <a:gd name="connsiteY1" fmla="*/ 91345 h 151161"/>
                    <a:gd name="connsiteX2" fmla="*/ 0 w 103536"/>
                    <a:gd name="connsiteY2" fmla="*/ 0 h 151161"/>
                    <a:gd name="connsiteX3" fmla="*/ 103537 w 103536"/>
                    <a:gd name="connsiteY3" fmla="*/ 59722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345"/>
                      </a:lnTo>
                      <a:lnTo>
                        <a:pt x="0" y="0"/>
                      </a:lnTo>
                      <a:lnTo>
                        <a:pt x="103537" y="59722"/>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882" name="Graphic 3388">
                  <a:extLst>
                    <a:ext uri="{FF2B5EF4-FFF2-40B4-BE49-F238E27FC236}">
                      <a16:creationId xmlns:a16="http://schemas.microsoft.com/office/drawing/2014/main" id="{DF688CC7-ED67-364E-80EF-4FCF15320BCF}"/>
                    </a:ext>
                  </a:extLst>
                </p:cNvPr>
                <p:cNvGrpSpPr/>
                <p:nvPr/>
              </p:nvGrpSpPr>
              <p:grpSpPr>
                <a:xfrm>
                  <a:off x="7416355" y="2416301"/>
                  <a:ext cx="359569" cy="234505"/>
                  <a:chOff x="7416355" y="2416301"/>
                  <a:chExt cx="359569" cy="234505"/>
                </a:xfrm>
                <a:solidFill>
                  <a:srgbClr val="FFFFFF"/>
                </a:solidFill>
              </p:grpSpPr>
              <p:sp>
                <p:nvSpPr>
                  <p:cNvPr id="2973" name="Freeform: Shape 2972">
                    <a:extLst>
                      <a:ext uri="{FF2B5EF4-FFF2-40B4-BE49-F238E27FC236}">
                        <a16:creationId xmlns:a16="http://schemas.microsoft.com/office/drawing/2014/main" id="{D92E98B1-0F75-D24C-9249-B241E19D01E9}"/>
                      </a:ext>
                    </a:extLst>
                  </p:cNvPr>
                  <p:cNvSpPr/>
                  <p:nvPr/>
                </p:nvSpPr>
                <p:spPr>
                  <a:xfrm>
                    <a:off x="7416355" y="2416301"/>
                    <a:ext cx="23241" cy="40386"/>
                  </a:xfrm>
                  <a:custGeom>
                    <a:avLst/>
                    <a:gdLst>
                      <a:gd name="connsiteX0" fmla="*/ 23241 w 23241"/>
                      <a:gd name="connsiteY0" fmla="*/ 13430 h 40386"/>
                      <a:gd name="connsiteX1" fmla="*/ 0 w 23241"/>
                      <a:gd name="connsiteY1" fmla="*/ 0 h 40386"/>
                      <a:gd name="connsiteX2" fmla="*/ 0 w 23241"/>
                      <a:gd name="connsiteY2" fmla="*/ 26861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861"/>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4" name="Freeform: Shape 2973">
                    <a:extLst>
                      <a:ext uri="{FF2B5EF4-FFF2-40B4-BE49-F238E27FC236}">
                        <a16:creationId xmlns:a16="http://schemas.microsoft.com/office/drawing/2014/main" id="{318B13CB-1969-85BB-B3EF-BC284AE3AD25}"/>
                      </a:ext>
                    </a:extLst>
                  </p:cNvPr>
                  <p:cNvSpPr/>
                  <p:nvPr/>
                </p:nvSpPr>
                <p:spPr>
                  <a:xfrm>
                    <a:off x="7458360" y="2440590"/>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5" name="Freeform: Shape 2974">
                    <a:extLst>
                      <a:ext uri="{FF2B5EF4-FFF2-40B4-BE49-F238E27FC236}">
                        <a16:creationId xmlns:a16="http://schemas.microsoft.com/office/drawing/2014/main" id="{57D3549B-BC0E-CC04-750E-62802ACF3094}"/>
                      </a:ext>
                    </a:extLst>
                  </p:cNvPr>
                  <p:cNvSpPr/>
                  <p:nvPr/>
                </p:nvSpPr>
                <p:spPr>
                  <a:xfrm>
                    <a:off x="7500366" y="2464879"/>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6" name="Freeform: Shape 2975">
                    <a:extLst>
                      <a:ext uri="{FF2B5EF4-FFF2-40B4-BE49-F238E27FC236}">
                        <a16:creationId xmlns:a16="http://schemas.microsoft.com/office/drawing/2014/main" id="{3ADBF785-05A7-7E40-0414-20EBD8501920}"/>
                      </a:ext>
                    </a:extLst>
                  </p:cNvPr>
                  <p:cNvSpPr/>
                  <p:nvPr/>
                </p:nvSpPr>
                <p:spPr>
                  <a:xfrm>
                    <a:off x="7542466" y="2489168"/>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7" name="Freeform: Shape 2976">
                    <a:extLst>
                      <a:ext uri="{FF2B5EF4-FFF2-40B4-BE49-F238E27FC236}">
                        <a16:creationId xmlns:a16="http://schemas.microsoft.com/office/drawing/2014/main" id="{DD8BCDD4-C2E9-6CEA-A8F9-F5F63898AA6D}"/>
                      </a:ext>
                    </a:extLst>
                  </p:cNvPr>
                  <p:cNvSpPr/>
                  <p:nvPr/>
                </p:nvSpPr>
                <p:spPr>
                  <a:xfrm>
                    <a:off x="7584471" y="2513457"/>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8" name="Freeform: Shape 2977">
                    <a:extLst>
                      <a:ext uri="{FF2B5EF4-FFF2-40B4-BE49-F238E27FC236}">
                        <a16:creationId xmlns:a16="http://schemas.microsoft.com/office/drawing/2014/main" id="{F89F8E1D-ED80-BD66-E0EB-2E2221A20DC2}"/>
                      </a:ext>
                    </a:extLst>
                  </p:cNvPr>
                  <p:cNvSpPr/>
                  <p:nvPr/>
                </p:nvSpPr>
                <p:spPr>
                  <a:xfrm>
                    <a:off x="7626572" y="2537745"/>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9" name="Freeform: Shape 2978">
                    <a:extLst>
                      <a:ext uri="{FF2B5EF4-FFF2-40B4-BE49-F238E27FC236}">
                        <a16:creationId xmlns:a16="http://schemas.microsoft.com/office/drawing/2014/main" id="{17AA605E-76B7-D421-AD55-FA147B189730}"/>
                      </a:ext>
                    </a:extLst>
                  </p:cNvPr>
                  <p:cNvSpPr/>
                  <p:nvPr/>
                </p:nvSpPr>
                <p:spPr>
                  <a:xfrm>
                    <a:off x="7668577" y="2561939"/>
                    <a:ext cx="23241" cy="40386"/>
                  </a:xfrm>
                  <a:custGeom>
                    <a:avLst/>
                    <a:gdLst>
                      <a:gd name="connsiteX0" fmla="*/ 23241 w 23241"/>
                      <a:gd name="connsiteY0" fmla="*/ 13430 h 40386"/>
                      <a:gd name="connsiteX1" fmla="*/ 0 w 23241"/>
                      <a:gd name="connsiteY1" fmla="*/ 0 h 40386"/>
                      <a:gd name="connsiteX2" fmla="*/ 0 w 23241"/>
                      <a:gd name="connsiteY2" fmla="*/ 26956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0" name="Freeform: Shape 2979">
                    <a:extLst>
                      <a:ext uri="{FF2B5EF4-FFF2-40B4-BE49-F238E27FC236}">
                        <a16:creationId xmlns:a16="http://schemas.microsoft.com/office/drawing/2014/main" id="{194F1168-CF6F-A91E-8DC1-F5E61A6D4AD2}"/>
                      </a:ext>
                    </a:extLst>
                  </p:cNvPr>
                  <p:cNvSpPr/>
                  <p:nvPr/>
                </p:nvSpPr>
                <p:spPr>
                  <a:xfrm>
                    <a:off x="7710677" y="2586228"/>
                    <a:ext cx="23241" cy="40385"/>
                  </a:xfrm>
                  <a:custGeom>
                    <a:avLst/>
                    <a:gdLst>
                      <a:gd name="connsiteX0" fmla="*/ 23241 w 23241"/>
                      <a:gd name="connsiteY0" fmla="*/ 13430 h 40385"/>
                      <a:gd name="connsiteX1" fmla="*/ 0 w 23241"/>
                      <a:gd name="connsiteY1" fmla="*/ 0 h 40385"/>
                      <a:gd name="connsiteX2" fmla="*/ 0 w 23241"/>
                      <a:gd name="connsiteY2" fmla="*/ 26860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860"/>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81" name="Freeform: Shape 2980">
                    <a:extLst>
                      <a:ext uri="{FF2B5EF4-FFF2-40B4-BE49-F238E27FC236}">
                        <a16:creationId xmlns:a16="http://schemas.microsoft.com/office/drawing/2014/main" id="{0F2173A7-6AF4-329E-B5C7-246D843297C7}"/>
                      </a:ext>
                    </a:extLst>
                  </p:cNvPr>
                  <p:cNvSpPr/>
                  <p:nvPr/>
                </p:nvSpPr>
                <p:spPr>
                  <a:xfrm>
                    <a:off x="7752683" y="2610516"/>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883" name="Freeform: Shape 2882">
                  <a:extLst>
                    <a:ext uri="{FF2B5EF4-FFF2-40B4-BE49-F238E27FC236}">
                      <a16:creationId xmlns:a16="http://schemas.microsoft.com/office/drawing/2014/main" id="{BC3F89AE-12EB-3BEF-E136-271167CB6ABD}"/>
                    </a:ext>
                  </a:extLst>
                </p:cNvPr>
                <p:cNvSpPr/>
                <p:nvPr/>
              </p:nvSpPr>
              <p:spPr>
                <a:xfrm>
                  <a:off x="7286910" y="2456402"/>
                  <a:ext cx="502443" cy="419766"/>
                </a:xfrm>
                <a:custGeom>
                  <a:avLst/>
                  <a:gdLst>
                    <a:gd name="connsiteX0" fmla="*/ 502444 w 502443"/>
                    <a:gd name="connsiteY0" fmla="*/ 290036 h 419766"/>
                    <a:gd name="connsiteX1" fmla="*/ 0 w 502443"/>
                    <a:gd name="connsiteY1" fmla="*/ 0 h 419766"/>
                    <a:gd name="connsiteX2" fmla="*/ 0 w 502443"/>
                    <a:gd name="connsiteY2" fmla="*/ 129730 h 419766"/>
                    <a:gd name="connsiteX3" fmla="*/ 502444 w 502443"/>
                    <a:gd name="connsiteY3" fmla="*/ 419767 h 419766"/>
                    <a:gd name="connsiteX4" fmla="*/ 502444 w 502443"/>
                    <a:gd name="connsiteY4" fmla="*/ 290036 h 419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766">
                      <a:moveTo>
                        <a:pt x="502444" y="290036"/>
                      </a:moveTo>
                      <a:lnTo>
                        <a:pt x="0" y="0"/>
                      </a:lnTo>
                      <a:lnTo>
                        <a:pt x="0" y="129730"/>
                      </a:lnTo>
                      <a:lnTo>
                        <a:pt x="502444" y="419767"/>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4" name="Freeform: Shape 2883">
                  <a:extLst>
                    <a:ext uri="{FF2B5EF4-FFF2-40B4-BE49-F238E27FC236}">
                      <a16:creationId xmlns:a16="http://schemas.microsoft.com/office/drawing/2014/main" id="{37A7C0DE-778E-47AA-ECE6-16FDDA58D139}"/>
                    </a:ext>
                  </a:extLst>
                </p:cNvPr>
                <p:cNvSpPr/>
                <p:nvPr/>
              </p:nvSpPr>
              <p:spPr>
                <a:xfrm>
                  <a:off x="7416355" y="2615469"/>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5" name="Freeform: Shape 2884">
                  <a:extLst>
                    <a:ext uri="{FF2B5EF4-FFF2-40B4-BE49-F238E27FC236}">
                      <a16:creationId xmlns:a16="http://schemas.microsoft.com/office/drawing/2014/main" id="{DAD312CF-E691-9962-2766-B8F1A745EC20}"/>
                    </a:ext>
                  </a:extLst>
                </p:cNvPr>
                <p:cNvSpPr/>
                <p:nvPr/>
              </p:nvSpPr>
              <p:spPr>
                <a:xfrm>
                  <a:off x="7298626" y="2482310"/>
                  <a:ext cx="103536" cy="151066"/>
                </a:xfrm>
                <a:custGeom>
                  <a:avLst/>
                  <a:gdLst>
                    <a:gd name="connsiteX0" fmla="*/ 103537 w 103536"/>
                    <a:gd name="connsiteY0" fmla="*/ 151067 h 151066"/>
                    <a:gd name="connsiteX1" fmla="*/ 0 w 103536"/>
                    <a:gd name="connsiteY1" fmla="*/ 91345 h 151066"/>
                    <a:gd name="connsiteX2" fmla="*/ 0 w 103536"/>
                    <a:gd name="connsiteY2" fmla="*/ 0 h 151066"/>
                    <a:gd name="connsiteX3" fmla="*/ 103537 w 103536"/>
                    <a:gd name="connsiteY3" fmla="*/ 59722 h 151066"/>
                    <a:gd name="connsiteX4" fmla="*/ 103537 w 103536"/>
                    <a:gd name="connsiteY4" fmla="*/ 151067 h 15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066">
                      <a:moveTo>
                        <a:pt x="103537" y="151067"/>
                      </a:moveTo>
                      <a:lnTo>
                        <a:pt x="0" y="91345"/>
                      </a:lnTo>
                      <a:lnTo>
                        <a:pt x="0" y="0"/>
                      </a:lnTo>
                      <a:lnTo>
                        <a:pt x="103537" y="59722"/>
                      </a:lnTo>
                      <a:lnTo>
                        <a:pt x="103537" y="151067"/>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886" name="Graphic 3388">
                  <a:extLst>
                    <a:ext uri="{FF2B5EF4-FFF2-40B4-BE49-F238E27FC236}">
                      <a16:creationId xmlns:a16="http://schemas.microsoft.com/office/drawing/2014/main" id="{73BF3A1F-9BB8-A64C-CDDB-804C6FFD84E1}"/>
                    </a:ext>
                  </a:extLst>
                </p:cNvPr>
                <p:cNvGrpSpPr/>
                <p:nvPr/>
              </p:nvGrpSpPr>
              <p:grpSpPr>
                <a:xfrm>
                  <a:off x="7416355" y="2566606"/>
                  <a:ext cx="359569" cy="234505"/>
                  <a:chOff x="7416355" y="2566606"/>
                  <a:chExt cx="359569" cy="234505"/>
                </a:xfrm>
                <a:solidFill>
                  <a:srgbClr val="FFFFFF"/>
                </a:solidFill>
              </p:grpSpPr>
              <p:sp>
                <p:nvSpPr>
                  <p:cNvPr id="2964" name="Freeform: Shape 2963">
                    <a:extLst>
                      <a:ext uri="{FF2B5EF4-FFF2-40B4-BE49-F238E27FC236}">
                        <a16:creationId xmlns:a16="http://schemas.microsoft.com/office/drawing/2014/main" id="{A556A2A2-3029-56C0-BBFF-98804EC3E3FE}"/>
                      </a:ext>
                    </a:extLst>
                  </p:cNvPr>
                  <p:cNvSpPr/>
                  <p:nvPr/>
                </p:nvSpPr>
                <p:spPr>
                  <a:xfrm>
                    <a:off x="7416355" y="2566606"/>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5" name="Freeform: Shape 2964">
                    <a:extLst>
                      <a:ext uri="{FF2B5EF4-FFF2-40B4-BE49-F238E27FC236}">
                        <a16:creationId xmlns:a16="http://schemas.microsoft.com/office/drawing/2014/main" id="{560D5FFE-CCA8-00A7-4511-81FB056809E4}"/>
                      </a:ext>
                    </a:extLst>
                  </p:cNvPr>
                  <p:cNvSpPr/>
                  <p:nvPr/>
                </p:nvSpPr>
                <p:spPr>
                  <a:xfrm>
                    <a:off x="7458360" y="2590895"/>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6" name="Freeform: Shape 2965">
                    <a:extLst>
                      <a:ext uri="{FF2B5EF4-FFF2-40B4-BE49-F238E27FC236}">
                        <a16:creationId xmlns:a16="http://schemas.microsoft.com/office/drawing/2014/main" id="{3DE81D7A-6EE4-629D-CEE2-2A80B31A0E30}"/>
                      </a:ext>
                    </a:extLst>
                  </p:cNvPr>
                  <p:cNvSpPr/>
                  <p:nvPr/>
                </p:nvSpPr>
                <p:spPr>
                  <a:xfrm>
                    <a:off x="7500366" y="2615183"/>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7" name="Freeform: Shape 2966">
                    <a:extLst>
                      <a:ext uri="{FF2B5EF4-FFF2-40B4-BE49-F238E27FC236}">
                        <a16:creationId xmlns:a16="http://schemas.microsoft.com/office/drawing/2014/main" id="{FA385DBD-B687-74CB-E68E-56CC92E75314}"/>
                      </a:ext>
                    </a:extLst>
                  </p:cNvPr>
                  <p:cNvSpPr/>
                  <p:nvPr/>
                </p:nvSpPr>
                <p:spPr>
                  <a:xfrm>
                    <a:off x="7542466" y="2639377"/>
                    <a:ext cx="23241" cy="40385"/>
                  </a:xfrm>
                  <a:custGeom>
                    <a:avLst/>
                    <a:gdLst>
                      <a:gd name="connsiteX0" fmla="*/ 23241 w 23241"/>
                      <a:gd name="connsiteY0" fmla="*/ 13430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8" name="Freeform: Shape 2967">
                    <a:extLst>
                      <a:ext uri="{FF2B5EF4-FFF2-40B4-BE49-F238E27FC236}">
                        <a16:creationId xmlns:a16="http://schemas.microsoft.com/office/drawing/2014/main" id="{A5D0CFBB-87D5-0CFC-B697-35FFCBEEF6B1}"/>
                      </a:ext>
                    </a:extLst>
                  </p:cNvPr>
                  <p:cNvSpPr/>
                  <p:nvPr/>
                </p:nvSpPr>
                <p:spPr>
                  <a:xfrm>
                    <a:off x="7584471" y="2663666"/>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9" name="Freeform: Shape 2968">
                    <a:extLst>
                      <a:ext uri="{FF2B5EF4-FFF2-40B4-BE49-F238E27FC236}">
                        <a16:creationId xmlns:a16="http://schemas.microsoft.com/office/drawing/2014/main" id="{427CD0AD-FE23-9A5B-C6B9-E742F44DF29D}"/>
                      </a:ext>
                    </a:extLst>
                  </p:cNvPr>
                  <p:cNvSpPr/>
                  <p:nvPr/>
                </p:nvSpPr>
                <p:spPr>
                  <a:xfrm>
                    <a:off x="7626572" y="2687954"/>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0" name="Freeform: Shape 2969">
                    <a:extLst>
                      <a:ext uri="{FF2B5EF4-FFF2-40B4-BE49-F238E27FC236}">
                        <a16:creationId xmlns:a16="http://schemas.microsoft.com/office/drawing/2014/main" id="{436303EB-24BE-83B9-41E1-5C524626B55C}"/>
                      </a:ext>
                    </a:extLst>
                  </p:cNvPr>
                  <p:cNvSpPr/>
                  <p:nvPr/>
                </p:nvSpPr>
                <p:spPr>
                  <a:xfrm>
                    <a:off x="7668577" y="2712243"/>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1" name="Freeform: Shape 2970">
                    <a:extLst>
                      <a:ext uri="{FF2B5EF4-FFF2-40B4-BE49-F238E27FC236}">
                        <a16:creationId xmlns:a16="http://schemas.microsoft.com/office/drawing/2014/main" id="{E4236CA8-BF94-FC0C-C471-A125413C5DDF}"/>
                      </a:ext>
                    </a:extLst>
                  </p:cNvPr>
                  <p:cNvSpPr/>
                  <p:nvPr/>
                </p:nvSpPr>
                <p:spPr>
                  <a:xfrm>
                    <a:off x="7710677" y="273653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72" name="Freeform: Shape 2971">
                    <a:extLst>
                      <a:ext uri="{FF2B5EF4-FFF2-40B4-BE49-F238E27FC236}">
                        <a16:creationId xmlns:a16="http://schemas.microsoft.com/office/drawing/2014/main" id="{4DB6153D-5A1E-0DBB-29F3-EF46720A1026}"/>
                      </a:ext>
                    </a:extLst>
                  </p:cNvPr>
                  <p:cNvSpPr/>
                  <p:nvPr/>
                </p:nvSpPr>
                <p:spPr>
                  <a:xfrm>
                    <a:off x="7752683" y="2760821"/>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887" name="Freeform: Shape 2886">
                  <a:extLst>
                    <a:ext uri="{FF2B5EF4-FFF2-40B4-BE49-F238E27FC236}">
                      <a16:creationId xmlns:a16="http://schemas.microsoft.com/office/drawing/2014/main" id="{990593C8-4FAB-62C9-27AC-7A5FCF031351}"/>
                    </a:ext>
                  </a:extLst>
                </p:cNvPr>
                <p:cNvSpPr/>
                <p:nvPr/>
              </p:nvSpPr>
              <p:spPr>
                <a:xfrm>
                  <a:off x="7286910" y="2606611"/>
                  <a:ext cx="502443" cy="419861"/>
                </a:xfrm>
                <a:custGeom>
                  <a:avLst/>
                  <a:gdLst>
                    <a:gd name="connsiteX0" fmla="*/ 502444 w 502443"/>
                    <a:gd name="connsiteY0" fmla="*/ 290036 h 419861"/>
                    <a:gd name="connsiteX1" fmla="*/ 0 w 502443"/>
                    <a:gd name="connsiteY1" fmla="*/ 0 h 419861"/>
                    <a:gd name="connsiteX2" fmla="*/ 0 w 502443"/>
                    <a:gd name="connsiteY2" fmla="*/ 129730 h 419861"/>
                    <a:gd name="connsiteX3" fmla="*/ 502444 w 502443"/>
                    <a:gd name="connsiteY3" fmla="*/ 419862 h 419861"/>
                    <a:gd name="connsiteX4" fmla="*/ 502444 w 502443"/>
                    <a:gd name="connsiteY4" fmla="*/ 290036 h 419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443" h="419861">
                      <a:moveTo>
                        <a:pt x="502444" y="290036"/>
                      </a:moveTo>
                      <a:lnTo>
                        <a:pt x="0" y="0"/>
                      </a:lnTo>
                      <a:lnTo>
                        <a:pt x="0" y="129730"/>
                      </a:lnTo>
                      <a:lnTo>
                        <a:pt x="502444" y="419862"/>
                      </a:lnTo>
                      <a:lnTo>
                        <a:pt x="502444" y="290036"/>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8" name="Freeform: Shape 2887">
                  <a:extLst>
                    <a:ext uri="{FF2B5EF4-FFF2-40B4-BE49-F238E27FC236}">
                      <a16:creationId xmlns:a16="http://schemas.microsoft.com/office/drawing/2014/main" id="{BF937DC2-C267-9AC7-2C0A-D9B9CF0FB73C}"/>
                    </a:ext>
                  </a:extLst>
                </p:cNvPr>
                <p:cNvSpPr/>
                <p:nvPr/>
              </p:nvSpPr>
              <p:spPr>
                <a:xfrm>
                  <a:off x="7416355" y="2765774"/>
                  <a:ext cx="359568" cy="233743"/>
                </a:xfrm>
                <a:custGeom>
                  <a:avLst/>
                  <a:gdLst>
                    <a:gd name="connsiteX0" fmla="*/ 359569 w 359568"/>
                    <a:gd name="connsiteY0" fmla="*/ 207645 h 233743"/>
                    <a:gd name="connsiteX1" fmla="*/ 0 w 359568"/>
                    <a:gd name="connsiteY1" fmla="*/ 0 h 233743"/>
                    <a:gd name="connsiteX2" fmla="*/ 0 w 359568"/>
                    <a:gd name="connsiteY2" fmla="*/ 26099 h 233743"/>
                    <a:gd name="connsiteX3" fmla="*/ 359569 w 359568"/>
                    <a:gd name="connsiteY3" fmla="*/ 233744 h 233743"/>
                    <a:gd name="connsiteX4" fmla="*/ 359569 w 359568"/>
                    <a:gd name="connsiteY4" fmla="*/ 207645 h 233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8" h="233743">
                      <a:moveTo>
                        <a:pt x="359569" y="207645"/>
                      </a:moveTo>
                      <a:lnTo>
                        <a:pt x="0" y="0"/>
                      </a:lnTo>
                      <a:lnTo>
                        <a:pt x="0" y="26099"/>
                      </a:lnTo>
                      <a:lnTo>
                        <a:pt x="359569" y="233744"/>
                      </a:lnTo>
                      <a:lnTo>
                        <a:pt x="359569" y="207645"/>
                      </a:lnTo>
                      <a:close/>
                    </a:path>
                  </a:pathLst>
                </a:custGeom>
                <a:solidFill>
                  <a:srgbClr val="B9B9B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89" name="Freeform: Shape 2888">
                  <a:extLst>
                    <a:ext uri="{FF2B5EF4-FFF2-40B4-BE49-F238E27FC236}">
                      <a16:creationId xmlns:a16="http://schemas.microsoft.com/office/drawing/2014/main" id="{ABD2BD64-97AA-2D49-E753-D76839C67FBC}"/>
                    </a:ext>
                  </a:extLst>
                </p:cNvPr>
                <p:cNvSpPr/>
                <p:nvPr/>
              </p:nvSpPr>
              <p:spPr>
                <a:xfrm>
                  <a:off x="7298626" y="2632519"/>
                  <a:ext cx="103536" cy="151161"/>
                </a:xfrm>
                <a:custGeom>
                  <a:avLst/>
                  <a:gdLst>
                    <a:gd name="connsiteX0" fmla="*/ 103537 w 103536"/>
                    <a:gd name="connsiteY0" fmla="*/ 151162 h 151161"/>
                    <a:gd name="connsiteX1" fmla="*/ 0 w 103536"/>
                    <a:gd name="connsiteY1" fmla="*/ 91440 h 151161"/>
                    <a:gd name="connsiteX2" fmla="*/ 0 w 103536"/>
                    <a:gd name="connsiteY2" fmla="*/ 0 h 151161"/>
                    <a:gd name="connsiteX3" fmla="*/ 103537 w 103536"/>
                    <a:gd name="connsiteY3" fmla="*/ 59817 h 151161"/>
                    <a:gd name="connsiteX4" fmla="*/ 103537 w 103536"/>
                    <a:gd name="connsiteY4" fmla="*/ 151162 h 151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36" h="151161">
                      <a:moveTo>
                        <a:pt x="103537" y="151162"/>
                      </a:moveTo>
                      <a:lnTo>
                        <a:pt x="0" y="91440"/>
                      </a:lnTo>
                      <a:lnTo>
                        <a:pt x="0" y="0"/>
                      </a:lnTo>
                      <a:lnTo>
                        <a:pt x="103537" y="59817"/>
                      </a:lnTo>
                      <a:lnTo>
                        <a:pt x="103537" y="151162"/>
                      </a:lnTo>
                      <a:close/>
                    </a:path>
                  </a:pathLst>
                </a:custGeom>
                <a:solidFill>
                  <a:srgbClr val="169E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890" name="Graphic 3388">
                  <a:extLst>
                    <a:ext uri="{FF2B5EF4-FFF2-40B4-BE49-F238E27FC236}">
                      <a16:creationId xmlns:a16="http://schemas.microsoft.com/office/drawing/2014/main" id="{E6ECCA0A-E95C-F6BC-6090-14F0518CAACA}"/>
                    </a:ext>
                  </a:extLst>
                </p:cNvPr>
                <p:cNvGrpSpPr/>
                <p:nvPr/>
              </p:nvGrpSpPr>
              <p:grpSpPr>
                <a:xfrm>
                  <a:off x="7416355" y="2716815"/>
                  <a:ext cx="359569" cy="234505"/>
                  <a:chOff x="7416355" y="2716815"/>
                  <a:chExt cx="359569" cy="234505"/>
                </a:xfrm>
                <a:solidFill>
                  <a:srgbClr val="FFFFFF"/>
                </a:solidFill>
              </p:grpSpPr>
              <p:sp>
                <p:nvSpPr>
                  <p:cNvPr id="2955" name="Freeform: Shape 2954">
                    <a:extLst>
                      <a:ext uri="{FF2B5EF4-FFF2-40B4-BE49-F238E27FC236}">
                        <a16:creationId xmlns:a16="http://schemas.microsoft.com/office/drawing/2014/main" id="{EF0C731A-F094-95D2-FF39-719CC7FE2C14}"/>
                      </a:ext>
                    </a:extLst>
                  </p:cNvPr>
                  <p:cNvSpPr/>
                  <p:nvPr/>
                </p:nvSpPr>
                <p:spPr>
                  <a:xfrm>
                    <a:off x="7416355" y="2716815"/>
                    <a:ext cx="23241" cy="40386"/>
                  </a:xfrm>
                  <a:custGeom>
                    <a:avLst/>
                    <a:gdLst>
                      <a:gd name="connsiteX0" fmla="*/ 23241 w 23241"/>
                      <a:gd name="connsiteY0" fmla="*/ 13430 h 40386"/>
                      <a:gd name="connsiteX1" fmla="*/ 0 w 23241"/>
                      <a:gd name="connsiteY1" fmla="*/ 0 h 40386"/>
                      <a:gd name="connsiteX2" fmla="*/ 0 w 23241"/>
                      <a:gd name="connsiteY2" fmla="*/ 26956 h 40386"/>
                      <a:gd name="connsiteX3" fmla="*/ 23241 w 23241"/>
                      <a:gd name="connsiteY3" fmla="*/ 40386 h 40386"/>
                      <a:gd name="connsiteX4" fmla="*/ 23241 w 23241"/>
                      <a:gd name="connsiteY4" fmla="*/ 13430 h 4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6">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6" name="Freeform: Shape 2955">
                    <a:extLst>
                      <a:ext uri="{FF2B5EF4-FFF2-40B4-BE49-F238E27FC236}">
                        <a16:creationId xmlns:a16="http://schemas.microsoft.com/office/drawing/2014/main" id="{CDCB70D7-8CAD-C6EA-7DC1-D94F06E2F110}"/>
                      </a:ext>
                    </a:extLst>
                  </p:cNvPr>
                  <p:cNvSpPr/>
                  <p:nvPr/>
                </p:nvSpPr>
                <p:spPr>
                  <a:xfrm>
                    <a:off x="7458360" y="2741104"/>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7" name="Freeform: Shape 2956">
                    <a:extLst>
                      <a:ext uri="{FF2B5EF4-FFF2-40B4-BE49-F238E27FC236}">
                        <a16:creationId xmlns:a16="http://schemas.microsoft.com/office/drawing/2014/main" id="{507AEC5F-6692-6364-1788-91DFA48383A3}"/>
                      </a:ext>
                    </a:extLst>
                  </p:cNvPr>
                  <p:cNvSpPr/>
                  <p:nvPr/>
                </p:nvSpPr>
                <p:spPr>
                  <a:xfrm>
                    <a:off x="7500366" y="2765393"/>
                    <a:ext cx="23336" cy="40290"/>
                  </a:xfrm>
                  <a:custGeom>
                    <a:avLst/>
                    <a:gdLst>
                      <a:gd name="connsiteX0" fmla="*/ 23336 w 23336"/>
                      <a:gd name="connsiteY0" fmla="*/ 13430 h 40290"/>
                      <a:gd name="connsiteX1" fmla="*/ 0 w 23336"/>
                      <a:gd name="connsiteY1" fmla="*/ 0 h 40290"/>
                      <a:gd name="connsiteX2" fmla="*/ 0 w 23336"/>
                      <a:gd name="connsiteY2" fmla="*/ 26860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0"/>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8" name="Freeform: Shape 2957">
                    <a:extLst>
                      <a:ext uri="{FF2B5EF4-FFF2-40B4-BE49-F238E27FC236}">
                        <a16:creationId xmlns:a16="http://schemas.microsoft.com/office/drawing/2014/main" id="{F0F3CBA4-14FF-3B04-6B02-EBE59463C018}"/>
                      </a:ext>
                    </a:extLst>
                  </p:cNvPr>
                  <p:cNvSpPr/>
                  <p:nvPr/>
                </p:nvSpPr>
                <p:spPr>
                  <a:xfrm>
                    <a:off x="7542466" y="2789682"/>
                    <a:ext cx="23241" cy="40290"/>
                  </a:xfrm>
                  <a:custGeom>
                    <a:avLst/>
                    <a:gdLst>
                      <a:gd name="connsiteX0" fmla="*/ 23241 w 23241"/>
                      <a:gd name="connsiteY0" fmla="*/ 13430 h 40290"/>
                      <a:gd name="connsiteX1" fmla="*/ 0 w 23241"/>
                      <a:gd name="connsiteY1" fmla="*/ 0 h 40290"/>
                      <a:gd name="connsiteX2" fmla="*/ 0 w 23241"/>
                      <a:gd name="connsiteY2" fmla="*/ 26860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0"/>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9" name="Freeform: Shape 2958">
                    <a:extLst>
                      <a:ext uri="{FF2B5EF4-FFF2-40B4-BE49-F238E27FC236}">
                        <a16:creationId xmlns:a16="http://schemas.microsoft.com/office/drawing/2014/main" id="{81C7BC57-0C65-4228-2847-ABA8B78B41C7}"/>
                      </a:ext>
                    </a:extLst>
                  </p:cNvPr>
                  <p:cNvSpPr/>
                  <p:nvPr/>
                </p:nvSpPr>
                <p:spPr>
                  <a:xfrm>
                    <a:off x="7584471" y="2813970"/>
                    <a:ext cx="23336" cy="40290"/>
                  </a:xfrm>
                  <a:custGeom>
                    <a:avLst/>
                    <a:gdLst>
                      <a:gd name="connsiteX0" fmla="*/ 23336 w 23336"/>
                      <a:gd name="connsiteY0" fmla="*/ 13430 h 40290"/>
                      <a:gd name="connsiteX1" fmla="*/ 0 w 23336"/>
                      <a:gd name="connsiteY1" fmla="*/ 0 h 40290"/>
                      <a:gd name="connsiteX2" fmla="*/ 0 w 23336"/>
                      <a:gd name="connsiteY2" fmla="*/ 26861 h 40290"/>
                      <a:gd name="connsiteX3" fmla="*/ 23336 w 23336"/>
                      <a:gd name="connsiteY3" fmla="*/ 40291 h 40290"/>
                      <a:gd name="connsiteX4" fmla="*/ 23336 w 23336"/>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36" h="40290">
                        <a:moveTo>
                          <a:pt x="23336" y="13430"/>
                        </a:moveTo>
                        <a:lnTo>
                          <a:pt x="0" y="0"/>
                        </a:lnTo>
                        <a:lnTo>
                          <a:pt x="0" y="26861"/>
                        </a:lnTo>
                        <a:lnTo>
                          <a:pt x="23336" y="40291"/>
                        </a:lnTo>
                        <a:lnTo>
                          <a:pt x="23336"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0" name="Freeform: Shape 2959">
                    <a:extLst>
                      <a:ext uri="{FF2B5EF4-FFF2-40B4-BE49-F238E27FC236}">
                        <a16:creationId xmlns:a16="http://schemas.microsoft.com/office/drawing/2014/main" id="{063AC273-E2CD-03F6-696C-D9314B240ECC}"/>
                      </a:ext>
                    </a:extLst>
                  </p:cNvPr>
                  <p:cNvSpPr/>
                  <p:nvPr/>
                </p:nvSpPr>
                <p:spPr>
                  <a:xfrm>
                    <a:off x="7626572" y="2838259"/>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1" name="Freeform: Shape 2960">
                    <a:extLst>
                      <a:ext uri="{FF2B5EF4-FFF2-40B4-BE49-F238E27FC236}">
                        <a16:creationId xmlns:a16="http://schemas.microsoft.com/office/drawing/2014/main" id="{D9F2CE66-D6BD-73C5-66DD-EC772769ACC8}"/>
                      </a:ext>
                    </a:extLst>
                  </p:cNvPr>
                  <p:cNvSpPr/>
                  <p:nvPr/>
                </p:nvSpPr>
                <p:spPr>
                  <a:xfrm>
                    <a:off x="7668577" y="2862453"/>
                    <a:ext cx="23241" cy="40385"/>
                  </a:xfrm>
                  <a:custGeom>
                    <a:avLst/>
                    <a:gdLst>
                      <a:gd name="connsiteX0" fmla="*/ 23241 w 23241"/>
                      <a:gd name="connsiteY0" fmla="*/ 13525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525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525"/>
                        </a:moveTo>
                        <a:lnTo>
                          <a:pt x="0" y="0"/>
                        </a:lnTo>
                        <a:lnTo>
                          <a:pt x="0" y="26956"/>
                        </a:lnTo>
                        <a:lnTo>
                          <a:pt x="23241" y="40386"/>
                        </a:lnTo>
                        <a:lnTo>
                          <a:pt x="23241" y="13525"/>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2" name="Freeform: Shape 2961">
                    <a:extLst>
                      <a:ext uri="{FF2B5EF4-FFF2-40B4-BE49-F238E27FC236}">
                        <a16:creationId xmlns:a16="http://schemas.microsoft.com/office/drawing/2014/main" id="{C46E8764-FBE9-BBFD-B0E2-6201D54F8517}"/>
                      </a:ext>
                    </a:extLst>
                  </p:cNvPr>
                  <p:cNvSpPr/>
                  <p:nvPr/>
                </p:nvSpPr>
                <p:spPr>
                  <a:xfrm>
                    <a:off x="7710677" y="2886741"/>
                    <a:ext cx="23241" cy="40385"/>
                  </a:xfrm>
                  <a:custGeom>
                    <a:avLst/>
                    <a:gdLst>
                      <a:gd name="connsiteX0" fmla="*/ 23241 w 23241"/>
                      <a:gd name="connsiteY0" fmla="*/ 13430 h 40385"/>
                      <a:gd name="connsiteX1" fmla="*/ 0 w 23241"/>
                      <a:gd name="connsiteY1" fmla="*/ 0 h 40385"/>
                      <a:gd name="connsiteX2" fmla="*/ 0 w 23241"/>
                      <a:gd name="connsiteY2" fmla="*/ 26956 h 40385"/>
                      <a:gd name="connsiteX3" fmla="*/ 23241 w 23241"/>
                      <a:gd name="connsiteY3" fmla="*/ 40386 h 40385"/>
                      <a:gd name="connsiteX4" fmla="*/ 23241 w 23241"/>
                      <a:gd name="connsiteY4" fmla="*/ 13430 h 40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385">
                        <a:moveTo>
                          <a:pt x="23241" y="13430"/>
                        </a:moveTo>
                        <a:lnTo>
                          <a:pt x="0" y="0"/>
                        </a:lnTo>
                        <a:lnTo>
                          <a:pt x="0" y="26956"/>
                        </a:lnTo>
                        <a:lnTo>
                          <a:pt x="23241" y="40386"/>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63" name="Freeform: Shape 2962">
                    <a:extLst>
                      <a:ext uri="{FF2B5EF4-FFF2-40B4-BE49-F238E27FC236}">
                        <a16:creationId xmlns:a16="http://schemas.microsoft.com/office/drawing/2014/main" id="{E59FCF9B-3B88-9DE1-4C91-1A1D841ACB47}"/>
                      </a:ext>
                    </a:extLst>
                  </p:cNvPr>
                  <p:cNvSpPr/>
                  <p:nvPr/>
                </p:nvSpPr>
                <p:spPr>
                  <a:xfrm>
                    <a:off x="7752683" y="2911030"/>
                    <a:ext cx="23241" cy="40290"/>
                  </a:xfrm>
                  <a:custGeom>
                    <a:avLst/>
                    <a:gdLst>
                      <a:gd name="connsiteX0" fmla="*/ 23241 w 23241"/>
                      <a:gd name="connsiteY0" fmla="*/ 13430 h 40290"/>
                      <a:gd name="connsiteX1" fmla="*/ 0 w 23241"/>
                      <a:gd name="connsiteY1" fmla="*/ 0 h 40290"/>
                      <a:gd name="connsiteX2" fmla="*/ 0 w 23241"/>
                      <a:gd name="connsiteY2" fmla="*/ 26861 h 40290"/>
                      <a:gd name="connsiteX3" fmla="*/ 23241 w 23241"/>
                      <a:gd name="connsiteY3" fmla="*/ 40291 h 40290"/>
                      <a:gd name="connsiteX4" fmla="*/ 23241 w 23241"/>
                      <a:gd name="connsiteY4" fmla="*/ 1343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41" h="40290">
                        <a:moveTo>
                          <a:pt x="23241" y="13430"/>
                        </a:moveTo>
                        <a:lnTo>
                          <a:pt x="0" y="0"/>
                        </a:lnTo>
                        <a:lnTo>
                          <a:pt x="0" y="26861"/>
                        </a:lnTo>
                        <a:lnTo>
                          <a:pt x="23241" y="40291"/>
                        </a:lnTo>
                        <a:lnTo>
                          <a:pt x="23241" y="13430"/>
                        </a:lnTo>
                        <a:close/>
                      </a:path>
                    </a:pathLst>
                  </a:custGeom>
                  <a:solidFill>
                    <a:srgbClr val="FFFF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891" name="Freeform: Shape 2890">
                  <a:extLst>
                    <a:ext uri="{FF2B5EF4-FFF2-40B4-BE49-F238E27FC236}">
                      <a16:creationId xmlns:a16="http://schemas.microsoft.com/office/drawing/2014/main" id="{ED6BF156-3AAC-7489-5E08-210874641DCB}"/>
                    </a:ext>
                  </a:extLst>
                </p:cNvPr>
                <p:cNvSpPr/>
                <p:nvPr/>
              </p:nvSpPr>
              <p:spPr>
                <a:xfrm>
                  <a:off x="7766494" y="1222724"/>
                  <a:ext cx="658177" cy="380047"/>
                </a:xfrm>
                <a:custGeom>
                  <a:avLst/>
                  <a:gdLst>
                    <a:gd name="connsiteX0" fmla="*/ 590741 w 658177"/>
                    <a:gd name="connsiteY0" fmla="*/ 0 h 380047"/>
                    <a:gd name="connsiteX1" fmla="*/ 0 w 658177"/>
                    <a:gd name="connsiteY1" fmla="*/ 341090 h 380047"/>
                    <a:gd name="connsiteX2" fmla="*/ 67437 w 658177"/>
                    <a:gd name="connsiteY2" fmla="*/ 380047 h 380047"/>
                    <a:gd name="connsiteX3" fmla="*/ 658177 w 658177"/>
                    <a:gd name="connsiteY3" fmla="*/ 38957 h 380047"/>
                    <a:gd name="connsiteX4" fmla="*/ 590741 w 658177"/>
                    <a:gd name="connsiteY4" fmla="*/ 0 h 3800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177" h="380047">
                      <a:moveTo>
                        <a:pt x="590741" y="0"/>
                      </a:moveTo>
                      <a:lnTo>
                        <a:pt x="0" y="341090"/>
                      </a:lnTo>
                      <a:lnTo>
                        <a:pt x="67437" y="380047"/>
                      </a:lnTo>
                      <a:lnTo>
                        <a:pt x="658177" y="38957"/>
                      </a:lnTo>
                      <a:lnTo>
                        <a:pt x="590741" y="0"/>
                      </a:lnTo>
                      <a:close/>
                    </a:path>
                  </a:pathLst>
                </a:custGeom>
                <a:solidFill>
                  <a:srgbClr val="D6D6D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92" name="Freeform: Shape 2891">
                  <a:extLst>
                    <a:ext uri="{FF2B5EF4-FFF2-40B4-BE49-F238E27FC236}">
                      <a16:creationId xmlns:a16="http://schemas.microsoft.com/office/drawing/2014/main" id="{4114FDF9-0ACD-D2BE-9F06-FBEAB756A411}"/>
                    </a:ext>
                  </a:extLst>
                </p:cNvPr>
                <p:cNvSpPr/>
                <p:nvPr/>
              </p:nvSpPr>
              <p:spPr>
                <a:xfrm>
                  <a:off x="7243286" y="920686"/>
                  <a:ext cx="658082" cy="379952"/>
                </a:xfrm>
                <a:custGeom>
                  <a:avLst/>
                  <a:gdLst>
                    <a:gd name="connsiteX0" fmla="*/ 590645 w 658082"/>
                    <a:gd name="connsiteY0" fmla="*/ 0 h 379952"/>
                    <a:gd name="connsiteX1" fmla="*/ 0 w 658082"/>
                    <a:gd name="connsiteY1" fmla="*/ 340995 h 379952"/>
                    <a:gd name="connsiteX2" fmla="*/ 67437 w 658082"/>
                    <a:gd name="connsiteY2" fmla="*/ 379952 h 379952"/>
                    <a:gd name="connsiteX3" fmla="*/ 658082 w 658082"/>
                    <a:gd name="connsiteY3" fmla="*/ 38957 h 379952"/>
                    <a:gd name="connsiteX4" fmla="*/ 590645 w 658082"/>
                    <a:gd name="connsiteY4" fmla="*/ 0 h 379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082" h="379952">
                      <a:moveTo>
                        <a:pt x="590645" y="0"/>
                      </a:moveTo>
                      <a:lnTo>
                        <a:pt x="0" y="340995"/>
                      </a:lnTo>
                      <a:lnTo>
                        <a:pt x="67437" y="379952"/>
                      </a:lnTo>
                      <a:lnTo>
                        <a:pt x="658082" y="38957"/>
                      </a:lnTo>
                      <a:lnTo>
                        <a:pt x="590645" y="0"/>
                      </a:lnTo>
                      <a:close/>
                    </a:path>
                  </a:pathLst>
                </a:custGeom>
                <a:solidFill>
                  <a:srgbClr val="D6D6D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93" name="Freeform: Shape 2892">
                  <a:extLst>
                    <a:ext uri="{FF2B5EF4-FFF2-40B4-BE49-F238E27FC236}">
                      <a16:creationId xmlns:a16="http://schemas.microsoft.com/office/drawing/2014/main" id="{98698428-6431-283B-6D73-B9981029A518}"/>
                    </a:ext>
                  </a:extLst>
                </p:cNvPr>
                <p:cNvSpPr/>
                <p:nvPr/>
              </p:nvSpPr>
              <p:spPr>
                <a:xfrm>
                  <a:off x="7310723" y="935164"/>
                  <a:ext cx="1046511" cy="604170"/>
                </a:xfrm>
                <a:custGeom>
                  <a:avLst/>
                  <a:gdLst>
                    <a:gd name="connsiteX0" fmla="*/ 455771 w 1046511"/>
                    <a:gd name="connsiteY0" fmla="*/ 604171 h 604170"/>
                    <a:gd name="connsiteX1" fmla="*/ 0 w 1046511"/>
                    <a:gd name="connsiteY1" fmla="*/ 341090 h 604170"/>
                    <a:gd name="connsiteX2" fmla="*/ 590645 w 1046511"/>
                    <a:gd name="connsiteY2" fmla="*/ 0 h 604170"/>
                    <a:gd name="connsiteX3" fmla="*/ 1046512 w 1046511"/>
                    <a:gd name="connsiteY3" fmla="*/ 263176 h 604170"/>
                    <a:gd name="connsiteX4" fmla="*/ 455771 w 1046511"/>
                    <a:gd name="connsiteY4" fmla="*/ 604171 h 604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6511" h="604170">
                      <a:moveTo>
                        <a:pt x="455771" y="604171"/>
                      </a:moveTo>
                      <a:lnTo>
                        <a:pt x="0" y="341090"/>
                      </a:lnTo>
                      <a:lnTo>
                        <a:pt x="590645" y="0"/>
                      </a:lnTo>
                      <a:lnTo>
                        <a:pt x="1046512" y="263176"/>
                      </a:lnTo>
                      <a:lnTo>
                        <a:pt x="455771" y="604171"/>
                      </a:lnTo>
                      <a:close/>
                    </a:path>
                  </a:pathLst>
                </a:custGeom>
                <a:solidFill>
                  <a:srgbClr val="7A7A7A"/>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94" name="Freeform: Shape 2893">
                  <a:extLst>
                    <a:ext uri="{FF2B5EF4-FFF2-40B4-BE49-F238E27FC236}">
                      <a16:creationId xmlns:a16="http://schemas.microsoft.com/office/drawing/2014/main" id="{4710E173-A296-98A5-BBB4-C2F33C5ACF3B}"/>
                    </a:ext>
                  </a:extLst>
                </p:cNvPr>
                <p:cNvSpPr/>
                <p:nvPr/>
              </p:nvSpPr>
              <p:spPr>
                <a:xfrm>
                  <a:off x="7310723" y="1276254"/>
                  <a:ext cx="455771" cy="287559"/>
                </a:xfrm>
                <a:custGeom>
                  <a:avLst/>
                  <a:gdLst>
                    <a:gd name="connsiteX0" fmla="*/ 0 w 455771"/>
                    <a:gd name="connsiteY0" fmla="*/ 0 h 287559"/>
                    <a:gd name="connsiteX1" fmla="*/ 0 w 455771"/>
                    <a:gd name="connsiteY1" fmla="*/ 24384 h 287559"/>
                    <a:gd name="connsiteX2" fmla="*/ 455771 w 455771"/>
                    <a:gd name="connsiteY2" fmla="*/ 287560 h 287559"/>
                    <a:gd name="connsiteX3" fmla="*/ 455771 w 455771"/>
                    <a:gd name="connsiteY3" fmla="*/ 263081 h 287559"/>
                    <a:gd name="connsiteX4" fmla="*/ 0 w 455771"/>
                    <a:gd name="connsiteY4" fmla="*/ 0 h 287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 h="287559">
                      <a:moveTo>
                        <a:pt x="0" y="0"/>
                      </a:moveTo>
                      <a:lnTo>
                        <a:pt x="0" y="24384"/>
                      </a:lnTo>
                      <a:lnTo>
                        <a:pt x="455771" y="287560"/>
                      </a:lnTo>
                      <a:lnTo>
                        <a:pt x="455771" y="263081"/>
                      </a:lnTo>
                      <a:lnTo>
                        <a:pt x="0" y="0"/>
                      </a:lnTo>
                      <a:close/>
                    </a:path>
                  </a:pathLst>
                </a:custGeom>
                <a:solidFill>
                  <a:srgbClr val="64646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95" name="Freeform: Shape 2894">
                  <a:extLst>
                    <a:ext uri="{FF2B5EF4-FFF2-40B4-BE49-F238E27FC236}">
                      <a16:creationId xmlns:a16="http://schemas.microsoft.com/office/drawing/2014/main" id="{CFB1219F-33F5-5313-4074-D00D8372BA8E}"/>
                    </a:ext>
                  </a:extLst>
                </p:cNvPr>
                <p:cNvSpPr/>
                <p:nvPr/>
              </p:nvSpPr>
              <p:spPr>
                <a:xfrm>
                  <a:off x="7766494" y="1198340"/>
                  <a:ext cx="590740" cy="365474"/>
                </a:xfrm>
                <a:custGeom>
                  <a:avLst/>
                  <a:gdLst>
                    <a:gd name="connsiteX0" fmla="*/ 0 w 590740"/>
                    <a:gd name="connsiteY0" fmla="*/ 340995 h 365474"/>
                    <a:gd name="connsiteX1" fmla="*/ 0 w 590740"/>
                    <a:gd name="connsiteY1" fmla="*/ 365474 h 365474"/>
                    <a:gd name="connsiteX2" fmla="*/ 590741 w 590740"/>
                    <a:gd name="connsiteY2" fmla="*/ 24384 h 365474"/>
                    <a:gd name="connsiteX3" fmla="*/ 590741 w 590740"/>
                    <a:gd name="connsiteY3" fmla="*/ 0 h 365474"/>
                    <a:gd name="connsiteX4" fmla="*/ 0 w 590740"/>
                    <a:gd name="connsiteY4" fmla="*/ 340995 h 36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740" h="365474">
                      <a:moveTo>
                        <a:pt x="0" y="340995"/>
                      </a:moveTo>
                      <a:lnTo>
                        <a:pt x="0" y="365474"/>
                      </a:lnTo>
                      <a:lnTo>
                        <a:pt x="590741" y="24384"/>
                      </a:lnTo>
                      <a:lnTo>
                        <a:pt x="590741" y="0"/>
                      </a:lnTo>
                      <a:lnTo>
                        <a:pt x="0" y="340995"/>
                      </a:ln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896" name="Graphic 3388">
                  <a:extLst>
                    <a:ext uri="{FF2B5EF4-FFF2-40B4-BE49-F238E27FC236}">
                      <a16:creationId xmlns:a16="http://schemas.microsoft.com/office/drawing/2014/main" id="{946D1D9F-93C4-8B91-D57A-63FDBD631707}"/>
                    </a:ext>
                  </a:extLst>
                </p:cNvPr>
                <p:cNvGrpSpPr/>
                <p:nvPr/>
              </p:nvGrpSpPr>
              <p:grpSpPr>
                <a:xfrm>
                  <a:off x="7646003" y="1030033"/>
                  <a:ext cx="533114" cy="307848"/>
                  <a:chOff x="7646003" y="1030033"/>
                  <a:chExt cx="533114" cy="307848"/>
                </a:xfrm>
              </p:grpSpPr>
              <p:sp>
                <p:nvSpPr>
                  <p:cNvPr id="2938" name="Freeform: Shape 2937">
                    <a:extLst>
                      <a:ext uri="{FF2B5EF4-FFF2-40B4-BE49-F238E27FC236}">
                        <a16:creationId xmlns:a16="http://schemas.microsoft.com/office/drawing/2014/main" id="{1B5F16F6-38A9-8B92-FF0B-54F0AD94B6C6}"/>
                      </a:ext>
                    </a:extLst>
                  </p:cNvPr>
                  <p:cNvSpPr/>
                  <p:nvPr/>
                </p:nvSpPr>
                <p:spPr>
                  <a:xfrm>
                    <a:off x="7697724" y="1060561"/>
                    <a:ext cx="431292" cy="248888"/>
                  </a:xfrm>
                  <a:custGeom>
                    <a:avLst/>
                    <a:gdLst>
                      <a:gd name="connsiteX0" fmla="*/ 368141 w 431292"/>
                      <a:gd name="connsiteY0" fmla="*/ 212455 h 248888"/>
                      <a:gd name="connsiteX1" fmla="*/ 63151 w 431292"/>
                      <a:gd name="connsiteY1" fmla="*/ 212455 h 248888"/>
                      <a:gd name="connsiteX2" fmla="*/ 63151 w 431292"/>
                      <a:gd name="connsiteY2" fmla="*/ 36433 h 248888"/>
                      <a:gd name="connsiteX3" fmla="*/ 368141 w 431292"/>
                      <a:gd name="connsiteY3" fmla="*/ 36433 h 248888"/>
                      <a:gd name="connsiteX4" fmla="*/ 368141 w 431292"/>
                      <a:gd name="connsiteY4" fmla="*/ 212455 h 24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292" h="248888">
                        <a:moveTo>
                          <a:pt x="368141" y="212455"/>
                        </a:moveTo>
                        <a:cubicBezTo>
                          <a:pt x="283940" y="261033"/>
                          <a:pt x="147447" y="261033"/>
                          <a:pt x="63151" y="212455"/>
                        </a:cubicBezTo>
                        <a:cubicBezTo>
                          <a:pt x="-21050" y="163878"/>
                          <a:pt x="-21050" y="85011"/>
                          <a:pt x="63151" y="36433"/>
                        </a:cubicBezTo>
                        <a:cubicBezTo>
                          <a:pt x="147352" y="-12144"/>
                          <a:pt x="283845" y="-12144"/>
                          <a:pt x="368141" y="36433"/>
                        </a:cubicBezTo>
                        <a:cubicBezTo>
                          <a:pt x="452342" y="85011"/>
                          <a:pt x="452342" y="163878"/>
                          <a:pt x="368141" y="212455"/>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39" name="Graphic 3388">
                    <a:extLst>
                      <a:ext uri="{FF2B5EF4-FFF2-40B4-BE49-F238E27FC236}">
                        <a16:creationId xmlns:a16="http://schemas.microsoft.com/office/drawing/2014/main" id="{2D07C6A9-E5D3-89BB-0A45-C837C2852837}"/>
                      </a:ext>
                    </a:extLst>
                  </p:cNvPr>
                  <p:cNvGrpSpPr/>
                  <p:nvPr/>
                </p:nvGrpSpPr>
                <p:grpSpPr>
                  <a:xfrm>
                    <a:off x="7646003" y="1030033"/>
                    <a:ext cx="533114" cy="307848"/>
                    <a:chOff x="7646003" y="1030033"/>
                    <a:chExt cx="533114" cy="307848"/>
                  </a:xfrm>
                </p:grpSpPr>
                <p:sp>
                  <p:nvSpPr>
                    <p:cNvPr id="2940" name="Freeform: Shape 2939">
                      <a:extLst>
                        <a:ext uri="{FF2B5EF4-FFF2-40B4-BE49-F238E27FC236}">
                          <a16:creationId xmlns:a16="http://schemas.microsoft.com/office/drawing/2014/main" id="{962A6AE1-4422-8A63-6E43-8B82F9751AA6}"/>
                        </a:ext>
                      </a:extLst>
                    </p:cNvPr>
                    <p:cNvSpPr/>
                    <p:nvPr/>
                  </p:nvSpPr>
                  <p:spPr>
                    <a:xfrm>
                      <a:off x="7725060" y="1076182"/>
                      <a:ext cx="376713" cy="217551"/>
                    </a:xfrm>
                    <a:custGeom>
                      <a:avLst/>
                      <a:gdLst>
                        <a:gd name="connsiteX0" fmla="*/ 321564 w 376713"/>
                        <a:gd name="connsiteY0" fmla="*/ 185690 h 217551"/>
                        <a:gd name="connsiteX1" fmla="*/ 55150 w 376713"/>
                        <a:gd name="connsiteY1" fmla="*/ 185690 h 217551"/>
                        <a:gd name="connsiteX2" fmla="*/ 55150 w 376713"/>
                        <a:gd name="connsiteY2" fmla="*/ 31861 h 217551"/>
                        <a:gd name="connsiteX3" fmla="*/ 321564 w 376713"/>
                        <a:gd name="connsiteY3" fmla="*/ 31861 h 217551"/>
                        <a:gd name="connsiteX4" fmla="*/ 321564 w 376713"/>
                        <a:gd name="connsiteY4" fmla="*/ 185690 h 217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713" h="217551">
                          <a:moveTo>
                            <a:pt x="321564" y="185690"/>
                          </a:moveTo>
                          <a:cubicBezTo>
                            <a:pt x="248031" y="228171"/>
                            <a:pt x="128683" y="228171"/>
                            <a:pt x="55150" y="185690"/>
                          </a:cubicBezTo>
                          <a:cubicBezTo>
                            <a:pt x="-18383" y="143208"/>
                            <a:pt x="-18383" y="74343"/>
                            <a:pt x="55150" y="31861"/>
                          </a:cubicBezTo>
                          <a:cubicBezTo>
                            <a:pt x="128683" y="-10620"/>
                            <a:pt x="248031" y="-10620"/>
                            <a:pt x="321564" y="31861"/>
                          </a:cubicBezTo>
                          <a:cubicBezTo>
                            <a:pt x="395097" y="74343"/>
                            <a:pt x="395097" y="143208"/>
                            <a:pt x="321564" y="185690"/>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41" name="Graphic 3388">
                      <a:extLst>
                        <a:ext uri="{FF2B5EF4-FFF2-40B4-BE49-F238E27FC236}">
                          <a16:creationId xmlns:a16="http://schemas.microsoft.com/office/drawing/2014/main" id="{6FBBBC73-D9BB-C1F5-8428-0F4BB10455B2}"/>
                        </a:ext>
                      </a:extLst>
                    </p:cNvPr>
                    <p:cNvGrpSpPr/>
                    <p:nvPr/>
                  </p:nvGrpSpPr>
                  <p:grpSpPr>
                    <a:xfrm>
                      <a:off x="7646003" y="1030033"/>
                      <a:ext cx="533114" cy="307848"/>
                      <a:chOff x="7646003" y="1030033"/>
                      <a:chExt cx="533114" cy="307848"/>
                    </a:xfrm>
                    <a:solidFill>
                      <a:srgbClr val="3B3B3B"/>
                    </a:solidFill>
                  </p:grpSpPr>
                  <p:sp>
                    <p:nvSpPr>
                      <p:cNvPr id="2942" name="Freeform: Shape 2941">
                        <a:extLst>
                          <a:ext uri="{FF2B5EF4-FFF2-40B4-BE49-F238E27FC236}">
                            <a16:creationId xmlns:a16="http://schemas.microsoft.com/office/drawing/2014/main" id="{3A00698D-CCF6-C384-C3E2-ABFC868761D5}"/>
                          </a:ext>
                        </a:extLst>
                      </p:cNvPr>
                      <p:cNvSpPr/>
                      <p:nvPr/>
                    </p:nvSpPr>
                    <p:spPr>
                      <a:xfrm>
                        <a:off x="7891081" y="1030033"/>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3" name="Freeform: Shape 2942">
                        <a:extLst>
                          <a:ext uri="{FF2B5EF4-FFF2-40B4-BE49-F238E27FC236}">
                            <a16:creationId xmlns:a16="http://schemas.microsoft.com/office/drawing/2014/main" id="{E466007E-D32A-8FFA-FE5C-F13D7C322789}"/>
                          </a:ext>
                        </a:extLst>
                      </p:cNvPr>
                      <p:cNvSpPr/>
                      <p:nvPr/>
                    </p:nvSpPr>
                    <p:spPr>
                      <a:xfrm>
                        <a:off x="7870698" y="1041844"/>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4" name="Freeform: Shape 2943">
                        <a:extLst>
                          <a:ext uri="{FF2B5EF4-FFF2-40B4-BE49-F238E27FC236}">
                            <a16:creationId xmlns:a16="http://schemas.microsoft.com/office/drawing/2014/main" id="{78BA713A-D54C-EA35-54C9-48AD5937CEAC}"/>
                          </a:ext>
                        </a:extLst>
                      </p:cNvPr>
                      <p:cNvSpPr/>
                      <p:nvPr/>
                    </p:nvSpPr>
                    <p:spPr>
                      <a:xfrm>
                        <a:off x="7850219" y="1053655"/>
                        <a:ext cx="288130" cy="166306"/>
                      </a:xfrm>
                      <a:custGeom>
                        <a:avLst/>
                        <a:gdLst>
                          <a:gd name="connsiteX0" fmla="*/ 275463 w 288130"/>
                          <a:gd name="connsiteY0" fmla="*/ 166307 h 166306"/>
                          <a:gd name="connsiteX1" fmla="*/ 0 w 288130"/>
                          <a:gd name="connsiteY1" fmla="*/ 7239 h 166306"/>
                          <a:gd name="connsiteX2" fmla="*/ 12668 w 288130"/>
                          <a:gd name="connsiteY2" fmla="*/ 0 h 166306"/>
                          <a:gd name="connsiteX3" fmla="*/ 288131 w 288130"/>
                          <a:gd name="connsiteY3" fmla="*/ 158972 h 166306"/>
                          <a:gd name="connsiteX4" fmla="*/ 275463 w 288130"/>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0" h="166306">
                            <a:moveTo>
                              <a:pt x="275463" y="166307"/>
                            </a:moveTo>
                            <a:lnTo>
                              <a:pt x="0" y="7239"/>
                            </a:lnTo>
                            <a:lnTo>
                              <a:pt x="12668" y="0"/>
                            </a:lnTo>
                            <a:lnTo>
                              <a:pt x="288131" y="158972"/>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5" name="Freeform: Shape 2944">
                        <a:extLst>
                          <a:ext uri="{FF2B5EF4-FFF2-40B4-BE49-F238E27FC236}">
                            <a16:creationId xmlns:a16="http://schemas.microsoft.com/office/drawing/2014/main" id="{6323F886-5A76-F65C-E337-69A3A498ECD9}"/>
                          </a:ext>
                        </a:extLst>
                      </p:cNvPr>
                      <p:cNvSpPr/>
                      <p:nvPr/>
                    </p:nvSpPr>
                    <p:spPr>
                      <a:xfrm>
                        <a:off x="7829835" y="1065466"/>
                        <a:ext cx="288036" cy="166306"/>
                      </a:xfrm>
                      <a:custGeom>
                        <a:avLst/>
                        <a:gdLst>
                          <a:gd name="connsiteX0" fmla="*/ 275463 w 288036"/>
                          <a:gd name="connsiteY0" fmla="*/ 166306 h 166306"/>
                          <a:gd name="connsiteX1" fmla="*/ 0 w 288036"/>
                          <a:gd name="connsiteY1" fmla="*/ 7239 h 166306"/>
                          <a:gd name="connsiteX2" fmla="*/ 12573 w 288036"/>
                          <a:gd name="connsiteY2" fmla="*/ 0 h 166306"/>
                          <a:gd name="connsiteX3" fmla="*/ 288036 w 288036"/>
                          <a:gd name="connsiteY3" fmla="*/ 158972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239"/>
                            </a:lnTo>
                            <a:lnTo>
                              <a:pt x="12573" y="0"/>
                            </a:lnTo>
                            <a:lnTo>
                              <a:pt x="288036" y="158972"/>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6" name="Freeform: Shape 2945">
                        <a:extLst>
                          <a:ext uri="{FF2B5EF4-FFF2-40B4-BE49-F238E27FC236}">
                            <a16:creationId xmlns:a16="http://schemas.microsoft.com/office/drawing/2014/main" id="{0777A10D-D9B1-CD5D-FF15-B1FC9D3EABBB}"/>
                          </a:ext>
                        </a:extLst>
                      </p:cNvPr>
                      <p:cNvSpPr/>
                      <p:nvPr/>
                    </p:nvSpPr>
                    <p:spPr>
                      <a:xfrm>
                        <a:off x="7809357" y="1077182"/>
                        <a:ext cx="288131" cy="166306"/>
                      </a:xfrm>
                      <a:custGeom>
                        <a:avLst/>
                        <a:gdLst>
                          <a:gd name="connsiteX0" fmla="*/ 275463 w 288131"/>
                          <a:gd name="connsiteY0" fmla="*/ 166307 h 166306"/>
                          <a:gd name="connsiteX1" fmla="*/ 0 w 288131"/>
                          <a:gd name="connsiteY1" fmla="*/ 7334 h 166306"/>
                          <a:gd name="connsiteX2" fmla="*/ 12668 w 288131"/>
                          <a:gd name="connsiteY2" fmla="*/ 0 h 166306"/>
                          <a:gd name="connsiteX3" fmla="*/ 288131 w 288131"/>
                          <a:gd name="connsiteY3" fmla="*/ 159068 h 166306"/>
                          <a:gd name="connsiteX4" fmla="*/ 275463 w 288131"/>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7"/>
                            </a:moveTo>
                            <a:lnTo>
                              <a:pt x="0" y="7334"/>
                            </a:lnTo>
                            <a:lnTo>
                              <a:pt x="12668" y="0"/>
                            </a:lnTo>
                            <a:lnTo>
                              <a:pt x="288131"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7" name="Freeform: Shape 2946">
                        <a:extLst>
                          <a:ext uri="{FF2B5EF4-FFF2-40B4-BE49-F238E27FC236}">
                            <a16:creationId xmlns:a16="http://schemas.microsoft.com/office/drawing/2014/main" id="{30E7E81D-4CE3-EAF4-FAB4-38B7AFCCB1C2}"/>
                          </a:ext>
                        </a:extLst>
                      </p:cNvPr>
                      <p:cNvSpPr/>
                      <p:nvPr/>
                    </p:nvSpPr>
                    <p:spPr>
                      <a:xfrm>
                        <a:off x="7788973" y="1088993"/>
                        <a:ext cx="288036" cy="166306"/>
                      </a:xfrm>
                      <a:custGeom>
                        <a:avLst/>
                        <a:gdLst>
                          <a:gd name="connsiteX0" fmla="*/ 275463 w 288036"/>
                          <a:gd name="connsiteY0" fmla="*/ 166306 h 166306"/>
                          <a:gd name="connsiteX1" fmla="*/ 0 w 288036"/>
                          <a:gd name="connsiteY1" fmla="*/ 7334 h 166306"/>
                          <a:gd name="connsiteX2" fmla="*/ 12573 w 288036"/>
                          <a:gd name="connsiteY2" fmla="*/ 0 h 166306"/>
                          <a:gd name="connsiteX3" fmla="*/ 288036 w 288036"/>
                          <a:gd name="connsiteY3" fmla="*/ 159067 h 166306"/>
                          <a:gd name="connsiteX4" fmla="*/ 275463 w 288036"/>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6"/>
                            </a:moveTo>
                            <a:lnTo>
                              <a:pt x="0" y="7334"/>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8" name="Freeform: Shape 2947">
                        <a:extLst>
                          <a:ext uri="{FF2B5EF4-FFF2-40B4-BE49-F238E27FC236}">
                            <a16:creationId xmlns:a16="http://schemas.microsoft.com/office/drawing/2014/main" id="{EB9A20EE-889E-4288-F402-A1A8667BBE9C}"/>
                          </a:ext>
                        </a:extLst>
                      </p:cNvPr>
                      <p:cNvSpPr/>
                      <p:nvPr/>
                    </p:nvSpPr>
                    <p:spPr>
                      <a:xfrm>
                        <a:off x="7768590" y="1100804"/>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7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49" name="Freeform: Shape 2948">
                        <a:extLst>
                          <a:ext uri="{FF2B5EF4-FFF2-40B4-BE49-F238E27FC236}">
                            <a16:creationId xmlns:a16="http://schemas.microsoft.com/office/drawing/2014/main" id="{9771A0A6-0CC7-BC91-D05A-12E86093162E}"/>
                          </a:ext>
                        </a:extLst>
                      </p:cNvPr>
                      <p:cNvSpPr/>
                      <p:nvPr/>
                    </p:nvSpPr>
                    <p:spPr>
                      <a:xfrm>
                        <a:off x="7748111" y="1112615"/>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0" name="Freeform: Shape 2949">
                        <a:extLst>
                          <a:ext uri="{FF2B5EF4-FFF2-40B4-BE49-F238E27FC236}">
                            <a16:creationId xmlns:a16="http://schemas.microsoft.com/office/drawing/2014/main" id="{1C95DDCE-E902-426F-4F92-202B55BD56D2}"/>
                          </a:ext>
                        </a:extLst>
                      </p:cNvPr>
                      <p:cNvSpPr/>
                      <p:nvPr/>
                    </p:nvSpPr>
                    <p:spPr>
                      <a:xfrm>
                        <a:off x="7727727" y="1124426"/>
                        <a:ext cx="288035" cy="166306"/>
                      </a:xfrm>
                      <a:custGeom>
                        <a:avLst/>
                        <a:gdLst>
                          <a:gd name="connsiteX0" fmla="*/ 275463 w 288035"/>
                          <a:gd name="connsiteY0" fmla="*/ 166307 h 166306"/>
                          <a:gd name="connsiteX1" fmla="*/ 0 w 288035"/>
                          <a:gd name="connsiteY1" fmla="*/ 7239 h 166306"/>
                          <a:gd name="connsiteX2" fmla="*/ 12573 w 288035"/>
                          <a:gd name="connsiteY2" fmla="*/ 0 h 166306"/>
                          <a:gd name="connsiteX3" fmla="*/ 288036 w 288035"/>
                          <a:gd name="connsiteY3" fmla="*/ 158972 h 166306"/>
                          <a:gd name="connsiteX4" fmla="*/ 275463 w 288035"/>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7"/>
                            </a:moveTo>
                            <a:lnTo>
                              <a:pt x="0" y="7239"/>
                            </a:lnTo>
                            <a:lnTo>
                              <a:pt x="12573" y="0"/>
                            </a:lnTo>
                            <a:lnTo>
                              <a:pt x="288036" y="158972"/>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1" name="Freeform: Shape 2950">
                        <a:extLst>
                          <a:ext uri="{FF2B5EF4-FFF2-40B4-BE49-F238E27FC236}">
                            <a16:creationId xmlns:a16="http://schemas.microsoft.com/office/drawing/2014/main" id="{17356B76-FE39-8177-0AE7-3BECF538EE3D}"/>
                          </a:ext>
                        </a:extLst>
                      </p:cNvPr>
                      <p:cNvSpPr/>
                      <p:nvPr/>
                    </p:nvSpPr>
                    <p:spPr>
                      <a:xfrm>
                        <a:off x="7707249" y="1136141"/>
                        <a:ext cx="288035" cy="166306"/>
                      </a:xfrm>
                      <a:custGeom>
                        <a:avLst/>
                        <a:gdLst>
                          <a:gd name="connsiteX0" fmla="*/ 275463 w 288035"/>
                          <a:gd name="connsiteY0" fmla="*/ 166306 h 166306"/>
                          <a:gd name="connsiteX1" fmla="*/ 0 w 288035"/>
                          <a:gd name="connsiteY1" fmla="*/ 7334 h 166306"/>
                          <a:gd name="connsiteX2" fmla="*/ 12573 w 288035"/>
                          <a:gd name="connsiteY2" fmla="*/ 0 h 166306"/>
                          <a:gd name="connsiteX3" fmla="*/ 288036 w 288035"/>
                          <a:gd name="connsiteY3" fmla="*/ 159068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334"/>
                            </a:lnTo>
                            <a:lnTo>
                              <a:pt x="12573" y="0"/>
                            </a:lnTo>
                            <a:lnTo>
                              <a:pt x="288036" y="159068"/>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2" name="Freeform: Shape 2951">
                        <a:extLst>
                          <a:ext uri="{FF2B5EF4-FFF2-40B4-BE49-F238E27FC236}">
                            <a16:creationId xmlns:a16="http://schemas.microsoft.com/office/drawing/2014/main" id="{0598BA8B-FB1F-CB72-B811-F86972E06277}"/>
                          </a:ext>
                        </a:extLst>
                      </p:cNvPr>
                      <p:cNvSpPr/>
                      <p:nvPr/>
                    </p:nvSpPr>
                    <p:spPr>
                      <a:xfrm>
                        <a:off x="7686865" y="1147953"/>
                        <a:ext cx="288036" cy="166306"/>
                      </a:xfrm>
                      <a:custGeom>
                        <a:avLst/>
                        <a:gdLst>
                          <a:gd name="connsiteX0" fmla="*/ 275463 w 288036"/>
                          <a:gd name="connsiteY0" fmla="*/ 166307 h 166306"/>
                          <a:gd name="connsiteX1" fmla="*/ 0 w 288036"/>
                          <a:gd name="connsiteY1" fmla="*/ 7334 h 166306"/>
                          <a:gd name="connsiteX2" fmla="*/ 12573 w 288036"/>
                          <a:gd name="connsiteY2" fmla="*/ 0 h 166306"/>
                          <a:gd name="connsiteX3" fmla="*/ 288036 w 288036"/>
                          <a:gd name="connsiteY3" fmla="*/ 159068 h 166306"/>
                          <a:gd name="connsiteX4" fmla="*/ 275463 w 288036"/>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6" h="166306">
                            <a:moveTo>
                              <a:pt x="275463" y="166307"/>
                            </a:moveTo>
                            <a:lnTo>
                              <a:pt x="0" y="7334"/>
                            </a:lnTo>
                            <a:lnTo>
                              <a:pt x="12573" y="0"/>
                            </a:lnTo>
                            <a:lnTo>
                              <a:pt x="288036"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3" name="Freeform: Shape 2952">
                        <a:extLst>
                          <a:ext uri="{FF2B5EF4-FFF2-40B4-BE49-F238E27FC236}">
                            <a16:creationId xmlns:a16="http://schemas.microsoft.com/office/drawing/2014/main" id="{07B879AF-1E72-B57A-D4C2-6092FB594248}"/>
                          </a:ext>
                        </a:extLst>
                      </p:cNvPr>
                      <p:cNvSpPr/>
                      <p:nvPr/>
                    </p:nvSpPr>
                    <p:spPr>
                      <a:xfrm>
                        <a:off x="7666386" y="1159763"/>
                        <a:ext cx="288131" cy="166306"/>
                      </a:xfrm>
                      <a:custGeom>
                        <a:avLst/>
                        <a:gdLst>
                          <a:gd name="connsiteX0" fmla="*/ 275463 w 288131"/>
                          <a:gd name="connsiteY0" fmla="*/ 166307 h 166306"/>
                          <a:gd name="connsiteX1" fmla="*/ 0 w 288131"/>
                          <a:gd name="connsiteY1" fmla="*/ 7239 h 166306"/>
                          <a:gd name="connsiteX2" fmla="*/ 12668 w 288131"/>
                          <a:gd name="connsiteY2" fmla="*/ 0 h 166306"/>
                          <a:gd name="connsiteX3" fmla="*/ 288131 w 288131"/>
                          <a:gd name="connsiteY3" fmla="*/ 159068 h 166306"/>
                          <a:gd name="connsiteX4" fmla="*/ 275463 w 288131"/>
                          <a:gd name="connsiteY4" fmla="*/ 166307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31" h="166306">
                            <a:moveTo>
                              <a:pt x="275463" y="166307"/>
                            </a:moveTo>
                            <a:lnTo>
                              <a:pt x="0" y="7239"/>
                            </a:lnTo>
                            <a:lnTo>
                              <a:pt x="12668" y="0"/>
                            </a:lnTo>
                            <a:lnTo>
                              <a:pt x="288131" y="159068"/>
                            </a:lnTo>
                            <a:lnTo>
                              <a:pt x="275463" y="166307"/>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54" name="Freeform: Shape 2953">
                        <a:extLst>
                          <a:ext uri="{FF2B5EF4-FFF2-40B4-BE49-F238E27FC236}">
                            <a16:creationId xmlns:a16="http://schemas.microsoft.com/office/drawing/2014/main" id="{F9C13B1F-16AD-C655-3689-E7A4918244CD}"/>
                          </a:ext>
                        </a:extLst>
                      </p:cNvPr>
                      <p:cNvSpPr/>
                      <p:nvPr/>
                    </p:nvSpPr>
                    <p:spPr>
                      <a:xfrm>
                        <a:off x="7646003" y="1171575"/>
                        <a:ext cx="288035" cy="166306"/>
                      </a:xfrm>
                      <a:custGeom>
                        <a:avLst/>
                        <a:gdLst>
                          <a:gd name="connsiteX0" fmla="*/ 275463 w 288035"/>
                          <a:gd name="connsiteY0" fmla="*/ 166306 h 166306"/>
                          <a:gd name="connsiteX1" fmla="*/ 0 w 288035"/>
                          <a:gd name="connsiteY1" fmla="*/ 7239 h 166306"/>
                          <a:gd name="connsiteX2" fmla="*/ 12573 w 288035"/>
                          <a:gd name="connsiteY2" fmla="*/ 0 h 166306"/>
                          <a:gd name="connsiteX3" fmla="*/ 288036 w 288035"/>
                          <a:gd name="connsiteY3" fmla="*/ 159067 h 166306"/>
                          <a:gd name="connsiteX4" fmla="*/ 275463 w 288035"/>
                          <a:gd name="connsiteY4" fmla="*/ 166306 h 166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35" h="166306">
                            <a:moveTo>
                              <a:pt x="275463" y="166306"/>
                            </a:moveTo>
                            <a:lnTo>
                              <a:pt x="0" y="7239"/>
                            </a:lnTo>
                            <a:lnTo>
                              <a:pt x="12573" y="0"/>
                            </a:lnTo>
                            <a:lnTo>
                              <a:pt x="288036" y="159067"/>
                            </a:lnTo>
                            <a:lnTo>
                              <a:pt x="275463" y="166306"/>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2897" name="Graphic 3388">
                  <a:extLst>
                    <a:ext uri="{FF2B5EF4-FFF2-40B4-BE49-F238E27FC236}">
                      <a16:creationId xmlns:a16="http://schemas.microsoft.com/office/drawing/2014/main" id="{9622B1D6-418F-27B6-C4FD-B682C3F3D5B6}"/>
                    </a:ext>
                  </a:extLst>
                </p:cNvPr>
                <p:cNvGrpSpPr/>
                <p:nvPr/>
              </p:nvGrpSpPr>
              <p:grpSpPr>
                <a:xfrm>
                  <a:off x="7833931" y="1261681"/>
                  <a:ext cx="590740" cy="1876234"/>
                  <a:chOff x="7833931" y="1261681"/>
                  <a:chExt cx="590740" cy="1876234"/>
                </a:xfrm>
              </p:grpSpPr>
              <p:sp>
                <p:nvSpPr>
                  <p:cNvPr id="2899" name="Freeform: Shape 2898">
                    <a:extLst>
                      <a:ext uri="{FF2B5EF4-FFF2-40B4-BE49-F238E27FC236}">
                        <a16:creationId xmlns:a16="http://schemas.microsoft.com/office/drawing/2014/main" id="{8250C5CF-F6A8-4CFD-BDED-2812DB6A2C48}"/>
                      </a:ext>
                    </a:extLst>
                  </p:cNvPr>
                  <p:cNvSpPr/>
                  <p:nvPr/>
                </p:nvSpPr>
                <p:spPr>
                  <a:xfrm>
                    <a:off x="7833931" y="1261681"/>
                    <a:ext cx="590740" cy="1876234"/>
                  </a:xfrm>
                  <a:custGeom>
                    <a:avLst/>
                    <a:gdLst>
                      <a:gd name="connsiteX0" fmla="*/ 590740 w 590740"/>
                      <a:gd name="connsiteY0" fmla="*/ 1535240 h 1876234"/>
                      <a:gd name="connsiteX1" fmla="*/ 0 w 590740"/>
                      <a:gd name="connsiteY1" fmla="*/ 1876235 h 1876234"/>
                      <a:gd name="connsiteX2" fmla="*/ 0 w 590740"/>
                      <a:gd name="connsiteY2" fmla="*/ 341090 h 1876234"/>
                      <a:gd name="connsiteX3" fmla="*/ 590740 w 590740"/>
                      <a:gd name="connsiteY3" fmla="*/ 0 h 1876234"/>
                      <a:gd name="connsiteX4" fmla="*/ 590740 w 590740"/>
                      <a:gd name="connsiteY4" fmla="*/ 1535240 h 1876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740" h="1876234">
                        <a:moveTo>
                          <a:pt x="590740" y="1535240"/>
                        </a:moveTo>
                        <a:lnTo>
                          <a:pt x="0" y="1876235"/>
                        </a:lnTo>
                        <a:lnTo>
                          <a:pt x="0" y="341090"/>
                        </a:lnTo>
                        <a:lnTo>
                          <a:pt x="590740" y="0"/>
                        </a:lnTo>
                        <a:lnTo>
                          <a:pt x="590740" y="1535240"/>
                        </a:lnTo>
                        <a:close/>
                      </a:path>
                    </a:pathLst>
                  </a:custGeom>
                  <a:solidFill>
                    <a:srgbClr val="5E5E5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00" name="Freeform: Shape 2899">
                    <a:extLst>
                      <a:ext uri="{FF2B5EF4-FFF2-40B4-BE49-F238E27FC236}">
                        <a16:creationId xmlns:a16="http://schemas.microsoft.com/office/drawing/2014/main" id="{FCC6C180-046C-B183-15F1-DA67C60AA513}"/>
                      </a:ext>
                    </a:extLst>
                  </p:cNvPr>
                  <p:cNvSpPr/>
                  <p:nvPr/>
                </p:nvSpPr>
                <p:spPr>
                  <a:xfrm>
                    <a:off x="7867840" y="1328793"/>
                    <a:ext cx="522732" cy="1742010"/>
                  </a:xfrm>
                  <a:custGeom>
                    <a:avLst/>
                    <a:gdLst>
                      <a:gd name="connsiteX0" fmla="*/ 0 w 522732"/>
                      <a:gd name="connsiteY0" fmla="*/ 1728446 h 1742010"/>
                      <a:gd name="connsiteX1" fmla="*/ 0 w 522732"/>
                      <a:gd name="connsiteY1" fmla="*/ 315412 h 1742010"/>
                      <a:gd name="connsiteX2" fmla="*/ 18955 w 522732"/>
                      <a:gd name="connsiteY2" fmla="*/ 282551 h 1742010"/>
                      <a:gd name="connsiteX3" fmla="*/ 503777 w 522732"/>
                      <a:gd name="connsiteY3" fmla="*/ 2611 h 1742010"/>
                      <a:gd name="connsiteX4" fmla="*/ 522732 w 522732"/>
                      <a:gd name="connsiteY4" fmla="*/ 13565 h 1742010"/>
                      <a:gd name="connsiteX5" fmla="*/ 522732 w 522732"/>
                      <a:gd name="connsiteY5" fmla="*/ 1426599 h 1742010"/>
                      <a:gd name="connsiteX6" fmla="*/ 503777 w 522732"/>
                      <a:gd name="connsiteY6" fmla="*/ 1459460 h 1742010"/>
                      <a:gd name="connsiteX7" fmla="*/ 18955 w 522732"/>
                      <a:gd name="connsiteY7" fmla="*/ 1739400 h 1742010"/>
                      <a:gd name="connsiteX8" fmla="*/ 0 w 522732"/>
                      <a:gd name="connsiteY8" fmla="*/ 1728446 h 1742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732" h="1742010">
                        <a:moveTo>
                          <a:pt x="0" y="1728446"/>
                        </a:moveTo>
                        <a:lnTo>
                          <a:pt x="0" y="315412"/>
                        </a:lnTo>
                        <a:cubicBezTo>
                          <a:pt x="0" y="303315"/>
                          <a:pt x="8477" y="288552"/>
                          <a:pt x="18955" y="282551"/>
                        </a:cubicBezTo>
                        <a:lnTo>
                          <a:pt x="503777" y="2611"/>
                        </a:lnTo>
                        <a:cubicBezTo>
                          <a:pt x="514255" y="-3485"/>
                          <a:pt x="522732" y="1468"/>
                          <a:pt x="522732" y="13565"/>
                        </a:cubicBezTo>
                        <a:lnTo>
                          <a:pt x="522732" y="1426599"/>
                        </a:lnTo>
                        <a:cubicBezTo>
                          <a:pt x="522732" y="1438695"/>
                          <a:pt x="514255" y="1453459"/>
                          <a:pt x="503777" y="1459460"/>
                        </a:cubicBezTo>
                        <a:lnTo>
                          <a:pt x="18955" y="1739400"/>
                        </a:lnTo>
                        <a:cubicBezTo>
                          <a:pt x="8477" y="1745496"/>
                          <a:pt x="0" y="1740543"/>
                          <a:pt x="0" y="1728446"/>
                        </a:cubicBezTo>
                        <a:close/>
                      </a:path>
                    </a:pathLst>
                  </a:custGeom>
                  <a:solidFill>
                    <a:srgbClr val="44444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01" name="Freeform: Shape 2900">
                    <a:extLst>
                      <a:ext uri="{FF2B5EF4-FFF2-40B4-BE49-F238E27FC236}">
                        <a16:creationId xmlns:a16="http://schemas.microsoft.com/office/drawing/2014/main" id="{05735961-BCA8-A1E8-CDF9-7E904EC17774}"/>
                      </a:ext>
                    </a:extLst>
                  </p:cNvPr>
                  <p:cNvSpPr/>
                  <p:nvPr/>
                </p:nvSpPr>
                <p:spPr>
                  <a:xfrm>
                    <a:off x="7876413" y="1339799"/>
                    <a:ext cx="505777" cy="1720111"/>
                  </a:xfrm>
                  <a:custGeom>
                    <a:avLst/>
                    <a:gdLst>
                      <a:gd name="connsiteX0" fmla="*/ 10477 w 505777"/>
                      <a:gd name="connsiteY0" fmla="*/ 1718678 h 1720111"/>
                      <a:gd name="connsiteX1" fmla="*/ 0 w 505777"/>
                      <a:gd name="connsiteY1" fmla="*/ 1712582 h 1720111"/>
                      <a:gd name="connsiteX2" fmla="*/ 0 w 505777"/>
                      <a:gd name="connsiteY2" fmla="*/ 299548 h 1720111"/>
                      <a:gd name="connsiteX3" fmla="*/ 10477 w 505777"/>
                      <a:gd name="connsiteY3" fmla="*/ 281356 h 1720111"/>
                      <a:gd name="connsiteX4" fmla="*/ 495300 w 505777"/>
                      <a:gd name="connsiteY4" fmla="*/ 1416 h 1720111"/>
                      <a:gd name="connsiteX5" fmla="*/ 505778 w 505777"/>
                      <a:gd name="connsiteY5" fmla="*/ 7512 h 1720111"/>
                      <a:gd name="connsiteX6" fmla="*/ 505778 w 505777"/>
                      <a:gd name="connsiteY6" fmla="*/ 1420546 h 1720111"/>
                      <a:gd name="connsiteX7" fmla="*/ 495300 w 505777"/>
                      <a:gd name="connsiteY7" fmla="*/ 1438738 h 1720111"/>
                      <a:gd name="connsiteX8" fmla="*/ 10477 w 505777"/>
                      <a:gd name="connsiteY8" fmla="*/ 1718678 h 172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777" h="1720111">
                        <a:moveTo>
                          <a:pt x="10477" y="1718678"/>
                        </a:moveTo>
                        <a:cubicBezTo>
                          <a:pt x="4667" y="1722012"/>
                          <a:pt x="0" y="1719345"/>
                          <a:pt x="0" y="1712582"/>
                        </a:cubicBezTo>
                        <a:lnTo>
                          <a:pt x="0" y="299548"/>
                        </a:lnTo>
                        <a:cubicBezTo>
                          <a:pt x="0" y="292881"/>
                          <a:pt x="4667" y="284689"/>
                          <a:pt x="10477" y="281356"/>
                        </a:cubicBezTo>
                        <a:lnTo>
                          <a:pt x="495300" y="1416"/>
                        </a:lnTo>
                        <a:cubicBezTo>
                          <a:pt x="501110" y="-1918"/>
                          <a:pt x="505778" y="844"/>
                          <a:pt x="505778" y="7512"/>
                        </a:cubicBezTo>
                        <a:lnTo>
                          <a:pt x="505778" y="1420546"/>
                        </a:lnTo>
                        <a:cubicBezTo>
                          <a:pt x="505778" y="1427213"/>
                          <a:pt x="501110" y="1435405"/>
                          <a:pt x="495300" y="1438738"/>
                        </a:cubicBezTo>
                        <a:lnTo>
                          <a:pt x="10477" y="1718678"/>
                        </a:lnTo>
                        <a:close/>
                      </a:path>
                    </a:pathLst>
                  </a:custGeom>
                  <a:solidFill>
                    <a:srgbClr val="5E5E5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02" name="Graphic 3388">
                    <a:extLst>
                      <a:ext uri="{FF2B5EF4-FFF2-40B4-BE49-F238E27FC236}">
                        <a16:creationId xmlns:a16="http://schemas.microsoft.com/office/drawing/2014/main" id="{65EF0BC2-8456-B4D9-D515-D58797BC2354}"/>
                      </a:ext>
                    </a:extLst>
                  </p:cNvPr>
                  <p:cNvGrpSpPr/>
                  <p:nvPr/>
                </p:nvGrpSpPr>
                <p:grpSpPr>
                  <a:xfrm>
                    <a:off x="8207216" y="2600039"/>
                    <a:ext cx="149732" cy="224217"/>
                    <a:chOff x="8207216" y="2600039"/>
                    <a:chExt cx="149732" cy="224217"/>
                  </a:xfrm>
                </p:grpSpPr>
                <p:sp>
                  <p:nvSpPr>
                    <p:cNvPr id="2921" name="Freeform: Shape 2920">
                      <a:extLst>
                        <a:ext uri="{FF2B5EF4-FFF2-40B4-BE49-F238E27FC236}">
                          <a16:creationId xmlns:a16="http://schemas.microsoft.com/office/drawing/2014/main" id="{AB247B1D-973F-CA83-2E40-4B2091FD4B30}"/>
                        </a:ext>
                      </a:extLst>
                    </p:cNvPr>
                    <p:cNvSpPr/>
                    <p:nvPr/>
                  </p:nvSpPr>
                  <p:spPr>
                    <a:xfrm>
                      <a:off x="8207216" y="2615333"/>
                      <a:ext cx="149732" cy="193343"/>
                    </a:xfrm>
                    <a:custGeom>
                      <a:avLst/>
                      <a:gdLst>
                        <a:gd name="connsiteX0" fmla="*/ 149733 w 149732"/>
                        <a:gd name="connsiteY0" fmla="*/ 53476 h 193343"/>
                        <a:gd name="connsiteX1" fmla="*/ 74866 w 149732"/>
                        <a:gd name="connsiteY1" fmla="*/ 183111 h 193343"/>
                        <a:gd name="connsiteX2" fmla="*/ 0 w 149732"/>
                        <a:gd name="connsiteY2" fmla="*/ 139868 h 193343"/>
                        <a:gd name="connsiteX3" fmla="*/ 74866 w 149732"/>
                        <a:gd name="connsiteY3" fmla="*/ 10232 h 193343"/>
                        <a:gd name="connsiteX4" fmla="*/ 149733 w 149732"/>
                        <a:gd name="connsiteY4" fmla="*/ 53476 h 193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32" h="193343">
                          <a:moveTo>
                            <a:pt x="149733" y="53476"/>
                          </a:moveTo>
                          <a:cubicBezTo>
                            <a:pt x="149733" y="101196"/>
                            <a:pt x="116205" y="159299"/>
                            <a:pt x="74866" y="183111"/>
                          </a:cubicBezTo>
                          <a:cubicBezTo>
                            <a:pt x="33528" y="207019"/>
                            <a:pt x="0" y="187588"/>
                            <a:pt x="0" y="139868"/>
                          </a:cubicBezTo>
                          <a:cubicBezTo>
                            <a:pt x="0" y="92147"/>
                            <a:pt x="33528" y="34045"/>
                            <a:pt x="74866" y="10232"/>
                          </a:cubicBezTo>
                          <a:cubicBezTo>
                            <a:pt x="116205" y="-13675"/>
                            <a:pt x="149733" y="5756"/>
                            <a:pt x="149733" y="53476"/>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22" name="Graphic 3388">
                      <a:extLst>
                        <a:ext uri="{FF2B5EF4-FFF2-40B4-BE49-F238E27FC236}">
                          <a16:creationId xmlns:a16="http://schemas.microsoft.com/office/drawing/2014/main" id="{650A0061-A4C5-92EB-984C-4DA2EA6B1690}"/>
                        </a:ext>
                      </a:extLst>
                    </p:cNvPr>
                    <p:cNvGrpSpPr/>
                    <p:nvPr/>
                  </p:nvGrpSpPr>
                  <p:grpSpPr>
                    <a:xfrm>
                      <a:off x="8213788" y="2600039"/>
                      <a:ext cx="135254" cy="224217"/>
                      <a:chOff x="8213788" y="2600039"/>
                      <a:chExt cx="135254" cy="224217"/>
                    </a:xfrm>
                  </p:grpSpPr>
                  <p:sp>
                    <p:nvSpPr>
                      <p:cNvPr id="2923" name="Freeform: Shape 2922">
                        <a:extLst>
                          <a:ext uri="{FF2B5EF4-FFF2-40B4-BE49-F238E27FC236}">
                            <a16:creationId xmlns:a16="http://schemas.microsoft.com/office/drawing/2014/main" id="{961592B7-661F-ABD2-626E-9E82E37C1F55}"/>
                          </a:ext>
                        </a:extLst>
                      </p:cNvPr>
                      <p:cNvSpPr/>
                      <p:nvPr/>
                    </p:nvSpPr>
                    <p:spPr>
                      <a:xfrm>
                        <a:off x="8216646" y="2627591"/>
                        <a:ext cx="130873" cy="168827"/>
                      </a:xfrm>
                      <a:custGeom>
                        <a:avLst/>
                        <a:gdLst>
                          <a:gd name="connsiteX0" fmla="*/ 130873 w 130873"/>
                          <a:gd name="connsiteY0" fmla="*/ 46647 h 168827"/>
                          <a:gd name="connsiteX1" fmla="*/ 65437 w 130873"/>
                          <a:gd name="connsiteY1" fmla="*/ 159899 h 168827"/>
                          <a:gd name="connsiteX2" fmla="*/ 0 w 130873"/>
                          <a:gd name="connsiteY2" fmla="*/ 122180 h 168827"/>
                          <a:gd name="connsiteX3" fmla="*/ 65437 w 130873"/>
                          <a:gd name="connsiteY3" fmla="*/ 8928 h 168827"/>
                          <a:gd name="connsiteX4" fmla="*/ 130873 w 130873"/>
                          <a:gd name="connsiteY4" fmla="*/ 46647 h 168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73" h="168827">
                            <a:moveTo>
                              <a:pt x="130873" y="46647"/>
                            </a:moveTo>
                            <a:cubicBezTo>
                              <a:pt x="130873" y="88367"/>
                              <a:pt x="101632" y="139040"/>
                              <a:pt x="65437" y="159899"/>
                            </a:cubicBezTo>
                            <a:cubicBezTo>
                              <a:pt x="29337" y="180759"/>
                              <a:pt x="0" y="163805"/>
                              <a:pt x="0" y="122180"/>
                            </a:cubicBezTo>
                            <a:cubicBezTo>
                              <a:pt x="0" y="80556"/>
                              <a:pt x="29242" y="29788"/>
                              <a:pt x="65437" y="8928"/>
                            </a:cubicBezTo>
                            <a:cubicBezTo>
                              <a:pt x="101536" y="-11932"/>
                              <a:pt x="130873" y="5023"/>
                              <a:pt x="130873" y="46647"/>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24" name="Graphic 3388">
                        <a:extLst>
                          <a:ext uri="{FF2B5EF4-FFF2-40B4-BE49-F238E27FC236}">
                            <a16:creationId xmlns:a16="http://schemas.microsoft.com/office/drawing/2014/main" id="{C886931E-3BF6-62EC-4A3D-B4024F66D99F}"/>
                          </a:ext>
                        </a:extLst>
                      </p:cNvPr>
                      <p:cNvGrpSpPr/>
                      <p:nvPr/>
                    </p:nvGrpSpPr>
                    <p:grpSpPr>
                      <a:xfrm>
                        <a:off x="8213788" y="2600039"/>
                        <a:ext cx="135254" cy="224217"/>
                        <a:chOff x="8213788" y="2600039"/>
                        <a:chExt cx="135254" cy="224217"/>
                      </a:xfrm>
                      <a:solidFill>
                        <a:srgbClr val="3B3B3B"/>
                      </a:solidFill>
                    </p:grpSpPr>
                    <p:sp>
                      <p:nvSpPr>
                        <p:cNvPr id="2925" name="Freeform: Shape 2924">
                          <a:extLst>
                            <a:ext uri="{FF2B5EF4-FFF2-40B4-BE49-F238E27FC236}">
                              <a16:creationId xmlns:a16="http://schemas.microsoft.com/office/drawing/2014/main" id="{82E547CF-59B3-8FD4-9967-801895171F78}"/>
                            </a:ext>
                          </a:extLst>
                        </p:cNvPr>
                        <p:cNvSpPr/>
                        <p:nvPr/>
                      </p:nvSpPr>
                      <p:spPr>
                        <a:xfrm>
                          <a:off x="8213788" y="2600039"/>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26" name="Freeform: Shape 2925">
                          <a:extLst>
                            <a:ext uri="{FF2B5EF4-FFF2-40B4-BE49-F238E27FC236}">
                              <a16:creationId xmlns:a16="http://schemas.microsoft.com/office/drawing/2014/main" id="{98FBDC12-9D26-4A92-3D17-115472DAC2E6}"/>
                            </a:ext>
                          </a:extLst>
                        </p:cNvPr>
                        <p:cNvSpPr/>
                        <p:nvPr/>
                      </p:nvSpPr>
                      <p:spPr>
                        <a:xfrm>
                          <a:off x="8213788" y="2611564"/>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27" name="Freeform: Shape 2926">
                          <a:extLst>
                            <a:ext uri="{FF2B5EF4-FFF2-40B4-BE49-F238E27FC236}">
                              <a16:creationId xmlns:a16="http://schemas.microsoft.com/office/drawing/2014/main" id="{B0AB1591-EF01-8ACA-2D20-10739C1EF8B4}"/>
                            </a:ext>
                          </a:extLst>
                        </p:cNvPr>
                        <p:cNvSpPr/>
                        <p:nvPr/>
                      </p:nvSpPr>
                      <p:spPr>
                        <a:xfrm>
                          <a:off x="8213788" y="2623184"/>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28" name="Freeform: Shape 2927">
                          <a:extLst>
                            <a:ext uri="{FF2B5EF4-FFF2-40B4-BE49-F238E27FC236}">
                              <a16:creationId xmlns:a16="http://schemas.microsoft.com/office/drawing/2014/main" id="{F5EFE654-00D9-DAE6-970C-6F702F70C564}"/>
                            </a:ext>
                          </a:extLst>
                        </p:cNvPr>
                        <p:cNvSpPr/>
                        <p:nvPr/>
                      </p:nvSpPr>
                      <p:spPr>
                        <a:xfrm>
                          <a:off x="8213788" y="2634805"/>
                          <a:ext cx="135254" cy="85153"/>
                        </a:xfrm>
                        <a:custGeom>
                          <a:avLst/>
                          <a:gdLst>
                            <a:gd name="connsiteX0" fmla="*/ 135255 w 135254"/>
                            <a:gd name="connsiteY0" fmla="*/ 7144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29" name="Freeform: Shape 2928">
                          <a:extLst>
                            <a:ext uri="{FF2B5EF4-FFF2-40B4-BE49-F238E27FC236}">
                              <a16:creationId xmlns:a16="http://schemas.microsoft.com/office/drawing/2014/main" id="{D5C07107-ECCE-B37C-3348-6B590395CE4C}"/>
                            </a:ext>
                          </a:extLst>
                        </p:cNvPr>
                        <p:cNvSpPr/>
                        <p:nvPr/>
                      </p:nvSpPr>
                      <p:spPr>
                        <a:xfrm>
                          <a:off x="8213788" y="2646330"/>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0" name="Freeform: Shape 2929">
                          <a:extLst>
                            <a:ext uri="{FF2B5EF4-FFF2-40B4-BE49-F238E27FC236}">
                              <a16:creationId xmlns:a16="http://schemas.microsoft.com/office/drawing/2014/main" id="{151D32EA-D74F-AAFC-3491-10A1FAB7BEC5}"/>
                            </a:ext>
                          </a:extLst>
                        </p:cNvPr>
                        <p:cNvSpPr/>
                        <p:nvPr/>
                      </p:nvSpPr>
                      <p:spPr>
                        <a:xfrm>
                          <a:off x="8213788" y="2657951"/>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1" name="Freeform: Shape 2930">
                          <a:extLst>
                            <a:ext uri="{FF2B5EF4-FFF2-40B4-BE49-F238E27FC236}">
                              <a16:creationId xmlns:a16="http://schemas.microsoft.com/office/drawing/2014/main" id="{FC45D5CF-8393-429B-2DEF-0CEEE28A288A}"/>
                            </a:ext>
                          </a:extLst>
                        </p:cNvPr>
                        <p:cNvSpPr/>
                        <p:nvPr/>
                      </p:nvSpPr>
                      <p:spPr>
                        <a:xfrm>
                          <a:off x="8213788" y="2669476"/>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2" name="Freeform: Shape 2931">
                          <a:extLst>
                            <a:ext uri="{FF2B5EF4-FFF2-40B4-BE49-F238E27FC236}">
                              <a16:creationId xmlns:a16="http://schemas.microsoft.com/office/drawing/2014/main" id="{68A69DEF-1620-1D59-4959-FB96637DF2C2}"/>
                            </a:ext>
                          </a:extLst>
                        </p:cNvPr>
                        <p:cNvSpPr/>
                        <p:nvPr/>
                      </p:nvSpPr>
                      <p:spPr>
                        <a:xfrm>
                          <a:off x="8213788" y="2681096"/>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3" name="Freeform: Shape 2932">
                          <a:extLst>
                            <a:ext uri="{FF2B5EF4-FFF2-40B4-BE49-F238E27FC236}">
                              <a16:creationId xmlns:a16="http://schemas.microsoft.com/office/drawing/2014/main" id="{6714070F-3AE0-4405-7F33-842E214FA46D}"/>
                            </a:ext>
                          </a:extLst>
                        </p:cNvPr>
                        <p:cNvSpPr/>
                        <p:nvPr/>
                      </p:nvSpPr>
                      <p:spPr>
                        <a:xfrm>
                          <a:off x="8213788" y="2692717"/>
                          <a:ext cx="135254" cy="85153"/>
                        </a:xfrm>
                        <a:custGeom>
                          <a:avLst/>
                          <a:gdLst>
                            <a:gd name="connsiteX0" fmla="*/ 135255 w 135254"/>
                            <a:gd name="connsiteY0" fmla="*/ 7049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049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049"/>
                              </a:moveTo>
                              <a:lnTo>
                                <a:pt x="0" y="85154"/>
                              </a:lnTo>
                              <a:lnTo>
                                <a:pt x="0" y="78010"/>
                              </a:lnTo>
                              <a:lnTo>
                                <a:pt x="135255" y="0"/>
                              </a:lnTo>
                              <a:lnTo>
                                <a:pt x="135255" y="7049"/>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4" name="Freeform: Shape 2933">
                          <a:extLst>
                            <a:ext uri="{FF2B5EF4-FFF2-40B4-BE49-F238E27FC236}">
                              <a16:creationId xmlns:a16="http://schemas.microsoft.com/office/drawing/2014/main" id="{6354EF36-2563-8DA4-F2F9-408B868D5DF5}"/>
                            </a:ext>
                          </a:extLst>
                        </p:cNvPr>
                        <p:cNvSpPr/>
                        <p:nvPr/>
                      </p:nvSpPr>
                      <p:spPr>
                        <a:xfrm>
                          <a:off x="8213788" y="2704242"/>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5" name="Freeform: Shape 2934">
                          <a:extLst>
                            <a:ext uri="{FF2B5EF4-FFF2-40B4-BE49-F238E27FC236}">
                              <a16:creationId xmlns:a16="http://schemas.microsoft.com/office/drawing/2014/main" id="{49908D78-EA6A-C831-B599-E63CF976A5DD}"/>
                            </a:ext>
                          </a:extLst>
                        </p:cNvPr>
                        <p:cNvSpPr/>
                        <p:nvPr/>
                      </p:nvSpPr>
                      <p:spPr>
                        <a:xfrm>
                          <a:off x="8213788" y="2715863"/>
                          <a:ext cx="135254" cy="85153"/>
                        </a:xfrm>
                        <a:custGeom>
                          <a:avLst/>
                          <a:gdLst>
                            <a:gd name="connsiteX0" fmla="*/ 135255 w 135254"/>
                            <a:gd name="connsiteY0" fmla="*/ 7144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6" name="Freeform: Shape 2935">
                          <a:extLst>
                            <a:ext uri="{FF2B5EF4-FFF2-40B4-BE49-F238E27FC236}">
                              <a16:creationId xmlns:a16="http://schemas.microsoft.com/office/drawing/2014/main" id="{C1A1706E-193B-E547-32C5-E10FAB26D526}"/>
                            </a:ext>
                          </a:extLst>
                        </p:cNvPr>
                        <p:cNvSpPr/>
                        <p:nvPr/>
                      </p:nvSpPr>
                      <p:spPr>
                        <a:xfrm>
                          <a:off x="8213788" y="2727388"/>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37" name="Freeform: Shape 2936">
                          <a:extLst>
                            <a:ext uri="{FF2B5EF4-FFF2-40B4-BE49-F238E27FC236}">
                              <a16:creationId xmlns:a16="http://schemas.microsoft.com/office/drawing/2014/main" id="{EFA21D87-D223-89EB-AB59-2F90CE29FD10}"/>
                            </a:ext>
                          </a:extLst>
                        </p:cNvPr>
                        <p:cNvSpPr/>
                        <p:nvPr/>
                      </p:nvSpPr>
                      <p:spPr>
                        <a:xfrm>
                          <a:off x="8213788" y="2739008"/>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nvGrpSpPr>
                  <p:cNvPr id="2903" name="Graphic 3388">
                    <a:extLst>
                      <a:ext uri="{FF2B5EF4-FFF2-40B4-BE49-F238E27FC236}">
                        <a16:creationId xmlns:a16="http://schemas.microsoft.com/office/drawing/2014/main" id="{4430D530-8459-7C3F-B5C4-753818DEA381}"/>
                      </a:ext>
                    </a:extLst>
                  </p:cNvPr>
                  <p:cNvGrpSpPr/>
                  <p:nvPr/>
                </p:nvGrpSpPr>
                <p:grpSpPr>
                  <a:xfrm>
                    <a:off x="8207216" y="1402556"/>
                    <a:ext cx="149732" cy="224122"/>
                    <a:chOff x="8207216" y="1402556"/>
                    <a:chExt cx="149732" cy="224122"/>
                  </a:xfrm>
                </p:grpSpPr>
                <p:sp>
                  <p:nvSpPr>
                    <p:cNvPr id="2904" name="Freeform: Shape 2903">
                      <a:extLst>
                        <a:ext uri="{FF2B5EF4-FFF2-40B4-BE49-F238E27FC236}">
                          <a16:creationId xmlns:a16="http://schemas.microsoft.com/office/drawing/2014/main" id="{8BC28D0C-ACB6-08AF-A4DE-A1E5ABEED4CB}"/>
                        </a:ext>
                      </a:extLst>
                    </p:cNvPr>
                    <p:cNvSpPr/>
                    <p:nvPr/>
                  </p:nvSpPr>
                  <p:spPr>
                    <a:xfrm>
                      <a:off x="8207216" y="1417850"/>
                      <a:ext cx="149732" cy="193343"/>
                    </a:xfrm>
                    <a:custGeom>
                      <a:avLst/>
                      <a:gdLst>
                        <a:gd name="connsiteX0" fmla="*/ 149733 w 149732"/>
                        <a:gd name="connsiteY0" fmla="*/ 53476 h 193343"/>
                        <a:gd name="connsiteX1" fmla="*/ 74866 w 149732"/>
                        <a:gd name="connsiteY1" fmla="*/ 183111 h 193343"/>
                        <a:gd name="connsiteX2" fmla="*/ 0 w 149732"/>
                        <a:gd name="connsiteY2" fmla="*/ 139868 h 193343"/>
                        <a:gd name="connsiteX3" fmla="*/ 74866 w 149732"/>
                        <a:gd name="connsiteY3" fmla="*/ 10232 h 193343"/>
                        <a:gd name="connsiteX4" fmla="*/ 149733 w 149732"/>
                        <a:gd name="connsiteY4" fmla="*/ 53476 h 193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32" h="193343">
                          <a:moveTo>
                            <a:pt x="149733" y="53476"/>
                          </a:moveTo>
                          <a:cubicBezTo>
                            <a:pt x="149733" y="101196"/>
                            <a:pt x="116205" y="159299"/>
                            <a:pt x="74866" y="183111"/>
                          </a:cubicBezTo>
                          <a:cubicBezTo>
                            <a:pt x="33528" y="207019"/>
                            <a:pt x="0" y="187588"/>
                            <a:pt x="0" y="139868"/>
                          </a:cubicBezTo>
                          <a:cubicBezTo>
                            <a:pt x="0" y="92147"/>
                            <a:pt x="33528" y="34045"/>
                            <a:pt x="74866" y="10232"/>
                          </a:cubicBezTo>
                          <a:cubicBezTo>
                            <a:pt x="116205" y="-13675"/>
                            <a:pt x="149733" y="5756"/>
                            <a:pt x="149733" y="53476"/>
                          </a:cubicBezTo>
                          <a:close/>
                        </a:path>
                      </a:pathLst>
                    </a:custGeom>
                    <a:solidFill>
                      <a:srgbClr val="7C7C7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05" name="Graphic 3388">
                      <a:extLst>
                        <a:ext uri="{FF2B5EF4-FFF2-40B4-BE49-F238E27FC236}">
                          <a16:creationId xmlns:a16="http://schemas.microsoft.com/office/drawing/2014/main" id="{219A4F55-8A6F-C556-B585-C792B9204384}"/>
                        </a:ext>
                      </a:extLst>
                    </p:cNvPr>
                    <p:cNvGrpSpPr/>
                    <p:nvPr/>
                  </p:nvGrpSpPr>
                  <p:grpSpPr>
                    <a:xfrm>
                      <a:off x="8213788" y="1402556"/>
                      <a:ext cx="135254" cy="224122"/>
                      <a:chOff x="8213788" y="1402556"/>
                      <a:chExt cx="135254" cy="224122"/>
                    </a:xfrm>
                  </p:grpSpPr>
                  <p:sp>
                    <p:nvSpPr>
                      <p:cNvPr id="2906" name="Freeform: Shape 2905">
                        <a:extLst>
                          <a:ext uri="{FF2B5EF4-FFF2-40B4-BE49-F238E27FC236}">
                            <a16:creationId xmlns:a16="http://schemas.microsoft.com/office/drawing/2014/main" id="{8CA4BD5F-405A-EE5E-60D6-A772D2782A92}"/>
                          </a:ext>
                        </a:extLst>
                      </p:cNvPr>
                      <p:cNvSpPr/>
                      <p:nvPr/>
                    </p:nvSpPr>
                    <p:spPr>
                      <a:xfrm>
                        <a:off x="8216646" y="1430108"/>
                        <a:ext cx="130873" cy="168827"/>
                      </a:xfrm>
                      <a:custGeom>
                        <a:avLst/>
                        <a:gdLst>
                          <a:gd name="connsiteX0" fmla="*/ 130873 w 130873"/>
                          <a:gd name="connsiteY0" fmla="*/ 46647 h 168827"/>
                          <a:gd name="connsiteX1" fmla="*/ 65437 w 130873"/>
                          <a:gd name="connsiteY1" fmla="*/ 159899 h 168827"/>
                          <a:gd name="connsiteX2" fmla="*/ 0 w 130873"/>
                          <a:gd name="connsiteY2" fmla="*/ 122180 h 168827"/>
                          <a:gd name="connsiteX3" fmla="*/ 65437 w 130873"/>
                          <a:gd name="connsiteY3" fmla="*/ 8928 h 168827"/>
                          <a:gd name="connsiteX4" fmla="*/ 130873 w 130873"/>
                          <a:gd name="connsiteY4" fmla="*/ 46647 h 168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73" h="168827">
                            <a:moveTo>
                              <a:pt x="130873" y="46647"/>
                            </a:moveTo>
                            <a:cubicBezTo>
                              <a:pt x="130873" y="88367"/>
                              <a:pt x="101632" y="139040"/>
                              <a:pt x="65437" y="159899"/>
                            </a:cubicBezTo>
                            <a:cubicBezTo>
                              <a:pt x="29337" y="180759"/>
                              <a:pt x="0" y="163805"/>
                              <a:pt x="0" y="122180"/>
                            </a:cubicBezTo>
                            <a:cubicBezTo>
                              <a:pt x="0" y="80556"/>
                              <a:pt x="29242" y="29788"/>
                              <a:pt x="65437" y="8928"/>
                            </a:cubicBezTo>
                            <a:cubicBezTo>
                              <a:pt x="101536" y="-11932"/>
                              <a:pt x="130873" y="5023"/>
                              <a:pt x="130873" y="46647"/>
                            </a:cubicBezTo>
                            <a:close/>
                          </a:path>
                        </a:pathLst>
                      </a:custGeom>
                      <a:solidFill>
                        <a:srgbClr val="66666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907" name="Graphic 3388">
                        <a:extLst>
                          <a:ext uri="{FF2B5EF4-FFF2-40B4-BE49-F238E27FC236}">
                            <a16:creationId xmlns:a16="http://schemas.microsoft.com/office/drawing/2014/main" id="{28F46D94-FF0C-CD57-8BAD-87980758D488}"/>
                          </a:ext>
                        </a:extLst>
                      </p:cNvPr>
                      <p:cNvGrpSpPr/>
                      <p:nvPr/>
                    </p:nvGrpSpPr>
                    <p:grpSpPr>
                      <a:xfrm>
                        <a:off x="8213788" y="1402556"/>
                        <a:ext cx="135254" cy="224122"/>
                        <a:chOff x="8213788" y="1402556"/>
                        <a:chExt cx="135254" cy="224122"/>
                      </a:xfrm>
                      <a:solidFill>
                        <a:srgbClr val="3B3B3B"/>
                      </a:solidFill>
                    </p:grpSpPr>
                    <p:sp>
                      <p:nvSpPr>
                        <p:cNvPr id="2908" name="Freeform: Shape 2907">
                          <a:extLst>
                            <a:ext uri="{FF2B5EF4-FFF2-40B4-BE49-F238E27FC236}">
                              <a16:creationId xmlns:a16="http://schemas.microsoft.com/office/drawing/2014/main" id="{2177BE93-7E7B-02AA-4826-D34C20EB81BB}"/>
                            </a:ext>
                          </a:extLst>
                        </p:cNvPr>
                        <p:cNvSpPr/>
                        <p:nvPr/>
                      </p:nvSpPr>
                      <p:spPr>
                        <a:xfrm>
                          <a:off x="8213788" y="1402556"/>
                          <a:ext cx="135254" cy="85153"/>
                        </a:xfrm>
                        <a:custGeom>
                          <a:avLst/>
                          <a:gdLst>
                            <a:gd name="connsiteX0" fmla="*/ 135255 w 135254"/>
                            <a:gd name="connsiteY0" fmla="*/ 7048 h 85153"/>
                            <a:gd name="connsiteX1" fmla="*/ 0 w 135254"/>
                            <a:gd name="connsiteY1" fmla="*/ 85154 h 85153"/>
                            <a:gd name="connsiteX2" fmla="*/ 0 w 135254"/>
                            <a:gd name="connsiteY2" fmla="*/ 78010 h 85153"/>
                            <a:gd name="connsiteX3" fmla="*/ 135255 w 135254"/>
                            <a:gd name="connsiteY3" fmla="*/ 0 h 85153"/>
                            <a:gd name="connsiteX4" fmla="*/ 135255 w 135254"/>
                            <a:gd name="connsiteY4" fmla="*/ 7048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048"/>
                              </a:moveTo>
                              <a:lnTo>
                                <a:pt x="0" y="85154"/>
                              </a:lnTo>
                              <a:lnTo>
                                <a:pt x="0" y="78010"/>
                              </a:lnTo>
                              <a:lnTo>
                                <a:pt x="135255" y="0"/>
                              </a:lnTo>
                              <a:lnTo>
                                <a:pt x="135255" y="7048"/>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09" name="Freeform: Shape 2908">
                          <a:extLst>
                            <a:ext uri="{FF2B5EF4-FFF2-40B4-BE49-F238E27FC236}">
                              <a16:creationId xmlns:a16="http://schemas.microsoft.com/office/drawing/2014/main" id="{8909935D-69D2-2B52-3698-29B6F93B8AB2}"/>
                            </a:ext>
                          </a:extLst>
                        </p:cNvPr>
                        <p:cNvSpPr/>
                        <p:nvPr/>
                      </p:nvSpPr>
                      <p:spPr>
                        <a:xfrm>
                          <a:off x="8213788" y="1414081"/>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0" name="Freeform: Shape 2909">
                          <a:extLst>
                            <a:ext uri="{FF2B5EF4-FFF2-40B4-BE49-F238E27FC236}">
                              <a16:creationId xmlns:a16="http://schemas.microsoft.com/office/drawing/2014/main" id="{884E1623-EF7F-34E8-7FED-4748094F7807}"/>
                            </a:ext>
                          </a:extLst>
                        </p:cNvPr>
                        <p:cNvSpPr/>
                        <p:nvPr/>
                      </p:nvSpPr>
                      <p:spPr>
                        <a:xfrm>
                          <a:off x="8213788" y="1425702"/>
                          <a:ext cx="135254" cy="85153"/>
                        </a:xfrm>
                        <a:custGeom>
                          <a:avLst/>
                          <a:gdLst>
                            <a:gd name="connsiteX0" fmla="*/ 135255 w 135254"/>
                            <a:gd name="connsiteY0" fmla="*/ 7144 h 85153"/>
                            <a:gd name="connsiteX1" fmla="*/ 0 w 135254"/>
                            <a:gd name="connsiteY1" fmla="*/ 85154 h 85153"/>
                            <a:gd name="connsiteX2" fmla="*/ 0 w 135254"/>
                            <a:gd name="connsiteY2" fmla="*/ 78105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4"/>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1" name="Freeform: Shape 2910">
                          <a:extLst>
                            <a:ext uri="{FF2B5EF4-FFF2-40B4-BE49-F238E27FC236}">
                              <a16:creationId xmlns:a16="http://schemas.microsoft.com/office/drawing/2014/main" id="{B9F3D459-DD89-FCF0-F3CC-FFE70C57DC01}"/>
                            </a:ext>
                          </a:extLst>
                        </p:cNvPr>
                        <p:cNvSpPr/>
                        <p:nvPr/>
                      </p:nvSpPr>
                      <p:spPr>
                        <a:xfrm>
                          <a:off x="8213788" y="1437227"/>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2" name="Freeform: Shape 2911">
                          <a:extLst>
                            <a:ext uri="{FF2B5EF4-FFF2-40B4-BE49-F238E27FC236}">
                              <a16:creationId xmlns:a16="http://schemas.microsoft.com/office/drawing/2014/main" id="{785BCEC9-BFF0-7DB5-1DD4-8D5A95FAAD80}"/>
                            </a:ext>
                          </a:extLst>
                        </p:cNvPr>
                        <p:cNvSpPr/>
                        <p:nvPr/>
                      </p:nvSpPr>
                      <p:spPr>
                        <a:xfrm>
                          <a:off x="8213788" y="1448847"/>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3" name="Freeform: Shape 2912">
                          <a:extLst>
                            <a:ext uri="{FF2B5EF4-FFF2-40B4-BE49-F238E27FC236}">
                              <a16:creationId xmlns:a16="http://schemas.microsoft.com/office/drawing/2014/main" id="{1272E2F7-95FB-2703-823A-543A36776496}"/>
                            </a:ext>
                          </a:extLst>
                        </p:cNvPr>
                        <p:cNvSpPr/>
                        <p:nvPr/>
                      </p:nvSpPr>
                      <p:spPr>
                        <a:xfrm>
                          <a:off x="8213788" y="1460372"/>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4" name="Freeform: Shape 2913">
                          <a:extLst>
                            <a:ext uri="{FF2B5EF4-FFF2-40B4-BE49-F238E27FC236}">
                              <a16:creationId xmlns:a16="http://schemas.microsoft.com/office/drawing/2014/main" id="{956F6A95-A31F-5496-19AD-06AA0502531A}"/>
                            </a:ext>
                          </a:extLst>
                        </p:cNvPr>
                        <p:cNvSpPr/>
                        <p:nvPr/>
                      </p:nvSpPr>
                      <p:spPr>
                        <a:xfrm>
                          <a:off x="8213788" y="1471993"/>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5" name="Freeform: Shape 2914">
                          <a:extLst>
                            <a:ext uri="{FF2B5EF4-FFF2-40B4-BE49-F238E27FC236}">
                              <a16:creationId xmlns:a16="http://schemas.microsoft.com/office/drawing/2014/main" id="{03F3E76B-47B1-10DC-FC40-C4545077E87C}"/>
                            </a:ext>
                          </a:extLst>
                        </p:cNvPr>
                        <p:cNvSpPr/>
                        <p:nvPr/>
                      </p:nvSpPr>
                      <p:spPr>
                        <a:xfrm>
                          <a:off x="8213788" y="1483614"/>
                          <a:ext cx="135254" cy="85153"/>
                        </a:xfrm>
                        <a:custGeom>
                          <a:avLst/>
                          <a:gdLst>
                            <a:gd name="connsiteX0" fmla="*/ 135255 w 135254"/>
                            <a:gd name="connsiteY0" fmla="*/ 7144 h 85153"/>
                            <a:gd name="connsiteX1" fmla="*/ 0 w 135254"/>
                            <a:gd name="connsiteY1" fmla="*/ 85153 h 85153"/>
                            <a:gd name="connsiteX2" fmla="*/ 0 w 135254"/>
                            <a:gd name="connsiteY2" fmla="*/ 78010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3"/>
                              </a:lnTo>
                              <a:lnTo>
                                <a:pt x="0" y="78010"/>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6" name="Freeform: Shape 2915">
                          <a:extLst>
                            <a:ext uri="{FF2B5EF4-FFF2-40B4-BE49-F238E27FC236}">
                              <a16:creationId xmlns:a16="http://schemas.microsoft.com/office/drawing/2014/main" id="{1AFD3180-9620-1528-90CA-C1DB2A8D4CB3}"/>
                            </a:ext>
                          </a:extLst>
                        </p:cNvPr>
                        <p:cNvSpPr/>
                        <p:nvPr/>
                      </p:nvSpPr>
                      <p:spPr>
                        <a:xfrm>
                          <a:off x="8213788" y="1495139"/>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7" name="Freeform: Shape 2916">
                          <a:extLst>
                            <a:ext uri="{FF2B5EF4-FFF2-40B4-BE49-F238E27FC236}">
                              <a16:creationId xmlns:a16="http://schemas.microsoft.com/office/drawing/2014/main" id="{D3F10DFF-4E03-D7AF-F3D0-8DDF4D1B0332}"/>
                            </a:ext>
                          </a:extLst>
                        </p:cNvPr>
                        <p:cNvSpPr/>
                        <p:nvPr/>
                      </p:nvSpPr>
                      <p:spPr>
                        <a:xfrm>
                          <a:off x="8213788" y="1506759"/>
                          <a:ext cx="135254" cy="85153"/>
                        </a:xfrm>
                        <a:custGeom>
                          <a:avLst/>
                          <a:gdLst>
                            <a:gd name="connsiteX0" fmla="*/ 135255 w 135254"/>
                            <a:gd name="connsiteY0" fmla="*/ 7144 h 85153"/>
                            <a:gd name="connsiteX1" fmla="*/ 0 w 135254"/>
                            <a:gd name="connsiteY1" fmla="*/ 85153 h 85153"/>
                            <a:gd name="connsiteX2" fmla="*/ 0 w 135254"/>
                            <a:gd name="connsiteY2" fmla="*/ 78105 h 85153"/>
                            <a:gd name="connsiteX3" fmla="*/ 135255 w 135254"/>
                            <a:gd name="connsiteY3" fmla="*/ 0 h 85153"/>
                            <a:gd name="connsiteX4" fmla="*/ 135255 w 135254"/>
                            <a:gd name="connsiteY4" fmla="*/ 7144 h 85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153">
                              <a:moveTo>
                                <a:pt x="135255" y="7144"/>
                              </a:moveTo>
                              <a:lnTo>
                                <a:pt x="0" y="85153"/>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8" name="Freeform: Shape 2917">
                          <a:extLst>
                            <a:ext uri="{FF2B5EF4-FFF2-40B4-BE49-F238E27FC236}">
                              <a16:creationId xmlns:a16="http://schemas.microsoft.com/office/drawing/2014/main" id="{D1684847-8FD7-C6A0-A41F-9CB87FABB144}"/>
                            </a:ext>
                          </a:extLst>
                        </p:cNvPr>
                        <p:cNvSpPr/>
                        <p:nvPr/>
                      </p:nvSpPr>
                      <p:spPr>
                        <a:xfrm>
                          <a:off x="8213788" y="1518285"/>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19" name="Freeform: Shape 2918">
                          <a:extLst>
                            <a:ext uri="{FF2B5EF4-FFF2-40B4-BE49-F238E27FC236}">
                              <a16:creationId xmlns:a16="http://schemas.microsoft.com/office/drawing/2014/main" id="{73D7EB42-E288-B293-10E9-353CB5A7CD28}"/>
                            </a:ext>
                          </a:extLst>
                        </p:cNvPr>
                        <p:cNvSpPr/>
                        <p:nvPr/>
                      </p:nvSpPr>
                      <p:spPr>
                        <a:xfrm>
                          <a:off x="8213788" y="1529905"/>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20" name="Freeform: Shape 2919">
                          <a:extLst>
                            <a:ext uri="{FF2B5EF4-FFF2-40B4-BE49-F238E27FC236}">
                              <a16:creationId xmlns:a16="http://schemas.microsoft.com/office/drawing/2014/main" id="{69968230-7823-1DD6-514F-2B066E293BAB}"/>
                            </a:ext>
                          </a:extLst>
                        </p:cNvPr>
                        <p:cNvSpPr/>
                        <p:nvPr/>
                      </p:nvSpPr>
                      <p:spPr>
                        <a:xfrm>
                          <a:off x="8213788" y="1541430"/>
                          <a:ext cx="135254" cy="85248"/>
                        </a:xfrm>
                        <a:custGeom>
                          <a:avLst/>
                          <a:gdLst>
                            <a:gd name="connsiteX0" fmla="*/ 135255 w 135254"/>
                            <a:gd name="connsiteY0" fmla="*/ 7144 h 85248"/>
                            <a:gd name="connsiteX1" fmla="*/ 0 w 135254"/>
                            <a:gd name="connsiteY1" fmla="*/ 85249 h 85248"/>
                            <a:gd name="connsiteX2" fmla="*/ 0 w 135254"/>
                            <a:gd name="connsiteY2" fmla="*/ 78105 h 85248"/>
                            <a:gd name="connsiteX3" fmla="*/ 135255 w 135254"/>
                            <a:gd name="connsiteY3" fmla="*/ 0 h 85248"/>
                            <a:gd name="connsiteX4" fmla="*/ 135255 w 135254"/>
                            <a:gd name="connsiteY4" fmla="*/ 7144 h 8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254" h="85248">
                              <a:moveTo>
                                <a:pt x="135255" y="7144"/>
                              </a:moveTo>
                              <a:lnTo>
                                <a:pt x="0" y="85249"/>
                              </a:lnTo>
                              <a:lnTo>
                                <a:pt x="0" y="78105"/>
                              </a:lnTo>
                              <a:lnTo>
                                <a:pt x="135255" y="0"/>
                              </a:lnTo>
                              <a:lnTo>
                                <a:pt x="135255" y="7144"/>
                              </a:lnTo>
                              <a:close/>
                            </a:path>
                          </a:pathLst>
                        </a:custGeom>
                        <a:solidFill>
                          <a:srgbClr val="3B3B3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sp>
              <p:nvSpPr>
                <p:cNvPr id="2898" name="Freeform: Shape 2897">
                  <a:extLst>
                    <a:ext uri="{FF2B5EF4-FFF2-40B4-BE49-F238E27FC236}">
                      <a16:creationId xmlns:a16="http://schemas.microsoft.com/office/drawing/2014/main" id="{2B3CD3E9-D664-A787-2CEE-C83F37E0641B}"/>
                    </a:ext>
                  </a:extLst>
                </p:cNvPr>
                <p:cNvSpPr/>
                <p:nvPr/>
              </p:nvSpPr>
              <p:spPr>
                <a:xfrm>
                  <a:off x="7833931" y="2626613"/>
                  <a:ext cx="912685" cy="511302"/>
                </a:xfrm>
                <a:custGeom>
                  <a:avLst/>
                  <a:gdLst>
                    <a:gd name="connsiteX0" fmla="*/ 0 w 912685"/>
                    <a:gd name="connsiteY0" fmla="*/ 511302 h 511302"/>
                    <a:gd name="connsiteX1" fmla="*/ 354521 w 912685"/>
                    <a:gd name="connsiteY1" fmla="*/ 511302 h 511302"/>
                    <a:gd name="connsiteX2" fmla="*/ 912686 w 912685"/>
                    <a:gd name="connsiteY2" fmla="*/ 169926 h 511302"/>
                    <a:gd name="connsiteX3" fmla="*/ 590740 w 912685"/>
                    <a:gd name="connsiteY3" fmla="*/ 0 h 511302"/>
                    <a:gd name="connsiteX4" fmla="*/ 590740 w 912685"/>
                    <a:gd name="connsiteY4" fmla="*/ 170307 h 511302"/>
                    <a:gd name="connsiteX5" fmla="*/ 0 w 912685"/>
                    <a:gd name="connsiteY5" fmla="*/ 511302 h 51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2685" h="511302">
                      <a:moveTo>
                        <a:pt x="0" y="511302"/>
                      </a:moveTo>
                      <a:lnTo>
                        <a:pt x="354521" y="511302"/>
                      </a:lnTo>
                      <a:lnTo>
                        <a:pt x="912686" y="169926"/>
                      </a:lnTo>
                      <a:lnTo>
                        <a:pt x="590740" y="0"/>
                      </a:lnTo>
                      <a:lnTo>
                        <a:pt x="590740" y="170307"/>
                      </a:lnTo>
                      <a:lnTo>
                        <a:pt x="0" y="511302"/>
                      </a:lnTo>
                      <a:close/>
                    </a:path>
                  </a:pathLst>
                </a:custGeom>
                <a:solidFill>
                  <a:srgbClr val="000000">
                    <a:alpha val="15000"/>
                  </a:srgb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686" name="Group 2685">
              <a:extLst>
                <a:ext uri="{FF2B5EF4-FFF2-40B4-BE49-F238E27FC236}">
                  <a16:creationId xmlns:a16="http://schemas.microsoft.com/office/drawing/2014/main" id="{295DC080-EDA6-E2C4-7842-25DEB7FC92E2}"/>
                </a:ext>
              </a:extLst>
            </p:cNvPr>
            <p:cNvGrpSpPr/>
            <p:nvPr/>
          </p:nvGrpSpPr>
          <p:grpSpPr>
            <a:xfrm>
              <a:off x="10000931" y="1342162"/>
              <a:ext cx="50256" cy="218440"/>
              <a:chOff x="5269093" y="3410795"/>
              <a:chExt cx="344646" cy="952120"/>
            </a:xfrm>
          </p:grpSpPr>
          <p:sp>
            <p:nvSpPr>
              <p:cNvPr id="2737" name="Freeform: Shape 2736">
                <a:extLst>
                  <a:ext uri="{FF2B5EF4-FFF2-40B4-BE49-F238E27FC236}">
                    <a16:creationId xmlns:a16="http://schemas.microsoft.com/office/drawing/2014/main" id="{C72BC6DE-2BFB-1A85-13C7-C4ED072C1F62}"/>
                  </a:ext>
                </a:extLst>
              </p:cNvPr>
              <p:cNvSpPr/>
              <p:nvPr/>
            </p:nvSpPr>
            <p:spPr>
              <a:xfrm>
                <a:off x="5332059" y="3588082"/>
                <a:ext cx="144365" cy="235954"/>
              </a:xfrm>
              <a:custGeom>
                <a:avLst/>
                <a:gdLst>
                  <a:gd name="connsiteX0" fmla="*/ 104 w 105799"/>
                  <a:gd name="connsiteY0" fmla="*/ 157595 h 172920"/>
                  <a:gd name="connsiteX1" fmla="*/ 22785 w 105799"/>
                  <a:gd name="connsiteY1" fmla="*/ 171937 h 172920"/>
                  <a:gd name="connsiteX2" fmla="*/ 92305 w 105799"/>
                  <a:gd name="connsiteY2" fmla="*/ 132960 h 172920"/>
                  <a:gd name="connsiteX3" fmla="*/ 105695 w 105799"/>
                  <a:gd name="connsiteY3" fmla="*/ 14266 h 172920"/>
                  <a:gd name="connsiteX4" fmla="*/ 103836 w 105799"/>
                  <a:gd name="connsiteY4" fmla="*/ 7071 h 172920"/>
                  <a:gd name="connsiteX5" fmla="*/ 97356 w 105799"/>
                  <a:gd name="connsiteY5" fmla="*/ 3307 h 172920"/>
                  <a:gd name="connsiteX6" fmla="*/ 71721 w 105799"/>
                  <a:gd name="connsiteY6" fmla="*/ 114 h 172920"/>
                  <a:gd name="connsiteX7" fmla="*/ 73436 w 105799"/>
                  <a:gd name="connsiteY7" fmla="*/ 19 h 172920"/>
                  <a:gd name="connsiteX8" fmla="*/ 64621 w 105799"/>
                  <a:gd name="connsiteY8" fmla="*/ 10073 h 172920"/>
                  <a:gd name="connsiteX9" fmla="*/ 57616 w 105799"/>
                  <a:gd name="connsiteY9" fmla="*/ 103179 h 172920"/>
                  <a:gd name="connsiteX10" fmla="*/ 104 w 105799"/>
                  <a:gd name="connsiteY10" fmla="*/ 157642 h 172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799" h="172920">
                    <a:moveTo>
                      <a:pt x="104" y="157595"/>
                    </a:moveTo>
                    <a:cubicBezTo>
                      <a:pt x="-1564" y="167506"/>
                      <a:pt x="17305" y="175844"/>
                      <a:pt x="22785" y="171937"/>
                    </a:cubicBezTo>
                    <a:lnTo>
                      <a:pt x="92305" y="132960"/>
                    </a:lnTo>
                    <a:cubicBezTo>
                      <a:pt x="92305" y="132960"/>
                      <a:pt x="103836" y="26941"/>
                      <a:pt x="105695" y="14266"/>
                    </a:cubicBezTo>
                    <a:cubicBezTo>
                      <a:pt x="106076" y="11693"/>
                      <a:pt x="105409" y="9120"/>
                      <a:pt x="103836" y="7071"/>
                    </a:cubicBezTo>
                    <a:cubicBezTo>
                      <a:pt x="102264" y="5022"/>
                      <a:pt x="99929" y="3688"/>
                      <a:pt x="97356" y="3307"/>
                    </a:cubicBezTo>
                    <a:lnTo>
                      <a:pt x="71721" y="114"/>
                    </a:lnTo>
                    <a:cubicBezTo>
                      <a:pt x="71006" y="19"/>
                      <a:pt x="74151" y="-29"/>
                      <a:pt x="73436" y="19"/>
                    </a:cubicBezTo>
                    <a:cubicBezTo>
                      <a:pt x="68862" y="495"/>
                      <a:pt x="65050" y="5498"/>
                      <a:pt x="64621" y="10073"/>
                    </a:cubicBezTo>
                    <a:lnTo>
                      <a:pt x="57616" y="103179"/>
                    </a:lnTo>
                    <a:lnTo>
                      <a:pt x="104" y="157642"/>
                    </a:ln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8" name="Freeform: Shape 2737">
                <a:extLst>
                  <a:ext uri="{FF2B5EF4-FFF2-40B4-BE49-F238E27FC236}">
                    <a16:creationId xmlns:a16="http://schemas.microsoft.com/office/drawing/2014/main" id="{66042598-3A7E-3330-63EA-4B37B0868F91}"/>
                  </a:ext>
                </a:extLst>
              </p:cNvPr>
              <p:cNvSpPr/>
              <p:nvPr/>
            </p:nvSpPr>
            <p:spPr>
              <a:xfrm>
                <a:off x="5540449" y="4266506"/>
                <a:ext cx="53484" cy="96409"/>
              </a:xfrm>
              <a:custGeom>
                <a:avLst/>
                <a:gdLst>
                  <a:gd name="connsiteX0" fmla="*/ 27403 w 39196"/>
                  <a:gd name="connsiteY0" fmla="*/ 16777 h 70654"/>
                  <a:gd name="connsiteX1" fmla="*/ 7581 w 39196"/>
                  <a:gd name="connsiteY1" fmla="*/ 433 h 70654"/>
                  <a:gd name="connsiteX2" fmla="*/ 481 w 39196"/>
                  <a:gd name="connsiteY2" fmla="*/ 25115 h 70654"/>
                  <a:gd name="connsiteX3" fmla="*/ 3006 w 39196"/>
                  <a:gd name="connsiteY3" fmla="*/ 31024 h 70654"/>
                  <a:gd name="connsiteX4" fmla="*/ 6056 w 39196"/>
                  <a:gd name="connsiteY4" fmla="*/ 43460 h 70654"/>
                  <a:gd name="connsiteX5" fmla="*/ 7628 w 39196"/>
                  <a:gd name="connsiteY5" fmla="*/ 53991 h 70654"/>
                  <a:gd name="connsiteX6" fmla="*/ 23400 w 39196"/>
                  <a:gd name="connsiteY6" fmla="*/ 69668 h 70654"/>
                  <a:gd name="connsiteX7" fmla="*/ 36170 w 39196"/>
                  <a:gd name="connsiteY7" fmla="*/ 65141 h 70654"/>
                  <a:gd name="connsiteX8" fmla="*/ 36456 w 39196"/>
                  <a:gd name="connsiteY8" fmla="*/ 40268 h 70654"/>
                  <a:gd name="connsiteX9" fmla="*/ 27403 w 39196"/>
                  <a:gd name="connsiteY9" fmla="*/ 16777 h 70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196" h="70654">
                    <a:moveTo>
                      <a:pt x="27403" y="16777"/>
                    </a:moveTo>
                    <a:cubicBezTo>
                      <a:pt x="23877" y="5436"/>
                      <a:pt x="15014" y="-1902"/>
                      <a:pt x="7581" y="433"/>
                    </a:cubicBezTo>
                    <a:cubicBezTo>
                      <a:pt x="148" y="2720"/>
                      <a:pt x="-806" y="13203"/>
                      <a:pt x="481" y="25115"/>
                    </a:cubicBezTo>
                    <a:cubicBezTo>
                      <a:pt x="719" y="27355"/>
                      <a:pt x="2006" y="29213"/>
                      <a:pt x="3006" y="31024"/>
                    </a:cubicBezTo>
                    <a:cubicBezTo>
                      <a:pt x="5103" y="34836"/>
                      <a:pt x="6104" y="39124"/>
                      <a:pt x="6056" y="43460"/>
                    </a:cubicBezTo>
                    <a:cubicBezTo>
                      <a:pt x="6056" y="46796"/>
                      <a:pt x="6532" y="50370"/>
                      <a:pt x="7628" y="53991"/>
                    </a:cubicBezTo>
                    <a:cubicBezTo>
                      <a:pt x="10011" y="61710"/>
                      <a:pt x="17730" y="66856"/>
                      <a:pt x="23400" y="69668"/>
                    </a:cubicBezTo>
                    <a:cubicBezTo>
                      <a:pt x="28165" y="72050"/>
                      <a:pt x="33931" y="69953"/>
                      <a:pt x="36170" y="65141"/>
                    </a:cubicBezTo>
                    <a:cubicBezTo>
                      <a:pt x="39315" y="58422"/>
                      <a:pt x="40888" y="48321"/>
                      <a:pt x="36456" y="40268"/>
                    </a:cubicBezTo>
                    <a:cubicBezTo>
                      <a:pt x="34646" y="36980"/>
                      <a:pt x="28070" y="18921"/>
                      <a:pt x="27403" y="16777"/>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9" name="Freeform: Shape 2738">
                <a:extLst>
                  <a:ext uri="{FF2B5EF4-FFF2-40B4-BE49-F238E27FC236}">
                    <a16:creationId xmlns:a16="http://schemas.microsoft.com/office/drawing/2014/main" id="{6603047C-6D21-B92F-8322-C53E86AF1ECA}"/>
                  </a:ext>
                </a:extLst>
              </p:cNvPr>
              <p:cNvSpPr/>
              <p:nvPr/>
            </p:nvSpPr>
            <p:spPr>
              <a:xfrm>
                <a:off x="5389842" y="4228060"/>
                <a:ext cx="89950" cy="78456"/>
              </a:xfrm>
              <a:custGeom>
                <a:avLst/>
                <a:gdLst>
                  <a:gd name="connsiteX0" fmla="*/ 48957 w 65920"/>
                  <a:gd name="connsiteY0" fmla="*/ 38567 h 57497"/>
                  <a:gd name="connsiteX1" fmla="*/ 42667 w 65920"/>
                  <a:gd name="connsiteY1" fmla="*/ 44952 h 57497"/>
                  <a:gd name="connsiteX2" fmla="*/ 25895 w 65920"/>
                  <a:gd name="connsiteY2" fmla="*/ 54482 h 57497"/>
                  <a:gd name="connsiteX3" fmla="*/ 5310 w 65920"/>
                  <a:gd name="connsiteY3" fmla="*/ 56865 h 57497"/>
                  <a:gd name="connsiteX4" fmla="*/ 1308 w 65920"/>
                  <a:gd name="connsiteY4" fmla="*/ 45858 h 57497"/>
                  <a:gd name="connsiteX5" fmla="*/ 23465 w 65920"/>
                  <a:gd name="connsiteY5" fmla="*/ 24177 h 57497"/>
                  <a:gd name="connsiteX6" fmla="*/ 26371 w 65920"/>
                  <a:gd name="connsiteY6" fmla="*/ 21699 h 57497"/>
                  <a:gd name="connsiteX7" fmla="*/ 33614 w 65920"/>
                  <a:gd name="connsiteY7" fmla="*/ 7834 h 57497"/>
                  <a:gd name="connsiteX8" fmla="*/ 34710 w 65920"/>
                  <a:gd name="connsiteY8" fmla="*/ 2068 h 57497"/>
                  <a:gd name="connsiteX9" fmla="*/ 62918 w 65920"/>
                  <a:gd name="connsiteY9" fmla="*/ 5356 h 57497"/>
                  <a:gd name="connsiteX10" fmla="*/ 65920 w 65920"/>
                  <a:gd name="connsiteY10" fmla="*/ 24892 h 57497"/>
                  <a:gd name="connsiteX11" fmla="*/ 60631 w 65920"/>
                  <a:gd name="connsiteY11" fmla="*/ 33183 h 57497"/>
                  <a:gd name="connsiteX12" fmla="*/ 49005 w 65920"/>
                  <a:gd name="connsiteY12" fmla="*/ 38567 h 5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920" h="57497">
                    <a:moveTo>
                      <a:pt x="48957" y="38567"/>
                    </a:moveTo>
                    <a:cubicBezTo>
                      <a:pt x="47146" y="39854"/>
                      <a:pt x="44526" y="42951"/>
                      <a:pt x="42667" y="44952"/>
                    </a:cubicBezTo>
                    <a:cubicBezTo>
                      <a:pt x="38284" y="49574"/>
                      <a:pt x="32137" y="52290"/>
                      <a:pt x="25895" y="54482"/>
                    </a:cubicBezTo>
                    <a:cubicBezTo>
                      <a:pt x="17270" y="57532"/>
                      <a:pt x="10314" y="58151"/>
                      <a:pt x="5310" y="56865"/>
                    </a:cubicBezTo>
                    <a:cubicBezTo>
                      <a:pt x="498" y="55626"/>
                      <a:pt x="-1551" y="49908"/>
                      <a:pt x="1308" y="45858"/>
                    </a:cubicBezTo>
                    <a:cubicBezTo>
                      <a:pt x="4024" y="41903"/>
                      <a:pt x="16651" y="30133"/>
                      <a:pt x="23465" y="24177"/>
                    </a:cubicBezTo>
                    <a:cubicBezTo>
                      <a:pt x="27372" y="20746"/>
                      <a:pt x="23465" y="24177"/>
                      <a:pt x="26371" y="21699"/>
                    </a:cubicBezTo>
                    <a:cubicBezTo>
                      <a:pt x="30469" y="18173"/>
                      <a:pt x="33090" y="13218"/>
                      <a:pt x="33614" y="7834"/>
                    </a:cubicBezTo>
                    <a:cubicBezTo>
                      <a:pt x="33900" y="4879"/>
                      <a:pt x="34234" y="2259"/>
                      <a:pt x="34710" y="2068"/>
                    </a:cubicBezTo>
                    <a:cubicBezTo>
                      <a:pt x="45241" y="-1935"/>
                      <a:pt x="60250" y="257"/>
                      <a:pt x="62918" y="5356"/>
                    </a:cubicBezTo>
                    <a:cubicBezTo>
                      <a:pt x="62918" y="5356"/>
                      <a:pt x="65920" y="21032"/>
                      <a:pt x="65920" y="24892"/>
                    </a:cubicBezTo>
                    <a:cubicBezTo>
                      <a:pt x="65920" y="27370"/>
                      <a:pt x="65158" y="31468"/>
                      <a:pt x="60631" y="33183"/>
                    </a:cubicBezTo>
                    <a:cubicBezTo>
                      <a:pt x="57820" y="34279"/>
                      <a:pt x="53246" y="35518"/>
                      <a:pt x="49005" y="38567"/>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0" name="Freeform: Shape 2739">
                <a:extLst>
                  <a:ext uri="{FF2B5EF4-FFF2-40B4-BE49-F238E27FC236}">
                    <a16:creationId xmlns:a16="http://schemas.microsoft.com/office/drawing/2014/main" id="{FB54DEDE-4CB5-BEEB-2022-96CAB73E7D9F}"/>
                  </a:ext>
                </a:extLst>
              </p:cNvPr>
              <p:cNvSpPr/>
              <p:nvPr/>
            </p:nvSpPr>
            <p:spPr>
              <a:xfrm>
                <a:off x="5420495" y="3814760"/>
                <a:ext cx="165750" cy="476151"/>
              </a:xfrm>
              <a:custGeom>
                <a:avLst/>
                <a:gdLst>
                  <a:gd name="connsiteX0" fmla="*/ 121458 w 121471"/>
                  <a:gd name="connsiteY0" fmla="*/ 59658 h 348949"/>
                  <a:gd name="connsiteX1" fmla="*/ 116264 w 121471"/>
                  <a:gd name="connsiteY1" fmla="*/ 341551 h 348949"/>
                  <a:gd name="connsiteX2" fmla="*/ 86436 w 121471"/>
                  <a:gd name="connsiteY2" fmla="*/ 342933 h 348949"/>
                  <a:gd name="connsiteX3" fmla="*/ 62945 w 121471"/>
                  <a:gd name="connsiteY3" fmla="*/ 86961 h 348949"/>
                  <a:gd name="connsiteX4" fmla="*/ 57131 w 121471"/>
                  <a:gd name="connsiteY4" fmla="*/ 78241 h 348949"/>
                  <a:gd name="connsiteX5" fmla="*/ 54940 w 121471"/>
                  <a:gd name="connsiteY5" fmla="*/ 77098 h 348949"/>
                  <a:gd name="connsiteX6" fmla="*/ 47887 w 121471"/>
                  <a:gd name="connsiteY6" fmla="*/ 84960 h 348949"/>
                  <a:gd name="connsiteX7" fmla="*/ 50175 w 121471"/>
                  <a:gd name="connsiteY7" fmla="*/ 162294 h 348949"/>
                  <a:gd name="connsiteX8" fmla="*/ 42122 w 121471"/>
                  <a:gd name="connsiteY8" fmla="*/ 312199 h 348949"/>
                  <a:gd name="connsiteX9" fmla="*/ 9292 w 121471"/>
                  <a:gd name="connsiteY9" fmla="*/ 311055 h 348949"/>
                  <a:gd name="connsiteX10" fmla="*/ 0 w 121471"/>
                  <a:gd name="connsiteY10" fmla="*/ 41170 h 348949"/>
                  <a:gd name="connsiteX11" fmla="*/ 1096 w 121471"/>
                  <a:gd name="connsiteY11" fmla="*/ 1669 h 348949"/>
                  <a:gd name="connsiteX12" fmla="*/ 22967 w 121471"/>
                  <a:gd name="connsiteY12" fmla="*/ 49 h 348949"/>
                  <a:gd name="connsiteX13" fmla="*/ 78764 w 121471"/>
                  <a:gd name="connsiteY13" fmla="*/ 2669 h 348949"/>
                  <a:gd name="connsiteX14" fmla="*/ 119361 w 121471"/>
                  <a:gd name="connsiteY14" fmla="*/ 5481 h 348949"/>
                  <a:gd name="connsiteX15" fmla="*/ 121458 w 121471"/>
                  <a:gd name="connsiteY15" fmla="*/ 59610 h 348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471" h="348949">
                    <a:moveTo>
                      <a:pt x="121458" y="59658"/>
                    </a:moveTo>
                    <a:cubicBezTo>
                      <a:pt x="121506" y="159245"/>
                      <a:pt x="121696" y="267218"/>
                      <a:pt x="116264" y="341551"/>
                    </a:cubicBezTo>
                    <a:cubicBezTo>
                      <a:pt x="115692" y="349604"/>
                      <a:pt x="87675" y="352510"/>
                      <a:pt x="86436" y="342933"/>
                    </a:cubicBezTo>
                    <a:cubicBezTo>
                      <a:pt x="70712" y="223667"/>
                      <a:pt x="62945" y="86961"/>
                      <a:pt x="62945" y="86961"/>
                    </a:cubicBezTo>
                    <a:cubicBezTo>
                      <a:pt x="62563" y="83244"/>
                      <a:pt x="60372" y="80004"/>
                      <a:pt x="57131" y="78241"/>
                    </a:cubicBezTo>
                    <a:lnTo>
                      <a:pt x="54940" y="77098"/>
                    </a:lnTo>
                    <a:cubicBezTo>
                      <a:pt x="48888" y="73857"/>
                      <a:pt x="47887" y="78098"/>
                      <a:pt x="47887" y="84960"/>
                    </a:cubicBezTo>
                    <a:lnTo>
                      <a:pt x="50175" y="162294"/>
                    </a:lnTo>
                    <a:cubicBezTo>
                      <a:pt x="50175" y="162294"/>
                      <a:pt x="50699" y="266742"/>
                      <a:pt x="42122" y="312199"/>
                    </a:cubicBezTo>
                    <a:cubicBezTo>
                      <a:pt x="40740" y="319537"/>
                      <a:pt x="10149" y="319537"/>
                      <a:pt x="9292" y="311055"/>
                    </a:cubicBezTo>
                    <a:cubicBezTo>
                      <a:pt x="1001" y="227765"/>
                      <a:pt x="0" y="41170"/>
                      <a:pt x="0" y="41170"/>
                    </a:cubicBezTo>
                    <a:lnTo>
                      <a:pt x="1096" y="1669"/>
                    </a:lnTo>
                    <a:cubicBezTo>
                      <a:pt x="1096" y="192"/>
                      <a:pt x="10007" y="-142"/>
                      <a:pt x="22967" y="49"/>
                    </a:cubicBezTo>
                    <a:cubicBezTo>
                      <a:pt x="38596" y="335"/>
                      <a:pt x="60086" y="1526"/>
                      <a:pt x="78764" y="2669"/>
                    </a:cubicBezTo>
                    <a:cubicBezTo>
                      <a:pt x="101016" y="4051"/>
                      <a:pt x="119361" y="5481"/>
                      <a:pt x="119361" y="5481"/>
                    </a:cubicBezTo>
                    <a:cubicBezTo>
                      <a:pt x="120839" y="20062"/>
                      <a:pt x="121410" y="30449"/>
                      <a:pt x="121458" y="59610"/>
                    </a:cubicBezTo>
                    <a:close/>
                  </a:path>
                </a:pathLst>
              </a:custGeom>
              <a:solidFill>
                <a:srgbClr val="34373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1" name="Freeform: Shape 2740">
                <a:extLst>
                  <a:ext uri="{FF2B5EF4-FFF2-40B4-BE49-F238E27FC236}">
                    <a16:creationId xmlns:a16="http://schemas.microsoft.com/office/drawing/2014/main" id="{E75AC470-5EB4-9C04-7253-6C978738D9A6}"/>
                  </a:ext>
                </a:extLst>
              </p:cNvPr>
              <p:cNvSpPr/>
              <p:nvPr/>
            </p:nvSpPr>
            <p:spPr>
              <a:xfrm>
                <a:off x="5421015" y="3795450"/>
                <a:ext cx="31422" cy="56047"/>
              </a:xfrm>
              <a:custGeom>
                <a:avLst/>
                <a:gdLst>
                  <a:gd name="connsiteX0" fmla="*/ 9863 w 23028"/>
                  <a:gd name="connsiteY0" fmla="*/ 36119 h 41074"/>
                  <a:gd name="connsiteX1" fmla="*/ 0 w 23028"/>
                  <a:gd name="connsiteY1" fmla="*/ 41075 h 41074"/>
                  <a:gd name="connsiteX2" fmla="*/ 715 w 23028"/>
                  <a:gd name="connsiteY2" fmla="*/ 1669 h 41074"/>
                  <a:gd name="connsiteX3" fmla="*/ 22586 w 23028"/>
                  <a:gd name="connsiteY3" fmla="*/ 49 h 41074"/>
                  <a:gd name="connsiteX4" fmla="*/ 9863 w 23028"/>
                  <a:gd name="connsiteY4" fmla="*/ 36072 h 4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28" h="41074">
                    <a:moveTo>
                      <a:pt x="9863" y="36119"/>
                    </a:moveTo>
                    <a:cubicBezTo>
                      <a:pt x="6718" y="38454"/>
                      <a:pt x="3669" y="40026"/>
                      <a:pt x="0" y="41075"/>
                    </a:cubicBezTo>
                    <a:lnTo>
                      <a:pt x="715" y="1669"/>
                    </a:lnTo>
                    <a:cubicBezTo>
                      <a:pt x="715" y="192"/>
                      <a:pt x="9625" y="-142"/>
                      <a:pt x="22586" y="49"/>
                    </a:cubicBezTo>
                    <a:cubicBezTo>
                      <a:pt x="24492" y="14582"/>
                      <a:pt x="20251" y="28209"/>
                      <a:pt x="9863" y="36072"/>
                    </a:cubicBezTo>
                    <a:close/>
                  </a:path>
                </a:pathLst>
              </a:custGeom>
              <a:solidFill>
                <a:srgbClr val="34373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2" name="Freeform: Shape 2741">
                <a:extLst>
                  <a:ext uri="{FF2B5EF4-FFF2-40B4-BE49-F238E27FC236}">
                    <a16:creationId xmlns:a16="http://schemas.microsoft.com/office/drawing/2014/main" id="{B5F2A4E1-7855-8D10-8487-6D010F4E11BE}"/>
                  </a:ext>
                </a:extLst>
              </p:cNvPr>
              <p:cNvSpPr/>
              <p:nvPr/>
            </p:nvSpPr>
            <p:spPr>
              <a:xfrm>
                <a:off x="5476884" y="3913624"/>
                <a:ext cx="23193" cy="145022"/>
              </a:xfrm>
              <a:custGeom>
                <a:avLst/>
                <a:gdLst>
                  <a:gd name="connsiteX0" fmla="*/ 16997 w 16997"/>
                  <a:gd name="connsiteY0" fmla="*/ 6456 h 106280"/>
                  <a:gd name="connsiteX1" fmla="*/ 5466 w 16997"/>
                  <a:gd name="connsiteY1" fmla="*/ 452 h 106280"/>
                  <a:gd name="connsiteX2" fmla="*/ 273 w 16997"/>
                  <a:gd name="connsiteY2" fmla="*/ 8600 h 106280"/>
                  <a:gd name="connsiteX3" fmla="*/ 8706 w 16997"/>
                  <a:gd name="connsiteY3" fmla="*/ 106281 h 106280"/>
                  <a:gd name="connsiteX4" fmla="*/ 16950 w 16997"/>
                  <a:gd name="connsiteY4" fmla="*/ 6456 h 10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97" h="106280">
                    <a:moveTo>
                      <a:pt x="16997" y="6456"/>
                    </a:moveTo>
                    <a:lnTo>
                      <a:pt x="5466" y="452"/>
                    </a:lnTo>
                    <a:cubicBezTo>
                      <a:pt x="2512" y="-1073"/>
                      <a:pt x="-1014" y="1167"/>
                      <a:pt x="273" y="8600"/>
                    </a:cubicBezTo>
                    <a:lnTo>
                      <a:pt x="8706" y="106281"/>
                    </a:lnTo>
                    <a:lnTo>
                      <a:pt x="16950" y="6456"/>
                    </a:lnTo>
                    <a:close/>
                  </a:path>
                </a:pathLst>
              </a:custGeom>
              <a:solidFill>
                <a:srgbClr val="1E263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3" name="Freeform: Shape 2742">
                <a:extLst>
                  <a:ext uri="{FF2B5EF4-FFF2-40B4-BE49-F238E27FC236}">
                    <a16:creationId xmlns:a16="http://schemas.microsoft.com/office/drawing/2014/main" id="{163B3603-8931-9DE4-F793-9A73BE507B45}"/>
                  </a:ext>
                </a:extLst>
              </p:cNvPr>
              <p:cNvSpPr/>
              <p:nvPr/>
            </p:nvSpPr>
            <p:spPr>
              <a:xfrm>
                <a:off x="5416334" y="3548681"/>
                <a:ext cx="197331" cy="315385"/>
              </a:xfrm>
              <a:custGeom>
                <a:avLst/>
                <a:gdLst>
                  <a:gd name="connsiteX0" fmla="*/ 125842 w 144615"/>
                  <a:gd name="connsiteY0" fmla="*/ 217012 h 231131"/>
                  <a:gd name="connsiteX1" fmla="*/ 0 w 144615"/>
                  <a:gd name="connsiteY1" fmla="*/ 208626 h 231131"/>
                  <a:gd name="connsiteX2" fmla="*/ 7290 w 144615"/>
                  <a:gd name="connsiteY2" fmla="*/ 162740 h 231131"/>
                  <a:gd name="connsiteX3" fmla="*/ 9196 w 144615"/>
                  <a:gd name="connsiteY3" fmla="*/ 122667 h 231131"/>
                  <a:gd name="connsiteX4" fmla="*/ 2668 w 144615"/>
                  <a:gd name="connsiteY4" fmla="*/ 43140 h 231131"/>
                  <a:gd name="connsiteX5" fmla="*/ 43647 w 144615"/>
                  <a:gd name="connsiteY5" fmla="*/ 1876 h 231131"/>
                  <a:gd name="connsiteX6" fmla="*/ 55559 w 144615"/>
                  <a:gd name="connsiteY6" fmla="*/ 4925 h 231131"/>
                  <a:gd name="connsiteX7" fmla="*/ 69806 w 144615"/>
                  <a:gd name="connsiteY7" fmla="*/ 65 h 231131"/>
                  <a:gd name="connsiteX8" fmla="*/ 83624 w 144615"/>
                  <a:gd name="connsiteY8" fmla="*/ 8070 h 231131"/>
                  <a:gd name="connsiteX9" fmla="*/ 99920 w 144615"/>
                  <a:gd name="connsiteY9" fmla="*/ 17505 h 231131"/>
                  <a:gd name="connsiteX10" fmla="*/ 101207 w 144615"/>
                  <a:gd name="connsiteY10" fmla="*/ 18267 h 231131"/>
                  <a:gd name="connsiteX11" fmla="*/ 105876 w 144615"/>
                  <a:gd name="connsiteY11" fmla="*/ 21031 h 231131"/>
                  <a:gd name="connsiteX12" fmla="*/ 144615 w 144615"/>
                  <a:gd name="connsiteY12" fmla="*/ 70300 h 231131"/>
                  <a:gd name="connsiteX13" fmla="*/ 122887 w 144615"/>
                  <a:gd name="connsiteY13" fmla="*/ 115519 h 231131"/>
                  <a:gd name="connsiteX14" fmla="*/ 124698 w 144615"/>
                  <a:gd name="connsiteY14" fmla="*/ 178083 h 231131"/>
                  <a:gd name="connsiteX15" fmla="*/ 125794 w 144615"/>
                  <a:gd name="connsiteY15" fmla="*/ 217012 h 231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615" h="231131">
                    <a:moveTo>
                      <a:pt x="125842" y="217012"/>
                    </a:moveTo>
                    <a:cubicBezTo>
                      <a:pt x="114835" y="242695"/>
                      <a:pt x="13866" y="229353"/>
                      <a:pt x="0" y="208626"/>
                    </a:cubicBezTo>
                    <a:lnTo>
                      <a:pt x="7290" y="162740"/>
                    </a:lnTo>
                    <a:cubicBezTo>
                      <a:pt x="9673" y="149541"/>
                      <a:pt x="10292" y="136008"/>
                      <a:pt x="9196" y="122667"/>
                    </a:cubicBezTo>
                    <a:lnTo>
                      <a:pt x="2668" y="43140"/>
                    </a:lnTo>
                    <a:cubicBezTo>
                      <a:pt x="2668" y="17600"/>
                      <a:pt x="25111" y="-30"/>
                      <a:pt x="43647" y="1876"/>
                    </a:cubicBezTo>
                    <a:cubicBezTo>
                      <a:pt x="47649" y="2257"/>
                      <a:pt x="51699" y="3305"/>
                      <a:pt x="55559" y="4925"/>
                    </a:cubicBezTo>
                    <a:cubicBezTo>
                      <a:pt x="57084" y="5497"/>
                      <a:pt x="68377" y="-697"/>
                      <a:pt x="69806" y="65"/>
                    </a:cubicBezTo>
                    <a:lnTo>
                      <a:pt x="83624" y="8070"/>
                    </a:lnTo>
                    <a:lnTo>
                      <a:pt x="99920" y="17505"/>
                    </a:lnTo>
                    <a:cubicBezTo>
                      <a:pt x="100302" y="17743"/>
                      <a:pt x="100778" y="18029"/>
                      <a:pt x="101207" y="18267"/>
                    </a:cubicBezTo>
                    <a:cubicBezTo>
                      <a:pt x="102827" y="19173"/>
                      <a:pt x="104352" y="20078"/>
                      <a:pt x="105876" y="21031"/>
                    </a:cubicBezTo>
                    <a:cubicBezTo>
                      <a:pt x="125556" y="32991"/>
                      <a:pt x="144615" y="47000"/>
                      <a:pt x="144615" y="70300"/>
                    </a:cubicBezTo>
                    <a:lnTo>
                      <a:pt x="122887" y="115519"/>
                    </a:lnTo>
                    <a:lnTo>
                      <a:pt x="124698" y="178083"/>
                    </a:lnTo>
                    <a:cubicBezTo>
                      <a:pt x="124698" y="178083"/>
                      <a:pt x="127271" y="213629"/>
                      <a:pt x="125794" y="217012"/>
                    </a:cubicBezTo>
                    <a:close/>
                  </a:path>
                </a:pathLst>
              </a:custGeom>
              <a:solidFill>
                <a:schemeClr val="accent1">
                  <a:lumMod val="20000"/>
                  <a:lumOff val="8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4" name="Freeform: Shape 2743">
                <a:extLst>
                  <a:ext uri="{FF2B5EF4-FFF2-40B4-BE49-F238E27FC236}">
                    <a16:creationId xmlns:a16="http://schemas.microsoft.com/office/drawing/2014/main" id="{6530AD22-70C0-4670-D40C-6260133473CC}"/>
                  </a:ext>
                </a:extLst>
              </p:cNvPr>
              <p:cNvSpPr/>
              <p:nvPr/>
            </p:nvSpPr>
            <p:spPr>
              <a:xfrm>
                <a:off x="5452485" y="3790509"/>
                <a:ext cx="137319" cy="55203"/>
              </a:xfrm>
              <a:custGeom>
                <a:avLst/>
                <a:gdLst>
                  <a:gd name="connsiteX0" fmla="*/ 99539 w 100635"/>
                  <a:gd name="connsiteY0" fmla="*/ 25016 h 40456"/>
                  <a:gd name="connsiteX1" fmla="*/ 51937 w 100635"/>
                  <a:gd name="connsiteY1" fmla="*/ 39739 h 40456"/>
                  <a:gd name="connsiteX2" fmla="*/ 0 w 100635"/>
                  <a:gd name="connsiteY2" fmla="*/ 36928 h 40456"/>
                  <a:gd name="connsiteX3" fmla="*/ 100635 w 100635"/>
                  <a:gd name="connsiteY3" fmla="*/ 0 h 40456"/>
                  <a:gd name="connsiteX4" fmla="*/ 99539 w 100635"/>
                  <a:gd name="connsiteY4" fmla="*/ 25016 h 40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35" h="40456">
                    <a:moveTo>
                      <a:pt x="99539" y="25016"/>
                    </a:moveTo>
                    <a:cubicBezTo>
                      <a:pt x="99539" y="25016"/>
                      <a:pt x="80241" y="37738"/>
                      <a:pt x="51937" y="39739"/>
                    </a:cubicBezTo>
                    <a:cubicBezTo>
                      <a:pt x="29685" y="41312"/>
                      <a:pt x="13628" y="40264"/>
                      <a:pt x="0" y="36928"/>
                    </a:cubicBezTo>
                    <a:lnTo>
                      <a:pt x="100635" y="0"/>
                    </a:lnTo>
                    <a:lnTo>
                      <a:pt x="99539" y="25016"/>
                    </a:ln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5" name="Freeform: Shape 2744">
                <a:extLst>
                  <a:ext uri="{FF2B5EF4-FFF2-40B4-BE49-F238E27FC236}">
                    <a16:creationId xmlns:a16="http://schemas.microsoft.com/office/drawing/2014/main" id="{6DDB09EC-B2B5-E6D3-FD7F-327078AFD6D4}"/>
                  </a:ext>
                </a:extLst>
              </p:cNvPr>
              <p:cNvSpPr/>
              <p:nvPr/>
            </p:nvSpPr>
            <p:spPr>
              <a:xfrm>
                <a:off x="5484783" y="3497080"/>
                <a:ext cx="60676" cy="87977"/>
              </a:xfrm>
              <a:custGeom>
                <a:avLst/>
                <a:gdLst>
                  <a:gd name="connsiteX0" fmla="*/ 40227 w 44467"/>
                  <a:gd name="connsiteY0" fmla="*/ 56464 h 64474"/>
                  <a:gd name="connsiteX1" fmla="*/ 44468 w 44467"/>
                  <a:gd name="connsiteY1" fmla="*/ 52224 h 64474"/>
                  <a:gd name="connsiteX2" fmla="*/ 38750 w 44467"/>
                  <a:gd name="connsiteY2" fmla="*/ 48840 h 64474"/>
                  <a:gd name="connsiteX3" fmla="*/ 38750 w 44467"/>
                  <a:gd name="connsiteY3" fmla="*/ 0 h 64474"/>
                  <a:gd name="connsiteX4" fmla="*/ 5443 w 44467"/>
                  <a:gd name="connsiteY4" fmla="*/ 0 h 64474"/>
                  <a:gd name="connsiteX5" fmla="*/ 5443 w 44467"/>
                  <a:gd name="connsiteY5" fmla="*/ 46744 h 64474"/>
                  <a:gd name="connsiteX6" fmla="*/ 2393 w 44467"/>
                  <a:gd name="connsiteY6" fmla="*/ 47792 h 64474"/>
                  <a:gd name="connsiteX7" fmla="*/ 4252 w 44467"/>
                  <a:gd name="connsiteY7" fmla="*/ 63564 h 64474"/>
                  <a:gd name="connsiteX8" fmla="*/ 40227 w 44467"/>
                  <a:gd name="connsiteY8" fmla="*/ 56417 h 6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467" h="64474">
                    <a:moveTo>
                      <a:pt x="40227" y="56464"/>
                    </a:moveTo>
                    <a:cubicBezTo>
                      <a:pt x="39798" y="56226"/>
                      <a:pt x="44468" y="52224"/>
                      <a:pt x="44468" y="52224"/>
                    </a:cubicBezTo>
                    <a:lnTo>
                      <a:pt x="38750" y="48840"/>
                    </a:lnTo>
                    <a:lnTo>
                      <a:pt x="38750" y="0"/>
                    </a:lnTo>
                    <a:lnTo>
                      <a:pt x="5443" y="0"/>
                    </a:lnTo>
                    <a:lnTo>
                      <a:pt x="5443" y="46744"/>
                    </a:lnTo>
                    <a:cubicBezTo>
                      <a:pt x="5443" y="46744"/>
                      <a:pt x="3394" y="47411"/>
                      <a:pt x="2393" y="47792"/>
                    </a:cubicBezTo>
                    <a:cubicBezTo>
                      <a:pt x="-4135" y="50508"/>
                      <a:pt x="4823" y="59562"/>
                      <a:pt x="4252" y="63564"/>
                    </a:cubicBezTo>
                    <a:cubicBezTo>
                      <a:pt x="3728" y="67424"/>
                      <a:pt x="41084" y="57846"/>
                      <a:pt x="40227" y="56417"/>
                    </a:cubicBezTo>
                    <a:close/>
                  </a:path>
                </a:pathLst>
              </a:custGeom>
              <a:solidFill>
                <a:srgbClr val="E3CBA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6" name="Freeform: Shape 2745">
                <a:extLst>
                  <a:ext uri="{FF2B5EF4-FFF2-40B4-BE49-F238E27FC236}">
                    <a16:creationId xmlns:a16="http://schemas.microsoft.com/office/drawing/2014/main" id="{82657C63-A9DA-22E4-F07B-37B96FD868D5}"/>
                  </a:ext>
                </a:extLst>
              </p:cNvPr>
              <p:cNvSpPr/>
              <p:nvPr/>
            </p:nvSpPr>
            <p:spPr>
              <a:xfrm>
                <a:off x="5529987" y="3661968"/>
                <a:ext cx="36865" cy="135645"/>
              </a:xfrm>
              <a:custGeom>
                <a:avLst/>
                <a:gdLst>
                  <a:gd name="connsiteX0" fmla="*/ 48 w 27017"/>
                  <a:gd name="connsiteY0" fmla="*/ 94727 h 99408"/>
                  <a:gd name="connsiteX1" fmla="*/ 20299 w 27017"/>
                  <a:gd name="connsiteY1" fmla="*/ 99063 h 99408"/>
                  <a:gd name="connsiteX2" fmla="*/ 27017 w 27017"/>
                  <a:gd name="connsiteY2" fmla="*/ 81718 h 99408"/>
                  <a:gd name="connsiteX3" fmla="*/ 21776 w 27017"/>
                  <a:gd name="connsiteY3" fmla="*/ 0 h 99408"/>
                  <a:gd name="connsiteX4" fmla="*/ 9816 w 27017"/>
                  <a:gd name="connsiteY4" fmla="*/ 66232 h 99408"/>
                  <a:gd name="connsiteX5" fmla="*/ 0 w 27017"/>
                  <a:gd name="connsiteY5" fmla="*/ 94631 h 99408"/>
                  <a:gd name="connsiteX6" fmla="*/ 48 w 27017"/>
                  <a:gd name="connsiteY6" fmla="*/ 94727 h 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17" h="99408">
                    <a:moveTo>
                      <a:pt x="48" y="94727"/>
                    </a:moveTo>
                    <a:cubicBezTo>
                      <a:pt x="5956" y="94012"/>
                      <a:pt x="15105" y="101016"/>
                      <a:pt x="20299" y="99063"/>
                    </a:cubicBezTo>
                    <a:lnTo>
                      <a:pt x="27017" y="81718"/>
                    </a:lnTo>
                    <a:lnTo>
                      <a:pt x="21776" y="0"/>
                    </a:lnTo>
                    <a:lnTo>
                      <a:pt x="9816" y="66232"/>
                    </a:lnTo>
                    <a:lnTo>
                      <a:pt x="0" y="94631"/>
                    </a:lnTo>
                    <a:cubicBezTo>
                      <a:pt x="0" y="94631"/>
                      <a:pt x="0" y="94727"/>
                      <a:pt x="48" y="94727"/>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7" name="Freeform: Shape 2746">
                <a:extLst>
                  <a:ext uri="{FF2B5EF4-FFF2-40B4-BE49-F238E27FC236}">
                    <a16:creationId xmlns:a16="http://schemas.microsoft.com/office/drawing/2014/main" id="{046C04E6-DDA4-81A5-3E6C-9A98E31D2411}"/>
                  </a:ext>
                </a:extLst>
              </p:cNvPr>
              <p:cNvSpPr/>
              <p:nvPr/>
            </p:nvSpPr>
            <p:spPr>
              <a:xfrm>
                <a:off x="5456645" y="3576663"/>
                <a:ext cx="47657" cy="265796"/>
              </a:xfrm>
              <a:custGeom>
                <a:avLst/>
                <a:gdLst>
                  <a:gd name="connsiteX0" fmla="*/ 0 w 34926"/>
                  <a:gd name="connsiteY0" fmla="*/ 191693 h 194790"/>
                  <a:gd name="connsiteX1" fmla="*/ 7052 w 34926"/>
                  <a:gd name="connsiteY1" fmla="*/ 194790 h 194790"/>
                  <a:gd name="connsiteX2" fmla="*/ 34927 w 34926"/>
                  <a:gd name="connsiteY2" fmla="*/ 4336 h 194790"/>
                  <a:gd name="connsiteX3" fmla="*/ 28494 w 34926"/>
                  <a:gd name="connsiteY3" fmla="*/ 0 h 194790"/>
                  <a:gd name="connsiteX4" fmla="*/ 0 w 34926"/>
                  <a:gd name="connsiteY4" fmla="*/ 191693 h 194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26" h="194790">
                    <a:moveTo>
                      <a:pt x="0" y="191693"/>
                    </a:moveTo>
                    <a:cubicBezTo>
                      <a:pt x="2240" y="192789"/>
                      <a:pt x="4574" y="193837"/>
                      <a:pt x="7052" y="194790"/>
                    </a:cubicBezTo>
                    <a:cubicBezTo>
                      <a:pt x="12865" y="27112"/>
                      <a:pt x="34069" y="5146"/>
                      <a:pt x="34927" y="4336"/>
                    </a:cubicBezTo>
                    <a:lnTo>
                      <a:pt x="28494" y="0"/>
                    </a:lnTo>
                    <a:cubicBezTo>
                      <a:pt x="27303" y="2430"/>
                      <a:pt x="6099" y="22633"/>
                      <a:pt x="0" y="191693"/>
                    </a:cubicBez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8" name="Freeform: Shape 2747">
                <a:extLst>
                  <a:ext uri="{FF2B5EF4-FFF2-40B4-BE49-F238E27FC236}">
                    <a16:creationId xmlns:a16="http://schemas.microsoft.com/office/drawing/2014/main" id="{5ECEF182-A5E1-7657-A173-151100E7575F}"/>
                  </a:ext>
                </a:extLst>
              </p:cNvPr>
              <p:cNvSpPr/>
              <p:nvPr/>
            </p:nvSpPr>
            <p:spPr>
              <a:xfrm>
                <a:off x="5481158" y="3555272"/>
                <a:ext cx="17035" cy="40701"/>
              </a:xfrm>
              <a:custGeom>
                <a:avLst/>
                <a:gdLst>
                  <a:gd name="connsiteX0" fmla="*/ 2239 w 12484"/>
                  <a:gd name="connsiteY0" fmla="*/ 29828 h 29828"/>
                  <a:gd name="connsiteX1" fmla="*/ 12484 w 12484"/>
                  <a:gd name="connsiteY1" fmla="*/ 17011 h 29828"/>
                  <a:gd name="connsiteX2" fmla="*/ 8386 w 12484"/>
                  <a:gd name="connsiteY2" fmla="*/ 9435 h 29828"/>
                  <a:gd name="connsiteX3" fmla="*/ 8100 w 12484"/>
                  <a:gd name="connsiteY3" fmla="*/ 0 h 29828"/>
                  <a:gd name="connsiteX4" fmla="*/ 5527 w 12484"/>
                  <a:gd name="connsiteY4" fmla="*/ 1430 h 29828"/>
                  <a:gd name="connsiteX5" fmla="*/ 0 w 12484"/>
                  <a:gd name="connsiteY5" fmla="*/ 10531 h 29828"/>
                  <a:gd name="connsiteX6" fmla="*/ 2239 w 12484"/>
                  <a:gd name="connsiteY6" fmla="*/ 29828 h 2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84" h="29828">
                    <a:moveTo>
                      <a:pt x="2239" y="29828"/>
                    </a:moveTo>
                    <a:lnTo>
                      <a:pt x="12484" y="17011"/>
                    </a:lnTo>
                    <a:cubicBezTo>
                      <a:pt x="12484" y="17011"/>
                      <a:pt x="8529" y="13294"/>
                      <a:pt x="8386" y="9435"/>
                    </a:cubicBezTo>
                    <a:lnTo>
                      <a:pt x="8100" y="0"/>
                    </a:lnTo>
                    <a:lnTo>
                      <a:pt x="5527" y="1430"/>
                    </a:lnTo>
                    <a:cubicBezTo>
                      <a:pt x="2478" y="3097"/>
                      <a:pt x="0" y="6623"/>
                      <a:pt x="0" y="10531"/>
                    </a:cubicBezTo>
                    <a:cubicBezTo>
                      <a:pt x="0" y="22205"/>
                      <a:pt x="2239" y="29828"/>
                      <a:pt x="2239" y="29828"/>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49" name="Freeform: Shape 2748">
                <a:extLst>
                  <a:ext uri="{FF2B5EF4-FFF2-40B4-BE49-F238E27FC236}">
                    <a16:creationId xmlns:a16="http://schemas.microsoft.com/office/drawing/2014/main" id="{5AE640D9-C738-AD7E-0A50-85CD29CB079C}"/>
                  </a:ext>
                </a:extLst>
              </p:cNvPr>
              <p:cNvSpPr/>
              <p:nvPr/>
            </p:nvSpPr>
            <p:spPr>
              <a:xfrm>
                <a:off x="5498192" y="3561254"/>
                <a:ext cx="47269" cy="40571"/>
              </a:xfrm>
              <a:custGeom>
                <a:avLst/>
                <a:gdLst>
                  <a:gd name="connsiteX0" fmla="*/ 0 w 34641"/>
                  <a:gd name="connsiteY0" fmla="*/ 29733 h 29733"/>
                  <a:gd name="connsiteX1" fmla="*/ 0 w 34641"/>
                  <a:gd name="connsiteY1" fmla="*/ 12627 h 29733"/>
                  <a:gd name="connsiteX2" fmla="*/ 21538 w 34641"/>
                  <a:gd name="connsiteY2" fmla="*/ 9196 h 29733"/>
                  <a:gd name="connsiteX3" fmla="*/ 28875 w 34641"/>
                  <a:gd name="connsiteY3" fmla="*/ 0 h 29733"/>
                  <a:gd name="connsiteX4" fmla="*/ 34641 w 34641"/>
                  <a:gd name="connsiteY4" fmla="*/ 5194 h 29733"/>
                  <a:gd name="connsiteX5" fmla="*/ 0 w 34641"/>
                  <a:gd name="connsiteY5" fmla="*/ 29733 h 2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41" h="29733">
                    <a:moveTo>
                      <a:pt x="0" y="29733"/>
                    </a:moveTo>
                    <a:lnTo>
                      <a:pt x="0" y="12627"/>
                    </a:lnTo>
                    <a:cubicBezTo>
                      <a:pt x="0" y="12627"/>
                      <a:pt x="12198" y="14867"/>
                      <a:pt x="21538" y="9196"/>
                    </a:cubicBezTo>
                    <a:cubicBezTo>
                      <a:pt x="26255" y="6290"/>
                      <a:pt x="28875" y="0"/>
                      <a:pt x="28875" y="0"/>
                    </a:cubicBezTo>
                    <a:lnTo>
                      <a:pt x="34641" y="5194"/>
                    </a:lnTo>
                    <a:cubicBezTo>
                      <a:pt x="32354" y="26731"/>
                      <a:pt x="0" y="29733"/>
                      <a:pt x="0" y="29733"/>
                    </a:cubicBezTo>
                    <a:close/>
                  </a:path>
                </a:pathLst>
              </a:custGeom>
              <a:solidFill>
                <a:schemeClr val="accent1">
                  <a:lumMod val="60000"/>
                  <a:lumOff val="40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50" name="Freeform: Shape 2749">
                <a:extLst>
                  <a:ext uri="{FF2B5EF4-FFF2-40B4-BE49-F238E27FC236}">
                    <a16:creationId xmlns:a16="http://schemas.microsoft.com/office/drawing/2014/main" id="{F04AD464-168D-E5A0-C463-0E5416E75A32}"/>
                  </a:ext>
                </a:extLst>
              </p:cNvPr>
              <p:cNvSpPr/>
              <p:nvPr/>
            </p:nvSpPr>
            <p:spPr>
              <a:xfrm>
                <a:off x="5514325" y="3490073"/>
                <a:ext cx="55256" cy="48588"/>
              </a:xfrm>
              <a:custGeom>
                <a:avLst/>
                <a:gdLst>
                  <a:gd name="connsiteX0" fmla="*/ 7760 w 40495"/>
                  <a:gd name="connsiteY0" fmla="*/ 5469 h 35608"/>
                  <a:gd name="connsiteX1" fmla="*/ 3662 w 40495"/>
                  <a:gd name="connsiteY1" fmla="*/ 33153 h 35608"/>
                  <a:gd name="connsiteX2" fmla="*/ 30203 w 40495"/>
                  <a:gd name="connsiteY2" fmla="*/ 24338 h 35608"/>
                  <a:gd name="connsiteX3" fmla="*/ 40495 w 40495"/>
                  <a:gd name="connsiteY3" fmla="*/ 2276 h 35608"/>
                  <a:gd name="connsiteX4" fmla="*/ 7760 w 40495"/>
                  <a:gd name="connsiteY4" fmla="*/ 5517 h 35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95" h="35608">
                    <a:moveTo>
                      <a:pt x="7760" y="5469"/>
                    </a:moveTo>
                    <a:cubicBezTo>
                      <a:pt x="-673" y="15571"/>
                      <a:pt x="-2532" y="27959"/>
                      <a:pt x="3662" y="33153"/>
                    </a:cubicBezTo>
                    <a:cubicBezTo>
                      <a:pt x="9857" y="38347"/>
                      <a:pt x="20149" y="35250"/>
                      <a:pt x="30203" y="24338"/>
                    </a:cubicBezTo>
                    <a:cubicBezTo>
                      <a:pt x="39209" y="14522"/>
                      <a:pt x="40495" y="2276"/>
                      <a:pt x="40495" y="2276"/>
                    </a:cubicBezTo>
                    <a:cubicBezTo>
                      <a:pt x="40495" y="2276"/>
                      <a:pt x="16242" y="-4585"/>
                      <a:pt x="7760" y="5517"/>
                    </a:cubicBezTo>
                    <a:close/>
                  </a:path>
                </a:pathLst>
              </a:custGeom>
              <a:solidFill>
                <a:srgbClr val="63677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51" name="Freeform: Shape 2750">
                <a:extLst>
                  <a:ext uri="{FF2B5EF4-FFF2-40B4-BE49-F238E27FC236}">
                    <a16:creationId xmlns:a16="http://schemas.microsoft.com/office/drawing/2014/main" id="{3886CDA7-6CD9-6E56-1CDA-521C489312C0}"/>
                  </a:ext>
                </a:extLst>
              </p:cNvPr>
              <p:cNvSpPr/>
              <p:nvPr/>
            </p:nvSpPr>
            <p:spPr>
              <a:xfrm>
                <a:off x="5492210" y="3505858"/>
                <a:ext cx="45447" cy="59074"/>
              </a:xfrm>
              <a:custGeom>
                <a:avLst/>
                <a:gdLst>
                  <a:gd name="connsiteX0" fmla="*/ 0 w 33306"/>
                  <a:gd name="connsiteY0" fmla="*/ 0 h 43293"/>
                  <a:gd name="connsiteX1" fmla="*/ 0 w 33306"/>
                  <a:gd name="connsiteY1" fmla="*/ 38358 h 43293"/>
                  <a:gd name="connsiteX2" fmla="*/ 14771 w 33306"/>
                  <a:gd name="connsiteY2" fmla="*/ 42169 h 43293"/>
                  <a:gd name="connsiteX3" fmla="*/ 33307 w 33306"/>
                  <a:gd name="connsiteY3" fmla="*/ 21490 h 43293"/>
                  <a:gd name="connsiteX4" fmla="*/ 33307 w 33306"/>
                  <a:gd name="connsiteY4" fmla="*/ 0 h 43293"/>
                  <a:gd name="connsiteX5" fmla="*/ 0 w 33306"/>
                  <a:gd name="connsiteY5" fmla="*/ 0 h 4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306" h="43293">
                    <a:moveTo>
                      <a:pt x="0" y="0"/>
                    </a:moveTo>
                    <a:lnTo>
                      <a:pt x="0" y="38358"/>
                    </a:lnTo>
                    <a:cubicBezTo>
                      <a:pt x="0" y="42312"/>
                      <a:pt x="8100" y="44886"/>
                      <a:pt x="14771" y="42169"/>
                    </a:cubicBezTo>
                    <a:cubicBezTo>
                      <a:pt x="24920" y="38024"/>
                      <a:pt x="33307" y="30067"/>
                      <a:pt x="33307" y="21490"/>
                    </a:cubicBezTo>
                    <a:lnTo>
                      <a:pt x="33307" y="0"/>
                    </a:lnTo>
                    <a:lnTo>
                      <a:pt x="0" y="0"/>
                    </a:lnTo>
                    <a:close/>
                  </a:path>
                </a:pathLst>
              </a:custGeom>
              <a:solidFill>
                <a:srgbClr val="C69E87"/>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52" name="Freeform: Shape 2751">
                <a:extLst>
                  <a:ext uri="{FF2B5EF4-FFF2-40B4-BE49-F238E27FC236}">
                    <a16:creationId xmlns:a16="http://schemas.microsoft.com/office/drawing/2014/main" id="{3E5DE3B8-BA44-74A0-FD82-02B6AD5D0483}"/>
                  </a:ext>
                </a:extLst>
              </p:cNvPr>
              <p:cNvSpPr/>
              <p:nvPr/>
            </p:nvSpPr>
            <p:spPr>
              <a:xfrm>
                <a:off x="5461185" y="3429556"/>
                <a:ext cx="100834" cy="128177"/>
              </a:xfrm>
              <a:custGeom>
                <a:avLst/>
                <a:gdLst>
                  <a:gd name="connsiteX0" fmla="*/ 1343 w 73897"/>
                  <a:gd name="connsiteY0" fmla="*/ 68020 h 93935"/>
                  <a:gd name="connsiteX1" fmla="*/ 41559 w 73897"/>
                  <a:gd name="connsiteY1" fmla="*/ 90034 h 93935"/>
                  <a:gd name="connsiteX2" fmla="*/ 65527 w 73897"/>
                  <a:gd name="connsiteY2" fmla="*/ 64399 h 93935"/>
                  <a:gd name="connsiteX3" fmla="*/ 73722 w 73897"/>
                  <a:gd name="connsiteY3" fmla="*/ 42862 h 93935"/>
                  <a:gd name="connsiteX4" fmla="*/ 39844 w 73897"/>
                  <a:gd name="connsiteY4" fmla="*/ 168 h 93935"/>
                  <a:gd name="connsiteX5" fmla="*/ 1296 w 73897"/>
                  <a:gd name="connsiteY5" fmla="*/ 68020 h 9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97" h="93935">
                    <a:moveTo>
                      <a:pt x="1343" y="68020"/>
                    </a:moveTo>
                    <a:cubicBezTo>
                      <a:pt x="6489" y="95228"/>
                      <a:pt x="24501" y="97992"/>
                      <a:pt x="41559" y="90034"/>
                    </a:cubicBezTo>
                    <a:cubicBezTo>
                      <a:pt x="53043" y="84650"/>
                      <a:pt x="62906" y="76359"/>
                      <a:pt x="65527" y="64399"/>
                    </a:cubicBezTo>
                    <a:cubicBezTo>
                      <a:pt x="67242" y="56632"/>
                      <a:pt x="73198" y="49294"/>
                      <a:pt x="73722" y="42862"/>
                    </a:cubicBezTo>
                    <a:cubicBezTo>
                      <a:pt x="75724" y="18179"/>
                      <a:pt x="60333" y="1836"/>
                      <a:pt x="39844" y="168"/>
                    </a:cubicBezTo>
                    <a:cubicBezTo>
                      <a:pt x="-6805" y="-3644"/>
                      <a:pt x="-467" y="58586"/>
                      <a:pt x="1296" y="68020"/>
                    </a:cubicBez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53" name="Graphic 212">
                <a:extLst>
                  <a:ext uri="{FF2B5EF4-FFF2-40B4-BE49-F238E27FC236}">
                    <a16:creationId xmlns:a16="http://schemas.microsoft.com/office/drawing/2014/main" id="{981BA916-AEAE-10E2-BD0C-35E406902F64}"/>
                  </a:ext>
                </a:extLst>
              </p:cNvPr>
              <p:cNvGrpSpPr/>
              <p:nvPr/>
            </p:nvGrpSpPr>
            <p:grpSpPr>
              <a:xfrm>
                <a:off x="5451490" y="3410795"/>
                <a:ext cx="122481" cy="98073"/>
                <a:chOff x="5715658" y="3909894"/>
                <a:chExt cx="89761" cy="71873"/>
              </a:xfrm>
              <a:solidFill>
                <a:srgbClr val="AB824C"/>
              </a:solidFill>
            </p:grpSpPr>
            <p:sp>
              <p:nvSpPr>
                <p:cNvPr id="2836" name="Freeform: Shape 2835">
                  <a:extLst>
                    <a:ext uri="{FF2B5EF4-FFF2-40B4-BE49-F238E27FC236}">
                      <a16:creationId xmlns:a16="http://schemas.microsoft.com/office/drawing/2014/main" id="{0959698A-DF23-FF33-C986-927BF28685DD}"/>
                    </a:ext>
                  </a:extLst>
                </p:cNvPr>
                <p:cNvSpPr/>
                <p:nvPr/>
              </p:nvSpPr>
              <p:spPr>
                <a:xfrm>
                  <a:off x="5715658" y="3909894"/>
                  <a:ext cx="89761" cy="60390"/>
                </a:xfrm>
                <a:custGeom>
                  <a:avLst/>
                  <a:gdLst>
                    <a:gd name="connsiteX0" fmla="*/ 89594 w 89761"/>
                    <a:gd name="connsiteY0" fmla="*/ 34994 h 60390"/>
                    <a:gd name="connsiteX1" fmla="*/ 32749 w 89761"/>
                    <a:gd name="connsiteY1" fmla="*/ 1734 h 60390"/>
                    <a:gd name="connsiteX2" fmla="*/ 538 w 89761"/>
                    <a:gd name="connsiteY2" fmla="*/ 20032 h 60390"/>
                    <a:gd name="connsiteX3" fmla="*/ 9067 w 89761"/>
                    <a:gd name="connsiteY3" fmla="*/ 44571 h 60390"/>
                    <a:gd name="connsiteX4" fmla="*/ 9544 w 89761"/>
                    <a:gd name="connsiteY4" fmla="*/ 42570 h 60390"/>
                    <a:gd name="connsiteX5" fmla="*/ 17453 w 89761"/>
                    <a:gd name="connsiteY5" fmla="*/ 37185 h 60390"/>
                    <a:gd name="connsiteX6" fmla="*/ 44327 w 89761"/>
                    <a:gd name="connsiteY6" fmla="*/ 41188 h 60390"/>
                    <a:gd name="connsiteX7" fmla="*/ 56240 w 89761"/>
                    <a:gd name="connsiteY7" fmla="*/ 39758 h 60390"/>
                    <a:gd name="connsiteX8" fmla="*/ 63054 w 89761"/>
                    <a:gd name="connsiteY8" fmla="*/ 34755 h 60390"/>
                    <a:gd name="connsiteX9" fmla="*/ 55811 w 89761"/>
                    <a:gd name="connsiteY9" fmla="*/ 43094 h 60390"/>
                    <a:gd name="connsiteX10" fmla="*/ 54429 w 89761"/>
                    <a:gd name="connsiteY10" fmla="*/ 51671 h 60390"/>
                    <a:gd name="connsiteX11" fmla="*/ 55001 w 89761"/>
                    <a:gd name="connsiteY11" fmla="*/ 53577 h 60390"/>
                    <a:gd name="connsiteX12" fmla="*/ 75395 w 89761"/>
                    <a:gd name="connsiteY12" fmla="*/ 41188 h 60390"/>
                    <a:gd name="connsiteX13" fmla="*/ 86402 w 89761"/>
                    <a:gd name="connsiteY13" fmla="*/ 47382 h 60390"/>
                    <a:gd name="connsiteX14" fmla="*/ 86402 w 89761"/>
                    <a:gd name="connsiteY14" fmla="*/ 60391 h 60390"/>
                    <a:gd name="connsiteX15" fmla="*/ 89451 w 89761"/>
                    <a:gd name="connsiteY15" fmla="*/ 35041 h 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761" h="60390">
                      <a:moveTo>
                        <a:pt x="89594" y="34994"/>
                      </a:moveTo>
                      <a:cubicBezTo>
                        <a:pt x="87736" y="13837"/>
                        <a:pt x="62863" y="-6080"/>
                        <a:pt x="32749" y="1734"/>
                      </a:cubicBezTo>
                      <a:cubicBezTo>
                        <a:pt x="16881" y="5832"/>
                        <a:pt x="2968" y="8215"/>
                        <a:pt x="538" y="20032"/>
                      </a:cubicBezTo>
                      <a:cubicBezTo>
                        <a:pt x="-2607" y="35518"/>
                        <a:pt x="9067" y="44571"/>
                        <a:pt x="9067" y="44571"/>
                      </a:cubicBezTo>
                      <a:lnTo>
                        <a:pt x="9544" y="42570"/>
                      </a:lnTo>
                      <a:cubicBezTo>
                        <a:pt x="10353" y="38996"/>
                        <a:pt x="13832" y="36852"/>
                        <a:pt x="17453" y="37185"/>
                      </a:cubicBezTo>
                      <a:cubicBezTo>
                        <a:pt x="25077" y="37852"/>
                        <a:pt x="35989" y="37328"/>
                        <a:pt x="44327" y="41188"/>
                      </a:cubicBezTo>
                      <a:cubicBezTo>
                        <a:pt x="48187" y="42999"/>
                        <a:pt x="52761" y="42284"/>
                        <a:pt x="56240" y="39758"/>
                      </a:cubicBezTo>
                      <a:lnTo>
                        <a:pt x="63054" y="34755"/>
                      </a:lnTo>
                      <a:lnTo>
                        <a:pt x="55811" y="43094"/>
                      </a:lnTo>
                      <a:cubicBezTo>
                        <a:pt x="53762" y="45476"/>
                        <a:pt x="53286" y="48764"/>
                        <a:pt x="54429" y="51671"/>
                      </a:cubicBezTo>
                      <a:cubicBezTo>
                        <a:pt x="54667" y="52243"/>
                        <a:pt x="54810" y="52957"/>
                        <a:pt x="55001" y="53577"/>
                      </a:cubicBezTo>
                      <a:lnTo>
                        <a:pt x="75395" y="41188"/>
                      </a:lnTo>
                      <a:cubicBezTo>
                        <a:pt x="80207" y="38234"/>
                        <a:pt x="86402" y="41712"/>
                        <a:pt x="86402" y="47382"/>
                      </a:cubicBezTo>
                      <a:lnTo>
                        <a:pt x="86402" y="60391"/>
                      </a:lnTo>
                      <a:cubicBezTo>
                        <a:pt x="88927" y="54530"/>
                        <a:pt x="90452" y="46334"/>
                        <a:pt x="89451" y="35041"/>
                      </a:cubicBezTo>
                      <a:close/>
                    </a:path>
                  </a:pathLst>
                </a:custGeom>
                <a:solidFill>
                  <a:srgbClr val="AB824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7" name="Freeform: Shape 2836">
                  <a:extLst>
                    <a:ext uri="{FF2B5EF4-FFF2-40B4-BE49-F238E27FC236}">
                      <a16:creationId xmlns:a16="http://schemas.microsoft.com/office/drawing/2014/main" id="{D0A1971E-8C2F-93FB-1232-FEEDAB355AC1}"/>
                    </a:ext>
                  </a:extLst>
                </p:cNvPr>
                <p:cNvSpPr/>
                <p:nvPr/>
              </p:nvSpPr>
              <p:spPr>
                <a:xfrm>
                  <a:off x="5770802" y="3949985"/>
                  <a:ext cx="31353" cy="31782"/>
                </a:xfrm>
                <a:custGeom>
                  <a:avLst/>
                  <a:gdLst>
                    <a:gd name="connsiteX0" fmla="*/ 20394 w 31353"/>
                    <a:gd name="connsiteY0" fmla="*/ 1097 h 31782"/>
                    <a:gd name="connsiteX1" fmla="*/ 0 w 31353"/>
                    <a:gd name="connsiteY1" fmla="*/ 13486 h 31782"/>
                    <a:gd name="connsiteX2" fmla="*/ 1191 w 31353"/>
                    <a:gd name="connsiteY2" fmla="*/ 19442 h 31782"/>
                    <a:gd name="connsiteX3" fmla="*/ 9244 w 31353"/>
                    <a:gd name="connsiteY3" fmla="*/ 24874 h 31782"/>
                    <a:gd name="connsiteX4" fmla="*/ 14819 w 31353"/>
                    <a:gd name="connsiteY4" fmla="*/ 21729 h 31782"/>
                    <a:gd name="connsiteX5" fmla="*/ 21966 w 31353"/>
                    <a:gd name="connsiteY5" fmla="*/ 20204 h 31782"/>
                    <a:gd name="connsiteX6" fmla="*/ 22490 w 31353"/>
                    <a:gd name="connsiteY6" fmla="*/ 31783 h 31782"/>
                    <a:gd name="connsiteX7" fmla="*/ 31353 w 31353"/>
                    <a:gd name="connsiteY7" fmla="*/ 20252 h 31782"/>
                    <a:gd name="connsiteX8" fmla="*/ 31353 w 31353"/>
                    <a:gd name="connsiteY8" fmla="*/ 7244 h 31782"/>
                    <a:gd name="connsiteX9" fmla="*/ 20346 w 31353"/>
                    <a:gd name="connsiteY9" fmla="*/ 1049 h 31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353" h="31782">
                      <a:moveTo>
                        <a:pt x="20394" y="1097"/>
                      </a:moveTo>
                      <a:lnTo>
                        <a:pt x="0" y="13486"/>
                      </a:lnTo>
                      <a:cubicBezTo>
                        <a:pt x="524" y="15249"/>
                        <a:pt x="1000" y="17202"/>
                        <a:pt x="1191" y="19442"/>
                      </a:cubicBezTo>
                      <a:cubicBezTo>
                        <a:pt x="1525" y="23444"/>
                        <a:pt x="5432" y="26113"/>
                        <a:pt x="9244" y="24874"/>
                      </a:cubicBezTo>
                      <a:cubicBezTo>
                        <a:pt x="11579" y="24111"/>
                        <a:pt x="13771" y="23111"/>
                        <a:pt x="14819" y="21729"/>
                      </a:cubicBezTo>
                      <a:cubicBezTo>
                        <a:pt x="17392" y="18441"/>
                        <a:pt x="21538" y="17822"/>
                        <a:pt x="21966" y="20204"/>
                      </a:cubicBezTo>
                      <a:cubicBezTo>
                        <a:pt x="23110" y="26637"/>
                        <a:pt x="23015" y="30020"/>
                        <a:pt x="22490" y="31783"/>
                      </a:cubicBezTo>
                      <a:cubicBezTo>
                        <a:pt x="25397" y="29639"/>
                        <a:pt x="28875" y="26065"/>
                        <a:pt x="31353" y="20252"/>
                      </a:cubicBezTo>
                      <a:lnTo>
                        <a:pt x="31353" y="7244"/>
                      </a:lnTo>
                      <a:cubicBezTo>
                        <a:pt x="31353" y="1621"/>
                        <a:pt x="25159" y="-1857"/>
                        <a:pt x="20346" y="1049"/>
                      </a:cubicBezTo>
                      <a:close/>
                    </a:path>
                  </a:pathLst>
                </a:custGeom>
                <a:solidFill>
                  <a:srgbClr val="AB824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sp>
            <p:nvSpPr>
              <p:cNvPr id="2754" name="Freeform: Shape 2753">
                <a:extLst>
                  <a:ext uri="{FF2B5EF4-FFF2-40B4-BE49-F238E27FC236}">
                    <a16:creationId xmlns:a16="http://schemas.microsoft.com/office/drawing/2014/main" id="{9F5B9959-0DFD-0563-A942-F8F84836DA74}"/>
                  </a:ext>
                </a:extLst>
              </p:cNvPr>
              <p:cNvSpPr/>
              <p:nvPr/>
            </p:nvSpPr>
            <p:spPr>
              <a:xfrm>
                <a:off x="5534029" y="3487905"/>
                <a:ext cx="28325" cy="32394"/>
              </a:xfrm>
              <a:custGeom>
                <a:avLst/>
                <a:gdLst>
                  <a:gd name="connsiteX0" fmla="*/ 3375 w 20758"/>
                  <a:gd name="connsiteY0" fmla="*/ 6914 h 23740"/>
                  <a:gd name="connsiteX1" fmla="*/ 2755 w 20758"/>
                  <a:gd name="connsiteY1" fmla="*/ 22639 h 23740"/>
                  <a:gd name="connsiteX2" fmla="*/ 17384 w 20758"/>
                  <a:gd name="connsiteY2" fmla="*/ 16826 h 23740"/>
                  <a:gd name="connsiteX3" fmla="*/ 18003 w 20758"/>
                  <a:gd name="connsiteY3" fmla="*/ 1101 h 23740"/>
                  <a:gd name="connsiteX4" fmla="*/ 3375 w 20758"/>
                  <a:gd name="connsiteY4" fmla="*/ 6914 h 23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58" h="23740">
                    <a:moveTo>
                      <a:pt x="3375" y="6914"/>
                    </a:moveTo>
                    <a:cubicBezTo>
                      <a:pt x="-866" y="12871"/>
                      <a:pt x="-1152" y="19923"/>
                      <a:pt x="2755" y="22639"/>
                    </a:cubicBezTo>
                    <a:cubicBezTo>
                      <a:pt x="6615" y="25402"/>
                      <a:pt x="13190" y="22782"/>
                      <a:pt x="17384" y="16826"/>
                    </a:cubicBezTo>
                    <a:cubicBezTo>
                      <a:pt x="21624" y="10869"/>
                      <a:pt x="21910" y="3817"/>
                      <a:pt x="18003" y="1101"/>
                    </a:cubicBezTo>
                    <a:cubicBezTo>
                      <a:pt x="14143" y="-1662"/>
                      <a:pt x="7568" y="958"/>
                      <a:pt x="3375" y="6914"/>
                    </a:cubicBez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55" name="Graphic 212">
                <a:extLst>
                  <a:ext uri="{FF2B5EF4-FFF2-40B4-BE49-F238E27FC236}">
                    <a16:creationId xmlns:a16="http://schemas.microsoft.com/office/drawing/2014/main" id="{0E77A690-B4D4-B453-C1AE-A62A8E1496E1}"/>
                  </a:ext>
                </a:extLst>
              </p:cNvPr>
              <p:cNvGrpSpPr/>
              <p:nvPr/>
            </p:nvGrpSpPr>
            <p:grpSpPr>
              <a:xfrm>
                <a:off x="5393584" y="3618840"/>
                <a:ext cx="220155" cy="233139"/>
                <a:chOff x="5673221" y="4062375"/>
                <a:chExt cx="161342" cy="170857"/>
              </a:xfrm>
              <a:solidFill>
                <a:schemeClr val="accent1">
                  <a:lumMod val="20000"/>
                  <a:lumOff val="80000"/>
                </a:schemeClr>
              </a:solidFill>
            </p:grpSpPr>
            <p:sp>
              <p:nvSpPr>
                <p:cNvPr id="2834" name="Freeform: Shape 2833">
                  <a:extLst>
                    <a:ext uri="{FF2B5EF4-FFF2-40B4-BE49-F238E27FC236}">
                      <a16:creationId xmlns:a16="http://schemas.microsoft.com/office/drawing/2014/main" id="{56D6B796-1EB0-F7FD-1EE5-6EA736661482}"/>
                    </a:ext>
                  </a:extLst>
                </p:cNvPr>
                <p:cNvSpPr/>
                <p:nvPr/>
              </p:nvSpPr>
              <p:spPr>
                <a:xfrm>
                  <a:off x="5673221" y="4070669"/>
                  <a:ext cx="157503" cy="162563"/>
                </a:xfrm>
                <a:custGeom>
                  <a:avLst/>
                  <a:gdLst>
                    <a:gd name="connsiteX0" fmla="*/ 59033 w 157503"/>
                    <a:gd name="connsiteY0" fmla="*/ 153252 h 162563"/>
                    <a:gd name="connsiteX1" fmla="*/ 149805 w 157503"/>
                    <a:gd name="connsiteY1" fmla="*/ 122328 h 162563"/>
                    <a:gd name="connsiteX2" fmla="*/ 157476 w 157503"/>
                    <a:gd name="connsiteY2" fmla="*/ 6778 h 162563"/>
                    <a:gd name="connsiteX3" fmla="*/ 152950 w 157503"/>
                    <a:gd name="connsiteY3" fmla="*/ 1441 h 162563"/>
                    <a:gd name="connsiteX4" fmla="*/ 132270 w 157503"/>
                    <a:gd name="connsiteY4" fmla="*/ 12 h 162563"/>
                    <a:gd name="connsiteX5" fmla="*/ 127076 w 157503"/>
                    <a:gd name="connsiteY5" fmla="*/ 4634 h 162563"/>
                    <a:gd name="connsiteX6" fmla="*/ 124646 w 157503"/>
                    <a:gd name="connsiteY6" fmla="*/ 99170 h 162563"/>
                    <a:gd name="connsiteX7" fmla="*/ 119738 w 157503"/>
                    <a:gd name="connsiteY7" fmla="*/ 105603 h 162563"/>
                    <a:gd name="connsiteX8" fmla="*/ 52743 w 157503"/>
                    <a:gd name="connsiteY8" fmla="*/ 131905 h 162563"/>
                    <a:gd name="connsiteX9" fmla="*/ 48360 w 157503"/>
                    <a:gd name="connsiteY9" fmla="*/ 132906 h 162563"/>
                    <a:gd name="connsiteX10" fmla="*/ 12670 w 157503"/>
                    <a:gd name="connsiteY10" fmla="*/ 134049 h 162563"/>
                    <a:gd name="connsiteX11" fmla="*/ 4046 w 157503"/>
                    <a:gd name="connsiteY11" fmla="*/ 157207 h 162563"/>
                    <a:gd name="connsiteX12" fmla="*/ 29681 w 157503"/>
                    <a:gd name="connsiteY12" fmla="*/ 162258 h 162563"/>
                    <a:gd name="connsiteX13" fmla="*/ 59033 w 157503"/>
                    <a:gd name="connsiteY13" fmla="*/ 153300 h 16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503" h="162563">
                      <a:moveTo>
                        <a:pt x="59033" y="153252"/>
                      </a:moveTo>
                      <a:cubicBezTo>
                        <a:pt x="79332" y="150107"/>
                        <a:pt x="136129" y="138290"/>
                        <a:pt x="149805" y="122328"/>
                      </a:cubicBezTo>
                      <a:cubicBezTo>
                        <a:pt x="155809" y="115276"/>
                        <a:pt x="157476" y="6778"/>
                        <a:pt x="157476" y="6778"/>
                      </a:cubicBezTo>
                      <a:cubicBezTo>
                        <a:pt x="157762" y="4062"/>
                        <a:pt x="155713" y="1632"/>
                        <a:pt x="152950" y="1441"/>
                      </a:cubicBezTo>
                      <a:lnTo>
                        <a:pt x="132270" y="12"/>
                      </a:lnTo>
                      <a:cubicBezTo>
                        <a:pt x="129554" y="-179"/>
                        <a:pt x="127219" y="1918"/>
                        <a:pt x="127076" y="4634"/>
                      </a:cubicBezTo>
                      <a:cubicBezTo>
                        <a:pt x="126552" y="15784"/>
                        <a:pt x="124980" y="86305"/>
                        <a:pt x="124646" y="99170"/>
                      </a:cubicBezTo>
                      <a:cubicBezTo>
                        <a:pt x="124551" y="102172"/>
                        <a:pt x="122597" y="104745"/>
                        <a:pt x="119738" y="105603"/>
                      </a:cubicBezTo>
                      <a:cubicBezTo>
                        <a:pt x="106539" y="109653"/>
                        <a:pt x="74519" y="124853"/>
                        <a:pt x="52743" y="131905"/>
                      </a:cubicBezTo>
                      <a:cubicBezTo>
                        <a:pt x="50742" y="132572"/>
                        <a:pt x="49503" y="132715"/>
                        <a:pt x="48360" y="132906"/>
                      </a:cubicBezTo>
                      <a:cubicBezTo>
                        <a:pt x="37639" y="134478"/>
                        <a:pt x="14957" y="123471"/>
                        <a:pt x="12670" y="134049"/>
                      </a:cubicBezTo>
                      <a:cubicBezTo>
                        <a:pt x="12670" y="134049"/>
                        <a:pt x="-8676" y="145438"/>
                        <a:pt x="4046" y="157207"/>
                      </a:cubicBezTo>
                      <a:cubicBezTo>
                        <a:pt x="6238" y="159208"/>
                        <a:pt x="15243" y="163783"/>
                        <a:pt x="29681" y="162258"/>
                      </a:cubicBezTo>
                      <a:cubicBezTo>
                        <a:pt x="40164" y="161162"/>
                        <a:pt x="56412" y="153681"/>
                        <a:pt x="59033" y="15330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5" name="Freeform: Shape 2834">
                  <a:extLst>
                    <a:ext uri="{FF2B5EF4-FFF2-40B4-BE49-F238E27FC236}">
                      <a16:creationId xmlns:a16="http://schemas.microsoft.com/office/drawing/2014/main" id="{62F6CB6E-3E3C-9E46-9968-D0B7D5BC837C}"/>
                    </a:ext>
                  </a:extLst>
                </p:cNvPr>
                <p:cNvSpPr/>
                <p:nvPr/>
              </p:nvSpPr>
              <p:spPr>
                <a:xfrm>
                  <a:off x="5725964" y="4062375"/>
                  <a:ext cx="108599" cy="161641"/>
                </a:xfrm>
                <a:custGeom>
                  <a:avLst/>
                  <a:gdLst>
                    <a:gd name="connsiteX0" fmla="*/ 0 w 108599"/>
                    <a:gd name="connsiteY0" fmla="*/ 140151 h 161641"/>
                    <a:gd name="connsiteX1" fmla="*/ 5242 w 108599"/>
                    <a:gd name="connsiteY1" fmla="*/ 161641 h 161641"/>
                    <a:gd name="connsiteX2" fmla="*/ 100302 w 108599"/>
                    <a:gd name="connsiteY2" fmla="*/ 133433 h 161641"/>
                    <a:gd name="connsiteX3" fmla="*/ 108593 w 108599"/>
                    <a:gd name="connsiteY3" fmla="*/ 19456 h 161641"/>
                    <a:gd name="connsiteX4" fmla="*/ 88866 w 108599"/>
                    <a:gd name="connsiteY4" fmla="*/ 15 h 161641"/>
                    <a:gd name="connsiteX5" fmla="*/ 70712 w 108599"/>
                    <a:gd name="connsiteY5" fmla="*/ 17931 h 161641"/>
                    <a:gd name="connsiteX6" fmla="*/ 67519 w 108599"/>
                    <a:gd name="connsiteY6" fmla="*/ 107273 h 161641"/>
                    <a:gd name="connsiteX7" fmla="*/ 65708 w 108599"/>
                    <a:gd name="connsiteY7" fmla="*/ 109704 h 161641"/>
                    <a:gd name="connsiteX8" fmla="*/ 0 w 108599"/>
                    <a:gd name="connsiteY8" fmla="*/ 140151 h 16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99" h="161641">
                      <a:moveTo>
                        <a:pt x="0" y="140151"/>
                      </a:moveTo>
                      <a:cubicBezTo>
                        <a:pt x="4003" y="144297"/>
                        <a:pt x="8482" y="157162"/>
                        <a:pt x="5242" y="161641"/>
                      </a:cubicBezTo>
                      <a:cubicBezTo>
                        <a:pt x="5242" y="161641"/>
                        <a:pt x="81623" y="152874"/>
                        <a:pt x="100302" y="133433"/>
                      </a:cubicBezTo>
                      <a:cubicBezTo>
                        <a:pt x="109641" y="123712"/>
                        <a:pt x="107687" y="52858"/>
                        <a:pt x="108593" y="19456"/>
                      </a:cubicBezTo>
                      <a:cubicBezTo>
                        <a:pt x="108879" y="8496"/>
                        <a:pt x="99825" y="-414"/>
                        <a:pt x="88866" y="15"/>
                      </a:cubicBezTo>
                      <a:cubicBezTo>
                        <a:pt x="79098" y="444"/>
                        <a:pt x="71236" y="8163"/>
                        <a:pt x="70712" y="17931"/>
                      </a:cubicBezTo>
                      <a:cubicBezTo>
                        <a:pt x="69568" y="39850"/>
                        <a:pt x="67757" y="98601"/>
                        <a:pt x="67519" y="107273"/>
                      </a:cubicBezTo>
                      <a:cubicBezTo>
                        <a:pt x="67519" y="108417"/>
                        <a:pt x="66709" y="109179"/>
                        <a:pt x="65708" y="109704"/>
                      </a:cubicBezTo>
                      <a:cubicBezTo>
                        <a:pt x="61372" y="112086"/>
                        <a:pt x="0" y="140151"/>
                        <a:pt x="0" y="14015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756" name="Graphic 212">
                <a:extLst>
                  <a:ext uri="{FF2B5EF4-FFF2-40B4-BE49-F238E27FC236}">
                    <a16:creationId xmlns:a16="http://schemas.microsoft.com/office/drawing/2014/main" id="{B5940BE1-079A-E288-6E90-A77441CFE315}"/>
                  </a:ext>
                </a:extLst>
              </p:cNvPr>
              <p:cNvGrpSpPr/>
              <p:nvPr/>
            </p:nvGrpSpPr>
            <p:grpSpPr>
              <a:xfrm>
                <a:off x="5269093" y="3649429"/>
                <a:ext cx="280798" cy="224380"/>
                <a:chOff x="5581980" y="4084793"/>
                <a:chExt cx="205784" cy="164438"/>
              </a:xfrm>
            </p:grpSpPr>
            <p:grpSp>
              <p:nvGrpSpPr>
                <p:cNvPr id="2758" name="Graphic 212">
                  <a:extLst>
                    <a:ext uri="{FF2B5EF4-FFF2-40B4-BE49-F238E27FC236}">
                      <a16:creationId xmlns:a16="http://schemas.microsoft.com/office/drawing/2014/main" id="{E650E199-92B0-9BDC-FC89-C68A3C69E4FD}"/>
                    </a:ext>
                  </a:extLst>
                </p:cNvPr>
                <p:cNvGrpSpPr/>
                <p:nvPr/>
              </p:nvGrpSpPr>
              <p:grpSpPr>
                <a:xfrm>
                  <a:off x="5582256" y="4126313"/>
                  <a:ext cx="205508" cy="122455"/>
                  <a:chOff x="5582256" y="4126313"/>
                  <a:chExt cx="205508" cy="122455"/>
                </a:xfrm>
              </p:grpSpPr>
              <p:sp>
                <p:nvSpPr>
                  <p:cNvPr id="2762" name="Freeform: Shape 2761">
                    <a:extLst>
                      <a:ext uri="{FF2B5EF4-FFF2-40B4-BE49-F238E27FC236}">
                        <a16:creationId xmlns:a16="http://schemas.microsoft.com/office/drawing/2014/main" id="{93CF7F4D-DE19-6164-F3F8-EDA7F7C1EF4D}"/>
                      </a:ext>
                    </a:extLst>
                  </p:cNvPr>
                  <p:cNvSpPr/>
                  <p:nvPr/>
                </p:nvSpPr>
                <p:spPr>
                  <a:xfrm>
                    <a:off x="5582256" y="4126313"/>
                    <a:ext cx="205508" cy="122455"/>
                  </a:xfrm>
                  <a:custGeom>
                    <a:avLst/>
                    <a:gdLst>
                      <a:gd name="connsiteX0" fmla="*/ 205128 w 205508"/>
                      <a:gd name="connsiteY0" fmla="*/ 63444 h 122455"/>
                      <a:gd name="connsiteX1" fmla="*/ 200601 w 205508"/>
                      <a:gd name="connsiteY1" fmla="*/ 56677 h 122455"/>
                      <a:gd name="connsiteX2" fmla="*/ 83670 w 205508"/>
                      <a:gd name="connsiteY2" fmla="*/ 1500 h 122455"/>
                      <a:gd name="connsiteX3" fmla="*/ 67993 w 205508"/>
                      <a:gd name="connsiteY3" fmla="*/ 2786 h 122455"/>
                      <a:gd name="connsiteX4" fmla="*/ 3381 w 205508"/>
                      <a:gd name="connsiteY4" fmla="*/ 47624 h 122455"/>
                      <a:gd name="connsiteX5" fmla="*/ 93 w 205508"/>
                      <a:gd name="connsiteY5" fmla="*/ 55296 h 122455"/>
                      <a:gd name="connsiteX6" fmla="*/ 427 w 205508"/>
                      <a:gd name="connsiteY6" fmla="*/ 59679 h 122455"/>
                      <a:gd name="connsiteX7" fmla="*/ 4905 w 205508"/>
                      <a:gd name="connsiteY7" fmla="*/ 65826 h 122455"/>
                      <a:gd name="connsiteX8" fmla="*/ 121884 w 205508"/>
                      <a:gd name="connsiteY8" fmla="*/ 120956 h 122455"/>
                      <a:gd name="connsiteX9" fmla="*/ 137561 w 205508"/>
                      <a:gd name="connsiteY9" fmla="*/ 119670 h 122455"/>
                      <a:gd name="connsiteX10" fmla="*/ 202126 w 205508"/>
                      <a:gd name="connsiteY10" fmla="*/ 74832 h 122455"/>
                      <a:gd name="connsiteX11" fmla="*/ 205509 w 205508"/>
                      <a:gd name="connsiteY11" fmla="*/ 68351 h 122455"/>
                      <a:gd name="connsiteX12" fmla="*/ 205509 w 205508"/>
                      <a:gd name="connsiteY12" fmla="*/ 68018 h 122455"/>
                      <a:gd name="connsiteX13" fmla="*/ 205461 w 205508"/>
                      <a:gd name="connsiteY13" fmla="*/ 67446 h 122455"/>
                      <a:gd name="connsiteX14" fmla="*/ 205128 w 205508"/>
                      <a:gd name="connsiteY14" fmla="*/ 63539 h 12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5508" h="122455">
                        <a:moveTo>
                          <a:pt x="205128" y="63444"/>
                        </a:moveTo>
                        <a:cubicBezTo>
                          <a:pt x="205032" y="60680"/>
                          <a:pt x="203460" y="58012"/>
                          <a:pt x="200601" y="56677"/>
                        </a:cubicBezTo>
                        <a:lnTo>
                          <a:pt x="83670" y="1500"/>
                        </a:lnTo>
                        <a:cubicBezTo>
                          <a:pt x="78571" y="-883"/>
                          <a:pt x="72615" y="-406"/>
                          <a:pt x="67993" y="2786"/>
                        </a:cubicBezTo>
                        <a:lnTo>
                          <a:pt x="3381" y="47624"/>
                        </a:lnTo>
                        <a:cubicBezTo>
                          <a:pt x="712" y="49482"/>
                          <a:pt x="-336" y="52484"/>
                          <a:pt x="93" y="55296"/>
                        </a:cubicBezTo>
                        <a:lnTo>
                          <a:pt x="427" y="59679"/>
                        </a:lnTo>
                        <a:cubicBezTo>
                          <a:pt x="760" y="62205"/>
                          <a:pt x="2285" y="64587"/>
                          <a:pt x="4905" y="65826"/>
                        </a:cubicBezTo>
                        <a:lnTo>
                          <a:pt x="121884" y="120956"/>
                        </a:lnTo>
                        <a:cubicBezTo>
                          <a:pt x="126983" y="123339"/>
                          <a:pt x="132939" y="122862"/>
                          <a:pt x="137561" y="119670"/>
                        </a:cubicBezTo>
                        <a:lnTo>
                          <a:pt x="202126" y="74832"/>
                        </a:lnTo>
                        <a:cubicBezTo>
                          <a:pt x="204413" y="73259"/>
                          <a:pt x="205509" y="70782"/>
                          <a:pt x="205509" y="68351"/>
                        </a:cubicBezTo>
                        <a:cubicBezTo>
                          <a:pt x="205509" y="68161"/>
                          <a:pt x="205509" y="68066"/>
                          <a:pt x="205509" y="68018"/>
                        </a:cubicBezTo>
                        <a:cubicBezTo>
                          <a:pt x="205509" y="67827"/>
                          <a:pt x="205509" y="67637"/>
                          <a:pt x="205461" y="67446"/>
                        </a:cubicBezTo>
                        <a:lnTo>
                          <a:pt x="205128" y="63539"/>
                        </a:lnTo>
                        <a:close/>
                      </a:path>
                    </a:pathLst>
                  </a:custGeom>
                  <a:solidFill>
                    <a:srgbClr val="C0C6C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63" name="Freeform: Shape 2762">
                    <a:extLst>
                      <a:ext uri="{FF2B5EF4-FFF2-40B4-BE49-F238E27FC236}">
                        <a16:creationId xmlns:a16="http://schemas.microsoft.com/office/drawing/2014/main" id="{823B7C1D-1A04-D76C-BE9E-C4A591B76335}"/>
                      </a:ext>
                    </a:extLst>
                  </p:cNvPr>
                  <p:cNvSpPr/>
                  <p:nvPr/>
                </p:nvSpPr>
                <p:spPr>
                  <a:xfrm>
                    <a:off x="5584017" y="4185325"/>
                    <a:ext cx="202461" cy="62083"/>
                  </a:xfrm>
                  <a:custGeom>
                    <a:avLst/>
                    <a:gdLst>
                      <a:gd name="connsiteX0" fmla="*/ 200031 w 202461"/>
                      <a:gd name="connsiteY0" fmla="*/ 11245 h 62083"/>
                      <a:gd name="connsiteX1" fmla="*/ 135467 w 202461"/>
                      <a:gd name="connsiteY1" fmla="*/ 56083 h 62083"/>
                      <a:gd name="connsiteX2" fmla="*/ 119790 w 202461"/>
                      <a:gd name="connsiteY2" fmla="*/ 57370 h 62083"/>
                      <a:gd name="connsiteX3" fmla="*/ 2811 w 202461"/>
                      <a:gd name="connsiteY3" fmla="*/ 2240 h 62083"/>
                      <a:gd name="connsiteX4" fmla="*/ 0 w 202461"/>
                      <a:gd name="connsiteY4" fmla="*/ 0 h 62083"/>
                      <a:gd name="connsiteX5" fmla="*/ 0 w 202461"/>
                      <a:gd name="connsiteY5" fmla="*/ 477 h 62083"/>
                      <a:gd name="connsiteX6" fmla="*/ 3764 w 202461"/>
                      <a:gd name="connsiteY6" fmla="*/ 5575 h 62083"/>
                      <a:gd name="connsiteX7" fmla="*/ 120743 w 202461"/>
                      <a:gd name="connsiteY7" fmla="*/ 60705 h 62083"/>
                      <a:gd name="connsiteX8" fmla="*/ 128081 w 202461"/>
                      <a:gd name="connsiteY8" fmla="*/ 62039 h 62083"/>
                      <a:gd name="connsiteX9" fmla="*/ 135085 w 202461"/>
                      <a:gd name="connsiteY9" fmla="*/ 59514 h 62083"/>
                      <a:gd name="connsiteX10" fmla="*/ 199650 w 202461"/>
                      <a:gd name="connsiteY10" fmla="*/ 14676 h 62083"/>
                      <a:gd name="connsiteX11" fmla="*/ 202462 w 202461"/>
                      <a:gd name="connsiteY11" fmla="*/ 9292 h 62083"/>
                      <a:gd name="connsiteX12" fmla="*/ 202462 w 202461"/>
                      <a:gd name="connsiteY12" fmla="*/ 8958 h 62083"/>
                      <a:gd name="connsiteX13" fmla="*/ 202462 w 202461"/>
                      <a:gd name="connsiteY13" fmla="*/ 8577 h 62083"/>
                      <a:gd name="connsiteX14" fmla="*/ 200079 w 202461"/>
                      <a:gd name="connsiteY14" fmla="*/ 11245 h 6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461" h="62083">
                        <a:moveTo>
                          <a:pt x="200031" y="11245"/>
                        </a:moveTo>
                        <a:lnTo>
                          <a:pt x="135467" y="56083"/>
                        </a:lnTo>
                        <a:cubicBezTo>
                          <a:pt x="130845" y="59276"/>
                          <a:pt x="124841" y="59800"/>
                          <a:pt x="119790" y="57370"/>
                        </a:cubicBezTo>
                        <a:lnTo>
                          <a:pt x="2811" y="2240"/>
                        </a:lnTo>
                        <a:cubicBezTo>
                          <a:pt x="1668" y="1715"/>
                          <a:pt x="715" y="905"/>
                          <a:pt x="0" y="0"/>
                        </a:cubicBezTo>
                        <a:lnTo>
                          <a:pt x="0" y="477"/>
                        </a:lnTo>
                        <a:cubicBezTo>
                          <a:pt x="334" y="2764"/>
                          <a:pt x="1715" y="4622"/>
                          <a:pt x="3764" y="5575"/>
                        </a:cubicBezTo>
                        <a:lnTo>
                          <a:pt x="120743" y="60705"/>
                        </a:lnTo>
                        <a:cubicBezTo>
                          <a:pt x="123030" y="61801"/>
                          <a:pt x="125556" y="62230"/>
                          <a:pt x="128081" y="62039"/>
                        </a:cubicBezTo>
                        <a:cubicBezTo>
                          <a:pt x="130606" y="61849"/>
                          <a:pt x="133037" y="60943"/>
                          <a:pt x="135085" y="59514"/>
                        </a:cubicBezTo>
                        <a:lnTo>
                          <a:pt x="199650" y="14676"/>
                        </a:lnTo>
                        <a:cubicBezTo>
                          <a:pt x="201461" y="13437"/>
                          <a:pt x="202462" y="11483"/>
                          <a:pt x="202462" y="9292"/>
                        </a:cubicBezTo>
                        <a:lnTo>
                          <a:pt x="202462" y="8958"/>
                        </a:lnTo>
                        <a:cubicBezTo>
                          <a:pt x="202462" y="8958"/>
                          <a:pt x="202462" y="8720"/>
                          <a:pt x="202462" y="8577"/>
                        </a:cubicBezTo>
                        <a:cubicBezTo>
                          <a:pt x="201890" y="9577"/>
                          <a:pt x="201128" y="10483"/>
                          <a:pt x="200079" y="11245"/>
                        </a:cubicBezTo>
                        <a:close/>
                      </a:path>
                    </a:pathLst>
                  </a:custGeom>
                  <a:solidFill>
                    <a:srgbClr val="45485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64" name="Graphic 212">
                    <a:extLst>
                      <a:ext uri="{FF2B5EF4-FFF2-40B4-BE49-F238E27FC236}">
                        <a16:creationId xmlns:a16="http://schemas.microsoft.com/office/drawing/2014/main" id="{2439AC7F-2BCD-483B-A513-30103420F9AE}"/>
                      </a:ext>
                    </a:extLst>
                  </p:cNvPr>
                  <p:cNvGrpSpPr/>
                  <p:nvPr/>
                </p:nvGrpSpPr>
                <p:grpSpPr>
                  <a:xfrm>
                    <a:off x="5604722" y="4150611"/>
                    <a:ext cx="129605" cy="78881"/>
                    <a:chOff x="5604722" y="4150611"/>
                    <a:chExt cx="129605" cy="78881"/>
                  </a:xfrm>
                </p:grpSpPr>
                <p:sp>
                  <p:nvSpPr>
                    <p:cNvPr id="2765" name="Freeform: Shape 2764">
                      <a:extLst>
                        <a:ext uri="{FF2B5EF4-FFF2-40B4-BE49-F238E27FC236}">
                          <a16:creationId xmlns:a16="http://schemas.microsoft.com/office/drawing/2014/main" id="{173DCB05-B065-7590-648E-FE3D2446C749}"/>
                        </a:ext>
                      </a:extLst>
                    </p:cNvPr>
                    <p:cNvSpPr/>
                    <p:nvPr/>
                  </p:nvSpPr>
                  <p:spPr>
                    <a:xfrm>
                      <a:off x="5604722" y="4160790"/>
                      <a:ext cx="129031" cy="68702"/>
                    </a:xfrm>
                    <a:custGeom>
                      <a:avLst/>
                      <a:gdLst>
                        <a:gd name="connsiteX0" fmla="*/ 127818 w 129031"/>
                        <a:gd name="connsiteY0" fmla="*/ 50742 h 68702"/>
                        <a:gd name="connsiteX1" fmla="*/ 103469 w 129031"/>
                        <a:gd name="connsiteY1" fmla="*/ 67658 h 68702"/>
                        <a:gd name="connsiteX2" fmla="*/ 97561 w 129031"/>
                        <a:gd name="connsiteY2" fmla="*/ 68134 h 68702"/>
                        <a:gd name="connsiteX3" fmla="*/ 1690 w 129031"/>
                        <a:gd name="connsiteY3" fmla="*/ 23011 h 68702"/>
                        <a:gd name="connsiteX4" fmla="*/ 1261 w 129031"/>
                        <a:gd name="connsiteY4" fmla="*/ 17912 h 68702"/>
                        <a:gd name="connsiteX5" fmla="*/ 25563 w 129031"/>
                        <a:gd name="connsiteY5" fmla="*/ 1044 h 68702"/>
                        <a:gd name="connsiteX6" fmla="*/ 31471 w 129031"/>
                        <a:gd name="connsiteY6" fmla="*/ 568 h 68702"/>
                        <a:gd name="connsiteX7" fmla="*/ 127341 w 129031"/>
                        <a:gd name="connsiteY7" fmla="*/ 45692 h 68702"/>
                        <a:gd name="connsiteX8" fmla="*/ 127770 w 129031"/>
                        <a:gd name="connsiteY8" fmla="*/ 50790 h 6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031" h="68702">
                          <a:moveTo>
                            <a:pt x="127818" y="50742"/>
                          </a:moveTo>
                          <a:lnTo>
                            <a:pt x="103469" y="67658"/>
                          </a:lnTo>
                          <a:cubicBezTo>
                            <a:pt x="101706" y="68849"/>
                            <a:pt x="99467" y="69040"/>
                            <a:pt x="97561" y="68134"/>
                          </a:cubicBezTo>
                          <a:lnTo>
                            <a:pt x="1690" y="23011"/>
                          </a:lnTo>
                          <a:cubicBezTo>
                            <a:pt x="-359" y="22058"/>
                            <a:pt x="-597" y="19199"/>
                            <a:pt x="1261" y="17912"/>
                          </a:cubicBezTo>
                          <a:lnTo>
                            <a:pt x="25563" y="1044"/>
                          </a:lnTo>
                          <a:cubicBezTo>
                            <a:pt x="27326" y="-147"/>
                            <a:pt x="29565" y="-338"/>
                            <a:pt x="31471" y="568"/>
                          </a:cubicBezTo>
                          <a:lnTo>
                            <a:pt x="127341" y="45692"/>
                          </a:lnTo>
                          <a:cubicBezTo>
                            <a:pt x="129390" y="46645"/>
                            <a:pt x="129628" y="49504"/>
                            <a:pt x="127770" y="50790"/>
                          </a:cubicBezTo>
                          <a:close/>
                        </a:path>
                      </a:pathLst>
                    </a:custGeom>
                    <a:solidFill>
                      <a:srgbClr val="A0A9A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66" name="Graphic 212">
                      <a:extLst>
                        <a:ext uri="{FF2B5EF4-FFF2-40B4-BE49-F238E27FC236}">
                          <a16:creationId xmlns:a16="http://schemas.microsoft.com/office/drawing/2014/main" id="{88F9D562-25AA-BD51-F429-14310AC03B88}"/>
                        </a:ext>
                      </a:extLst>
                    </p:cNvPr>
                    <p:cNvGrpSpPr/>
                    <p:nvPr/>
                  </p:nvGrpSpPr>
                  <p:grpSpPr>
                    <a:xfrm>
                      <a:off x="5610608" y="4150611"/>
                      <a:ext cx="123719" cy="75174"/>
                      <a:chOff x="5610608" y="4150611"/>
                      <a:chExt cx="123719" cy="75174"/>
                    </a:xfrm>
                  </p:grpSpPr>
                  <p:grpSp>
                    <p:nvGrpSpPr>
                      <p:cNvPr id="2767" name="Graphic 212">
                        <a:extLst>
                          <a:ext uri="{FF2B5EF4-FFF2-40B4-BE49-F238E27FC236}">
                            <a16:creationId xmlns:a16="http://schemas.microsoft.com/office/drawing/2014/main" id="{48143B05-F060-52A1-D39D-984BFA79DA1F}"/>
                          </a:ext>
                        </a:extLst>
                      </p:cNvPr>
                      <p:cNvGrpSpPr/>
                      <p:nvPr/>
                    </p:nvGrpSpPr>
                    <p:grpSpPr>
                      <a:xfrm>
                        <a:off x="5631587" y="4150611"/>
                        <a:ext cx="102740" cy="61404"/>
                        <a:chOff x="5631587" y="4150611"/>
                        <a:chExt cx="102740" cy="61404"/>
                      </a:xfrm>
                    </p:grpSpPr>
                    <p:sp>
                      <p:nvSpPr>
                        <p:cNvPr id="2821" name="Freeform: Shape 2820">
                          <a:extLst>
                            <a:ext uri="{FF2B5EF4-FFF2-40B4-BE49-F238E27FC236}">
                              <a16:creationId xmlns:a16="http://schemas.microsoft.com/office/drawing/2014/main" id="{CDB0462E-A367-9110-F88F-63A399F4476A}"/>
                            </a:ext>
                          </a:extLst>
                        </p:cNvPr>
                        <p:cNvSpPr/>
                        <p:nvPr/>
                      </p:nvSpPr>
                      <p:spPr>
                        <a:xfrm>
                          <a:off x="5721548" y="4207381"/>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2" name="Freeform: Shape 2821">
                          <a:extLst>
                            <a:ext uri="{FF2B5EF4-FFF2-40B4-BE49-F238E27FC236}">
                              <a16:creationId xmlns:a16="http://schemas.microsoft.com/office/drawing/2014/main" id="{73C5B17F-33E4-4204-6003-5F5B34D35A2F}"/>
                            </a:ext>
                          </a:extLst>
                        </p:cNvPr>
                        <p:cNvSpPr/>
                        <p:nvPr/>
                      </p:nvSpPr>
                      <p:spPr>
                        <a:xfrm>
                          <a:off x="5707340" y="4200757"/>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8"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3" name="Freeform: Shape 2822">
                          <a:extLst>
                            <a:ext uri="{FF2B5EF4-FFF2-40B4-BE49-F238E27FC236}">
                              <a16:creationId xmlns:a16="http://schemas.microsoft.com/office/drawing/2014/main" id="{32A36CEC-C3D7-BC8D-1B50-240EB4C56083}"/>
                            </a:ext>
                          </a:extLst>
                        </p:cNvPr>
                        <p:cNvSpPr/>
                        <p:nvPr/>
                      </p:nvSpPr>
                      <p:spPr>
                        <a:xfrm>
                          <a:off x="5672571" y="4150611"/>
                          <a:ext cx="61756" cy="34933"/>
                        </a:xfrm>
                        <a:custGeom>
                          <a:avLst/>
                          <a:gdLst>
                            <a:gd name="connsiteX0" fmla="*/ 31617 w 61756"/>
                            <a:gd name="connsiteY0" fmla="*/ 1312 h 34933"/>
                            <a:gd name="connsiteX1" fmla="*/ 58396 w 61756"/>
                            <a:gd name="connsiteY1" fmla="*/ 13749 h 34933"/>
                            <a:gd name="connsiteX2" fmla="*/ 59968 w 61756"/>
                            <a:gd name="connsiteY2" fmla="*/ 20324 h 34933"/>
                            <a:gd name="connsiteX3" fmla="*/ 39003 w 61756"/>
                            <a:gd name="connsiteY3" fmla="*/ 33714 h 34933"/>
                            <a:gd name="connsiteX4" fmla="*/ 31474 w 61756"/>
                            <a:gd name="connsiteY4" fmla="*/ 34190 h 34933"/>
                            <a:gd name="connsiteX5" fmla="*/ 3361 w 61756"/>
                            <a:gd name="connsiteY5" fmla="*/ 20992 h 34933"/>
                            <a:gd name="connsiteX6" fmla="*/ 1789 w 61756"/>
                            <a:gd name="connsiteY6" fmla="*/ 14416 h 34933"/>
                            <a:gd name="connsiteX7" fmla="*/ 22278 w 61756"/>
                            <a:gd name="connsiteY7" fmla="*/ 1455 h 34933"/>
                            <a:gd name="connsiteX8" fmla="*/ 31617 w 61756"/>
                            <a:gd name="connsiteY8" fmla="*/ 1265 h 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56" h="34933">
                              <a:moveTo>
                                <a:pt x="31617" y="1312"/>
                              </a:moveTo>
                              <a:lnTo>
                                <a:pt x="58396" y="13749"/>
                              </a:lnTo>
                              <a:cubicBezTo>
                                <a:pt x="62160" y="15512"/>
                                <a:pt x="62875" y="18466"/>
                                <a:pt x="59968" y="20324"/>
                              </a:cubicBezTo>
                              <a:lnTo>
                                <a:pt x="39003" y="33714"/>
                              </a:lnTo>
                              <a:cubicBezTo>
                                <a:pt x="36763" y="35143"/>
                                <a:pt x="33904" y="35334"/>
                                <a:pt x="31474" y="34190"/>
                              </a:cubicBezTo>
                              <a:lnTo>
                                <a:pt x="3361" y="20992"/>
                              </a:lnTo>
                              <a:cubicBezTo>
                                <a:pt x="-403" y="19229"/>
                                <a:pt x="-1118" y="16274"/>
                                <a:pt x="1789" y="14416"/>
                              </a:cubicBezTo>
                              <a:lnTo>
                                <a:pt x="22278" y="1455"/>
                              </a:lnTo>
                              <a:cubicBezTo>
                                <a:pt x="25184" y="-403"/>
                                <a:pt x="27853" y="-498"/>
                                <a:pt x="31617" y="1265"/>
                              </a:cubicBezTo>
                              <a:close/>
                            </a:path>
                          </a:pathLst>
                        </a:custGeom>
                        <a:solidFill>
                          <a:srgbClr val="A0A9A6"/>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4" name="Freeform: Shape 2823">
                          <a:extLst>
                            <a:ext uri="{FF2B5EF4-FFF2-40B4-BE49-F238E27FC236}">
                              <a16:creationId xmlns:a16="http://schemas.microsoft.com/office/drawing/2014/main" id="{726E78F9-C499-5A95-A71E-14331379B6BE}"/>
                            </a:ext>
                          </a:extLst>
                        </p:cNvPr>
                        <p:cNvSpPr/>
                        <p:nvPr/>
                      </p:nvSpPr>
                      <p:spPr>
                        <a:xfrm>
                          <a:off x="5714496" y="420409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5" name="Freeform: Shape 2824">
                          <a:extLst>
                            <a:ext uri="{FF2B5EF4-FFF2-40B4-BE49-F238E27FC236}">
                              <a16:creationId xmlns:a16="http://schemas.microsoft.com/office/drawing/2014/main" id="{67A66532-E0D8-4492-A762-FDD8931064EE}"/>
                            </a:ext>
                          </a:extLst>
                        </p:cNvPr>
                        <p:cNvSpPr/>
                        <p:nvPr/>
                      </p:nvSpPr>
                      <p:spPr>
                        <a:xfrm>
                          <a:off x="5664408" y="4180602"/>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8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6" name="Freeform: Shape 2825">
                          <a:extLst>
                            <a:ext uri="{FF2B5EF4-FFF2-40B4-BE49-F238E27FC236}">
                              <a16:creationId xmlns:a16="http://schemas.microsoft.com/office/drawing/2014/main" id="{DF3BB2EF-14D0-068F-F398-50BC076E296F}"/>
                            </a:ext>
                          </a:extLst>
                        </p:cNvPr>
                        <p:cNvSpPr/>
                        <p:nvPr/>
                      </p:nvSpPr>
                      <p:spPr>
                        <a:xfrm>
                          <a:off x="5700335" y="4197422"/>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7" name="Freeform: Shape 2826">
                          <a:extLst>
                            <a:ext uri="{FF2B5EF4-FFF2-40B4-BE49-F238E27FC236}">
                              <a16:creationId xmlns:a16="http://schemas.microsoft.com/office/drawing/2014/main" id="{0923B231-57EE-534D-1905-E88212E603E5}"/>
                            </a:ext>
                          </a:extLst>
                        </p:cNvPr>
                        <p:cNvSpPr/>
                        <p:nvPr/>
                      </p:nvSpPr>
                      <p:spPr>
                        <a:xfrm>
                          <a:off x="5650551" y="4174026"/>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8" name="Freeform: Shape 2827">
                          <a:extLst>
                            <a:ext uri="{FF2B5EF4-FFF2-40B4-BE49-F238E27FC236}">
                              <a16:creationId xmlns:a16="http://schemas.microsoft.com/office/drawing/2014/main" id="{14076FD9-3FFF-02E8-6DCB-B7F5E12AAEE5}"/>
                            </a:ext>
                          </a:extLst>
                        </p:cNvPr>
                        <p:cNvSpPr/>
                        <p:nvPr/>
                      </p:nvSpPr>
                      <p:spPr>
                        <a:xfrm>
                          <a:off x="5643547" y="4170738"/>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9" name="Freeform: Shape 2828">
                          <a:extLst>
                            <a:ext uri="{FF2B5EF4-FFF2-40B4-BE49-F238E27FC236}">
                              <a16:creationId xmlns:a16="http://schemas.microsoft.com/office/drawing/2014/main" id="{913316BE-AB3A-7DCF-709A-D97604FA0640}"/>
                            </a:ext>
                          </a:extLst>
                        </p:cNvPr>
                        <p:cNvSpPr/>
                        <p:nvPr/>
                      </p:nvSpPr>
                      <p:spPr>
                        <a:xfrm>
                          <a:off x="5631587" y="416525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5" y="4724"/>
                                <a:pt x="3891"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0" name="Freeform: Shape 2829">
                          <a:extLst>
                            <a:ext uri="{FF2B5EF4-FFF2-40B4-BE49-F238E27FC236}">
                              <a16:creationId xmlns:a16="http://schemas.microsoft.com/office/drawing/2014/main" id="{3D22B79D-AF02-AC0B-7F6B-827E9F98F280}"/>
                            </a:ext>
                          </a:extLst>
                        </p:cNvPr>
                        <p:cNvSpPr/>
                        <p:nvPr/>
                      </p:nvSpPr>
                      <p:spPr>
                        <a:xfrm>
                          <a:off x="5657508" y="4177314"/>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1" name="Freeform: Shape 2830">
                          <a:extLst>
                            <a:ext uri="{FF2B5EF4-FFF2-40B4-BE49-F238E27FC236}">
                              <a16:creationId xmlns:a16="http://schemas.microsoft.com/office/drawing/2014/main" id="{BD21994E-30EA-559E-8610-3F41B1BF9B94}"/>
                            </a:ext>
                          </a:extLst>
                        </p:cNvPr>
                        <p:cNvSpPr/>
                        <p:nvPr/>
                      </p:nvSpPr>
                      <p:spPr>
                        <a:xfrm>
                          <a:off x="5672508" y="4184318"/>
                          <a:ext cx="28243" cy="13926"/>
                        </a:xfrm>
                        <a:custGeom>
                          <a:avLst/>
                          <a:gdLst>
                            <a:gd name="connsiteX0" fmla="*/ 4568 w 28243"/>
                            <a:gd name="connsiteY0" fmla="*/ 197 h 13926"/>
                            <a:gd name="connsiteX1" fmla="*/ 27773 w 28243"/>
                            <a:gd name="connsiteY1" fmla="*/ 11109 h 13926"/>
                            <a:gd name="connsiteX2" fmla="*/ 28011 w 28243"/>
                            <a:gd name="connsiteY2" fmla="*/ 12014 h 13926"/>
                            <a:gd name="connsiteX3" fmla="*/ 25343 w 28243"/>
                            <a:gd name="connsiteY3" fmla="*/ 13729 h 13926"/>
                            <a:gd name="connsiteX4" fmla="*/ 23675 w 28243"/>
                            <a:gd name="connsiteY4" fmla="*/ 13729 h 13926"/>
                            <a:gd name="connsiteX5" fmla="*/ 470 w 28243"/>
                            <a:gd name="connsiteY5" fmla="*/ 2818 h 13926"/>
                            <a:gd name="connsiteX6" fmla="*/ 232 w 28243"/>
                            <a:gd name="connsiteY6" fmla="*/ 1912 h 13926"/>
                            <a:gd name="connsiteX7" fmla="*/ 2900 w 28243"/>
                            <a:gd name="connsiteY7" fmla="*/ 197 h 13926"/>
                            <a:gd name="connsiteX8" fmla="*/ 4568 w 28243"/>
                            <a:gd name="connsiteY8" fmla="*/ 197 h 1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43" h="13926">
                              <a:moveTo>
                                <a:pt x="4568" y="197"/>
                              </a:moveTo>
                              <a:lnTo>
                                <a:pt x="27773" y="11109"/>
                              </a:lnTo>
                              <a:cubicBezTo>
                                <a:pt x="28297" y="11347"/>
                                <a:pt x="28393" y="11776"/>
                                <a:pt x="28011" y="12014"/>
                              </a:cubicBezTo>
                              <a:lnTo>
                                <a:pt x="25343" y="13729"/>
                              </a:lnTo>
                              <a:cubicBezTo>
                                <a:pt x="24914" y="13968"/>
                                <a:pt x="24200" y="14015"/>
                                <a:pt x="23675" y="13729"/>
                              </a:cubicBezTo>
                              <a:lnTo>
                                <a:pt x="470" y="2818"/>
                              </a:lnTo>
                              <a:cubicBezTo>
                                <a:pt x="-54" y="2579"/>
                                <a:pt x="-149" y="2151"/>
                                <a:pt x="232" y="1912"/>
                              </a:cubicBezTo>
                              <a:lnTo>
                                <a:pt x="2900" y="197"/>
                              </a:lnTo>
                              <a:cubicBezTo>
                                <a:pt x="3329"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2" name="Freeform: Shape 2831">
                          <a:extLst>
                            <a:ext uri="{FF2B5EF4-FFF2-40B4-BE49-F238E27FC236}">
                              <a16:creationId xmlns:a16="http://schemas.microsoft.com/office/drawing/2014/main" id="{C970FCE8-CA3C-FCE8-6AEB-5C0B57F2195D}"/>
                            </a:ext>
                          </a:extLst>
                        </p:cNvPr>
                        <p:cNvSpPr/>
                        <p:nvPr/>
                      </p:nvSpPr>
                      <p:spPr>
                        <a:xfrm>
                          <a:off x="5638150" y="4169899"/>
                          <a:ext cx="4758" cy="2453"/>
                        </a:xfrm>
                        <a:custGeom>
                          <a:avLst/>
                          <a:gdLst>
                            <a:gd name="connsiteX0" fmla="*/ 1903 w 4758"/>
                            <a:gd name="connsiteY0" fmla="*/ 179 h 2453"/>
                            <a:gd name="connsiteX1" fmla="*/ 4333 w 4758"/>
                            <a:gd name="connsiteY1" fmla="*/ 1322 h 2453"/>
                            <a:gd name="connsiteX2" fmla="*/ 4524 w 4758"/>
                            <a:gd name="connsiteY2" fmla="*/ 2132 h 2453"/>
                            <a:gd name="connsiteX3" fmla="*/ 4333 w 4758"/>
                            <a:gd name="connsiteY3" fmla="*/ 2275 h 2453"/>
                            <a:gd name="connsiteX4" fmla="*/ 2856 w 4758"/>
                            <a:gd name="connsiteY4" fmla="*/ 2275 h 2453"/>
                            <a:gd name="connsiteX5" fmla="*/ 426 w 4758"/>
                            <a:gd name="connsiteY5" fmla="*/ 1132 h 2453"/>
                            <a:gd name="connsiteX6" fmla="*/ 235 w 4758"/>
                            <a:gd name="connsiteY6" fmla="*/ 322 h 2453"/>
                            <a:gd name="connsiteX7" fmla="*/ 426 w 4758"/>
                            <a:gd name="connsiteY7" fmla="*/ 179 h 2453"/>
                            <a:gd name="connsiteX8" fmla="*/ 1903 w 4758"/>
                            <a:gd name="connsiteY8" fmla="*/ 179 h 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8" h="2453">
                              <a:moveTo>
                                <a:pt x="1903" y="179"/>
                              </a:moveTo>
                              <a:lnTo>
                                <a:pt x="4333" y="1322"/>
                              </a:lnTo>
                              <a:cubicBezTo>
                                <a:pt x="4810" y="1561"/>
                                <a:pt x="4905" y="1894"/>
                                <a:pt x="4524" y="2132"/>
                              </a:cubicBezTo>
                              <a:lnTo>
                                <a:pt x="4333" y="2275"/>
                              </a:lnTo>
                              <a:cubicBezTo>
                                <a:pt x="3952" y="2514"/>
                                <a:pt x="3285" y="2514"/>
                                <a:pt x="2856" y="2275"/>
                              </a:cubicBezTo>
                              <a:lnTo>
                                <a:pt x="426" y="1132"/>
                              </a:lnTo>
                              <a:cubicBezTo>
                                <a:pt x="-51" y="893"/>
                                <a:pt x="-146" y="560"/>
                                <a:pt x="235" y="322"/>
                              </a:cubicBezTo>
                              <a:lnTo>
                                <a:pt x="426" y="179"/>
                              </a:lnTo>
                              <a:cubicBezTo>
                                <a:pt x="807" y="-60"/>
                                <a:pt x="1474" y="-60"/>
                                <a:pt x="190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33" name="Freeform: Shape 2832">
                          <a:extLst>
                            <a:ext uri="{FF2B5EF4-FFF2-40B4-BE49-F238E27FC236}">
                              <a16:creationId xmlns:a16="http://schemas.microsoft.com/office/drawing/2014/main" id="{DD744C15-A207-4824-BF51-9744F6C0E460}"/>
                            </a:ext>
                          </a:extLst>
                        </p:cNvPr>
                        <p:cNvSpPr/>
                        <p:nvPr/>
                      </p:nvSpPr>
                      <p:spPr>
                        <a:xfrm>
                          <a:off x="5640866" y="4168184"/>
                          <a:ext cx="4758" cy="2453"/>
                        </a:xfrm>
                        <a:custGeom>
                          <a:avLst/>
                          <a:gdLst>
                            <a:gd name="connsiteX0" fmla="*/ 1903 w 4758"/>
                            <a:gd name="connsiteY0" fmla="*/ 179 h 2453"/>
                            <a:gd name="connsiteX1" fmla="*/ 4333 w 4758"/>
                            <a:gd name="connsiteY1" fmla="*/ 1322 h 2453"/>
                            <a:gd name="connsiteX2" fmla="*/ 4524 w 4758"/>
                            <a:gd name="connsiteY2" fmla="*/ 2132 h 2453"/>
                            <a:gd name="connsiteX3" fmla="*/ 4333 w 4758"/>
                            <a:gd name="connsiteY3" fmla="*/ 2275 h 2453"/>
                            <a:gd name="connsiteX4" fmla="*/ 2856 w 4758"/>
                            <a:gd name="connsiteY4" fmla="*/ 2275 h 2453"/>
                            <a:gd name="connsiteX5" fmla="*/ 426 w 4758"/>
                            <a:gd name="connsiteY5" fmla="*/ 1132 h 2453"/>
                            <a:gd name="connsiteX6" fmla="*/ 235 w 4758"/>
                            <a:gd name="connsiteY6" fmla="*/ 322 h 2453"/>
                            <a:gd name="connsiteX7" fmla="*/ 426 w 4758"/>
                            <a:gd name="connsiteY7" fmla="*/ 179 h 2453"/>
                            <a:gd name="connsiteX8" fmla="*/ 1903 w 4758"/>
                            <a:gd name="connsiteY8" fmla="*/ 179 h 2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58" h="2453">
                              <a:moveTo>
                                <a:pt x="1903" y="179"/>
                              </a:moveTo>
                              <a:lnTo>
                                <a:pt x="4333" y="1322"/>
                              </a:lnTo>
                              <a:cubicBezTo>
                                <a:pt x="4810" y="1560"/>
                                <a:pt x="4905" y="1894"/>
                                <a:pt x="4524" y="2132"/>
                              </a:cubicBezTo>
                              <a:lnTo>
                                <a:pt x="4333" y="2275"/>
                              </a:lnTo>
                              <a:cubicBezTo>
                                <a:pt x="3952" y="2514"/>
                                <a:pt x="3285" y="2514"/>
                                <a:pt x="2856" y="2275"/>
                              </a:cubicBezTo>
                              <a:lnTo>
                                <a:pt x="426" y="1132"/>
                              </a:lnTo>
                              <a:cubicBezTo>
                                <a:pt x="-51" y="893"/>
                                <a:pt x="-146" y="560"/>
                                <a:pt x="235" y="322"/>
                              </a:cubicBezTo>
                              <a:lnTo>
                                <a:pt x="426" y="179"/>
                              </a:lnTo>
                              <a:cubicBezTo>
                                <a:pt x="807" y="-60"/>
                                <a:pt x="1474" y="-60"/>
                                <a:pt x="190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768" name="Graphic 212">
                        <a:extLst>
                          <a:ext uri="{FF2B5EF4-FFF2-40B4-BE49-F238E27FC236}">
                            <a16:creationId xmlns:a16="http://schemas.microsoft.com/office/drawing/2014/main" id="{1E2B515D-B519-C53D-01F5-1BB1B478C93E}"/>
                          </a:ext>
                        </a:extLst>
                      </p:cNvPr>
                      <p:cNvGrpSpPr/>
                      <p:nvPr/>
                    </p:nvGrpSpPr>
                    <p:grpSpPr>
                      <a:xfrm>
                        <a:off x="5610608" y="4179190"/>
                        <a:ext cx="97805" cy="46595"/>
                        <a:chOff x="5610608" y="4179190"/>
                        <a:chExt cx="97805" cy="46595"/>
                      </a:xfrm>
                      <a:solidFill>
                        <a:srgbClr val="EEEFEF"/>
                      </a:solidFill>
                    </p:grpSpPr>
                    <p:sp>
                      <p:nvSpPr>
                        <p:cNvPr id="2808" name="Freeform: Shape 2807">
                          <a:extLst>
                            <a:ext uri="{FF2B5EF4-FFF2-40B4-BE49-F238E27FC236}">
                              <a16:creationId xmlns:a16="http://schemas.microsoft.com/office/drawing/2014/main" id="{96073F48-93D0-742F-38E6-94D58F1F90FE}"/>
                            </a:ext>
                          </a:extLst>
                        </p:cNvPr>
                        <p:cNvSpPr/>
                        <p:nvPr/>
                      </p:nvSpPr>
                      <p:spPr>
                        <a:xfrm>
                          <a:off x="5699916" y="4221151"/>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9" name="Freeform: Shape 2808">
                          <a:extLst>
                            <a:ext uri="{FF2B5EF4-FFF2-40B4-BE49-F238E27FC236}">
                              <a16:creationId xmlns:a16="http://schemas.microsoft.com/office/drawing/2014/main" id="{CE2390EC-8980-A253-43A2-F2A28B87782B}"/>
                            </a:ext>
                          </a:extLst>
                        </p:cNvPr>
                        <p:cNvSpPr/>
                        <p:nvPr/>
                      </p:nvSpPr>
                      <p:spPr>
                        <a:xfrm>
                          <a:off x="5685764" y="4214480"/>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9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1"/>
                                <a:pt x="270" y="1912"/>
                              </a:cubicBezTo>
                              <a:lnTo>
                                <a:pt x="2939"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0" name="Freeform: Shape 2809">
                          <a:extLst>
                            <a:ext uri="{FF2B5EF4-FFF2-40B4-BE49-F238E27FC236}">
                              <a16:creationId xmlns:a16="http://schemas.microsoft.com/office/drawing/2014/main" id="{F33F733F-0C37-2B5C-D5D6-3B13446F06F8}"/>
                            </a:ext>
                          </a:extLst>
                        </p:cNvPr>
                        <p:cNvSpPr/>
                        <p:nvPr/>
                      </p:nvSpPr>
                      <p:spPr>
                        <a:xfrm>
                          <a:off x="5693007" y="421786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1" name="Freeform: Shape 2810">
                          <a:extLst>
                            <a:ext uri="{FF2B5EF4-FFF2-40B4-BE49-F238E27FC236}">
                              <a16:creationId xmlns:a16="http://schemas.microsoft.com/office/drawing/2014/main" id="{80185A7F-79D6-1B7B-023E-24B56B702193}"/>
                            </a:ext>
                          </a:extLst>
                        </p:cNvPr>
                        <p:cNvSpPr/>
                        <p:nvPr/>
                      </p:nvSpPr>
                      <p:spPr>
                        <a:xfrm>
                          <a:off x="5678559" y="4211097"/>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2" name="Freeform: Shape 2811">
                          <a:extLst>
                            <a:ext uri="{FF2B5EF4-FFF2-40B4-BE49-F238E27FC236}">
                              <a16:creationId xmlns:a16="http://schemas.microsoft.com/office/drawing/2014/main" id="{2C7625B6-9306-FF98-CB0E-54EBEE179447}"/>
                            </a:ext>
                          </a:extLst>
                        </p:cNvPr>
                        <p:cNvSpPr/>
                        <p:nvPr/>
                      </p:nvSpPr>
                      <p:spPr>
                        <a:xfrm>
                          <a:off x="5671374" y="4207762"/>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3" name="Freeform: Shape 2812">
                          <a:extLst>
                            <a:ext uri="{FF2B5EF4-FFF2-40B4-BE49-F238E27FC236}">
                              <a16:creationId xmlns:a16="http://schemas.microsoft.com/office/drawing/2014/main" id="{E3D776D9-A4AD-0BB9-25FC-EC37E70A79AF}"/>
                            </a:ext>
                          </a:extLst>
                        </p:cNvPr>
                        <p:cNvSpPr/>
                        <p:nvPr/>
                      </p:nvSpPr>
                      <p:spPr>
                        <a:xfrm>
                          <a:off x="5664226" y="4204379"/>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4" name="Freeform: Shape 2813">
                          <a:extLst>
                            <a:ext uri="{FF2B5EF4-FFF2-40B4-BE49-F238E27FC236}">
                              <a16:creationId xmlns:a16="http://schemas.microsoft.com/office/drawing/2014/main" id="{AA8A0CAB-F3BD-23E4-AA49-76E9B8CE591B}"/>
                            </a:ext>
                          </a:extLst>
                        </p:cNvPr>
                        <p:cNvSpPr/>
                        <p:nvPr/>
                      </p:nvSpPr>
                      <p:spPr>
                        <a:xfrm>
                          <a:off x="5656984" y="420099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5" name="Freeform: Shape 2814">
                          <a:extLst>
                            <a:ext uri="{FF2B5EF4-FFF2-40B4-BE49-F238E27FC236}">
                              <a16:creationId xmlns:a16="http://schemas.microsoft.com/office/drawing/2014/main" id="{2FE770C7-666C-80A9-17B4-AB1DCAB3B54E}"/>
                            </a:ext>
                          </a:extLst>
                        </p:cNvPr>
                        <p:cNvSpPr/>
                        <p:nvPr/>
                      </p:nvSpPr>
                      <p:spPr>
                        <a:xfrm>
                          <a:off x="5649836" y="4197613"/>
                          <a:ext cx="8459" cy="4634"/>
                        </a:xfrm>
                        <a:custGeom>
                          <a:avLst/>
                          <a:gdLst>
                            <a:gd name="connsiteX0" fmla="*/ 4559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3" y="2055"/>
                                <a:pt x="8609"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6" name="Freeform: Shape 2815">
                          <a:extLst>
                            <a:ext uri="{FF2B5EF4-FFF2-40B4-BE49-F238E27FC236}">
                              <a16:creationId xmlns:a16="http://schemas.microsoft.com/office/drawing/2014/main" id="{0B78891A-3A2D-E6B9-CAA9-CD1FA7FA462C}"/>
                            </a:ext>
                          </a:extLst>
                        </p:cNvPr>
                        <p:cNvSpPr/>
                        <p:nvPr/>
                      </p:nvSpPr>
                      <p:spPr>
                        <a:xfrm>
                          <a:off x="5642594" y="419422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7" name="Freeform: Shape 2816">
                          <a:extLst>
                            <a:ext uri="{FF2B5EF4-FFF2-40B4-BE49-F238E27FC236}">
                              <a16:creationId xmlns:a16="http://schemas.microsoft.com/office/drawing/2014/main" id="{AB4918D4-5509-377E-8BA6-0071B1E11D7C}"/>
                            </a:ext>
                          </a:extLst>
                        </p:cNvPr>
                        <p:cNvSpPr/>
                        <p:nvPr/>
                      </p:nvSpPr>
                      <p:spPr>
                        <a:xfrm>
                          <a:off x="5635399" y="419084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8" name="Freeform: Shape 2817">
                          <a:extLst>
                            <a:ext uri="{FF2B5EF4-FFF2-40B4-BE49-F238E27FC236}">
                              <a16:creationId xmlns:a16="http://schemas.microsoft.com/office/drawing/2014/main" id="{8A11A416-BCDD-6D3B-C33C-F247267D04FC}"/>
                            </a:ext>
                          </a:extLst>
                        </p:cNvPr>
                        <p:cNvSpPr/>
                        <p:nvPr/>
                      </p:nvSpPr>
                      <p:spPr>
                        <a:xfrm>
                          <a:off x="5628251" y="418746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19" name="Freeform: Shape 2818">
                          <a:extLst>
                            <a:ext uri="{FF2B5EF4-FFF2-40B4-BE49-F238E27FC236}">
                              <a16:creationId xmlns:a16="http://schemas.microsoft.com/office/drawing/2014/main" id="{0AC757AB-7269-AAC2-FF66-79D60EB31D1A}"/>
                            </a:ext>
                          </a:extLst>
                        </p:cNvPr>
                        <p:cNvSpPr/>
                        <p:nvPr/>
                      </p:nvSpPr>
                      <p:spPr>
                        <a:xfrm>
                          <a:off x="5621104" y="4184128"/>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1" y="4438"/>
                              </a:cubicBezTo>
                              <a:lnTo>
                                <a:pt x="461" y="2818"/>
                              </a:lnTo>
                              <a:cubicBezTo>
                                <a:pt x="-63" y="2580"/>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20" name="Freeform: Shape 2819">
                          <a:extLst>
                            <a:ext uri="{FF2B5EF4-FFF2-40B4-BE49-F238E27FC236}">
                              <a16:creationId xmlns:a16="http://schemas.microsoft.com/office/drawing/2014/main" id="{300CB4CE-8CFA-DFE6-5C5F-5585AB82E2D1}"/>
                            </a:ext>
                          </a:extLst>
                        </p:cNvPr>
                        <p:cNvSpPr/>
                        <p:nvPr/>
                      </p:nvSpPr>
                      <p:spPr>
                        <a:xfrm>
                          <a:off x="5610608" y="4179190"/>
                          <a:ext cx="11286" cy="5884"/>
                        </a:xfrm>
                        <a:custGeom>
                          <a:avLst/>
                          <a:gdLst>
                            <a:gd name="connsiteX0" fmla="*/ 4381 w 11286"/>
                            <a:gd name="connsiteY0" fmla="*/ 179 h 5884"/>
                            <a:gd name="connsiteX1" fmla="*/ 10861 w 11286"/>
                            <a:gd name="connsiteY1" fmla="*/ 3228 h 5884"/>
                            <a:gd name="connsiteX2" fmla="*/ 11052 w 11286"/>
                            <a:gd name="connsiteY2" fmla="*/ 4086 h 5884"/>
                            <a:gd name="connsiteX3" fmla="*/ 8526 w 11286"/>
                            <a:gd name="connsiteY3" fmla="*/ 5706 h 5884"/>
                            <a:gd name="connsiteX4" fmla="*/ 6906 w 11286"/>
                            <a:gd name="connsiteY4" fmla="*/ 5706 h 5884"/>
                            <a:gd name="connsiteX5" fmla="*/ 426 w 11286"/>
                            <a:gd name="connsiteY5" fmla="*/ 2656 h 5884"/>
                            <a:gd name="connsiteX6" fmla="*/ 235 w 11286"/>
                            <a:gd name="connsiteY6" fmla="*/ 1799 h 5884"/>
                            <a:gd name="connsiteX7" fmla="*/ 2761 w 11286"/>
                            <a:gd name="connsiteY7" fmla="*/ 179 h 5884"/>
                            <a:gd name="connsiteX8" fmla="*/ 4381 w 11286"/>
                            <a:gd name="connsiteY8" fmla="*/ 179 h 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86" h="5884">
                              <a:moveTo>
                                <a:pt x="4381" y="179"/>
                              </a:moveTo>
                              <a:lnTo>
                                <a:pt x="10861" y="3228"/>
                              </a:lnTo>
                              <a:cubicBezTo>
                                <a:pt x="11338" y="3467"/>
                                <a:pt x="11433" y="3848"/>
                                <a:pt x="11052" y="4086"/>
                              </a:cubicBezTo>
                              <a:lnTo>
                                <a:pt x="8526" y="5706"/>
                              </a:lnTo>
                              <a:cubicBezTo>
                                <a:pt x="8145" y="5944"/>
                                <a:pt x="7430" y="5944"/>
                                <a:pt x="6906" y="5706"/>
                              </a:cubicBezTo>
                              <a:lnTo>
                                <a:pt x="426" y="2656"/>
                              </a:lnTo>
                              <a:cubicBezTo>
                                <a:pt x="-51" y="2418"/>
                                <a:pt x="-146" y="2037"/>
                                <a:pt x="235" y="1799"/>
                              </a:cubicBezTo>
                              <a:lnTo>
                                <a:pt x="2761" y="179"/>
                              </a:lnTo>
                              <a:cubicBezTo>
                                <a:pt x="3142" y="-60"/>
                                <a:pt x="3857" y="-60"/>
                                <a:pt x="4381"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769" name="Graphic 212">
                        <a:extLst>
                          <a:ext uri="{FF2B5EF4-FFF2-40B4-BE49-F238E27FC236}">
                            <a16:creationId xmlns:a16="http://schemas.microsoft.com/office/drawing/2014/main" id="{3A11B4C9-5D6A-9A96-3F95-CADAD6499E82}"/>
                          </a:ext>
                        </a:extLst>
                      </p:cNvPr>
                      <p:cNvGrpSpPr/>
                      <p:nvPr/>
                    </p:nvGrpSpPr>
                    <p:grpSpPr>
                      <a:xfrm>
                        <a:off x="5615519" y="4175551"/>
                        <a:ext cx="97862" cy="46547"/>
                        <a:chOff x="5615519" y="4175551"/>
                        <a:chExt cx="97862" cy="46547"/>
                      </a:xfrm>
                      <a:solidFill>
                        <a:srgbClr val="EEEFEF"/>
                      </a:solidFill>
                    </p:grpSpPr>
                    <p:sp>
                      <p:nvSpPr>
                        <p:cNvPr id="2795" name="Freeform: Shape 2794">
                          <a:extLst>
                            <a:ext uri="{FF2B5EF4-FFF2-40B4-BE49-F238E27FC236}">
                              <a16:creationId xmlns:a16="http://schemas.microsoft.com/office/drawing/2014/main" id="{A1B0F52B-2315-E022-9C63-A6337C28D4DF}"/>
                            </a:ext>
                          </a:extLst>
                        </p:cNvPr>
                        <p:cNvSpPr/>
                        <p:nvPr/>
                      </p:nvSpPr>
                      <p:spPr>
                        <a:xfrm>
                          <a:off x="5687384" y="420928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6" name="Freeform: Shape 2795">
                          <a:extLst>
                            <a:ext uri="{FF2B5EF4-FFF2-40B4-BE49-F238E27FC236}">
                              <a16:creationId xmlns:a16="http://schemas.microsoft.com/office/drawing/2014/main" id="{FF01EBE1-B339-CE72-93C6-88F2C2A98BE8}"/>
                            </a:ext>
                          </a:extLst>
                        </p:cNvPr>
                        <p:cNvSpPr/>
                        <p:nvPr/>
                      </p:nvSpPr>
                      <p:spPr>
                        <a:xfrm>
                          <a:off x="5694627" y="4212670"/>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7" name="Freeform: Shape 2796">
                          <a:extLst>
                            <a:ext uri="{FF2B5EF4-FFF2-40B4-BE49-F238E27FC236}">
                              <a16:creationId xmlns:a16="http://schemas.microsoft.com/office/drawing/2014/main" id="{266275BD-DF10-69A8-5C05-E4AE8A39EE74}"/>
                            </a:ext>
                          </a:extLst>
                        </p:cNvPr>
                        <p:cNvSpPr/>
                        <p:nvPr/>
                      </p:nvSpPr>
                      <p:spPr>
                        <a:xfrm>
                          <a:off x="5680180" y="4205903"/>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8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8" name="Freeform: Shape 2797">
                          <a:extLst>
                            <a:ext uri="{FF2B5EF4-FFF2-40B4-BE49-F238E27FC236}">
                              <a16:creationId xmlns:a16="http://schemas.microsoft.com/office/drawing/2014/main" id="{B3A5EDEA-A2DD-FDE0-BA79-358BEA0815FD}"/>
                            </a:ext>
                          </a:extLst>
                        </p:cNvPr>
                        <p:cNvSpPr/>
                        <p:nvPr/>
                      </p:nvSpPr>
                      <p:spPr>
                        <a:xfrm>
                          <a:off x="5673032" y="4202520"/>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9" name="Freeform: Shape 2798">
                          <a:extLst>
                            <a:ext uri="{FF2B5EF4-FFF2-40B4-BE49-F238E27FC236}">
                              <a16:creationId xmlns:a16="http://schemas.microsoft.com/office/drawing/2014/main" id="{C477DF7C-5FEF-3BDE-1DC6-A620B7C886AC}"/>
                            </a:ext>
                          </a:extLst>
                        </p:cNvPr>
                        <p:cNvSpPr/>
                        <p:nvPr/>
                      </p:nvSpPr>
                      <p:spPr>
                        <a:xfrm>
                          <a:off x="5665837" y="4199137"/>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0" name="Freeform: Shape 2799">
                          <a:extLst>
                            <a:ext uri="{FF2B5EF4-FFF2-40B4-BE49-F238E27FC236}">
                              <a16:creationId xmlns:a16="http://schemas.microsoft.com/office/drawing/2014/main" id="{DB27A021-02F6-48B9-ED7D-4BF75E9732DD}"/>
                            </a:ext>
                          </a:extLst>
                        </p:cNvPr>
                        <p:cNvSpPr/>
                        <p:nvPr/>
                      </p:nvSpPr>
                      <p:spPr>
                        <a:xfrm>
                          <a:off x="5658652" y="4195754"/>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1" name="Freeform: Shape 2800">
                          <a:extLst>
                            <a:ext uri="{FF2B5EF4-FFF2-40B4-BE49-F238E27FC236}">
                              <a16:creationId xmlns:a16="http://schemas.microsoft.com/office/drawing/2014/main" id="{7AAF6DF6-092C-C5AF-CB54-0C0E7169F771}"/>
                            </a:ext>
                          </a:extLst>
                        </p:cNvPr>
                        <p:cNvSpPr/>
                        <p:nvPr/>
                      </p:nvSpPr>
                      <p:spPr>
                        <a:xfrm>
                          <a:off x="5651409" y="4192371"/>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2" name="Freeform: Shape 2801">
                          <a:extLst>
                            <a:ext uri="{FF2B5EF4-FFF2-40B4-BE49-F238E27FC236}">
                              <a16:creationId xmlns:a16="http://schemas.microsoft.com/office/drawing/2014/main" id="{094FBA8C-FDBB-CB45-017B-49215686D9E1}"/>
                            </a:ext>
                          </a:extLst>
                        </p:cNvPr>
                        <p:cNvSpPr/>
                        <p:nvPr/>
                      </p:nvSpPr>
                      <p:spPr>
                        <a:xfrm>
                          <a:off x="5644214" y="418903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80"/>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3" name="Freeform: Shape 2802">
                          <a:extLst>
                            <a:ext uri="{FF2B5EF4-FFF2-40B4-BE49-F238E27FC236}">
                              <a16:creationId xmlns:a16="http://schemas.microsoft.com/office/drawing/2014/main" id="{B5553EF9-DB2F-FD1A-6FB6-D376EEB3AC82}"/>
                            </a:ext>
                          </a:extLst>
                        </p:cNvPr>
                        <p:cNvSpPr/>
                        <p:nvPr/>
                      </p:nvSpPr>
                      <p:spPr>
                        <a:xfrm>
                          <a:off x="5637019" y="418565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4" name="Freeform: Shape 2803">
                          <a:extLst>
                            <a:ext uri="{FF2B5EF4-FFF2-40B4-BE49-F238E27FC236}">
                              <a16:creationId xmlns:a16="http://schemas.microsoft.com/office/drawing/2014/main" id="{3CDB1D2C-E403-4432-96DC-1FE52BA5F029}"/>
                            </a:ext>
                          </a:extLst>
                        </p:cNvPr>
                        <p:cNvSpPr/>
                        <p:nvPr/>
                      </p:nvSpPr>
                      <p:spPr>
                        <a:xfrm>
                          <a:off x="5629814" y="4182269"/>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5" name="Freeform: Shape 2804">
                          <a:extLst>
                            <a:ext uri="{FF2B5EF4-FFF2-40B4-BE49-F238E27FC236}">
                              <a16:creationId xmlns:a16="http://schemas.microsoft.com/office/drawing/2014/main" id="{2ABC1E8C-E06C-FAA5-E494-52F41A047D89}"/>
                            </a:ext>
                          </a:extLst>
                        </p:cNvPr>
                        <p:cNvSpPr/>
                        <p:nvPr/>
                      </p:nvSpPr>
                      <p:spPr>
                        <a:xfrm>
                          <a:off x="5622676" y="4178886"/>
                          <a:ext cx="8459" cy="4634"/>
                        </a:xfrm>
                        <a:custGeom>
                          <a:avLst/>
                          <a:gdLst>
                            <a:gd name="connsiteX0" fmla="*/ 4559 w 8459"/>
                            <a:gd name="connsiteY0" fmla="*/ 197 h 4634"/>
                            <a:gd name="connsiteX1" fmla="*/ 7989 w 8459"/>
                            <a:gd name="connsiteY1" fmla="*/ 1817 h 4634"/>
                            <a:gd name="connsiteX2" fmla="*/ 8228 w 8459"/>
                            <a:gd name="connsiteY2" fmla="*/ 2722 h 4634"/>
                            <a:gd name="connsiteX3" fmla="*/ 5559 w 8459"/>
                            <a:gd name="connsiteY3" fmla="*/ 4438 h 4634"/>
                            <a:gd name="connsiteX4" fmla="*/ 3891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9" y="197"/>
                              </a:moveTo>
                              <a:lnTo>
                                <a:pt x="7989" y="1817"/>
                              </a:lnTo>
                              <a:cubicBezTo>
                                <a:pt x="8514" y="2055"/>
                                <a:pt x="8609" y="2484"/>
                                <a:pt x="8228"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6" name="Freeform: Shape 2805">
                          <a:extLst>
                            <a:ext uri="{FF2B5EF4-FFF2-40B4-BE49-F238E27FC236}">
                              <a16:creationId xmlns:a16="http://schemas.microsoft.com/office/drawing/2014/main" id="{FE48CF5B-A9EE-83B5-CAE9-95D2E09F27AB}"/>
                            </a:ext>
                          </a:extLst>
                        </p:cNvPr>
                        <p:cNvSpPr/>
                        <p:nvPr/>
                      </p:nvSpPr>
                      <p:spPr>
                        <a:xfrm>
                          <a:off x="5615519" y="4175551"/>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0"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807" name="Freeform: Shape 2806">
                          <a:extLst>
                            <a:ext uri="{FF2B5EF4-FFF2-40B4-BE49-F238E27FC236}">
                              <a16:creationId xmlns:a16="http://schemas.microsoft.com/office/drawing/2014/main" id="{D208EDC0-D5FE-D741-66A9-326FD6462D24}"/>
                            </a:ext>
                          </a:extLst>
                        </p:cNvPr>
                        <p:cNvSpPr/>
                        <p:nvPr/>
                      </p:nvSpPr>
                      <p:spPr>
                        <a:xfrm>
                          <a:off x="5702143" y="4216214"/>
                          <a:ext cx="11238" cy="5884"/>
                        </a:xfrm>
                        <a:custGeom>
                          <a:avLst/>
                          <a:gdLst>
                            <a:gd name="connsiteX0" fmla="*/ 4333 w 11238"/>
                            <a:gd name="connsiteY0" fmla="*/ 179 h 5884"/>
                            <a:gd name="connsiteX1" fmla="*/ 10813 w 11238"/>
                            <a:gd name="connsiteY1" fmla="*/ 3228 h 5884"/>
                            <a:gd name="connsiteX2" fmla="*/ 11004 w 11238"/>
                            <a:gd name="connsiteY2" fmla="*/ 4086 h 5884"/>
                            <a:gd name="connsiteX3" fmla="*/ 8478 w 11238"/>
                            <a:gd name="connsiteY3" fmla="*/ 5706 h 5884"/>
                            <a:gd name="connsiteX4" fmla="*/ 6906 w 11238"/>
                            <a:gd name="connsiteY4" fmla="*/ 5706 h 5884"/>
                            <a:gd name="connsiteX5" fmla="*/ 426 w 11238"/>
                            <a:gd name="connsiteY5" fmla="*/ 2656 h 5884"/>
                            <a:gd name="connsiteX6" fmla="*/ 235 w 11238"/>
                            <a:gd name="connsiteY6" fmla="*/ 1799 h 5884"/>
                            <a:gd name="connsiteX7" fmla="*/ 2761 w 11238"/>
                            <a:gd name="connsiteY7" fmla="*/ 179 h 5884"/>
                            <a:gd name="connsiteX8" fmla="*/ 4333 w 11238"/>
                            <a:gd name="connsiteY8" fmla="*/ 179 h 5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38" h="5884">
                              <a:moveTo>
                                <a:pt x="4333" y="179"/>
                              </a:moveTo>
                              <a:lnTo>
                                <a:pt x="10813" y="3228"/>
                              </a:lnTo>
                              <a:cubicBezTo>
                                <a:pt x="11290" y="3466"/>
                                <a:pt x="11385" y="3848"/>
                                <a:pt x="11004" y="4086"/>
                              </a:cubicBezTo>
                              <a:lnTo>
                                <a:pt x="8478" y="5706"/>
                              </a:lnTo>
                              <a:cubicBezTo>
                                <a:pt x="8097" y="5944"/>
                                <a:pt x="7383" y="5944"/>
                                <a:pt x="6906" y="5706"/>
                              </a:cubicBezTo>
                              <a:lnTo>
                                <a:pt x="426" y="2656"/>
                              </a:lnTo>
                              <a:cubicBezTo>
                                <a:pt x="-51" y="2418"/>
                                <a:pt x="-146" y="2037"/>
                                <a:pt x="235" y="1799"/>
                              </a:cubicBezTo>
                              <a:lnTo>
                                <a:pt x="2761" y="179"/>
                              </a:lnTo>
                              <a:cubicBezTo>
                                <a:pt x="3142" y="-60"/>
                                <a:pt x="3856" y="-60"/>
                                <a:pt x="433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770" name="Graphic 212">
                        <a:extLst>
                          <a:ext uri="{FF2B5EF4-FFF2-40B4-BE49-F238E27FC236}">
                            <a16:creationId xmlns:a16="http://schemas.microsoft.com/office/drawing/2014/main" id="{94B9E052-44FC-3CBE-4B23-272C1A292AA6}"/>
                          </a:ext>
                        </a:extLst>
                      </p:cNvPr>
                      <p:cNvGrpSpPr/>
                      <p:nvPr/>
                    </p:nvGrpSpPr>
                    <p:grpSpPr>
                      <a:xfrm>
                        <a:off x="5621457" y="4172377"/>
                        <a:ext cx="97323" cy="46196"/>
                        <a:chOff x="5621457" y="4172377"/>
                        <a:chExt cx="97323" cy="46196"/>
                      </a:xfrm>
                      <a:solidFill>
                        <a:srgbClr val="EEEFEF"/>
                      </a:solidFill>
                    </p:grpSpPr>
                    <p:sp>
                      <p:nvSpPr>
                        <p:cNvPr id="2783" name="Freeform: Shape 2782">
                          <a:extLst>
                            <a:ext uri="{FF2B5EF4-FFF2-40B4-BE49-F238E27FC236}">
                              <a16:creationId xmlns:a16="http://schemas.microsoft.com/office/drawing/2014/main" id="{6D1DB8ED-50A2-C77C-3D2F-3647E3264AC7}"/>
                            </a:ext>
                          </a:extLst>
                        </p:cNvPr>
                        <p:cNvSpPr/>
                        <p:nvPr/>
                      </p:nvSpPr>
                      <p:spPr>
                        <a:xfrm>
                          <a:off x="5691044" y="4205046"/>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4" name="Freeform: Shape 2783">
                          <a:extLst>
                            <a:ext uri="{FF2B5EF4-FFF2-40B4-BE49-F238E27FC236}">
                              <a16:creationId xmlns:a16="http://schemas.microsoft.com/office/drawing/2014/main" id="{07A244DB-0511-6EBA-B8EC-EA94549A79F3}"/>
                            </a:ext>
                          </a:extLst>
                        </p:cNvPr>
                        <p:cNvSpPr/>
                        <p:nvPr/>
                      </p:nvSpPr>
                      <p:spPr>
                        <a:xfrm>
                          <a:off x="5698248" y="4208429"/>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5" name="Freeform: Shape 2784">
                          <a:extLst>
                            <a:ext uri="{FF2B5EF4-FFF2-40B4-BE49-F238E27FC236}">
                              <a16:creationId xmlns:a16="http://schemas.microsoft.com/office/drawing/2014/main" id="{09B3C7B9-E1DB-46DB-6DDF-2A83FB26B46C}"/>
                            </a:ext>
                          </a:extLst>
                        </p:cNvPr>
                        <p:cNvSpPr/>
                        <p:nvPr/>
                      </p:nvSpPr>
                      <p:spPr>
                        <a:xfrm>
                          <a:off x="5683858" y="420166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6" name="Freeform: Shape 2785">
                          <a:extLst>
                            <a:ext uri="{FF2B5EF4-FFF2-40B4-BE49-F238E27FC236}">
                              <a16:creationId xmlns:a16="http://schemas.microsoft.com/office/drawing/2014/main" id="{B6F1C05D-CA12-202C-969B-5D2EED26DC8E}"/>
                            </a:ext>
                          </a:extLst>
                        </p:cNvPr>
                        <p:cNvSpPr/>
                        <p:nvPr/>
                      </p:nvSpPr>
                      <p:spPr>
                        <a:xfrm>
                          <a:off x="5676653" y="4198280"/>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8"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7" name="Freeform: Shape 2786">
                          <a:extLst>
                            <a:ext uri="{FF2B5EF4-FFF2-40B4-BE49-F238E27FC236}">
                              <a16:creationId xmlns:a16="http://schemas.microsoft.com/office/drawing/2014/main" id="{D47433CB-2F2A-CD49-4FE9-5CB102902A16}"/>
                            </a:ext>
                          </a:extLst>
                        </p:cNvPr>
                        <p:cNvSpPr/>
                        <p:nvPr/>
                      </p:nvSpPr>
                      <p:spPr>
                        <a:xfrm>
                          <a:off x="5669563" y="4194897"/>
                          <a:ext cx="8459" cy="4634"/>
                        </a:xfrm>
                        <a:custGeom>
                          <a:avLst/>
                          <a:gdLst>
                            <a:gd name="connsiteX0" fmla="*/ 4558 w 8459"/>
                            <a:gd name="connsiteY0" fmla="*/ 197 h 4634"/>
                            <a:gd name="connsiteX1" fmla="*/ 7989 w 8459"/>
                            <a:gd name="connsiteY1" fmla="*/ 1817 h 4634"/>
                            <a:gd name="connsiteX2" fmla="*/ 8227 w 8459"/>
                            <a:gd name="connsiteY2" fmla="*/ 2722 h 4634"/>
                            <a:gd name="connsiteX3" fmla="*/ 5559 w 8459"/>
                            <a:gd name="connsiteY3" fmla="*/ 4438 h 4634"/>
                            <a:gd name="connsiteX4" fmla="*/ 3892 w 8459"/>
                            <a:gd name="connsiteY4" fmla="*/ 4438 h 4634"/>
                            <a:gd name="connsiteX5" fmla="*/ 461 w 8459"/>
                            <a:gd name="connsiteY5" fmla="*/ 2818 h 4634"/>
                            <a:gd name="connsiteX6" fmla="*/ 270 w 8459"/>
                            <a:gd name="connsiteY6" fmla="*/ 1912 h 4634"/>
                            <a:gd name="connsiteX7" fmla="*/ 2938 w 8459"/>
                            <a:gd name="connsiteY7" fmla="*/ 197 h 4634"/>
                            <a:gd name="connsiteX8" fmla="*/ 4606 w 8459"/>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59" h="4634">
                              <a:moveTo>
                                <a:pt x="4558" y="197"/>
                              </a:moveTo>
                              <a:lnTo>
                                <a:pt x="7989" y="1817"/>
                              </a:lnTo>
                              <a:cubicBezTo>
                                <a:pt x="8513" y="2055"/>
                                <a:pt x="8609"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8" name="Freeform: Shape 2787">
                          <a:extLst>
                            <a:ext uri="{FF2B5EF4-FFF2-40B4-BE49-F238E27FC236}">
                              <a16:creationId xmlns:a16="http://schemas.microsoft.com/office/drawing/2014/main" id="{89CA1FF4-299B-57B2-1652-770E8CFB2D61}"/>
                            </a:ext>
                          </a:extLst>
                        </p:cNvPr>
                        <p:cNvSpPr/>
                        <p:nvPr/>
                      </p:nvSpPr>
                      <p:spPr>
                        <a:xfrm>
                          <a:off x="5662321" y="4191513"/>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9" name="Freeform: Shape 2788">
                          <a:extLst>
                            <a:ext uri="{FF2B5EF4-FFF2-40B4-BE49-F238E27FC236}">
                              <a16:creationId xmlns:a16="http://schemas.microsoft.com/office/drawing/2014/main" id="{74C8CAF0-7698-3FE8-AA11-190388BA1A58}"/>
                            </a:ext>
                          </a:extLst>
                        </p:cNvPr>
                        <p:cNvSpPr/>
                        <p:nvPr/>
                      </p:nvSpPr>
                      <p:spPr>
                        <a:xfrm>
                          <a:off x="5655164" y="4188130"/>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0" name="Freeform: Shape 2789">
                          <a:extLst>
                            <a:ext uri="{FF2B5EF4-FFF2-40B4-BE49-F238E27FC236}">
                              <a16:creationId xmlns:a16="http://schemas.microsoft.com/office/drawing/2014/main" id="{4CADE249-42C3-7FF7-B604-2E97861458EB}"/>
                            </a:ext>
                          </a:extLst>
                        </p:cNvPr>
                        <p:cNvSpPr/>
                        <p:nvPr/>
                      </p:nvSpPr>
                      <p:spPr>
                        <a:xfrm>
                          <a:off x="5647930" y="4184795"/>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1" name="Freeform: Shape 2790">
                          <a:extLst>
                            <a:ext uri="{FF2B5EF4-FFF2-40B4-BE49-F238E27FC236}">
                              <a16:creationId xmlns:a16="http://schemas.microsoft.com/office/drawing/2014/main" id="{8FE39959-6EB3-AEDC-E20E-CECF0CA7592F}"/>
                            </a:ext>
                          </a:extLst>
                        </p:cNvPr>
                        <p:cNvSpPr/>
                        <p:nvPr/>
                      </p:nvSpPr>
                      <p:spPr>
                        <a:xfrm>
                          <a:off x="5640726" y="4181412"/>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2" name="Freeform: Shape 2791">
                          <a:extLst>
                            <a:ext uri="{FF2B5EF4-FFF2-40B4-BE49-F238E27FC236}">
                              <a16:creationId xmlns:a16="http://schemas.microsoft.com/office/drawing/2014/main" id="{50EA258A-22A5-F8D7-0D5C-8B2B63C7E5C5}"/>
                            </a:ext>
                          </a:extLst>
                        </p:cNvPr>
                        <p:cNvSpPr/>
                        <p:nvPr/>
                      </p:nvSpPr>
                      <p:spPr>
                        <a:xfrm>
                          <a:off x="5633579" y="4178029"/>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3" name="Freeform: Shape 2792">
                          <a:extLst>
                            <a:ext uri="{FF2B5EF4-FFF2-40B4-BE49-F238E27FC236}">
                              <a16:creationId xmlns:a16="http://schemas.microsoft.com/office/drawing/2014/main" id="{3E4FFCDD-D13D-D2D0-0EEB-755305A8DDB7}"/>
                            </a:ext>
                          </a:extLst>
                        </p:cNvPr>
                        <p:cNvSpPr/>
                        <p:nvPr/>
                      </p:nvSpPr>
                      <p:spPr>
                        <a:xfrm>
                          <a:off x="5706035" y="4212069"/>
                          <a:ext cx="12745" cy="6504"/>
                        </a:xfrm>
                        <a:custGeom>
                          <a:avLst/>
                          <a:gdLst>
                            <a:gd name="connsiteX0" fmla="*/ 4443 w 12745"/>
                            <a:gd name="connsiteY0" fmla="*/ 179 h 6504"/>
                            <a:gd name="connsiteX1" fmla="*/ 12305 w 12745"/>
                            <a:gd name="connsiteY1" fmla="*/ 3848 h 6504"/>
                            <a:gd name="connsiteX2" fmla="*/ 12496 w 12745"/>
                            <a:gd name="connsiteY2" fmla="*/ 4705 h 6504"/>
                            <a:gd name="connsiteX3" fmla="*/ 9923 w 12745"/>
                            <a:gd name="connsiteY3" fmla="*/ 6325 h 6504"/>
                            <a:gd name="connsiteX4" fmla="*/ 8303 w 12745"/>
                            <a:gd name="connsiteY4" fmla="*/ 6325 h 6504"/>
                            <a:gd name="connsiteX5" fmla="*/ 441 w 12745"/>
                            <a:gd name="connsiteY5" fmla="*/ 2656 h 6504"/>
                            <a:gd name="connsiteX6" fmla="*/ 250 w 12745"/>
                            <a:gd name="connsiteY6" fmla="*/ 1799 h 6504"/>
                            <a:gd name="connsiteX7" fmla="*/ 2823 w 12745"/>
                            <a:gd name="connsiteY7" fmla="*/ 179 h 6504"/>
                            <a:gd name="connsiteX8" fmla="*/ 4443 w 12745"/>
                            <a:gd name="connsiteY8" fmla="*/ 179 h 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5" h="6504">
                              <a:moveTo>
                                <a:pt x="4443" y="179"/>
                              </a:moveTo>
                              <a:lnTo>
                                <a:pt x="12305" y="3848"/>
                              </a:lnTo>
                              <a:cubicBezTo>
                                <a:pt x="12829" y="4086"/>
                                <a:pt x="12877" y="4467"/>
                                <a:pt x="12496" y="4705"/>
                              </a:cubicBezTo>
                              <a:lnTo>
                                <a:pt x="9923" y="6325"/>
                              </a:lnTo>
                              <a:cubicBezTo>
                                <a:pt x="9542" y="6564"/>
                                <a:pt x="8827" y="6564"/>
                                <a:pt x="8303" y="6325"/>
                              </a:cubicBezTo>
                              <a:lnTo>
                                <a:pt x="441" y="2656"/>
                              </a:lnTo>
                              <a:cubicBezTo>
                                <a:pt x="-83" y="2418"/>
                                <a:pt x="-131" y="2037"/>
                                <a:pt x="250" y="1799"/>
                              </a:cubicBezTo>
                              <a:lnTo>
                                <a:pt x="2823" y="179"/>
                              </a:lnTo>
                              <a:cubicBezTo>
                                <a:pt x="3204" y="-60"/>
                                <a:pt x="3919" y="-60"/>
                                <a:pt x="444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94" name="Freeform: Shape 2793">
                          <a:extLst>
                            <a:ext uri="{FF2B5EF4-FFF2-40B4-BE49-F238E27FC236}">
                              <a16:creationId xmlns:a16="http://schemas.microsoft.com/office/drawing/2014/main" id="{9A814445-D534-CBAE-BC86-895E03E40015}"/>
                            </a:ext>
                          </a:extLst>
                        </p:cNvPr>
                        <p:cNvSpPr/>
                        <p:nvPr/>
                      </p:nvSpPr>
                      <p:spPr>
                        <a:xfrm>
                          <a:off x="5621457" y="4172377"/>
                          <a:ext cx="12745" cy="6504"/>
                        </a:xfrm>
                        <a:custGeom>
                          <a:avLst/>
                          <a:gdLst>
                            <a:gd name="connsiteX0" fmla="*/ 4443 w 12745"/>
                            <a:gd name="connsiteY0" fmla="*/ 179 h 6504"/>
                            <a:gd name="connsiteX1" fmla="*/ 12305 w 12745"/>
                            <a:gd name="connsiteY1" fmla="*/ 3848 h 6504"/>
                            <a:gd name="connsiteX2" fmla="*/ 12496 w 12745"/>
                            <a:gd name="connsiteY2" fmla="*/ 4705 h 6504"/>
                            <a:gd name="connsiteX3" fmla="*/ 9923 w 12745"/>
                            <a:gd name="connsiteY3" fmla="*/ 6325 h 6504"/>
                            <a:gd name="connsiteX4" fmla="*/ 8303 w 12745"/>
                            <a:gd name="connsiteY4" fmla="*/ 6325 h 6504"/>
                            <a:gd name="connsiteX5" fmla="*/ 441 w 12745"/>
                            <a:gd name="connsiteY5" fmla="*/ 2656 h 6504"/>
                            <a:gd name="connsiteX6" fmla="*/ 250 w 12745"/>
                            <a:gd name="connsiteY6" fmla="*/ 1799 h 6504"/>
                            <a:gd name="connsiteX7" fmla="*/ 2823 w 12745"/>
                            <a:gd name="connsiteY7" fmla="*/ 179 h 6504"/>
                            <a:gd name="connsiteX8" fmla="*/ 4443 w 12745"/>
                            <a:gd name="connsiteY8" fmla="*/ 179 h 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45" h="6504">
                              <a:moveTo>
                                <a:pt x="4443" y="179"/>
                              </a:moveTo>
                              <a:lnTo>
                                <a:pt x="12305" y="3848"/>
                              </a:lnTo>
                              <a:cubicBezTo>
                                <a:pt x="12829" y="4086"/>
                                <a:pt x="12877" y="4467"/>
                                <a:pt x="12496" y="4705"/>
                              </a:cubicBezTo>
                              <a:lnTo>
                                <a:pt x="9923" y="6325"/>
                              </a:lnTo>
                              <a:cubicBezTo>
                                <a:pt x="9542" y="6564"/>
                                <a:pt x="8827" y="6564"/>
                                <a:pt x="8303" y="6325"/>
                              </a:cubicBezTo>
                              <a:lnTo>
                                <a:pt x="441" y="2656"/>
                              </a:lnTo>
                              <a:cubicBezTo>
                                <a:pt x="-83" y="2418"/>
                                <a:pt x="-131" y="2037"/>
                                <a:pt x="250" y="1799"/>
                              </a:cubicBezTo>
                              <a:lnTo>
                                <a:pt x="2823" y="179"/>
                              </a:lnTo>
                              <a:cubicBezTo>
                                <a:pt x="3204" y="-60"/>
                                <a:pt x="3919" y="-60"/>
                                <a:pt x="4443" y="179"/>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771" name="Graphic 212">
                        <a:extLst>
                          <a:ext uri="{FF2B5EF4-FFF2-40B4-BE49-F238E27FC236}">
                            <a16:creationId xmlns:a16="http://schemas.microsoft.com/office/drawing/2014/main" id="{22A2F81F-11E1-A06F-54DD-43A6833E7CC3}"/>
                          </a:ext>
                        </a:extLst>
                      </p:cNvPr>
                      <p:cNvGrpSpPr/>
                      <p:nvPr/>
                    </p:nvGrpSpPr>
                    <p:grpSpPr>
                      <a:xfrm>
                        <a:off x="5626622" y="4168767"/>
                        <a:ext cx="97763" cy="46649"/>
                        <a:chOff x="5626622" y="4168767"/>
                        <a:chExt cx="97763" cy="46649"/>
                      </a:xfrm>
                      <a:solidFill>
                        <a:srgbClr val="EEEFEF"/>
                      </a:solidFill>
                    </p:grpSpPr>
                    <p:sp>
                      <p:nvSpPr>
                        <p:cNvPr id="2772" name="Freeform: Shape 2771">
                          <a:extLst>
                            <a:ext uri="{FF2B5EF4-FFF2-40B4-BE49-F238E27FC236}">
                              <a16:creationId xmlns:a16="http://schemas.microsoft.com/office/drawing/2014/main" id="{C53310A7-0B59-8BF9-1907-5B6420D4B874}"/>
                            </a:ext>
                          </a:extLst>
                        </p:cNvPr>
                        <p:cNvSpPr/>
                        <p:nvPr/>
                      </p:nvSpPr>
                      <p:spPr>
                        <a:xfrm>
                          <a:off x="5692854" y="4199900"/>
                          <a:ext cx="8506" cy="4634"/>
                        </a:xfrm>
                        <a:custGeom>
                          <a:avLst/>
                          <a:gdLst>
                            <a:gd name="connsiteX0" fmla="*/ 4616 w 8506"/>
                            <a:gd name="connsiteY0" fmla="*/ 197 h 4634"/>
                            <a:gd name="connsiteX1" fmla="*/ 8046 w 8506"/>
                            <a:gd name="connsiteY1" fmla="*/ 1817 h 4634"/>
                            <a:gd name="connsiteX2" fmla="*/ 8237 w 8506"/>
                            <a:gd name="connsiteY2" fmla="*/ 2722 h 4634"/>
                            <a:gd name="connsiteX3" fmla="*/ 5569 w 8506"/>
                            <a:gd name="connsiteY3" fmla="*/ 4438 h 4634"/>
                            <a:gd name="connsiteX4" fmla="*/ 3901 w 8506"/>
                            <a:gd name="connsiteY4" fmla="*/ 4438 h 4634"/>
                            <a:gd name="connsiteX5" fmla="*/ 470 w 8506"/>
                            <a:gd name="connsiteY5" fmla="*/ 2818 h 4634"/>
                            <a:gd name="connsiteX6" fmla="*/ 232 w 8506"/>
                            <a:gd name="connsiteY6" fmla="*/ 1912 h 4634"/>
                            <a:gd name="connsiteX7" fmla="*/ 2900 w 8506"/>
                            <a:gd name="connsiteY7" fmla="*/ 197 h 4634"/>
                            <a:gd name="connsiteX8" fmla="*/ 4568 w 8506"/>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6"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0"/>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3" name="Freeform: Shape 2772">
                          <a:extLst>
                            <a:ext uri="{FF2B5EF4-FFF2-40B4-BE49-F238E27FC236}">
                              <a16:creationId xmlns:a16="http://schemas.microsoft.com/office/drawing/2014/main" id="{8C6F1F80-2ACA-5604-D2F7-E2B1B2E05DEF}"/>
                            </a:ext>
                          </a:extLst>
                        </p:cNvPr>
                        <p:cNvSpPr/>
                        <p:nvPr/>
                      </p:nvSpPr>
                      <p:spPr>
                        <a:xfrm>
                          <a:off x="5700097" y="4203235"/>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9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9"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4" name="Freeform: Shape 2773">
                          <a:extLst>
                            <a:ext uri="{FF2B5EF4-FFF2-40B4-BE49-F238E27FC236}">
                              <a16:creationId xmlns:a16="http://schemas.microsoft.com/office/drawing/2014/main" id="{D1A708B3-27B0-CFAA-4EC3-13FAFBFFDDD0}"/>
                            </a:ext>
                          </a:extLst>
                        </p:cNvPr>
                        <p:cNvSpPr/>
                        <p:nvPr/>
                      </p:nvSpPr>
                      <p:spPr>
                        <a:xfrm>
                          <a:off x="5685669" y="419651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5" name="Freeform: Shape 2774">
                          <a:extLst>
                            <a:ext uri="{FF2B5EF4-FFF2-40B4-BE49-F238E27FC236}">
                              <a16:creationId xmlns:a16="http://schemas.microsoft.com/office/drawing/2014/main" id="{3C41B050-4335-4C6C-63FB-A7315DD575E9}"/>
                            </a:ext>
                          </a:extLst>
                        </p:cNvPr>
                        <p:cNvSpPr/>
                        <p:nvPr/>
                      </p:nvSpPr>
                      <p:spPr>
                        <a:xfrm>
                          <a:off x="5678474" y="4193134"/>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2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2" y="4438"/>
                              </a:cubicBezTo>
                              <a:lnTo>
                                <a:pt x="461" y="2818"/>
                              </a:lnTo>
                              <a:cubicBezTo>
                                <a:pt x="-63"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6" name="Freeform: Shape 2775">
                          <a:extLst>
                            <a:ext uri="{FF2B5EF4-FFF2-40B4-BE49-F238E27FC236}">
                              <a16:creationId xmlns:a16="http://schemas.microsoft.com/office/drawing/2014/main" id="{7088961B-45A7-027E-5037-31B21DF16D21}"/>
                            </a:ext>
                          </a:extLst>
                        </p:cNvPr>
                        <p:cNvSpPr/>
                        <p:nvPr/>
                      </p:nvSpPr>
                      <p:spPr>
                        <a:xfrm>
                          <a:off x="5671317" y="4189750"/>
                          <a:ext cx="8507" cy="4634"/>
                        </a:xfrm>
                        <a:custGeom>
                          <a:avLst/>
                          <a:gdLst>
                            <a:gd name="connsiteX0" fmla="*/ 4616 w 8507"/>
                            <a:gd name="connsiteY0" fmla="*/ 197 h 4634"/>
                            <a:gd name="connsiteX1" fmla="*/ 8046 w 8507"/>
                            <a:gd name="connsiteY1" fmla="*/ 1817 h 4634"/>
                            <a:gd name="connsiteX2" fmla="*/ 8237 w 8507"/>
                            <a:gd name="connsiteY2" fmla="*/ 2722 h 4634"/>
                            <a:gd name="connsiteX3" fmla="*/ 5569 w 8507"/>
                            <a:gd name="connsiteY3" fmla="*/ 4438 h 4634"/>
                            <a:gd name="connsiteX4" fmla="*/ 3901 w 8507"/>
                            <a:gd name="connsiteY4" fmla="*/ 4438 h 4634"/>
                            <a:gd name="connsiteX5" fmla="*/ 470 w 8507"/>
                            <a:gd name="connsiteY5" fmla="*/ 2818 h 4634"/>
                            <a:gd name="connsiteX6" fmla="*/ 232 w 8507"/>
                            <a:gd name="connsiteY6" fmla="*/ 1912 h 4634"/>
                            <a:gd name="connsiteX7" fmla="*/ 2900 w 8507"/>
                            <a:gd name="connsiteY7" fmla="*/ 197 h 4634"/>
                            <a:gd name="connsiteX8" fmla="*/ 4568 w 850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7" h="4634">
                              <a:moveTo>
                                <a:pt x="4616" y="197"/>
                              </a:moveTo>
                              <a:lnTo>
                                <a:pt x="8046" y="1817"/>
                              </a:lnTo>
                              <a:cubicBezTo>
                                <a:pt x="8571" y="2055"/>
                                <a:pt x="8666" y="2484"/>
                                <a:pt x="8237" y="2722"/>
                              </a:cubicBezTo>
                              <a:lnTo>
                                <a:pt x="5569" y="4438"/>
                              </a:lnTo>
                              <a:cubicBezTo>
                                <a:pt x="5187" y="4676"/>
                                <a:pt x="4425" y="4724"/>
                                <a:pt x="3901" y="4438"/>
                              </a:cubicBezTo>
                              <a:lnTo>
                                <a:pt x="470" y="2818"/>
                              </a:lnTo>
                              <a:cubicBezTo>
                                <a:pt x="-54" y="2579"/>
                                <a:pt x="-149" y="2151"/>
                                <a:pt x="232" y="1912"/>
                              </a:cubicBezTo>
                              <a:lnTo>
                                <a:pt x="2900" y="197"/>
                              </a:lnTo>
                              <a:cubicBezTo>
                                <a:pt x="3282"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7" name="Freeform: Shape 2776">
                          <a:extLst>
                            <a:ext uri="{FF2B5EF4-FFF2-40B4-BE49-F238E27FC236}">
                              <a16:creationId xmlns:a16="http://schemas.microsoft.com/office/drawing/2014/main" id="{F893505C-0FE1-16EE-F9D5-24B3076A673B}"/>
                            </a:ext>
                          </a:extLst>
                        </p:cNvPr>
                        <p:cNvSpPr/>
                        <p:nvPr/>
                      </p:nvSpPr>
                      <p:spPr>
                        <a:xfrm>
                          <a:off x="5664131" y="4186367"/>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5" y="4724"/>
                                <a:pt x="3891" y="4438"/>
                              </a:cubicBezTo>
                              <a:lnTo>
                                <a:pt x="461" y="2818"/>
                              </a:lnTo>
                              <a:cubicBezTo>
                                <a:pt x="-64" y="2579"/>
                                <a:pt x="-159" y="2151"/>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8" name="Freeform: Shape 2777">
                          <a:extLst>
                            <a:ext uri="{FF2B5EF4-FFF2-40B4-BE49-F238E27FC236}">
                              <a16:creationId xmlns:a16="http://schemas.microsoft.com/office/drawing/2014/main" id="{D1EE1C88-1A94-3137-6BE7-202ED3872E38}"/>
                            </a:ext>
                          </a:extLst>
                        </p:cNvPr>
                        <p:cNvSpPr/>
                        <p:nvPr/>
                      </p:nvSpPr>
                      <p:spPr>
                        <a:xfrm>
                          <a:off x="5656974" y="4182984"/>
                          <a:ext cx="8468" cy="4634"/>
                        </a:xfrm>
                        <a:custGeom>
                          <a:avLst/>
                          <a:gdLst>
                            <a:gd name="connsiteX0" fmla="*/ 4568 w 8468"/>
                            <a:gd name="connsiteY0" fmla="*/ 197 h 4634"/>
                            <a:gd name="connsiteX1" fmla="*/ 7999 w 8468"/>
                            <a:gd name="connsiteY1" fmla="*/ 1817 h 4634"/>
                            <a:gd name="connsiteX2" fmla="*/ 8237 w 8468"/>
                            <a:gd name="connsiteY2" fmla="*/ 2722 h 4634"/>
                            <a:gd name="connsiteX3" fmla="*/ 5568 w 8468"/>
                            <a:gd name="connsiteY3" fmla="*/ 4438 h 4634"/>
                            <a:gd name="connsiteX4" fmla="*/ 3901 w 8468"/>
                            <a:gd name="connsiteY4" fmla="*/ 4438 h 4634"/>
                            <a:gd name="connsiteX5" fmla="*/ 470 w 8468"/>
                            <a:gd name="connsiteY5" fmla="*/ 2818 h 4634"/>
                            <a:gd name="connsiteX6" fmla="*/ 232 w 8468"/>
                            <a:gd name="connsiteY6" fmla="*/ 1912 h 4634"/>
                            <a:gd name="connsiteX7" fmla="*/ 2900 w 8468"/>
                            <a:gd name="connsiteY7" fmla="*/ 197 h 4634"/>
                            <a:gd name="connsiteX8" fmla="*/ 4568 w 8468"/>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68" h="4634">
                              <a:moveTo>
                                <a:pt x="4568" y="197"/>
                              </a:moveTo>
                              <a:lnTo>
                                <a:pt x="7999" y="1817"/>
                              </a:lnTo>
                              <a:cubicBezTo>
                                <a:pt x="8523" y="2055"/>
                                <a:pt x="8618" y="2484"/>
                                <a:pt x="8237" y="2722"/>
                              </a:cubicBezTo>
                              <a:lnTo>
                                <a:pt x="5568" y="4438"/>
                              </a:lnTo>
                              <a:cubicBezTo>
                                <a:pt x="5187" y="4676"/>
                                <a:pt x="4425" y="4724"/>
                                <a:pt x="3901" y="4438"/>
                              </a:cubicBezTo>
                              <a:lnTo>
                                <a:pt x="470" y="2818"/>
                              </a:lnTo>
                              <a:cubicBezTo>
                                <a:pt x="-54" y="2579"/>
                                <a:pt x="-149" y="2151"/>
                                <a:pt x="232" y="1912"/>
                              </a:cubicBezTo>
                              <a:lnTo>
                                <a:pt x="2900" y="197"/>
                              </a:lnTo>
                              <a:cubicBezTo>
                                <a:pt x="3281" y="-41"/>
                                <a:pt x="4044" y="-89"/>
                                <a:pt x="4568"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79" name="Freeform: Shape 2778">
                          <a:extLst>
                            <a:ext uri="{FF2B5EF4-FFF2-40B4-BE49-F238E27FC236}">
                              <a16:creationId xmlns:a16="http://schemas.microsoft.com/office/drawing/2014/main" id="{A8182E90-3628-0B03-744D-CA7C3F7CDE5C}"/>
                            </a:ext>
                          </a:extLst>
                        </p:cNvPr>
                        <p:cNvSpPr/>
                        <p:nvPr/>
                      </p:nvSpPr>
                      <p:spPr>
                        <a:xfrm>
                          <a:off x="5649741" y="4179649"/>
                          <a:ext cx="8497" cy="4634"/>
                        </a:xfrm>
                        <a:custGeom>
                          <a:avLst/>
                          <a:gdLst>
                            <a:gd name="connsiteX0" fmla="*/ 4606 w 8497"/>
                            <a:gd name="connsiteY0" fmla="*/ 197 h 4634"/>
                            <a:gd name="connsiteX1" fmla="*/ 8037 w 8497"/>
                            <a:gd name="connsiteY1" fmla="*/ 1817 h 4634"/>
                            <a:gd name="connsiteX2" fmla="*/ 8228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8" y="2722"/>
                              </a:cubicBezTo>
                              <a:lnTo>
                                <a:pt x="5559" y="4438"/>
                              </a:lnTo>
                              <a:cubicBezTo>
                                <a:pt x="5178" y="4676"/>
                                <a:pt x="4416" y="4724"/>
                                <a:pt x="3891" y="4438"/>
                              </a:cubicBezTo>
                              <a:lnTo>
                                <a:pt x="461" y="2818"/>
                              </a:lnTo>
                              <a:cubicBezTo>
                                <a:pt x="-63" y="2579"/>
                                <a:pt x="-159" y="2150"/>
                                <a:pt x="270" y="1912"/>
                              </a:cubicBezTo>
                              <a:lnTo>
                                <a:pt x="2938" y="197"/>
                              </a:lnTo>
                              <a:cubicBezTo>
                                <a:pt x="3320"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0" name="Freeform: Shape 2779">
                          <a:extLst>
                            <a:ext uri="{FF2B5EF4-FFF2-40B4-BE49-F238E27FC236}">
                              <a16:creationId xmlns:a16="http://schemas.microsoft.com/office/drawing/2014/main" id="{19774D4A-9769-DCB1-6904-3B474865FBEB}"/>
                            </a:ext>
                          </a:extLst>
                        </p:cNvPr>
                        <p:cNvSpPr/>
                        <p:nvPr/>
                      </p:nvSpPr>
                      <p:spPr>
                        <a:xfrm>
                          <a:off x="5642546" y="4176266"/>
                          <a:ext cx="8497" cy="4634"/>
                        </a:xfrm>
                        <a:custGeom>
                          <a:avLst/>
                          <a:gdLst>
                            <a:gd name="connsiteX0" fmla="*/ 4606 w 8497"/>
                            <a:gd name="connsiteY0" fmla="*/ 197 h 4634"/>
                            <a:gd name="connsiteX1" fmla="*/ 8037 w 8497"/>
                            <a:gd name="connsiteY1" fmla="*/ 1817 h 4634"/>
                            <a:gd name="connsiteX2" fmla="*/ 8227 w 8497"/>
                            <a:gd name="connsiteY2" fmla="*/ 2722 h 4634"/>
                            <a:gd name="connsiteX3" fmla="*/ 5559 w 8497"/>
                            <a:gd name="connsiteY3" fmla="*/ 4438 h 4634"/>
                            <a:gd name="connsiteX4" fmla="*/ 3891 w 8497"/>
                            <a:gd name="connsiteY4" fmla="*/ 4438 h 4634"/>
                            <a:gd name="connsiteX5" fmla="*/ 461 w 8497"/>
                            <a:gd name="connsiteY5" fmla="*/ 2818 h 4634"/>
                            <a:gd name="connsiteX6" fmla="*/ 270 w 8497"/>
                            <a:gd name="connsiteY6" fmla="*/ 1912 h 4634"/>
                            <a:gd name="connsiteX7" fmla="*/ 2938 w 8497"/>
                            <a:gd name="connsiteY7" fmla="*/ 197 h 4634"/>
                            <a:gd name="connsiteX8" fmla="*/ 4606 w 8497"/>
                            <a:gd name="connsiteY8" fmla="*/ 197 h 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7" h="4634">
                              <a:moveTo>
                                <a:pt x="4606" y="197"/>
                              </a:moveTo>
                              <a:lnTo>
                                <a:pt x="8037" y="1817"/>
                              </a:lnTo>
                              <a:cubicBezTo>
                                <a:pt x="8561" y="2055"/>
                                <a:pt x="8656" y="2484"/>
                                <a:pt x="8227" y="2722"/>
                              </a:cubicBezTo>
                              <a:lnTo>
                                <a:pt x="5559" y="4438"/>
                              </a:lnTo>
                              <a:cubicBezTo>
                                <a:pt x="5178" y="4676"/>
                                <a:pt x="4416" y="4724"/>
                                <a:pt x="3891" y="4438"/>
                              </a:cubicBezTo>
                              <a:lnTo>
                                <a:pt x="461" y="2818"/>
                              </a:lnTo>
                              <a:cubicBezTo>
                                <a:pt x="-63" y="2579"/>
                                <a:pt x="-159" y="2151"/>
                                <a:pt x="270" y="1912"/>
                              </a:cubicBezTo>
                              <a:lnTo>
                                <a:pt x="2938" y="197"/>
                              </a:lnTo>
                              <a:cubicBezTo>
                                <a:pt x="3319" y="-41"/>
                                <a:pt x="4082" y="-89"/>
                                <a:pt x="4606" y="197"/>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1" name="Freeform: Shape 2780">
                          <a:extLst>
                            <a:ext uri="{FF2B5EF4-FFF2-40B4-BE49-F238E27FC236}">
                              <a16:creationId xmlns:a16="http://schemas.microsoft.com/office/drawing/2014/main" id="{2A70BAB0-8D7E-3119-EBE8-8528F6459DC5}"/>
                            </a:ext>
                          </a:extLst>
                        </p:cNvPr>
                        <p:cNvSpPr/>
                        <p:nvPr/>
                      </p:nvSpPr>
                      <p:spPr>
                        <a:xfrm>
                          <a:off x="5707435" y="4206744"/>
                          <a:ext cx="16950" cy="8672"/>
                        </a:xfrm>
                        <a:custGeom>
                          <a:avLst/>
                          <a:gdLst>
                            <a:gd name="connsiteX0" fmla="*/ 4663 w 16950"/>
                            <a:gd name="connsiteY0" fmla="*/ 215 h 8672"/>
                            <a:gd name="connsiteX1" fmla="*/ 16480 w 16950"/>
                            <a:gd name="connsiteY1" fmla="*/ 5742 h 8672"/>
                            <a:gd name="connsiteX2" fmla="*/ 16718 w 16950"/>
                            <a:gd name="connsiteY2" fmla="*/ 6695 h 8672"/>
                            <a:gd name="connsiteX3" fmla="*/ 14003 w 16950"/>
                            <a:gd name="connsiteY3" fmla="*/ 8458 h 8672"/>
                            <a:gd name="connsiteX4" fmla="*/ 12287 w 16950"/>
                            <a:gd name="connsiteY4" fmla="*/ 8458 h 8672"/>
                            <a:gd name="connsiteX5" fmla="*/ 470 w 16950"/>
                            <a:gd name="connsiteY5" fmla="*/ 2930 h 8672"/>
                            <a:gd name="connsiteX6" fmla="*/ 232 w 16950"/>
                            <a:gd name="connsiteY6" fmla="*/ 1978 h 8672"/>
                            <a:gd name="connsiteX7" fmla="*/ 2948 w 16950"/>
                            <a:gd name="connsiteY7" fmla="*/ 215 h 8672"/>
                            <a:gd name="connsiteX8" fmla="*/ 4663 w 16950"/>
                            <a:gd name="connsiteY8" fmla="*/ 215 h 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0" h="8672">
                              <a:moveTo>
                                <a:pt x="4663" y="215"/>
                              </a:moveTo>
                              <a:lnTo>
                                <a:pt x="16480" y="5742"/>
                              </a:lnTo>
                              <a:cubicBezTo>
                                <a:pt x="17005" y="5980"/>
                                <a:pt x="17100" y="6409"/>
                                <a:pt x="16718" y="6695"/>
                              </a:cubicBezTo>
                              <a:lnTo>
                                <a:pt x="14003" y="8458"/>
                              </a:lnTo>
                              <a:cubicBezTo>
                                <a:pt x="13574" y="8744"/>
                                <a:pt x="12811" y="8744"/>
                                <a:pt x="12287" y="8458"/>
                              </a:cubicBezTo>
                              <a:lnTo>
                                <a:pt x="470" y="2930"/>
                              </a:lnTo>
                              <a:cubicBezTo>
                                <a:pt x="-54" y="2692"/>
                                <a:pt x="-149" y="2263"/>
                                <a:pt x="232" y="1978"/>
                              </a:cubicBezTo>
                              <a:lnTo>
                                <a:pt x="2948" y="215"/>
                              </a:lnTo>
                              <a:cubicBezTo>
                                <a:pt x="3377" y="-72"/>
                                <a:pt x="4139" y="-72"/>
                                <a:pt x="4663" y="215"/>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82" name="Freeform: Shape 2781">
                          <a:extLst>
                            <a:ext uri="{FF2B5EF4-FFF2-40B4-BE49-F238E27FC236}">
                              <a16:creationId xmlns:a16="http://schemas.microsoft.com/office/drawing/2014/main" id="{7B025A4E-DA87-8E68-99C0-BD9F28D89F72}"/>
                            </a:ext>
                          </a:extLst>
                        </p:cNvPr>
                        <p:cNvSpPr/>
                        <p:nvPr/>
                      </p:nvSpPr>
                      <p:spPr>
                        <a:xfrm>
                          <a:off x="5626622" y="4168767"/>
                          <a:ext cx="16950" cy="8672"/>
                        </a:xfrm>
                        <a:custGeom>
                          <a:avLst/>
                          <a:gdLst>
                            <a:gd name="connsiteX0" fmla="*/ 4663 w 16950"/>
                            <a:gd name="connsiteY0" fmla="*/ 215 h 8672"/>
                            <a:gd name="connsiteX1" fmla="*/ 16480 w 16950"/>
                            <a:gd name="connsiteY1" fmla="*/ 5742 h 8672"/>
                            <a:gd name="connsiteX2" fmla="*/ 16719 w 16950"/>
                            <a:gd name="connsiteY2" fmla="*/ 6695 h 8672"/>
                            <a:gd name="connsiteX3" fmla="*/ 14003 w 16950"/>
                            <a:gd name="connsiteY3" fmla="*/ 8458 h 8672"/>
                            <a:gd name="connsiteX4" fmla="*/ 12287 w 16950"/>
                            <a:gd name="connsiteY4" fmla="*/ 8458 h 8672"/>
                            <a:gd name="connsiteX5" fmla="*/ 470 w 16950"/>
                            <a:gd name="connsiteY5" fmla="*/ 2930 h 8672"/>
                            <a:gd name="connsiteX6" fmla="*/ 232 w 16950"/>
                            <a:gd name="connsiteY6" fmla="*/ 1978 h 8672"/>
                            <a:gd name="connsiteX7" fmla="*/ 2948 w 16950"/>
                            <a:gd name="connsiteY7" fmla="*/ 215 h 8672"/>
                            <a:gd name="connsiteX8" fmla="*/ 4663 w 16950"/>
                            <a:gd name="connsiteY8" fmla="*/ 215 h 8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50" h="8672">
                              <a:moveTo>
                                <a:pt x="4663" y="215"/>
                              </a:moveTo>
                              <a:lnTo>
                                <a:pt x="16480" y="5742"/>
                              </a:lnTo>
                              <a:cubicBezTo>
                                <a:pt x="17005" y="5980"/>
                                <a:pt x="17100" y="6409"/>
                                <a:pt x="16719" y="6695"/>
                              </a:cubicBezTo>
                              <a:lnTo>
                                <a:pt x="14003" y="8458"/>
                              </a:lnTo>
                              <a:cubicBezTo>
                                <a:pt x="13574" y="8744"/>
                                <a:pt x="12811" y="8744"/>
                                <a:pt x="12287" y="8458"/>
                              </a:cubicBezTo>
                              <a:lnTo>
                                <a:pt x="470" y="2930"/>
                              </a:lnTo>
                              <a:cubicBezTo>
                                <a:pt x="-54" y="2692"/>
                                <a:pt x="-149" y="2263"/>
                                <a:pt x="232" y="1978"/>
                              </a:cubicBezTo>
                              <a:lnTo>
                                <a:pt x="2948" y="215"/>
                              </a:lnTo>
                              <a:cubicBezTo>
                                <a:pt x="3377" y="-72"/>
                                <a:pt x="4139" y="-72"/>
                                <a:pt x="4663" y="215"/>
                              </a:cubicBezTo>
                              <a:close/>
                            </a:path>
                          </a:pathLst>
                        </a:custGeom>
                        <a:solidFill>
                          <a:srgbClr val="EEEF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grpSp>
            <p:grpSp>
              <p:nvGrpSpPr>
                <p:cNvPr id="2759" name="Graphic 212">
                  <a:extLst>
                    <a:ext uri="{FF2B5EF4-FFF2-40B4-BE49-F238E27FC236}">
                      <a16:creationId xmlns:a16="http://schemas.microsoft.com/office/drawing/2014/main" id="{770C6235-9DE0-3435-C76E-3B93D75FF66A}"/>
                    </a:ext>
                  </a:extLst>
                </p:cNvPr>
                <p:cNvGrpSpPr/>
                <p:nvPr/>
              </p:nvGrpSpPr>
              <p:grpSpPr>
                <a:xfrm>
                  <a:off x="5581980" y="4084793"/>
                  <a:ext cx="138501" cy="164438"/>
                  <a:chOff x="5581980" y="4084793"/>
                  <a:chExt cx="138501" cy="164438"/>
                </a:xfrm>
                <a:solidFill>
                  <a:srgbClr val="8D8E8D"/>
                </a:solidFill>
              </p:grpSpPr>
              <p:sp>
                <p:nvSpPr>
                  <p:cNvPr id="2760" name="Freeform: Shape 2759">
                    <a:extLst>
                      <a:ext uri="{FF2B5EF4-FFF2-40B4-BE49-F238E27FC236}">
                        <a16:creationId xmlns:a16="http://schemas.microsoft.com/office/drawing/2014/main" id="{C7AFBA02-72DB-C4F4-E8B7-C0BEA82E1AD2}"/>
                      </a:ext>
                    </a:extLst>
                  </p:cNvPr>
                  <p:cNvSpPr/>
                  <p:nvPr/>
                </p:nvSpPr>
                <p:spPr>
                  <a:xfrm>
                    <a:off x="5581980" y="4084793"/>
                    <a:ext cx="138501" cy="164438"/>
                  </a:xfrm>
                  <a:custGeom>
                    <a:avLst/>
                    <a:gdLst>
                      <a:gd name="connsiteX0" fmla="*/ 133025 w 138501"/>
                      <a:gd name="connsiteY0" fmla="*/ 151470 h 164438"/>
                      <a:gd name="connsiteX1" fmla="*/ 138457 w 138501"/>
                      <a:gd name="connsiteY1" fmla="*/ 65034 h 164438"/>
                      <a:gd name="connsiteX2" fmla="*/ 131357 w 138501"/>
                      <a:gd name="connsiteY2" fmla="*/ 51406 h 164438"/>
                      <a:gd name="connsiteX3" fmla="*/ 21716 w 138501"/>
                      <a:gd name="connsiteY3" fmla="*/ 564 h 164438"/>
                      <a:gd name="connsiteX4" fmla="*/ 14188 w 138501"/>
                      <a:gd name="connsiteY4" fmla="*/ 1660 h 164438"/>
                      <a:gd name="connsiteX5" fmla="*/ 13711 w 138501"/>
                      <a:gd name="connsiteY5" fmla="*/ 1994 h 164438"/>
                      <a:gd name="connsiteX6" fmla="*/ 11233 w 138501"/>
                      <a:gd name="connsiteY6" fmla="*/ 3900 h 164438"/>
                      <a:gd name="connsiteX7" fmla="*/ 5420 w 138501"/>
                      <a:gd name="connsiteY7" fmla="*/ 12953 h 164438"/>
                      <a:gd name="connsiteX8" fmla="*/ 36 w 138501"/>
                      <a:gd name="connsiteY8" fmla="*/ 99151 h 164438"/>
                      <a:gd name="connsiteX9" fmla="*/ 7088 w 138501"/>
                      <a:gd name="connsiteY9" fmla="*/ 112683 h 164438"/>
                      <a:gd name="connsiteX10" fmla="*/ 116729 w 138501"/>
                      <a:gd name="connsiteY10" fmla="*/ 163858 h 164438"/>
                      <a:gd name="connsiteX11" fmla="*/ 124210 w 138501"/>
                      <a:gd name="connsiteY11" fmla="*/ 162858 h 164438"/>
                      <a:gd name="connsiteX12" fmla="*/ 128546 w 138501"/>
                      <a:gd name="connsiteY12" fmla="*/ 159713 h 164438"/>
                      <a:gd name="connsiteX13" fmla="*/ 133073 w 138501"/>
                      <a:gd name="connsiteY13" fmla="*/ 151565 h 16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501" h="164438">
                        <a:moveTo>
                          <a:pt x="133025" y="151470"/>
                        </a:moveTo>
                        <a:lnTo>
                          <a:pt x="138457" y="65034"/>
                        </a:lnTo>
                        <a:cubicBezTo>
                          <a:pt x="138886" y="58839"/>
                          <a:pt x="136170" y="53646"/>
                          <a:pt x="131357" y="51406"/>
                        </a:cubicBezTo>
                        <a:lnTo>
                          <a:pt x="21716" y="564"/>
                        </a:lnTo>
                        <a:cubicBezTo>
                          <a:pt x="19286" y="-531"/>
                          <a:pt x="16522" y="40"/>
                          <a:pt x="14188" y="1660"/>
                        </a:cubicBezTo>
                        <a:lnTo>
                          <a:pt x="13711" y="1994"/>
                        </a:lnTo>
                        <a:lnTo>
                          <a:pt x="11233" y="3900"/>
                        </a:lnTo>
                        <a:cubicBezTo>
                          <a:pt x="8184" y="5568"/>
                          <a:pt x="5659" y="9046"/>
                          <a:pt x="5420" y="12953"/>
                        </a:cubicBezTo>
                        <a:lnTo>
                          <a:pt x="36" y="99151"/>
                        </a:lnTo>
                        <a:cubicBezTo>
                          <a:pt x="-345" y="105297"/>
                          <a:pt x="2323" y="110444"/>
                          <a:pt x="7088" y="112683"/>
                        </a:cubicBezTo>
                        <a:lnTo>
                          <a:pt x="116729" y="163858"/>
                        </a:lnTo>
                        <a:cubicBezTo>
                          <a:pt x="119111" y="164954"/>
                          <a:pt x="121875" y="164430"/>
                          <a:pt x="124210" y="162858"/>
                        </a:cubicBezTo>
                        <a:cubicBezTo>
                          <a:pt x="124115" y="163048"/>
                          <a:pt x="128546" y="159713"/>
                          <a:pt x="128546" y="159713"/>
                        </a:cubicBezTo>
                        <a:cubicBezTo>
                          <a:pt x="130976" y="157855"/>
                          <a:pt x="132834" y="154900"/>
                          <a:pt x="133073" y="151565"/>
                        </a:cubicBez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61" name="Freeform: Shape 2760">
                    <a:extLst>
                      <a:ext uri="{FF2B5EF4-FFF2-40B4-BE49-F238E27FC236}">
                        <a16:creationId xmlns:a16="http://schemas.microsoft.com/office/drawing/2014/main" id="{3B56E28B-D5B7-A9B5-FFE5-DB89B8E39D53}"/>
                      </a:ext>
                    </a:extLst>
                  </p:cNvPr>
                  <p:cNvSpPr/>
                  <p:nvPr/>
                </p:nvSpPr>
                <p:spPr>
                  <a:xfrm>
                    <a:off x="5596692" y="4086266"/>
                    <a:ext cx="122401" cy="156953"/>
                  </a:xfrm>
                  <a:custGeom>
                    <a:avLst/>
                    <a:gdLst>
                      <a:gd name="connsiteX0" fmla="*/ 122364 w 122401"/>
                      <a:gd name="connsiteY0" fmla="*/ 63799 h 156953"/>
                      <a:gd name="connsiteX1" fmla="*/ 115883 w 122401"/>
                      <a:gd name="connsiteY1" fmla="*/ 51315 h 156953"/>
                      <a:gd name="connsiteX2" fmla="*/ 6242 w 122401"/>
                      <a:gd name="connsiteY2" fmla="*/ 473 h 156953"/>
                      <a:gd name="connsiteX3" fmla="*/ 3002 w 122401"/>
                      <a:gd name="connsiteY3" fmla="*/ 92 h 156953"/>
                      <a:gd name="connsiteX4" fmla="*/ 0 w 122401"/>
                      <a:gd name="connsiteY4" fmla="*/ 1331 h 156953"/>
                      <a:gd name="connsiteX5" fmla="*/ 3145 w 122401"/>
                      <a:gd name="connsiteY5" fmla="*/ 1903 h 156953"/>
                      <a:gd name="connsiteX6" fmla="*/ 112786 w 122401"/>
                      <a:gd name="connsiteY6" fmla="*/ 52744 h 156953"/>
                      <a:gd name="connsiteX7" fmla="*/ 119886 w 122401"/>
                      <a:gd name="connsiteY7" fmla="*/ 66372 h 156953"/>
                      <a:gd name="connsiteX8" fmla="*/ 114454 w 122401"/>
                      <a:gd name="connsiteY8" fmla="*/ 152808 h 156953"/>
                      <a:gd name="connsiteX9" fmla="*/ 113262 w 122401"/>
                      <a:gd name="connsiteY9" fmla="*/ 156953 h 156953"/>
                      <a:gd name="connsiteX10" fmla="*/ 116884 w 122401"/>
                      <a:gd name="connsiteY10" fmla="*/ 150283 h 156953"/>
                      <a:gd name="connsiteX11" fmla="*/ 122316 w 122401"/>
                      <a:gd name="connsiteY11" fmla="*/ 63847 h 15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01" h="156953">
                        <a:moveTo>
                          <a:pt x="122364" y="63799"/>
                        </a:moveTo>
                        <a:cubicBezTo>
                          <a:pt x="122744" y="58129"/>
                          <a:pt x="120267" y="53364"/>
                          <a:pt x="115883" y="51315"/>
                        </a:cubicBezTo>
                        <a:lnTo>
                          <a:pt x="6242" y="473"/>
                        </a:lnTo>
                        <a:cubicBezTo>
                          <a:pt x="5242" y="-3"/>
                          <a:pt x="4146" y="-99"/>
                          <a:pt x="3002" y="92"/>
                        </a:cubicBezTo>
                        <a:cubicBezTo>
                          <a:pt x="2001" y="283"/>
                          <a:pt x="953" y="711"/>
                          <a:pt x="0" y="1331"/>
                        </a:cubicBezTo>
                        <a:cubicBezTo>
                          <a:pt x="1096" y="1236"/>
                          <a:pt x="2144" y="1426"/>
                          <a:pt x="3145" y="1903"/>
                        </a:cubicBezTo>
                        <a:lnTo>
                          <a:pt x="112786" y="52744"/>
                        </a:lnTo>
                        <a:cubicBezTo>
                          <a:pt x="118218" y="55175"/>
                          <a:pt x="120362" y="58987"/>
                          <a:pt x="119886" y="66372"/>
                        </a:cubicBezTo>
                        <a:lnTo>
                          <a:pt x="114454" y="152808"/>
                        </a:lnTo>
                        <a:cubicBezTo>
                          <a:pt x="114358" y="154285"/>
                          <a:pt x="113930" y="155667"/>
                          <a:pt x="113262" y="156953"/>
                        </a:cubicBezTo>
                        <a:cubicBezTo>
                          <a:pt x="115359" y="155286"/>
                          <a:pt x="116741" y="152808"/>
                          <a:pt x="116884" y="150283"/>
                        </a:cubicBezTo>
                        <a:lnTo>
                          <a:pt x="122316" y="63847"/>
                        </a:lnTo>
                        <a:close/>
                      </a:path>
                    </a:pathLst>
                  </a:custGeom>
                  <a:solidFill>
                    <a:srgbClr val="8D8E8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sp>
            <p:nvSpPr>
              <p:cNvPr id="2757" name="Freeform: Shape 2756">
                <a:extLst>
                  <a:ext uri="{FF2B5EF4-FFF2-40B4-BE49-F238E27FC236}">
                    <a16:creationId xmlns:a16="http://schemas.microsoft.com/office/drawing/2014/main" id="{7E261E79-CFB9-3890-162A-50861A78904D}"/>
                  </a:ext>
                </a:extLst>
              </p:cNvPr>
              <p:cNvSpPr/>
              <p:nvPr/>
            </p:nvSpPr>
            <p:spPr>
              <a:xfrm>
                <a:off x="5369586" y="3831004"/>
                <a:ext cx="42912" cy="37117"/>
              </a:xfrm>
              <a:custGeom>
                <a:avLst/>
                <a:gdLst>
                  <a:gd name="connsiteX0" fmla="*/ 31401 w 31448"/>
                  <a:gd name="connsiteY0" fmla="*/ 24453 h 27201"/>
                  <a:gd name="connsiteX1" fmla="*/ 26636 w 31448"/>
                  <a:gd name="connsiteY1" fmla="*/ 11493 h 27201"/>
                  <a:gd name="connsiteX2" fmla="*/ 21966 w 31448"/>
                  <a:gd name="connsiteY2" fmla="*/ 4965 h 27201"/>
                  <a:gd name="connsiteX3" fmla="*/ 18869 w 31448"/>
                  <a:gd name="connsiteY3" fmla="*/ 2344 h 27201"/>
                  <a:gd name="connsiteX4" fmla="*/ 5003 w 31448"/>
                  <a:gd name="connsiteY4" fmla="*/ 3392 h 27201"/>
                  <a:gd name="connsiteX5" fmla="*/ 0 w 31448"/>
                  <a:gd name="connsiteY5" fmla="*/ 9110 h 27201"/>
                  <a:gd name="connsiteX6" fmla="*/ 2335 w 31448"/>
                  <a:gd name="connsiteY6" fmla="*/ 14733 h 27201"/>
                  <a:gd name="connsiteX7" fmla="*/ 29447 w 31448"/>
                  <a:gd name="connsiteY7" fmla="*/ 25311 h 27201"/>
                  <a:gd name="connsiteX8" fmla="*/ 31448 w 31448"/>
                  <a:gd name="connsiteY8" fmla="*/ 24405 h 2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48" h="27201">
                    <a:moveTo>
                      <a:pt x="31401" y="24453"/>
                    </a:moveTo>
                    <a:lnTo>
                      <a:pt x="26636" y="11493"/>
                    </a:lnTo>
                    <a:cubicBezTo>
                      <a:pt x="25635" y="8967"/>
                      <a:pt x="24015" y="6728"/>
                      <a:pt x="21966" y="4965"/>
                    </a:cubicBezTo>
                    <a:lnTo>
                      <a:pt x="18869" y="2344"/>
                    </a:lnTo>
                    <a:cubicBezTo>
                      <a:pt x="14723" y="-1134"/>
                      <a:pt x="8577" y="-706"/>
                      <a:pt x="5003" y="3392"/>
                    </a:cubicBezTo>
                    <a:lnTo>
                      <a:pt x="0" y="9110"/>
                    </a:lnTo>
                    <a:lnTo>
                      <a:pt x="2335" y="14733"/>
                    </a:lnTo>
                    <a:cubicBezTo>
                      <a:pt x="6718" y="25311"/>
                      <a:pt x="19012" y="30171"/>
                      <a:pt x="29447" y="25311"/>
                    </a:cubicBezTo>
                    <a:lnTo>
                      <a:pt x="31448" y="24405"/>
                    </a:lnTo>
                    <a:close/>
                  </a:path>
                </a:pathLst>
              </a:custGeom>
              <a:solidFill>
                <a:srgbClr val="FADFC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87" name="Group 2686">
              <a:extLst>
                <a:ext uri="{FF2B5EF4-FFF2-40B4-BE49-F238E27FC236}">
                  <a16:creationId xmlns:a16="http://schemas.microsoft.com/office/drawing/2014/main" id="{F703E03C-A700-0F81-ED12-642B4CAF97AD}"/>
                </a:ext>
              </a:extLst>
            </p:cNvPr>
            <p:cNvGrpSpPr>
              <a:grpSpLocks/>
            </p:cNvGrpSpPr>
            <p:nvPr/>
          </p:nvGrpSpPr>
          <p:grpSpPr>
            <a:xfrm>
              <a:off x="10048919" y="1390557"/>
              <a:ext cx="58930" cy="89473"/>
              <a:chOff x="5948020" y="5226493"/>
              <a:chExt cx="404141" cy="220133"/>
            </a:xfrm>
          </p:grpSpPr>
          <p:sp>
            <p:nvSpPr>
              <p:cNvPr id="2723" name="Freeform: Shape 2722">
                <a:extLst>
                  <a:ext uri="{FF2B5EF4-FFF2-40B4-BE49-F238E27FC236}">
                    <a16:creationId xmlns:a16="http://schemas.microsoft.com/office/drawing/2014/main" id="{E4FF6F33-CC0E-AF71-3D8E-374F1EDFD88F}"/>
                  </a:ext>
                </a:extLst>
              </p:cNvPr>
              <p:cNvSpPr/>
              <p:nvPr/>
            </p:nvSpPr>
            <p:spPr>
              <a:xfrm>
                <a:off x="5948020" y="5226493"/>
                <a:ext cx="404141" cy="220133"/>
              </a:xfrm>
              <a:custGeom>
                <a:avLst/>
                <a:gdLst>
                  <a:gd name="connsiteX0" fmla="*/ 0 w 404141"/>
                  <a:gd name="connsiteY0" fmla="*/ 110067 h 220133"/>
                  <a:gd name="connsiteX1" fmla="*/ 202071 w 404141"/>
                  <a:gd name="connsiteY1" fmla="*/ 0 h 220133"/>
                  <a:gd name="connsiteX2" fmla="*/ 404141 w 404141"/>
                  <a:gd name="connsiteY2" fmla="*/ 110067 h 220133"/>
                  <a:gd name="connsiteX3" fmla="*/ 202071 w 404141"/>
                  <a:gd name="connsiteY3" fmla="*/ 220133 h 220133"/>
                  <a:gd name="connsiteX4" fmla="*/ 0 w 404141"/>
                  <a:gd name="connsiteY4" fmla="*/ 110067 h 220133"/>
                  <a:gd name="connsiteX5" fmla="*/ 0 w 404141"/>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0133">
                    <a:moveTo>
                      <a:pt x="0" y="110067"/>
                    </a:moveTo>
                    <a:cubicBezTo>
                      <a:pt x="0" y="49294"/>
                      <a:pt x="90491" y="0"/>
                      <a:pt x="202071" y="0"/>
                    </a:cubicBezTo>
                    <a:cubicBezTo>
                      <a:pt x="313650" y="0"/>
                      <a:pt x="404141" y="49294"/>
                      <a:pt x="404141" y="110067"/>
                    </a:cubicBezTo>
                    <a:cubicBezTo>
                      <a:pt x="404141" y="170839"/>
                      <a:pt x="313650" y="220133"/>
                      <a:pt x="202071" y="220133"/>
                    </a:cubicBezTo>
                    <a:cubicBezTo>
                      <a:pt x="90491"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4" name="Freeform: Shape 2723">
                <a:extLst>
                  <a:ext uri="{FF2B5EF4-FFF2-40B4-BE49-F238E27FC236}">
                    <a16:creationId xmlns:a16="http://schemas.microsoft.com/office/drawing/2014/main" id="{66EA9DE4-E27A-7BB6-1110-16F5C39C71BF}"/>
                  </a:ext>
                </a:extLst>
              </p:cNvPr>
              <p:cNvSpPr/>
              <p:nvPr/>
            </p:nvSpPr>
            <p:spPr>
              <a:xfrm>
                <a:off x="6100708" y="5389769"/>
                <a:ext cx="98677" cy="4448"/>
              </a:xfrm>
              <a:custGeom>
                <a:avLst/>
                <a:gdLst>
                  <a:gd name="connsiteX0" fmla="*/ 0 w 98677"/>
                  <a:gd name="connsiteY0" fmla="*/ 0 h 4448"/>
                  <a:gd name="connsiteX1" fmla="*/ 98677 w 98677"/>
                  <a:gd name="connsiteY1" fmla="*/ 0 h 4448"/>
                </a:gdLst>
                <a:ahLst/>
                <a:cxnLst>
                  <a:cxn ang="0">
                    <a:pos x="connsiteX0" y="connsiteY0"/>
                  </a:cxn>
                  <a:cxn ang="0">
                    <a:pos x="connsiteX1" y="connsiteY1"/>
                  </a:cxn>
                </a:cxnLst>
                <a:rect l="l" t="t" r="r" b="b"/>
                <a:pathLst>
                  <a:path w="98677" h="4448">
                    <a:moveTo>
                      <a:pt x="0" y="0"/>
                    </a:moveTo>
                    <a:lnTo>
                      <a:pt x="98677"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5" name="Freeform: Shape 2724">
                <a:extLst>
                  <a:ext uri="{FF2B5EF4-FFF2-40B4-BE49-F238E27FC236}">
                    <a16:creationId xmlns:a16="http://schemas.microsoft.com/office/drawing/2014/main" id="{61663CCF-71BF-A2BB-5487-D0A042E3587F}"/>
                  </a:ext>
                </a:extLst>
              </p:cNvPr>
              <p:cNvSpPr/>
              <p:nvPr/>
            </p:nvSpPr>
            <p:spPr>
              <a:xfrm>
                <a:off x="6120238" y="5373886"/>
                <a:ext cx="4448" cy="15882"/>
              </a:xfrm>
              <a:custGeom>
                <a:avLst/>
                <a:gdLst>
                  <a:gd name="connsiteX0" fmla="*/ 0 w 4448"/>
                  <a:gd name="connsiteY0" fmla="*/ 0 h 15882"/>
                  <a:gd name="connsiteX1" fmla="*/ 0 w 4448"/>
                  <a:gd name="connsiteY1" fmla="*/ 15883 h 15882"/>
                </a:gdLst>
                <a:ahLst/>
                <a:cxnLst>
                  <a:cxn ang="0">
                    <a:pos x="connsiteX0" y="connsiteY0"/>
                  </a:cxn>
                  <a:cxn ang="0">
                    <a:pos x="connsiteX1" y="connsiteY1"/>
                  </a:cxn>
                </a:cxnLst>
                <a:rect l="l" t="t" r="r" b="b"/>
                <a:pathLst>
                  <a:path w="4448" h="15882">
                    <a:moveTo>
                      <a:pt x="0" y="0"/>
                    </a:moveTo>
                    <a:lnTo>
                      <a:pt x="0" y="1588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6" name="Freeform: Shape 2725">
                <a:extLst>
                  <a:ext uri="{FF2B5EF4-FFF2-40B4-BE49-F238E27FC236}">
                    <a16:creationId xmlns:a16="http://schemas.microsoft.com/office/drawing/2014/main" id="{7A4C9E02-916B-37EA-C078-4BF9AA81E873}"/>
                  </a:ext>
                </a:extLst>
              </p:cNvPr>
              <p:cNvSpPr/>
              <p:nvPr/>
            </p:nvSpPr>
            <p:spPr>
              <a:xfrm>
                <a:off x="6179854" y="5373886"/>
                <a:ext cx="4448" cy="15882"/>
              </a:xfrm>
              <a:custGeom>
                <a:avLst/>
                <a:gdLst>
                  <a:gd name="connsiteX0" fmla="*/ 0 w 4448"/>
                  <a:gd name="connsiteY0" fmla="*/ 0 h 15882"/>
                  <a:gd name="connsiteX1" fmla="*/ 0 w 4448"/>
                  <a:gd name="connsiteY1" fmla="*/ 15883 h 15882"/>
                </a:gdLst>
                <a:ahLst/>
                <a:cxnLst>
                  <a:cxn ang="0">
                    <a:pos x="connsiteX0" y="connsiteY0"/>
                  </a:cxn>
                  <a:cxn ang="0">
                    <a:pos x="connsiteX1" y="connsiteY1"/>
                  </a:cxn>
                </a:cxnLst>
                <a:rect l="l" t="t" r="r" b="b"/>
                <a:pathLst>
                  <a:path w="4448" h="15882">
                    <a:moveTo>
                      <a:pt x="0" y="0"/>
                    </a:moveTo>
                    <a:lnTo>
                      <a:pt x="0" y="1588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7" name="Freeform: Shape 2726">
                <a:extLst>
                  <a:ext uri="{FF2B5EF4-FFF2-40B4-BE49-F238E27FC236}">
                    <a16:creationId xmlns:a16="http://schemas.microsoft.com/office/drawing/2014/main" id="{4A0327AC-366D-34D3-96EF-EAD75B6D0C06}"/>
                  </a:ext>
                </a:extLst>
              </p:cNvPr>
              <p:cNvSpPr/>
              <p:nvPr/>
            </p:nvSpPr>
            <p:spPr>
              <a:xfrm>
                <a:off x="6047365" y="5285842"/>
                <a:ext cx="205318" cy="88044"/>
              </a:xfrm>
              <a:custGeom>
                <a:avLst/>
                <a:gdLst>
                  <a:gd name="connsiteX0" fmla="*/ 0 w 205318"/>
                  <a:gd name="connsiteY0" fmla="*/ 0 h 88044"/>
                  <a:gd name="connsiteX1" fmla="*/ 205318 w 205318"/>
                  <a:gd name="connsiteY1" fmla="*/ 0 h 88044"/>
                  <a:gd name="connsiteX2" fmla="*/ 205318 w 205318"/>
                  <a:gd name="connsiteY2" fmla="*/ 88044 h 88044"/>
                  <a:gd name="connsiteX3" fmla="*/ 0 w 205318"/>
                  <a:gd name="connsiteY3" fmla="*/ 88044 h 88044"/>
                  <a:gd name="connsiteX4" fmla="*/ 0 w 205318"/>
                  <a:gd name="connsiteY4" fmla="*/ 0 h 88044"/>
                  <a:gd name="connsiteX5" fmla="*/ 0 w 205318"/>
                  <a:gd name="connsiteY5" fmla="*/ 0 h 8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18" h="88044">
                    <a:moveTo>
                      <a:pt x="0" y="0"/>
                    </a:moveTo>
                    <a:lnTo>
                      <a:pt x="205318" y="0"/>
                    </a:lnTo>
                    <a:lnTo>
                      <a:pt x="205318" y="88044"/>
                    </a:lnTo>
                    <a:lnTo>
                      <a:pt x="0" y="88044"/>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8" name="Freeform: Shape 2727">
                <a:extLst>
                  <a:ext uri="{FF2B5EF4-FFF2-40B4-BE49-F238E27FC236}">
                    <a16:creationId xmlns:a16="http://schemas.microsoft.com/office/drawing/2014/main" id="{1D9E6E99-248F-C48E-D7E9-FFA74282E713}"/>
                  </a:ext>
                </a:extLst>
              </p:cNvPr>
              <p:cNvSpPr/>
              <p:nvPr/>
            </p:nvSpPr>
            <p:spPr>
              <a:xfrm>
                <a:off x="6071211" y="5302659"/>
                <a:ext cx="157981" cy="54276"/>
              </a:xfrm>
              <a:custGeom>
                <a:avLst/>
                <a:gdLst>
                  <a:gd name="connsiteX0" fmla="*/ 0 w 157981"/>
                  <a:gd name="connsiteY0" fmla="*/ 0 h 54276"/>
                  <a:gd name="connsiteX1" fmla="*/ 157982 w 157981"/>
                  <a:gd name="connsiteY1" fmla="*/ 0 h 54276"/>
                  <a:gd name="connsiteX2" fmla="*/ 157982 w 157981"/>
                  <a:gd name="connsiteY2" fmla="*/ 54277 h 54276"/>
                  <a:gd name="connsiteX3" fmla="*/ 0 w 157981"/>
                  <a:gd name="connsiteY3" fmla="*/ 54277 h 54276"/>
                  <a:gd name="connsiteX4" fmla="*/ 0 w 157981"/>
                  <a:gd name="connsiteY4" fmla="*/ 0 h 54276"/>
                  <a:gd name="connsiteX5" fmla="*/ 0 w 157981"/>
                  <a:gd name="connsiteY5" fmla="*/ 0 h 5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981" h="54276">
                    <a:moveTo>
                      <a:pt x="0" y="0"/>
                    </a:moveTo>
                    <a:lnTo>
                      <a:pt x="157982" y="0"/>
                    </a:lnTo>
                    <a:lnTo>
                      <a:pt x="157982" y="54277"/>
                    </a:lnTo>
                    <a:lnTo>
                      <a:pt x="0" y="54277"/>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9" name="Freeform: Shape 2728">
                <a:extLst>
                  <a:ext uri="{FF2B5EF4-FFF2-40B4-BE49-F238E27FC236}">
                    <a16:creationId xmlns:a16="http://schemas.microsoft.com/office/drawing/2014/main" id="{87FD621D-CE8F-227B-969A-EBBC9126B361}"/>
                  </a:ext>
                </a:extLst>
              </p:cNvPr>
              <p:cNvSpPr/>
              <p:nvPr/>
            </p:nvSpPr>
            <p:spPr>
              <a:xfrm>
                <a:off x="6084158" y="5345324"/>
                <a:ext cx="131777" cy="4448"/>
              </a:xfrm>
              <a:custGeom>
                <a:avLst/>
                <a:gdLst>
                  <a:gd name="connsiteX0" fmla="*/ 0 w 131777"/>
                  <a:gd name="connsiteY0" fmla="*/ 0 h 4448"/>
                  <a:gd name="connsiteX1" fmla="*/ 131777 w 131777"/>
                  <a:gd name="connsiteY1" fmla="*/ 0 h 4448"/>
                </a:gdLst>
                <a:ahLst/>
                <a:cxnLst>
                  <a:cxn ang="0">
                    <a:pos x="connsiteX0" y="connsiteY0"/>
                  </a:cxn>
                  <a:cxn ang="0">
                    <a:pos x="connsiteX1" y="connsiteY1"/>
                  </a:cxn>
                </a:cxnLst>
                <a:rect l="l" t="t" r="r" b="b"/>
                <a:pathLst>
                  <a:path w="131777" h="4448">
                    <a:moveTo>
                      <a:pt x="0" y="0"/>
                    </a:moveTo>
                    <a:lnTo>
                      <a:pt x="131777"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0" name="Freeform: Shape 2729">
                <a:extLst>
                  <a:ext uri="{FF2B5EF4-FFF2-40B4-BE49-F238E27FC236}">
                    <a16:creationId xmlns:a16="http://schemas.microsoft.com/office/drawing/2014/main" id="{7271384B-4D9B-42A5-C0E9-DCEE1D35258F}"/>
                  </a:ext>
                </a:extLst>
              </p:cNvPr>
              <p:cNvSpPr/>
              <p:nvPr/>
            </p:nvSpPr>
            <p:spPr>
              <a:xfrm>
                <a:off x="6099061" y="5315516"/>
                <a:ext cx="4448" cy="29807"/>
              </a:xfrm>
              <a:custGeom>
                <a:avLst/>
                <a:gdLst>
                  <a:gd name="connsiteX0" fmla="*/ 0 w 4448"/>
                  <a:gd name="connsiteY0" fmla="*/ 0 h 29807"/>
                  <a:gd name="connsiteX1" fmla="*/ 0 w 4448"/>
                  <a:gd name="connsiteY1" fmla="*/ 29808 h 29807"/>
                </a:gdLst>
                <a:ahLst/>
                <a:cxnLst>
                  <a:cxn ang="0">
                    <a:pos x="connsiteX0" y="connsiteY0"/>
                  </a:cxn>
                  <a:cxn ang="0">
                    <a:pos x="connsiteX1" y="connsiteY1"/>
                  </a:cxn>
                </a:cxnLst>
                <a:rect l="l" t="t" r="r" b="b"/>
                <a:pathLst>
                  <a:path w="4448" h="29807">
                    <a:moveTo>
                      <a:pt x="0" y="0"/>
                    </a:moveTo>
                    <a:lnTo>
                      <a:pt x="0" y="29808"/>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1" name="Freeform: Shape 2730">
                <a:extLst>
                  <a:ext uri="{FF2B5EF4-FFF2-40B4-BE49-F238E27FC236}">
                    <a16:creationId xmlns:a16="http://schemas.microsoft.com/office/drawing/2014/main" id="{5DD5FE03-EBAA-DE56-F7A1-5ECD565B7C54}"/>
                  </a:ext>
                </a:extLst>
              </p:cNvPr>
              <p:cNvSpPr/>
              <p:nvPr/>
            </p:nvSpPr>
            <p:spPr>
              <a:xfrm>
                <a:off x="6115612" y="5328373"/>
                <a:ext cx="4448" cy="16950"/>
              </a:xfrm>
              <a:custGeom>
                <a:avLst/>
                <a:gdLst>
                  <a:gd name="connsiteX0" fmla="*/ 0 w 4448"/>
                  <a:gd name="connsiteY0" fmla="*/ 0 h 16950"/>
                  <a:gd name="connsiteX1" fmla="*/ 0 w 4448"/>
                  <a:gd name="connsiteY1" fmla="*/ 16950 h 16950"/>
                </a:gdLst>
                <a:ahLst/>
                <a:cxnLst>
                  <a:cxn ang="0">
                    <a:pos x="connsiteX0" y="connsiteY0"/>
                  </a:cxn>
                  <a:cxn ang="0">
                    <a:pos x="connsiteX1" y="connsiteY1"/>
                  </a:cxn>
                </a:cxnLst>
                <a:rect l="l" t="t" r="r" b="b"/>
                <a:pathLst>
                  <a:path w="4448" h="16950">
                    <a:moveTo>
                      <a:pt x="0" y="0"/>
                    </a:moveTo>
                    <a:lnTo>
                      <a:pt x="0" y="1695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2" name="Freeform: Shape 2731">
                <a:extLst>
                  <a:ext uri="{FF2B5EF4-FFF2-40B4-BE49-F238E27FC236}">
                    <a16:creationId xmlns:a16="http://schemas.microsoft.com/office/drawing/2014/main" id="{EFA099FA-F02D-338B-ADDC-63B56EA84E1D}"/>
                  </a:ext>
                </a:extLst>
              </p:cNvPr>
              <p:cNvSpPr/>
              <p:nvPr/>
            </p:nvSpPr>
            <p:spPr>
              <a:xfrm>
                <a:off x="6131183" y="5320321"/>
                <a:ext cx="4448" cy="25002"/>
              </a:xfrm>
              <a:custGeom>
                <a:avLst/>
                <a:gdLst>
                  <a:gd name="connsiteX0" fmla="*/ 0 w 4448"/>
                  <a:gd name="connsiteY0" fmla="*/ 0 h 25002"/>
                  <a:gd name="connsiteX1" fmla="*/ 0 w 4448"/>
                  <a:gd name="connsiteY1" fmla="*/ 25003 h 25002"/>
                </a:gdLst>
                <a:ahLst/>
                <a:cxnLst>
                  <a:cxn ang="0">
                    <a:pos x="connsiteX0" y="connsiteY0"/>
                  </a:cxn>
                  <a:cxn ang="0">
                    <a:pos x="connsiteX1" y="connsiteY1"/>
                  </a:cxn>
                </a:cxnLst>
                <a:rect l="l" t="t" r="r" b="b"/>
                <a:pathLst>
                  <a:path w="4448" h="25002">
                    <a:moveTo>
                      <a:pt x="0" y="0"/>
                    </a:moveTo>
                    <a:lnTo>
                      <a:pt x="0" y="25003"/>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3" name="Freeform: Shape 2732">
                <a:extLst>
                  <a:ext uri="{FF2B5EF4-FFF2-40B4-BE49-F238E27FC236}">
                    <a16:creationId xmlns:a16="http://schemas.microsoft.com/office/drawing/2014/main" id="{5A550D15-3C29-7F95-127F-68A082928709}"/>
                  </a:ext>
                </a:extLst>
              </p:cNvPr>
              <p:cNvSpPr/>
              <p:nvPr/>
            </p:nvSpPr>
            <p:spPr>
              <a:xfrm>
                <a:off x="6148044" y="5326950"/>
                <a:ext cx="4448" cy="18374"/>
              </a:xfrm>
              <a:custGeom>
                <a:avLst/>
                <a:gdLst>
                  <a:gd name="connsiteX0" fmla="*/ 0 w 4448"/>
                  <a:gd name="connsiteY0" fmla="*/ 0 h 18374"/>
                  <a:gd name="connsiteX1" fmla="*/ 0 w 4448"/>
                  <a:gd name="connsiteY1" fmla="*/ 18374 h 18374"/>
                </a:gdLst>
                <a:ahLst/>
                <a:cxnLst>
                  <a:cxn ang="0">
                    <a:pos x="connsiteX0" y="connsiteY0"/>
                  </a:cxn>
                  <a:cxn ang="0">
                    <a:pos x="connsiteX1" y="connsiteY1"/>
                  </a:cxn>
                </a:cxnLst>
                <a:rect l="l" t="t" r="r" b="b"/>
                <a:pathLst>
                  <a:path w="4448" h="18374">
                    <a:moveTo>
                      <a:pt x="0" y="0"/>
                    </a:moveTo>
                    <a:lnTo>
                      <a:pt x="0" y="18374"/>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4" name="Freeform: Shape 2733">
                <a:extLst>
                  <a:ext uri="{FF2B5EF4-FFF2-40B4-BE49-F238E27FC236}">
                    <a16:creationId xmlns:a16="http://schemas.microsoft.com/office/drawing/2014/main" id="{E8CF4AE2-28D8-FF03-19F2-DA1546A98BF1}"/>
                  </a:ext>
                </a:extLst>
              </p:cNvPr>
              <p:cNvSpPr/>
              <p:nvPr/>
            </p:nvSpPr>
            <p:spPr>
              <a:xfrm>
                <a:off x="6164283" y="5318719"/>
                <a:ext cx="4448" cy="26604"/>
              </a:xfrm>
              <a:custGeom>
                <a:avLst/>
                <a:gdLst>
                  <a:gd name="connsiteX0" fmla="*/ 0 w 4448"/>
                  <a:gd name="connsiteY0" fmla="*/ 0 h 26604"/>
                  <a:gd name="connsiteX1" fmla="*/ 0 w 4448"/>
                  <a:gd name="connsiteY1" fmla="*/ 26605 h 26604"/>
                </a:gdLst>
                <a:ahLst/>
                <a:cxnLst>
                  <a:cxn ang="0">
                    <a:pos x="connsiteX0" y="connsiteY0"/>
                  </a:cxn>
                  <a:cxn ang="0">
                    <a:pos x="connsiteX1" y="connsiteY1"/>
                  </a:cxn>
                </a:cxnLst>
                <a:rect l="l" t="t" r="r" b="b"/>
                <a:pathLst>
                  <a:path w="4448" h="26604">
                    <a:moveTo>
                      <a:pt x="0" y="0"/>
                    </a:moveTo>
                    <a:lnTo>
                      <a:pt x="0" y="26605"/>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5" name="Freeform: Shape 2734">
                <a:extLst>
                  <a:ext uri="{FF2B5EF4-FFF2-40B4-BE49-F238E27FC236}">
                    <a16:creationId xmlns:a16="http://schemas.microsoft.com/office/drawing/2014/main" id="{5EE35768-4689-35C7-0EE2-DF335F741D2E}"/>
                  </a:ext>
                </a:extLst>
              </p:cNvPr>
              <p:cNvSpPr/>
              <p:nvPr/>
            </p:nvSpPr>
            <p:spPr>
              <a:xfrm>
                <a:off x="6180166" y="5322278"/>
                <a:ext cx="4448" cy="23045"/>
              </a:xfrm>
              <a:custGeom>
                <a:avLst/>
                <a:gdLst>
                  <a:gd name="connsiteX0" fmla="*/ 0 w 4448"/>
                  <a:gd name="connsiteY0" fmla="*/ 0 h 23045"/>
                  <a:gd name="connsiteX1" fmla="*/ 0 w 4448"/>
                  <a:gd name="connsiteY1" fmla="*/ 23045 h 23045"/>
                </a:gdLst>
                <a:ahLst/>
                <a:cxnLst>
                  <a:cxn ang="0">
                    <a:pos x="connsiteX0" y="connsiteY0"/>
                  </a:cxn>
                  <a:cxn ang="0">
                    <a:pos x="connsiteX1" y="connsiteY1"/>
                  </a:cxn>
                </a:cxnLst>
                <a:rect l="l" t="t" r="r" b="b"/>
                <a:pathLst>
                  <a:path w="4448" h="23045">
                    <a:moveTo>
                      <a:pt x="0" y="0"/>
                    </a:moveTo>
                    <a:lnTo>
                      <a:pt x="0" y="23045"/>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36" name="Freeform: Shape 2735">
                <a:extLst>
                  <a:ext uri="{FF2B5EF4-FFF2-40B4-BE49-F238E27FC236}">
                    <a16:creationId xmlns:a16="http://schemas.microsoft.com/office/drawing/2014/main" id="{F67D60C5-D970-439D-36A8-DB43D640E242}"/>
                  </a:ext>
                </a:extLst>
              </p:cNvPr>
              <p:cNvSpPr/>
              <p:nvPr/>
            </p:nvSpPr>
            <p:spPr>
              <a:xfrm>
                <a:off x="6197071" y="5325660"/>
                <a:ext cx="4448" cy="19664"/>
              </a:xfrm>
              <a:custGeom>
                <a:avLst/>
                <a:gdLst>
                  <a:gd name="connsiteX0" fmla="*/ 0 w 4448"/>
                  <a:gd name="connsiteY0" fmla="*/ 0 h 19664"/>
                  <a:gd name="connsiteX1" fmla="*/ 0 w 4448"/>
                  <a:gd name="connsiteY1" fmla="*/ 19664 h 19664"/>
                </a:gdLst>
                <a:ahLst/>
                <a:cxnLst>
                  <a:cxn ang="0">
                    <a:pos x="connsiteX0" y="connsiteY0"/>
                  </a:cxn>
                  <a:cxn ang="0">
                    <a:pos x="connsiteX1" y="connsiteY1"/>
                  </a:cxn>
                </a:cxnLst>
                <a:rect l="l" t="t" r="r" b="b"/>
                <a:pathLst>
                  <a:path w="4448" h="19664">
                    <a:moveTo>
                      <a:pt x="0" y="0"/>
                    </a:moveTo>
                    <a:lnTo>
                      <a:pt x="0" y="19664"/>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nvGrpSpPr>
            <p:cNvPr id="2688" name="Group 2687">
              <a:extLst>
                <a:ext uri="{FF2B5EF4-FFF2-40B4-BE49-F238E27FC236}">
                  <a16:creationId xmlns:a16="http://schemas.microsoft.com/office/drawing/2014/main" id="{1001A061-894C-3917-9618-99016B77D6D9}"/>
                </a:ext>
              </a:extLst>
            </p:cNvPr>
            <p:cNvGrpSpPr>
              <a:grpSpLocks/>
            </p:cNvGrpSpPr>
            <p:nvPr/>
          </p:nvGrpSpPr>
          <p:grpSpPr>
            <a:xfrm>
              <a:off x="10182922" y="1288793"/>
              <a:ext cx="58930" cy="89473"/>
              <a:chOff x="6758082" y="5013968"/>
              <a:chExt cx="404141" cy="220133"/>
            </a:xfrm>
          </p:grpSpPr>
          <p:sp>
            <p:nvSpPr>
              <p:cNvPr id="2718" name="Freeform: Shape 2717">
                <a:extLst>
                  <a:ext uri="{FF2B5EF4-FFF2-40B4-BE49-F238E27FC236}">
                    <a16:creationId xmlns:a16="http://schemas.microsoft.com/office/drawing/2014/main" id="{6DB57B01-F3EC-3EA4-6934-7856ADCBEB82}"/>
                  </a:ext>
                </a:extLst>
              </p:cNvPr>
              <p:cNvSpPr/>
              <p:nvPr/>
            </p:nvSpPr>
            <p:spPr>
              <a:xfrm>
                <a:off x="6758082" y="5013968"/>
                <a:ext cx="404141" cy="220133"/>
              </a:xfrm>
              <a:custGeom>
                <a:avLst/>
                <a:gdLst>
                  <a:gd name="connsiteX0" fmla="*/ 0 w 404141"/>
                  <a:gd name="connsiteY0" fmla="*/ 110067 h 220133"/>
                  <a:gd name="connsiteX1" fmla="*/ 202071 w 404141"/>
                  <a:gd name="connsiteY1" fmla="*/ 0 h 220133"/>
                  <a:gd name="connsiteX2" fmla="*/ 404141 w 404141"/>
                  <a:gd name="connsiteY2" fmla="*/ 110067 h 220133"/>
                  <a:gd name="connsiteX3" fmla="*/ 202071 w 404141"/>
                  <a:gd name="connsiteY3" fmla="*/ 220133 h 220133"/>
                  <a:gd name="connsiteX4" fmla="*/ 0 w 404141"/>
                  <a:gd name="connsiteY4" fmla="*/ 110067 h 220133"/>
                  <a:gd name="connsiteX5" fmla="*/ 0 w 404141"/>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0133">
                    <a:moveTo>
                      <a:pt x="0" y="110067"/>
                    </a:moveTo>
                    <a:cubicBezTo>
                      <a:pt x="0" y="49294"/>
                      <a:pt x="90491" y="0"/>
                      <a:pt x="202071" y="0"/>
                    </a:cubicBezTo>
                    <a:cubicBezTo>
                      <a:pt x="313650" y="0"/>
                      <a:pt x="404141" y="49294"/>
                      <a:pt x="404141" y="110067"/>
                    </a:cubicBezTo>
                    <a:cubicBezTo>
                      <a:pt x="404141" y="170839"/>
                      <a:pt x="313650" y="220133"/>
                      <a:pt x="202071" y="220133"/>
                    </a:cubicBezTo>
                    <a:cubicBezTo>
                      <a:pt x="90491"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19" name="Graphic 222">
                <a:extLst>
                  <a:ext uri="{FF2B5EF4-FFF2-40B4-BE49-F238E27FC236}">
                    <a16:creationId xmlns:a16="http://schemas.microsoft.com/office/drawing/2014/main" id="{6BD65806-8F2E-9CB6-B40B-0B0595B4816D}"/>
                  </a:ext>
                </a:extLst>
              </p:cNvPr>
              <p:cNvGrpSpPr/>
              <p:nvPr/>
            </p:nvGrpSpPr>
            <p:grpSpPr>
              <a:xfrm>
                <a:off x="6844658" y="5084394"/>
                <a:ext cx="232011" cy="81993"/>
                <a:chOff x="6844658" y="5084394"/>
                <a:chExt cx="232011" cy="81993"/>
              </a:xfrm>
              <a:noFill/>
            </p:grpSpPr>
            <p:sp>
              <p:nvSpPr>
                <p:cNvPr id="2720" name="Freeform: Shape 2719">
                  <a:extLst>
                    <a:ext uri="{FF2B5EF4-FFF2-40B4-BE49-F238E27FC236}">
                      <a16:creationId xmlns:a16="http://schemas.microsoft.com/office/drawing/2014/main" id="{62ACE605-B9B1-6487-F38B-D4D03977446C}"/>
                    </a:ext>
                  </a:extLst>
                </p:cNvPr>
                <p:cNvSpPr/>
                <p:nvPr/>
              </p:nvSpPr>
              <p:spPr>
                <a:xfrm>
                  <a:off x="6923627" y="5099787"/>
                  <a:ext cx="73363" cy="19797"/>
                </a:xfrm>
                <a:custGeom>
                  <a:avLst/>
                  <a:gdLst>
                    <a:gd name="connsiteX0" fmla="*/ 73363 w 73363"/>
                    <a:gd name="connsiteY0" fmla="*/ 19798 h 19797"/>
                    <a:gd name="connsiteX1" fmla="*/ 36659 w 73363"/>
                    <a:gd name="connsiteY1" fmla="*/ 0 h 19797"/>
                    <a:gd name="connsiteX2" fmla="*/ 0 w 73363"/>
                    <a:gd name="connsiteY2" fmla="*/ 19798 h 19797"/>
                  </a:gdLst>
                  <a:ahLst/>
                  <a:cxnLst>
                    <a:cxn ang="0">
                      <a:pos x="connsiteX0" y="connsiteY0"/>
                    </a:cxn>
                    <a:cxn ang="0">
                      <a:pos x="connsiteX1" y="connsiteY1"/>
                    </a:cxn>
                    <a:cxn ang="0">
                      <a:pos x="connsiteX2" y="connsiteY2"/>
                    </a:cxn>
                  </a:cxnLst>
                  <a:rect l="l" t="t" r="r" b="b"/>
                  <a:pathLst>
                    <a:path w="73363" h="19797">
                      <a:moveTo>
                        <a:pt x="73363" y="19798"/>
                      </a:moveTo>
                      <a:lnTo>
                        <a:pt x="36659" y="0"/>
                      </a:lnTo>
                      <a:lnTo>
                        <a:pt x="0" y="19798"/>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1" name="Freeform: Shape 2720">
                  <a:extLst>
                    <a:ext uri="{FF2B5EF4-FFF2-40B4-BE49-F238E27FC236}">
                      <a16:creationId xmlns:a16="http://schemas.microsoft.com/office/drawing/2014/main" id="{28BD8343-E10A-5160-1291-FC2022DF6DE2}"/>
                    </a:ext>
                  </a:extLst>
                </p:cNvPr>
                <p:cNvSpPr/>
                <p:nvPr/>
              </p:nvSpPr>
              <p:spPr>
                <a:xfrm>
                  <a:off x="6960286" y="5099787"/>
                  <a:ext cx="4448" cy="58369"/>
                </a:xfrm>
                <a:custGeom>
                  <a:avLst/>
                  <a:gdLst>
                    <a:gd name="connsiteX0" fmla="*/ 0 w 4448"/>
                    <a:gd name="connsiteY0" fmla="*/ 58370 h 58369"/>
                    <a:gd name="connsiteX1" fmla="*/ 0 w 4448"/>
                    <a:gd name="connsiteY1" fmla="*/ 0 h 58369"/>
                  </a:gdLst>
                  <a:ahLst/>
                  <a:cxnLst>
                    <a:cxn ang="0">
                      <a:pos x="connsiteX0" y="connsiteY0"/>
                    </a:cxn>
                    <a:cxn ang="0">
                      <a:pos x="connsiteX1" y="connsiteY1"/>
                    </a:cxn>
                  </a:cxnLst>
                  <a:rect l="l" t="t" r="r" b="b"/>
                  <a:pathLst>
                    <a:path w="4448" h="58369">
                      <a:moveTo>
                        <a:pt x="0" y="58370"/>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22" name="Freeform: Shape 2721">
                  <a:extLst>
                    <a:ext uri="{FF2B5EF4-FFF2-40B4-BE49-F238E27FC236}">
                      <a16:creationId xmlns:a16="http://schemas.microsoft.com/office/drawing/2014/main" id="{A4E07888-8FCE-9048-DEA7-6C162C0BDCE8}"/>
                    </a:ext>
                  </a:extLst>
                </p:cNvPr>
                <p:cNvSpPr/>
                <p:nvPr/>
              </p:nvSpPr>
              <p:spPr>
                <a:xfrm>
                  <a:off x="6844658" y="5084394"/>
                  <a:ext cx="232011" cy="81993"/>
                </a:xfrm>
                <a:custGeom>
                  <a:avLst/>
                  <a:gdLst>
                    <a:gd name="connsiteX0" fmla="*/ 192728 w 232011"/>
                    <a:gd name="connsiteY0" fmla="*/ 41019 h 81993"/>
                    <a:gd name="connsiteX1" fmla="*/ 184497 w 232011"/>
                    <a:gd name="connsiteY1" fmla="*/ 41642 h 81993"/>
                    <a:gd name="connsiteX2" fmla="*/ 185254 w 232011"/>
                    <a:gd name="connsiteY2" fmla="*/ 35769 h 81993"/>
                    <a:gd name="connsiteX3" fmla="*/ 119009 w 232011"/>
                    <a:gd name="connsiteY3" fmla="*/ 0 h 81993"/>
                    <a:gd name="connsiteX4" fmla="*/ 53165 w 232011"/>
                    <a:gd name="connsiteY4" fmla="*/ 33145 h 81993"/>
                    <a:gd name="connsiteX5" fmla="*/ 45290 w 232011"/>
                    <a:gd name="connsiteY5" fmla="*/ 32922 h 81993"/>
                    <a:gd name="connsiteX6" fmla="*/ 0 w 232011"/>
                    <a:gd name="connsiteY6" fmla="*/ 57347 h 81993"/>
                    <a:gd name="connsiteX7" fmla="*/ 45646 w 232011"/>
                    <a:gd name="connsiteY7" fmla="*/ 81994 h 81993"/>
                    <a:gd name="connsiteX8" fmla="*/ 193840 w 232011"/>
                    <a:gd name="connsiteY8" fmla="*/ 81994 h 81993"/>
                    <a:gd name="connsiteX9" fmla="*/ 232012 w 232011"/>
                    <a:gd name="connsiteY9" fmla="*/ 61395 h 81993"/>
                    <a:gd name="connsiteX10" fmla="*/ 192728 w 232011"/>
                    <a:gd name="connsiteY10" fmla="*/ 40975 h 81993"/>
                    <a:gd name="connsiteX11" fmla="*/ 192728 w 232011"/>
                    <a:gd name="connsiteY11" fmla="*/ 40975 h 8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011" h="81993">
                      <a:moveTo>
                        <a:pt x="192728" y="41019"/>
                      </a:moveTo>
                      <a:cubicBezTo>
                        <a:pt x="189747" y="41019"/>
                        <a:pt x="187122" y="41242"/>
                        <a:pt x="184497" y="41642"/>
                      </a:cubicBezTo>
                      <a:cubicBezTo>
                        <a:pt x="185254" y="39818"/>
                        <a:pt x="185254" y="37994"/>
                        <a:pt x="185254" y="35769"/>
                      </a:cubicBezTo>
                      <a:cubicBezTo>
                        <a:pt x="185254" y="15794"/>
                        <a:pt x="155312" y="0"/>
                        <a:pt x="119009" y="0"/>
                      </a:cubicBezTo>
                      <a:cubicBezTo>
                        <a:pt x="82706" y="0"/>
                        <a:pt x="55745" y="14548"/>
                        <a:pt x="53165" y="33145"/>
                      </a:cubicBezTo>
                      <a:cubicBezTo>
                        <a:pt x="50540" y="32922"/>
                        <a:pt x="47915" y="32922"/>
                        <a:pt x="45290" y="32922"/>
                      </a:cubicBezTo>
                      <a:cubicBezTo>
                        <a:pt x="20198" y="32922"/>
                        <a:pt x="0" y="44044"/>
                        <a:pt x="0" y="57347"/>
                      </a:cubicBezTo>
                      <a:cubicBezTo>
                        <a:pt x="0" y="70649"/>
                        <a:pt x="20599" y="81994"/>
                        <a:pt x="45646" y="81994"/>
                      </a:cubicBezTo>
                      <a:lnTo>
                        <a:pt x="193840" y="81994"/>
                      </a:lnTo>
                      <a:cubicBezTo>
                        <a:pt x="214794" y="81994"/>
                        <a:pt x="232012" y="72696"/>
                        <a:pt x="232012" y="61395"/>
                      </a:cubicBezTo>
                      <a:cubicBezTo>
                        <a:pt x="232012" y="50095"/>
                        <a:pt x="213682" y="40975"/>
                        <a:pt x="192728" y="40975"/>
                      </a:cubicBezTo>
                      <a:lnTo>
                        <a:pt x="192728" y="40975"/>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689" name="Group 2688">
              <a:extLst>
                <a:ext uri="{FF2B5EF4-FFF2-40B4-BE49-F238E27FC236}">
                  <a16:creationId xmlns:a16="http://schemas.microsoft.com/office/drawing/2014/main" id="{86857D23-DBBC-8F41-2B81-7AC61AA5AD2C}"/>
                </a:ext>
              </a:extLst>
            </p:cNvPr>
            <p:cNvGrpSpPr>
              <a:grpSpLocks/>
            </p:cNvGrpSpPr>
            <p:nvPr/>
          </p:nvGrpSpPr>
          <p:grpSpPr>
            <a:xfrm>
              <a:off x="10149279" y="1162915"/>
              <a:ext cx="58930" cy="89473"/>
              <a:chOff x="6082734" y="4624241"/>
              <a:chExt cx="405920" cy="220133"/>
            </a:xfrm>
          </p:grpSpPr>
          <p:sp>
            <p:nvSpPr>
              <p:cNvPr id="2710" name="Freeform: Shape 2709">
                <a:extLst>
                  <a:ext uri="{FF2B5EF4-FFF2-40B4-BE49-F238E27FC236}">
                    <a16:creationId xmlns:a16="http://schemas.microsoft.com/office/drawing/2014/main" id="{11DC7A0C-3A1E-13E5-9884-47753F7E362C}"/>
                  </a:ext>
                </a:extLst>
              </p:cNvPr>
              <p:cNvSpPr/>
              <p:nvPr/>
            </p:nvSpPr>
            <p:spPr>
              <a:xfrm>
                <a:off x="6082734" y="4624241"/>
                <a:ext cx="405920" cy="220133"/>
              </a:xfrm>
              <a:custGeom>
                <a:avLst/>
                <a:gdLst>
                  <a:gd name="connsiteX0" fmla="*/ 0 w 405920"/>
                  <a:gd name="connsiteY0" fmla="*/ 110067 h 220133"/>
                  <a:gd name="connsiteX1" fmla="*/ 202960 w 405920"/>
                  <a:gd name="connsiteY1" fmla="*/ 0 h 220133"/>
                  <a:gd name="connsiteX2" fmla="*/ 405921 w 405920"/>
                  <a:gd name="connsiteY2" fmla="*/ 110067 h 220133"/>
                  <a:gd name="connsiteX3" fmla="*/ 202960 w 405920"/>
                  <a:gd name="connsiteY3" fmla="*/ 220133 h 220133"/>
                  <a:gd name="connsiteX4" fmla="*/ 0 w 405920"/>
                  <a:gd name="connsiteY4" fmla="*/ 110067 h 220133"/>
                  <a:gd name="connsiteX5" fmla="*/ 0 w 405920"/>
                  <a:gd name="connsiteY5" fmla="*/ 110067 h 22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920" h="220133">
                    <a:moveTo>
                      <a:pt x="0" y="110067"/>
                    </a:moveTo>
                    <a:cubicBezTo>
                      <a:pt x="0" y="49294"/>
                      <a:pt x="90847" y="0"/>
                      <a:pt x="202960" y="0"/>
                    </a:cubicBezTo>
                    <a:cubicBezTo>
                      <a:pt x="315073" y="0"/>
                      <a:pt x="405921" y="49294"/>
                      <a:pt x="405921" y="110067"/>
                    </a:cubicBezTo>
                    <a:cubicBezTo>
                      <a:pt x="405921" y="170839"/>
                      <a:pt x="315073" y="220133"/>
                      <a:pt x="202960" y="220133"/>
                    </a:cubicBezTo>
                    <a:cubicBezTo>
                      <a:pt x="90847" y="220133"/>
                      <a:pt x="0" y="170839"/>
                      <a:pt x="0" y="110067"/>
                    </a:cubicBezTo>
                    <a:lnTo>
                      <a:pt x="0" y="110067"/>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711" name="Graphic 222">
                <a:extLst>
                  <a:ext uri="{FF2B5EF4-FFF2-40B4-BE49-F238E27FC236}">
                    <a16:creationId xmlns:a16="http://schemas.microsoft.com/office/drawing/2014/main" id="{500C492C-395C-F7F1-6DA5-38B2969DC325}"/>
                  </a:ext>
                </a:extLst>
              </p:cNvPr>
              <p:cNvGrpSpPr/>
              <p:nvPr/>
            </p:nvGrpSpPr>
            <p:grpSpPr>
              <a:xfrm>
                <a:off x="6170289" y="4678340"/>
                <a:ext cx="230721" cy="114915"/>
                <a:chOff x="6170289" y="4678340"/>
                <a:chExt cx="230721" cy="114915"/>
              </a:xfrm>
              <a:noFill/>
            </p:grpSpPr>
            <p:sp>
              <p:nvSpPr>
                <p:cNvPr id="2712" name="Freeform: Shape 2711">
                  <a:extLst>
                    <a:ext uri="{FF2B5EF4-FFF2-40B4-BE49-F238E27FC236}">
                      <a16:creationId xmlns:a16="http://schemas.microsoft.com/office/drawing/2014/main" id="{357DB78B-52FC-F411-1B5F-AC3D58B9A46C}"/>
                    </a:ext>
                  </a:extLst>
                </p:cNvPr>
                <p:cNvSpPr/>
                <p:nvPr/>
              </p:nvSpPr>
              <p:spPr>
                <a:xfrm>
                  <a:off x="6170289" y="4678340"/>
                  <a:ext cx="146369" cy="71093"/>
                </a:xfrm>
                <a:custGeom>
                  <a:avLst/>
                  <a:gdLst>
                    <a:gd name="connsiteX0" fmla="*/ 146370 w 146369"/>
                    <a:gd name="connsiteY0" fmla="*/ 31498 h 71093"/>
                    <a:gd name="connsiteX1" fmla="*/ 146370 w 146369"/>
                    <a:gd name="connsiteY1" fmla="*/ 8275 h 71093"/>
                    <a:gd name="connsiteX2" fmla="*/ 61662 w 146369"/>
                    <a:gd name="connsiteY2" fmla="*/ 8275 h 71093"/>
                    <a:gd name="connsiteX3" fmla="*/ 61662 w 146369"/>
                    <a:gd name="connsiteY3" fmla="*/ 0 h 71093"/>
                    <a:gd name="connsiteX4" fmla="*/ 0 w 146369"/>
                    <a:gd name="connsiteY4" fmla="*/ 0 h 71093"/>
                    <a:gd name="connsiteX5" fmla="*/ 0 w 146369"/>
                    <a:gd name="connsiteY5" fmla="*/ 65444 h 71093"/>
                    <a:gd name="connsiteX6" fmla="*/ 10410 w 146369"/>
                    <a:gd name="connsiteY6" fmla="*/ 71094 h 71093"/>
                    <a:gd name="connsiteX7" fmla="*/ 65755 w 146369"/>
                    <a:gd name="connsiteY7" fmla="*/ 71094 h 7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369" h="71093">
                      <a:moveTo>
                        <a:pt x="146370" y="31498"/>
                      </a:moveTo>
                      <a:lnTo>
                        <a:pt x="146370" y="8275"/>
                      </a:lnTo>
                      <a:lnTo>
                        <a:pt x="61662" y="8275"/>
                      </a:lnTo>
                      <a:lnTo>
                        <a:pt x="61662" y="0"/>
                      </a:lnTo>
                      <a:lnTo>
                        <a:pt x="0" y="0"/>
                      </a:lnTo>
                      <a:lnTo>
                        <a:pt x="0" y="65444"/>
                      </a:lnTo>
                      <a:cubicBezTo>
                        <a:pt x="0" y="68692"/>
                        <a:pt x="4849" y="71094"/>
                        <a:pt x="10410" y="71094"/>
                      </a:cubicBezTo>
                      <a:lnTo>
                        <a:pt x="65755" y="71094"/>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13" name="Freeform: Shape 2712">
                  <a:extLst>
                    <a:ext uri="{FF2B5EF4-FFF2-40B4-BE49-F238E27FC236}">
                      <a16:creationId xmlns:a16="http://schemas.microsoft.com/office/drawing/2014/main" id="{E136A581-44FF-7B04-F4E2-A229909DD2B8}"/>
                    </a:ext>
                  </a:extLst>
                </p:cNvPr>
                <p:cNvSpPr/>
                <p:nvPr/>
              </p:nvSpPr>
              <p:spPr>
                <a:xfrm>
                  <a:off x="6254997" y="4720160"/>
                  <a:ext cx="146013" cy="70871"/>
                </a:xfrm>
                <a:custGeom>
                  <a:avLst/>
                  <a:gdLst>
                    <a:gd name="connsiteX0" fmla="*/ 0 w 146013"/>
                    <a:gd name="connsiteY0" fmla="*/ 65221 h 70871"/>
                    <a:gd name="connsiteX1" fmla="*/ 10410 w 146013"/>
                    <a:gd name="connsiteY1" fmla="*/ 70871 h 70871"/>
                    <a:gd name="connsiteX2" fmla="*/ 135603 w 146013"/>
                    <a:gd name="connsiteY2" fmla="*/ 70871 h 70871"/>
                    <a:gd name="connsiteX3" fmla="*/ 146014 w 146013"/>
                    <a:gd name="connsiteY3" fmla="*/ 65221 h 70871"/>
                    <a:gd name="connsiteX4" fmla="*/ 146014 w 146013"/>
                    <a:gd name="connsiteY4" fmla="*/ 8275 h 70871"/>
                    <a:gd name="connsiteX5" fmla="*/ 61662 w 146013"/>
                    <a:gd name="connsiteY5" fmla="*/ 8275 h 70871"/>
                    <a:gd name="connsiteX6" fmla="*/ 61662 w 146013"/>
                    <a:gd name="connsiteY6" fmla="*/ 0 h 70871"/>
                    <a:gd name="connsiteX7" fmla="*/ 0 w 146013"/>
                    <a:gd name="connsiteY7" fmla="*/ 0 h 70871"/>
                    <a:gd name="connsiteX8" fmla="*/ 0 w 146013"/>
                    <a:gd name="connsiteY8" fmla="*/ 65221 h 70871"/>
                    <a:gd name="connsiteX9" fmla="*/ 0 w 146013"/>
                    <a:gd name="connsiteY9" fmla="*/ 65221 h 7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013" h="70871">
                      <a:moveTo>
                        <a:pt x="0" y="65221"/>
                      </a:moveTo>
                      <a:cubicBezTo>
                        <a:pt x="0" y="68469"/>
                        <a:pt x="4849" y="70871"/>
                        <a:pt x="10410" y="70871"/>
                      </a:cubicBezTo>
                      <a:lnTo>
                        <a:pt x="135603" y="70871"/>
                      </a:lnTo>
                      <a:cubicBezTo>
                        <a:pt x="141565" y="70871"/>
                        <a:pt x="146014" y="68247"/>
                        <a:pt x="146014" y="65221"/>
                      </a:cubicBezTo>
                      <a:lnTo>
                        <a:pt x="146014" y="8275"/>
                      </a:lnTo>
                      <a:lnTo>
                        <a:pt x="61662" y="8275"/>
                      </a:lnTo>
                      <a:lnTo>
                        <a:pt x="61662" y="0"/>
                      </a:lnTo>
                      <a:lnTo>
                        <a:pt x="0" y="0"/>
                      </a:lnTo>
                      <a:lnTo>
                        <a:pt x="0" y="65221"/>
                      </a:lnTo>
                      <a:lnTo>
                        <a:pt x="0" y="65221"/>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14" name="Freeform: Shape 2713">
                  <a:extLst>
                    <a:ext uri="{FF2B5EF4-FFF2-40B4-BE49-F238E27FC236}">
                      <a16:creationId xmlns:a16="http://schemas.microsoft.com/office/drawing/2014/main" id="{7A1BA7E3-A1C4-A025-EC2A-9F67F17F9BC5}"/>
                    </a:ext>
                  </a:extLst>
                </p:cNvPr>
                <p:cNvSpPr/>
                <p:nvPr/>
              </p:nvSpPr>
              <p:spPr>
                <a:xfrm>
                  <a:off x="6170645" y="4770033"/>
                  <a:ext cx="53876" cy="12501"/>
                </a:xfrm>
                <a:custGeom>
                  <a:avLst/>
                  <a:gdLst>
                    <a:gd name="connsiteX0" fmla="*/ 53877 w 53876"/>
                    <a:gd name="connsiteY0" fmla="*/ 12502 h 12501"/>
                    <a:gd name="connsiteX1" fmla="*/ 10410 w 53876"/>
                    <a:gd name="connsiteY1" fmla="*/ 12502 h 12501"/>
                    <a:gd name="connsiteX2" fmla="*/ 0 w 53876"/>
                    <a:gd name="connsiteY2" fmla="*/ 6851 h 12501"/>
                    <a:gd name="connsiteX3" fmla="*/ 0 w 53876"/>
                    <a:gd name="connsiteY3" fmla="*/ 0 h 12501"/>
                  </a:gdLst>
                  <a:ahLst/>
                  <a:cxnLst>
                    <a:cxn ang="0">
                      <a:pos x="connsiteX0" y="connsiteY0"/>
                    </a:cxn>
                    <a:cxn ang="0">
                      <a:pos x="connsiteX1" y="connsiteY1"/>
                    </a:cxn>
                    <a:cxn ang="0">
                      <a:pos x="connsiteX2" y="connsiteY2"/>
                    </a:cxn>
                    <a:cxn ang="0">
                      <a:pos x="connsiteX3" y="connsiteY3"/>
                    </a:cxn>
                  </a:cxnLst>
                  <a:rect l="l" t="t" r="r" b="b"/>
                  <a:pathLst>
                    <a:path w="53876" h="12501">
                      <a:moveTo>
                        <a:pt x="53877" y="12502"/>
                      </a:moveTo>
                      <a:lnTo>
                        <a:pt x="10410" y="12502"/>
                      </a:lnTo>
                      <a:cubicBezTo>
                        <a:pt x="4849" y="12502"/>
                        <a:pt x="0" y="10099"/>
                        <a:pt x="0" y="6851"/>
                      </a:cubicBezTo>
                      <a:lnTo>
                        <a:pt x="0" y="0"/>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15" name="Freeform: Shape 2714">
                  <a:extLst>
                    <a:ext uri="{FF2B5EF4-FFF2-40B4-BE49-F238E27FC236}">
                      <a16:creationId xmlns:a16="http://schemas.microsoft.com/office/drawing/2014/main" id="{11E8D3C6-DE13-9C2E-8B27-C2232E905E8E}"/>
                    </a:ext>
                  </a:extLst>
                </p:cNvPr>
                <p:cNvSpPr/>
                <p:nvPr/>
              </p:nvSpPr>
              <p:spPr>
                <a:xfrm>
                  <a:off x="6205213" y="4772257"/>
                  <a:ext cx="19308" cy="20998"/>
                </a:xfrm>
                <a:custGeom>
                  <a:avLst/>
                  <a:gdLst>
                    <a:gd name="connsiteX0" fmla="*/ 0 w 19308"/>
                    <a:gd name="connsiteY0" fmla="*/ 0 h 20998"/>
                    <a:gd name="connsiteX1" fmla="*/ 19308 w 19308"/>
                    <a:gd name="connsiteY1" fmla="*/ 10499 h 20998"/>
                    <a:gd name="connsiteX2" fmla="*/ 0 w 19308"/>
                    <a:gd name="connsiteY2" fmla="*/ 20999 h 20998"/>
                  </a:gdLst>
                  <a:ahLst/>
                  <a:cxnLst>
                    <a:cxn ang="0">
                      <a:pos x="connsiteX0" y="connsiteY0"/>
                    </a:cxn>
                    <a:cxn ang="0">
                      <a:pos x="connsiteX1" y="connsiteY1"/>
                    </a:cxn>
                    <a:cxn ang="0">
                      <a:pos x="connsiteX2" y="connsiteY2"/>
                    </a:cxn>
                  </a:cxnLst>
                  <a:rect l="l" t="t" r="r" b="b"/>
                  <a:pathLst>
                    <a:path w="19308" h="20998">
                      <a:moveTo>
                        <a:pt x="0" y="0"/>
                      </a:moveTo>
                      <a:lnTo>
                        <a:pt x="19308" y="10499"/>
                      </a:lnTo>
                      <a:lnTo>
                        <a:pt x="0" y="20999"/>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16" name="Freeform: Shape 2715">
                  <a:extLst>
                    <a:ext uri="{FF2B5EF4-FFF2-40B4-BE49-F238E27FC236}">
                      <a16:creationId xmlns:a16="http://schemas.microsoft.com/office/drawing/2014/main" id="{69C55519-14EC-367A-1A1C-D2CF0EBB036C}"/>
                    </a:ext>
                  </a:extLst>
                </p:cNvPr>
                <p:cNvSpPr/>
                <p:nvPr/>
              </p:nvSpPr>
              <p:spPr>
                <a:xfrm>
                  <a:off x="6347134" y="4695068"/>
                  <a:ext cx="53520" cy="12323"/>
                </a:xfrm>
                <a:custGeom>
                  <a:avLst/>
                  <a:gdLst>
                    <a:gd name="connsiteX0" fmla="*/ 0 w 53520"/>
                    <a:gd name="connsiteY0" fmla="*/ 0 h 12323"/>
                    <a:gd name="connsiteX1" fmla="*/ 43110 w 53520"/>
                    <a:gd name="connsiteY1" fmla="*/ 0 h 12323"/>
                    <a:gd name="connsiteX2" fmla="*/ 53521 w 53520"/>
                    <a:gd name="connsiteY2" fmla="*/ 5650 h 12323"/>
                    <a:gd name="connsiteX3" fmla="*/ 53521 w 53520"/>
                    <a:gd name="connsiteY3" fmla="*/ 12324 h 12323"/>
                  </a:gdLst>
                  <a:ahLst/>
                  <a:cxnLst>
                    <a:cxn ang="0">
                      <a:pos x="connsiteX0" y="connsiteY0"/>
                    </a:cxn>
                    <a:cxn ang="0">
                      <a:pos x="connsiteX1" y="connsiteY1"/>
                    </a:cxn>
                    <a:cxn ang="0">
                      <a:pos x="connsiteX2" y="connsiteY2"/>
                    </a:cxn>
                    <a:cxn ang="0">
                      <a:pos x="connsiteX3" y="connsiteY3"/>
                    </a:cxn>
                  </a:cxnLst>
                  <a:rect l="l" t="t" r="r" b="b"/>
                  <a:pathLst>
                    <a:path w="53520" h="12323">
                      <a:moveTo>
                        <a:pt x="0" y="0"/>
                      </a:moveTo>
                      <a:lnTo>
                        <a:pt x="43110" y="0"/>
                      </a:lnTo>
                      <a:cubicBezTo>
                        <a:pt x="49072" y="0"/>
                        <a:pt x="53521" y="2625"/>
                        <a:pt x="53521" y="5650"/>
                      </a:cubicBezTo>
                      <a:lnTo>
                        <a:pt x="53521" y="12324"/>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17" name="Freeform: Shape 2716">
                  <a:extLst>
                    <a:ext uri="{FF2B5EF4-FFF2-40B4-BE49-F238E27FC236}">
                      <a16:creationId xmlns:a16="http://schemas.microsoft.com/office/drawing/2014/main" id="{5BFC7352-BFC6-90BD-6D99-7F465E0A551D}"/>
                    </a:ext>
                  </a:extLst>
                </p:cNvPr>
                <p:cNvSpPr/>
                <p:nvPr/>
              </p:nvSpPr>
              <p:spPr>
                <a:xfrm>
                  <a:off x="6347134" y="4684391"/>
                  <a:ext cx="19308" cy="20998"/>
                </a:xfrm>
                <a:custGeom>
                  <a:avLst/>
                  <a:gdLst>
                    <a:gd name="connsiteX0" fmla="*/ 19308 w 19308"/>
                    <a:gd name="connsiteY0" fmla="*/ 20999 h 20998"/>
                    <a:gd name="connsiteX1" fmla="*/ 0 w 19308"/>
                    <a:gd name="connsiteY1" fmla="*/ 10499 h 20998"/>
                    <a:gd name="connsiteX2" fmla="*/ 19308 w 19308"/>
                    <a:gd name="connsiteY2" fmla="*/ 0 h 20998"/>
                  </a:gdLst>
                  <a:ahLst/>
                  <a:cxnLst>
                    <a:cxn ang="0">
                      <a:pos x="connsiteX0" y="connsiteY0"/>
                    </a:cxn>
                    <a:cxn ang="0">
                      <a:pos x="connsiteX1" y="connsiteY1"/>
                    </a:cxn>
                    <a:cxn ang="0">
                      <a:pos x="connsiteX2" y="connsiteY2"/>
                    </a:cxn>
                  </a:cxnLst>
                  <a:rect l="l" t="t" r="r" b="b"/>
                  <a:pathLst>
                    <a:path w="19308" h="20998">
                      <a:moveTo>
                        <a:pt x="19308" y="20999"/>
                      </a:moveTo>
                      <a:lnTo>
                        <a:pt x="0" y="10499"/>
                      </a:lnTo>
                      <a:lnTo>
                        <a:pt x="19308" y="0"/>
                      </a:ln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nvGrpSpPr>
            <p:cNvPr id="2690" name="Graphic 222">
              <a:extLst>
                <a:ext uri="{FF2B5EF4-FFF2-40B4-BE49-F238E27FC236}">
                  <a16:creationId xmlns:a16="http://schemas.microsoft.com/office/drawing/2014/main" id="{48BD7315-2953-5209-8184-A51BA219FC86}"/>
                </a:ext>
              </a:extLst>
            </p:cNvPr>
            <p:cNvGrpSpPr>
              <a:grpSpLocks/>
            </p:cNvGrpSpPr>
            <p:nvPr/>
          </p:nvGrpSpPr>
          <p:grpSpPr>
            <a:xfrm rot="20909664">
              <a:off x="9942693" y="1255389"/>
              <a:ext cx="58930" cy="89473"/>
              <a:chOff x="5117004" y="4698538"/>
              <a:chExt cx="404141" cy="221111"/>
            </a:xfrm>
          </p:grpSpPr>
          <p:sp>
            <p:nvSpPr>
              <p:cNvPr id="2691" name="Freeform: Shape 2690">
                <a:extLst>
                  <a:ext uri="{FF2B5EF4-FFF2-40B4-BE49-F238E27FC236}">
                    <a16:creationId xmlns:a16="http://schemas.microsoft.com/office/drawing/2014/main" id="{5BADE2CA-9C38-DC23-E9EC-CC28FE426B65}"/>
                  </a:ext>
                </a:extLst>
              </p:cNvPr>
              <p:cNvSpPr/>
              <p:nvPr/>
            </p:nvSpPr>
            <p:spPr>
              <a:xfrm>
                <a:off x="5117004" y="4698538"/>
                <a:ext cx="404141" cy="221111"/>
              </a:xfrm>
              <a:custGeom>
                <a:avLst/>
                <a:gdLst>
                  <a:gd name="connsiteX0" fmla="*/ 0 w 404141"/>
                  <a:gd name="connsiteY0" fmla="*/ 110556 h 221111"/>
                  <a:gd name="connsiteX1" fmla="*/ 202071 w 404141"/>
                  <a:gd name="connsiteY1" fmla="*/ 0 h 221111"/>
                  <a:gd name="connsiteX2" fmla="*/ 404141 w 404141"/>
                  <a:gd name="connsiteY2" fmla="*/ 110556 h 221111"/>
                  <a:gd name="connsiteX3" fmla="*/ 202071 w 404141"/>
                  <a:gd name="connsiteY3" fmla="*/ 221112 h 221111"/>
                  <a:gd name="connsiteX4" fmla="*/ 0 w 404141"/>
                  <a:gd name="connsiteY4" fmla="*/ 110556 h 221111"/>
                  <a:gd name="connsiteX5" fmla="*/ 0 w 404141"/>
                  <a:gd name="connsiteY5" fmla="*/ 110556 h 22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141" h="221111">
                    <a:moveTo>
                      <a:pt x="0" y="110556"/>
                    </a:moveTo>
                    <a:cubicBezTo>
                      <a:pt x="0" y="49517"/>
                      <a:pt x="90491" y="0"/>
                      <a:pt x="202071" y="0"/>
                    </a:cubicBezTo>
                    <a:cubicBezTo>
                      <a:pt x="313650" y="0"/>
                      <a:pt x="404141" y="49472"/>
                      <a:pt x="404141" y="110556"/>
                    </a:cubicBezTo>
                    <a:cubicBezTo>
                      <a:pt x="404141" y="171640"/>
                      <a:pt x="313650" y="221112"/>
                      <a:pt x="202071" y="221112"/>
                    </a:cubicBezTo>
                    <a:cubicBezTo>
                      <a:pt x="90491" y="221112"/>
                      <a:pt x="0" y="171640"/>
                      <a:pt x="0" y="110556"/>
                    </a:cubicBezTo>
                    <a:lnTo>
                      <a:pt x="0" y="110556"/>
                    </a:lnTo>
                    <a:close/>
                  </a:path>
                </a:pathLst>
              </a:custGeom>
              <a:solidFill>
                <a:srgbClr val="5A9498"/>
              </a:solidFill>
              <a:ln w="74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nvGrpSpPr>
              <p:cNvPr id="2692" name="Graphic 222">
                <a:extLst>
                  <a:ext uri="{FF2B5EF4-FFF2-40B4-BE49-F238E27FC236}">
                    <a16:creationId xmlns:a16="http://schemas.microsoft.com/office/drawing/2014/main" id="{1A52A5CD-B4EA-EB4F-4D73-E6EBB764EDC6}"/>
                  </a:ext>
                </a:extLst>
              </p:cNvPr>
              <p:cNvGrpSpPr/>
              <p:nvPr/>
            </p:nvGrpSpPr>
            <p:grpSpPr>
              <a:xfrm>
                <a:off x="5216259" y="4747746"/>
                <a:ext cx="206208" cy="126036"/>
                <a:chOff x="5216259" y="4747746"/>
                <a:chExt cx="206208" cy="126036"/>
              </a:xfrm>
              <a:noFill/>
            </p:grpSpPr>
            <p:sp>
              <p:nvSpPr>
                <p:cNvPr id="2693" name="Freeform: Shape 2692">
                  <a:extLst>
                    <a:ext uri="{FF2B5EF4-FFF2-40B4-BE49-F238E27FC236}">
                      <a16:creationId xmlns:a16="http://schemas.microsoft.com/office/drawing/2014/main" id="{5DDBBADC-9C62-CF94-35BA-764A8C8A2FC0}"/>
                    </a:ext>
                  </a:extLst>
                </p:cNvPr>
                <p:cNvSpPr/>
                <p:nvPr/>
              </p:nvSpPr>
              <p:spPr>
                <a:xfrm>
                  <a:off x="5273206" y="4777952"/>
                  <a:ext cx="69981" cy="38038"/>
                </a:xfrm>
                <a:custGeom>
                  <a:avLst/>
                  <a:gdLst>
                    <a:gd name="connsiteX0" fmla="*/ 0 w 69981"/>
                    <a:gd name="connsiteY0" fmla="*/ 0 h 38038"/>
                    <a:gd name="connsiteX1" fmla="*/ 69982 w 69981"/>
                    <a:gd name="connsiteY1" fmla="*/ 0 h 38038"/>
                    <a:gd name="connsiteX2" fmla="*/ 69982 w 69981"/>
                    <a:gd name="connsiteY2" fmla="*/ 38038 h 38038"/>
                    <a:gd name="connsiteX3" fmla="*/ 0 w 69981"/>
                    <a:gd name="connsiteY3" fmla="*/ 38038 h 38038"/>
                    <a:gd name="connsiteX4" fmla="*/ 0 w 69981"/>
                    <a:gd name="connsiteY4" fmla="*/ 0 h 38038"/>
                    <a:gd name="connsiteX5" fmla="*/ 0 w 69981"/>
                    <a:gd name="connsiteY5" fmla="*/ 0 h 3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81" h="38038">
                      <a:moveTo>
                        <a:pt x="0" y="0"/>
                      </a:moveTo>
                      <a:lnTo>
                        <a:pt x="69982" y="0"/>
                      </a:lnTo>
                      <a:lnTo>
                        <a:pt x="69982" y="38038"/>
                      </a:lnTo>
                      <a:lnTo>
                        <a:pt x="0" y="38038"/>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4" name="Freeform: Shape 2693">
                  <a:extLst>
                    <a:ext uri="{FF2B5EF4-FFF2-40B4-BE49-F238E27FC236}">
                      <a16:creationId xmlns:a16="http://schemas.microsoft.com/office/drawing/2014/main" id="{DE4F1B86-B09A-A60B-139F-37C0D3AAD166}"/>
                    </a:ext>
                  </a:extLst>
                </p:cNvPr>
                <p:cNvSpPr/>
                <p:nvPr/>
              </p:nvSpPr>
              <p:spPr>
                <a:xfrm>
                  <a:off x="5216259" y="4747746"/>
                  <a:ext cx="206208" cy="124389"/>
                </a:xfrm>
                <a:custGeom>
                  <a:avLst/>
                  <a:gdLst>
                    <a:gd name="connsiteX0" fmla="*/ 16150 w 206208"/>
                    <a:gd name="connsiteY0" fmla="*/ 124390 h 124389"/>
                    <a:gd name="connsiteX1" fmla="*/ 26650 w 206208"/>
                    <a:gd name="connsiteY1" fmla="*/ 101211 h 124389"/>
                    <a:gd name="connsiteX2" fmla="*/ 22512 w 206208"/>
                    <a:gd name="connsiteY2" fmla="*/ 85951 h 124389"/>
                    <a:gd name="connsiteX3" fmla="*/ 13526 w 206208"/>
                    <a:gd name="connsiteY3" fmla="*/ 75585 h 124389"/>
                    <a:gd name="connsiteX4" fmla="*/ 13526 w 206208"/>
                    <a:gd name="connsiteY4" fmla="*/ 75807 h 124389"/>
                    <a:gd name="connsiteX5" fmla="*/ 43823 w 206208"/>
                    <a:gd name="connsiteY5" fmla="*/ 7249 h 124389"/>
                    <a:gd name="connsiteX6" fmla="*/ 170306 w 206208"/>
                    <a:gd name="connsiteY6" fmla="*/ 23933 h 124389"/>
                    <a:gd name="connsiteX7" fmla="*/ 183786 w 206208"/>
                    <a:gd name="connsiteY7" fmla="*/ 49559 h 124389"/>
                    <a:gd name="connsiteX8" fmla="*/ 183030 w 206208"/>
                    <a:gd name="connsiteY8" fmla="*/ 53607 h 124389"/>
                    <a:gd name="connsiteX9" fmla="*/ 201360 w 206208"/>
                    <a:gd name="connsiteY9" fmla="*/ 70513 h 124389"/>
                    <a:gd name="connsiteX10" fmla="*/ 206209 w 206208"/>
                    <a:gd name="connsiteY10" fmla="*/ 75807 h 124389"/>
                    <a:gd name="connsiteX11" fmla="*/ 190504 w 206208"/>
                    <a:gd name="connsiteY11" fmla="*/ 80701 h 124389"/>
                    <a:gd name="connsiteX12" fmla="*/ 194642 w 206208"/>
                    <a:gd name="connsiteY12" fmla="*/ 88042 h 124389"/>
                    <a:gd name="connsiteX13" fmla="*/ 163588 w 206208"/>
                    <a:gd name="connsiteY13" fmla="*/ 88042 h 12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6208" h="124389">
                      <a:moveTo>
                        <a:pt x="16150" y="124390"/>
                      </a:moveTo>
                      <a:cubicBezTo>
                        <a:pt x="22868" y="117271"/>
                        <a:pt x="26650" y="109352"/>
                        <a:pt x="26650" y="101211"/>
                      </a:cubicBezTo>
                      <a:cubicBezTo>
                        <a:pt x="26650" y="95917"/>
                        <a:pt x="25538" y="91023"/>
                        <a:pt x="22512" y="85951"/>
                      </a:cubicBezTo>
                      <a:cubicBezTo>
                        <a:pt x="19888" y="82481"/>
                        <a:pt x="16907" y="79055"/>
                        <a:pt x="13526" y="75585"/>
                      </a:cubicBezTo>
                      <a:lnTo>
                        <a:pt x="13526" y="75807"/>
                      </a:lnTo>
                      <a:cubicBezTo>
                        <a:pt x="-13035" y="52406"/>
                        <a:pt x="802" y="21486"/>
                        <a:pt x="43823" y="7249"/>
                      </a:cubicBezTo>
                      <a:cubicBezTo>
                        <a:pt x="86844" y="-6987"/>
                        <a:pt x="143746" y="354"/>
                        <a:pt x="170306" y="23933"/>
                      </a:cubicBezTo>
                      <a:cubicBezTo>
                        <a:pt x="179293" y="31674"/>
                        <a:pt x="183786" y="40616"/>
                        <a:pt x="183786" y="49559"/>
                      </a:cubicBezTo>
                      <a:lnTo>
                        <a:pt x="183030" y="53607"/>
                      </a:lnTo>
                      <a:lnTo>
                        <a:pt x="201360" y="70513"/>
                      </a:lnTo>
                      <a:cubicBezTo>
                        <a:pt x="203228" y="72159"/>
                        <a:pt x="204741" y="73761"/>
                        <a:pt x="206209" y="75807"/>
                      </a:cubicBezTo>
                      <a:cubicBezTo>
                        <a:pt x="206209" y="76608"/>
                        <a:pt x="189748" y="79055"/>
                        <a:pt x="190504" y="80701"/>
                      </a:cubicBezTo>
                      <a:cubicBezTo>
                        <a:pt x="191260" y="82347"/>
                        <a:pt x="195754" y="87820"/>
                        <a:pt x="194642" y="88042"/>
                      </a:cubicBezTo>
                      <a:cubicBezTo>
                        <a:pt x="193529" y="88264"/>
                        <a:pt x="163588" y="88042"/>
                        <a:pt x="163588" y="88042"/>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5" name="Freeform: Shape 2694">
                  <a:extLst>
                    <a:ext uri="{FF2B5EF4-FFF2-40B4-BE49-F238E27FC236}">
                      <a16:creationId xmlns:a16="http://schemas.microsoft.com/office/drawing/2014/main" id="{5138B925-5CA8-4E9E-6AA2-BBB19838B556}"/>
                    </a:ext>
                  </a:extLst>
                </p:cNvPr>
                <p:cNvSpPr/>
                <p:nvPr/>
              </p:nvSpPr>
              <p:spPr>
                <a:xfrm>
                  <a:off x="5329307" y="4835699"/>
                  <a:ext cx="68513" cy="22777"/>
                </a:xfrm>
                <a:custGeom>
                  <a:avLst/>
                  <a:gdLst>
                    <a:gd name="connsiteX0" fmla="*/ 68514 w 68513"/>
                    <a:gd name="connsiteY0" fmla="*/ 0 h 22777"/>
                    <a:gd name="connsiteX1" fmla="*/ 68514 w 68513"/>
                    <a:gd name="connsiteY1" fmla="*/ 7919 h 22777"/>
                    <a:gd name="connsiteX2" fmla="*/ 65132 w 68513"/>
                    <a:gd name="connsiteY2" fmla="*/ 12590 h 22777"/>
                    <a:gd name="connsiteX3" fmla="*/ 65132 w 68513"/>
                    <a:gd name="connsiteY3" fmla="*/ 14815 h 22777"/>
                    <a:gd name="connsiteX4" fmla="*/ 60639 w 68513"/>
                    <a:gd name="connsiteY4" fmla="*/ 22156 h 22777"/>
                    <a:gd name="connsiteX5" fmla="*/ 15349 w 68513"/>
                    <a:gd name="connsiteY5" fmla="*/ 20954 h 22777"/>
                    <a:gd name="connsiteX6" fmla="*/ 0 w 68513"/>
                    <a:gd name="connsiteY6" fmla="*/ 11389 h 22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13" h="22777">
                      <a:moveTo>
                        <a:pt x="68514" y="0"/>
                      </a:moveTo>
                      <a:lnTo>
                        <a:pt x="68514" y="7919"/>
                      </a:lnTo>
                      <a:cubicBezTo>
                        <a:pt x="67001" y="9343"/>
                        <a:pt x="65889" y="10989"/>
                        <a:pt x="65132" y="12590"/>
                      </a:cubicBezTo>
                      <a:lnTo>
                        <a:pt x="65132" y="14815"/>
                      </a:lnTo>
                      <a:cubicBezTo>
                        <a:pt x="65132" y="14815"/>
                        <a:pt x="64020" y="21533"/>
                        <a:pt x="60639" y="22156"/>
                      </a:cubicBezTo>
                      <a:cubicBezTo>
                        <a:pt x="57258" y="22779"/>
                        <a:pt x="22467" y="23579"/>
                        <a:pt x="15349" y="20954"/>
                      </a:cubicBezTo>
                      <a:cubicBezTo>
                        <a:pt x="8631" y="18330"/>
                        <a:pt x="0" y="11389"/>
                        <a:pt x="0" y="11389"/>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6" name="Freeform: Shape 2695">
                  <a:extLst>
                    <a:ext uri="{FF2B5EF4-FFF2-40B4-BE49-F238E27FC236}">
                      <a16:creationId xmlns:a16="http://schemas.microsoft.com/office/drawing/2014/main" id="{F6E6A604-DC2B-B6C5-2477-03320094720C}"/>
                    </a:ext>
                  </a:extLst>
                </p:cNvPr>
                <p:cNvSpPr/>
                <p:nvPr/>
              </p:nvSpPr>
              <p:spPr>
                <a:xfrm>
                  <a:off x="5337938" y="4857321"/>
                  <a:ext cx="11967" cy="16461"/>
                </a:xfrm>
                <a:custGeom>
                  <a:avLst/>
                  <a:gdLst>
                    <a:gd name="connsiteX0" fmla="*/ 0 w 11967"/>
                    <a:gd name="connsiteY0" fmla="*/ 16461 h 16461"/>
                    <a:gd name="connsiteX1" fmla="*/ 11968 w 11967"/>
                    <a:gd name="connsiteY1" fmla="*/ 0 h 16461"/>
                  </a:gdLst>
                  <a:ahLst/>
                  <a:cxnLst>
                    <a:cxn ang="0">
                      <a:pos x="connsiteX0" y="connsiteY0"/>
                    </a:cxn>
                    <a:cxn ang="0">
                      <a:pos x="connsiteX1" y="connsiteY1"/>
                    </a:cxn>
                  </a:cxnLst>
                  <a:rect l="l" t="t" r="r" b="b"/>
                  <a:pathLst>
                    <a:path w="11967" h="16461">
                      <a:moveTo>
                        <a:pt x="0" y="16461"/>
                      </a:moveTo>
                      <a:cubicBezTo>
                        <a:pt x="0" y="16461"/>
                        <a:pt x="4138" y="3025"/>
                        <a:pt x="11968" y="0"/>
                      </a:cubicBezTo>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7" name="Freeform: Shape 2696">
                  <a:extLst>
                    <a:ext uri="{FF2B5EF4-FFF2-40B4-BE49-F238E27FC236}">
                      <a16:creationId xmlns:a16="http://schemas.microsoft.com/office/drawing/2014/main" id="{1B92833A-EDFD-34B7-8A34-B84D3289E470}"/>
                    </a:ext>
                  </a:extLst>
                </p:cNvPr>
                <p:cNvSpPr/>
                <p:nvPr/>
              </p:nvSpPr>
              <p:spPr>
                <a:xfrm>
                  <a:off x="5293404" y="4789119"/>
                  <a:ext cx="29540" cy="16105"/>
                </a:xfrm>
                <a:custGeom>
                  <a:avLst/>
                  <a:gdLst>
                    <a:gd name="connsiteX0" fmla="*/ 0 w 29540"/>
                    <a:gd name="connsiteY0" fmla="*/ 0 h 16105"/>
                    <a:gd name="connsiteX1" fmla="*/ 29541 w 29540"/>
                    <a:gd name="connsiteY1" fmla="*/ 0 h 16105"/>
                    <a:gd name="connsiteX2" fmla="*/ 29541 w 29540"/>
                    <a:gd name="connsiteY2" fmla="*/ 16105 h 16105"/>
                    <a:gd name="connsiteX3" fmla="*/ 0 w 29540"/>
                    <a:gd name="connsiteY3" fmla="*/ 16105 h 16105"/>
                    <a:gd name="connsiteX4" fmla="*/ 0 w 29540"/>
                    <a:gd name="connsiteY4" fmla="*/ 0 h 16105"/>
                    <a:gd name="connsiteX5" fmla="*/ 0 w 29540"/>
                    <a:gd name="connsiteY5" fmla="*/ 0 h 1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40" h="16105">
                      <a:moveTo>
                        <a:pt x="0" y="0"/>
                      </a:moveTo>
                      <a:lnTo>
                        <a:pt x="29541" y="0"/>
                      </a:lnTo>
                      <a:lnTo>
                        <a:pt x="29541" y="16105"/>
                      </a:lnTo>
                      <a:lnTo>
                        <a:pt x="0" y="16105"/>
                      </a:lnTo>
                      <a:lnTo>
                        <a:pt x="0" y="0"/>
                      </a:lnTo>
                      <a:lnTo>
                        <a:pt x="0" y="0"/>
                      </a:lnTo>
                      <a:close/>
                    </a:path>
                  </a:pathLst>
                </a:custGeom>
                <a:noFill/>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8" name="Freeform: Shape 2697">
                  <a:extLst>
                    <a:ext uri="{FF2B5EF4-FFF2-40B4-BE49-F238E27FC236}">
                      <a16:creationId xmlns:a16="http://schemas.microsoft.com/office/drawing/2014/main" id="{585E7DCB-FDE0-3F98-9092-DEE93FBAFA01}"/>
                    </a:ext>
                  </a:extLst>
                </p:cNvPr>
                <p:cNvSpPr/>
                <p:nvPr/>
              </p:nvSpPr>
              <p:spPr>
                <a:xfrm>
                  <a:off x="5284061"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699" name="Freeform: Shape 2698">
                  <a:extLst>
                    <a:ext uri="{FF2B5EF4-FFF2-40B4-BE49-F238E27FC236}">
                      <a16:creationId xmlns:a16="http://schemas.microsoft.com/office/drawing/2014/main" id="{816EB843-270F-672B-A3AD-A11E86E20300}"/>
                    </a:ext>
                  </a:extLst>
                </p:cNvPr>
                <p:cNvSpPr/>
                <p:nvPr/>
              </p:nvSpPr>
              <p:spPr>
                <a:xfrm>
                  <a:off x="5308353"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0" name="Freeform: Shape 2699">
                  <a:extLst>
                    <a:ext uri="{FF2B5EF4-FFF2-40B4-BE49-F238E27FC236}">
                      <a16:creationId xmlns:a16="http://schemas.microsoft.com/office/drawing/2014/main" id="{F89B5BFF-6701-8E50-2FC2-E9FBBAA9064D}"/>
                    </a:ext>
                  </a:extLst>
                </p:cNvPr>
                <p:cNvSpPr/>
                <p:nvPr/>
              </p:nvSpPr>
              <p:spPr>
                <a:xfrm>
                  <a:off x="5332688" y="4767986"/>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1" name="Freeform: Shape 2700">
                  <a:extLst>
                    <a:ext uri="{FF2B5EF4-FFF2-40B4-BE49-F238E27FC236}">
                      <a16:creationId xmlns:a16="http://schemas.microsoft.com/office/drawing/2014/main" id="{042622E2-6495-7EC7-F214-B04F5C3FA054}"/>
                    </a:ext>
                  </a:extLst>
                </p:cNvPr>
                <p:cNvSpPr/>
                <p:nvPr/>
              </p:nvSpPr>
              <p:spPr>
                <a:xfrm>
                  <a:off x="5284061"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2" name="Freeform: Shape 2701">
                  <a:extLst>
                    <a:ext uri="{FF2B5EF4-FFF2-40B4-BE49-F238E27FC236}">
                      <a16:creationId xmlns:a16="http://schemas.microsoft.com/office/drawing/2014/main" id="{2527B42C-F80D-9347-4F94-5FDE1BE1602E}"/>
                    </a:ext>
                  </a:extLst>
                </p:cNvPr>
                <p:cNvSpPr/>
                <p:nvPr/>
              </p:nvSpPr>
              <p:spPr>
                <a:xfrm>
                  <a:off x="5308353"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3" name="Freeform: Shape 2702">
                  <a:extLst>
                    <a:ext uri="{FF2B5EF4-FFF2-40B4-BE49-F238E27FC236}">
                      <a16:creationId xmlns:a16="http://schemas.microsoft.com/office/drawing/2014/main" id="{60F603C8-FEAE-BB96-9501-F3B6AA00DD91}"/>
                    </a:ext>
                  </a:extLst>
                </p:cNvPr>
                <p:cNvSpPr/>
                <p:nvPr/>
              </p:nvSpPr>
              <p:spPr>
                <a:xfrm>
                  <a:off x="5332688" y="4815990"/>
                  <a:ext cx="4448" cy="9965"/>
                </a:xfrm>
                <a:custGeom>
                  <a:avLst/>
                  <a:gdLst>
                    <a:gd name="connsiteX0" fmla="*/ 0 w 4448"/>
                    <a:gd name="connsiteY0" fmla="*/ 9966 h 9965"/>
                    <a:gd name="connsiteX1" fmla="*/ 0 w 4448"/>
                    <a:gd name="connsiteY1" fmla="*/ 0 h 9965"/>
                  </a:gdLst>
                  <a:ahLst/>
                  <a:cxnLst>
                    <a:cxn ang="0">
                      <a:pos x="connsiteX0" y="connsiteY0"/>
                    </a:cxn>
                    <a:cxn ang="0">
                      <a:pos x="connsiteX1" y="connsiteY1"/>
                    </a:cxn>
                  </a:cxnLst>
                  <a:rect l="l" t="t" r="r" b="b"/>
                  <a:pathLst>
                    <a:path w="4448" h="9965">
                      <a:moveTo>
                        <a:pt x="0" y="9966"/>
                      </a:moveTo>
                      <a:lnTo>
                        <a:pt x="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4" name="Freeform: Shape 2703">
                  <a:extLst>
                    <a:ext uri="{FF2B5EF4-FFF2-40B4-BE49-F238E27FC236}">
                      <a16:creationId xmlns:a16="http://schemas.microsoft.com/office/drawing/2014/main" id="{2B02337A-1BF2-084F-2D3D-C71113E2BA78}"/>
                    </a:ext>
                  </a:extLst>
                </p:cNvPr>
                <p:cNvSpPr/>
                <p:nvPr/>
              </p:nvSpPr>
              <p:spPr>
                <a:xfrm>
                  <a:off x="5343188" y="4783824"/>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5" name="Freeform: Shape 2704">
                  <a:extLst>
                    <a:ext uri="{FF2B5EF4-FFF2-40B4-BE49-F238E27FC236}">
                      <a16:creationId xmlns:a16="http://schemas.microsoft.com/office/drawing/2014/main" id="{6B14910C-A538-8CCF-2DAF-E408A0C23D49}"/>
                    </a:ext>
                  </a:extLst>
                </p:cNvPr>
                <p:cNvSpPr/>
                <p:nvPr/>
              </p:nvSpPr>
              <p:spPr>
                <a:xfrm>
                  <a:off x="5343188" y="4796860"/>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6" name="Freeform: Shape 2705">
                  <a:extLst>
                    <a:ext uri="{FF2B5EF4-FFF2-40B4-BE49-F238E27FC236}">
                      <a16:creationId xmlns:a16="http://schemas.microsoft.com/office/drawing/2014/main" id="{C67AA720-E3EE-BE1E-4868-28480F812A45}"/>
                    </a:ext>
                  </a:extLst>
                </p:cNvPr>
                <p:cNvSpPr/>
                <p:nvPr/>
              </p:nvSpPr>
              <p:spPr>
                <a:xfrm>
                  <a:off x="5343188" y="4809673"/>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7" name="Freeform: Shape 2706">
                  <a:extLst>
                    <a:ext uri="{FF2B5EF4-FFF2-40B4-BE49-F238E27FC236}">
                      <a16:creationId xmlns:a16="http://schemas.microsoft.com/office/drawing/2014/main" id="{FDC522CE-FD6B-FA4D-1D3F-4EA4464AD4E3}"/>
                    </a:ext>
                  </a:extLst>
                </p:cNvPr>
                <p:cNvSpPr/>
                <p:nvPr/>
              </p:nvSpPr>
              <p:spPr>
                <a:xfrm>
                  <a:off x="5254876" y="4783824"/>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8" name="Freeform: Shape 2707">
                  <a:extLst>
                    <a:ext uri="{FF2B5EF4-FFF2-40B4-BE49-F238E27FC236}">
                      <a16:creationId xmlns:a16="http://schemas.microsoft.com/office/drawing/2014/main" id="{558D8433-4C0A-1947-9EA3-9FBC7E7EECD2}"/>
                    </a:ext>
                  </a:extLst>
                </p:cNvPr>
                <p:cNvSpPr/>
                <p:nvPr/>
              </p:nvSpPr>
              <p:spPr>
                <a:xfrm>
                  <a:off x="5254876" y="4796860"/>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09" name="Freeform: Shape 2708">
                  <a:extLst>
                    <a:ext uri="{FF2B5EF4-FFF2-40B4-BE49-F238E27FC236}">
                      <a16:creationId xmlns:a16="http://schemas.microsoft.com/office/drawing/2014/main" id="{42C6999B-E72E-FCF0-0547-A6230BD740A2}"/>
                    </a:ext>
                  </a:extLst>
                </p:cNvPr>
                <p:cNvSpPr/>
                <p:nvPr/>
              </p:nvSpPr>
              <p:spPr>
                <a:xfrm>
                  <a:off x="5254876" y="4809673"/>
                  <a:ext cx="18329" cy="4448"/>
                </a:xfrm>
                <a:custGeom>
                  <a:avLst/>
                  <a:gdLst>
                    <a:gd name="connsiteX0" fmla="*/ 0 w 18329"/>
                    <a:gd name="connsiteY0" fmla="*/ 0 h 4448"/>
                    <a:gd name="connsiteX1" fmla="*/ 18330 w 18329"/>
                    <a:gd name="connsiteY1" fmla="*/ 0 h 4448"/>
                  </a:gdLst>
                  <a:ahLst/>
                  <a:cxnLst>
                    <a:cxn ang="0">
                      <a:pos x="connsiteX0" y="connsiteY0"/>
                    </a:cxn>
                    <a:cxn ang="0">
                      <a:pos x="connsiteX1" y="connsiteY1"/>
                    </a:cxn>
                  </a:cxnLst>
                  <a:rect l="l" t="t" r="r" b="b"/>
                  <a:pathLst>
                    <a:path w="18329" h="4448">
                      <a:moveTo>
                        <a:pt x="0" y="0"/>
                      </a:moveTo>
                      <a:lnTo>
                        <a:pt x="18330" y="0"/>
                      </a:lnTo>
                    </a:path>
                  </a:pathLst>
                </a:custGeom>
                <a:ln w="7401"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Franklin Gothic Book"/>
                    <a:ea typeface="+mn-ea"/>
                    <a:cs typeface="+mn-cs"/>
                  </a:endParaRPr>
                </a:p>
              </p:txBody>
            </p:sp>
          </p:grpSp>
        </p:grpSp>
      </p:grpSp>
      <p:cxnSp>
        <p:nvCxnSpPr>
          <p:cNvPr id="3596" name="Straight Connector 3595">
            <a:extLst>
              <a:ext uri="{FF2B5EF4-FFF2-40B4-BE49-F238E27FC236}">
                <a16:creationId xmlns:a16="http://schemas.microsoft.com/office/drawing/2014/main" id="{DBBDB525-A19D-E068-665C-EE85BB44E36C}"/>
              </a:ext>
              <a:ext uri="{C183D7F6-B498-43B3-948B-1728B52AA6E4}">
                <adec:decorative xmlns:adec="http://schemas.microsoft.com/office/drawing/2017/decorative" val="1"/>
              </a:ext>
            </a:extLst>
          </p:cNvPr>
          <p:cNvCxnSpPr>
            <a:cxnSpLocks/>
          </p:cNvCxnSpPr>
          <p:nvPr/>
        </p:nvCxnSpPr>
        <p:spPr>
          <a:xfrm>
            <a:off x="7754705" y="5935626"/>
            <a:ext cx="0" cy="762000"/>
          </a:xfrm>
          <a:prstGeom prst="line">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97" name="Straight Connector 3596">
            <a:extLst>
              <a:ext uri="{FF2B5EF4-FFF2-40B4-BE49-F238E27FC236}">
                <a16:creationId xmlns:a16="http://schemas.microsoft.com/office/drawing/2014/main" id="{2C87340B-EBC4-E4A8-E27C-68FB13635D50}"/>
              </a:ext>
              <a:ext uri="{C183D7F6-B498-43B3-948B-1728B52AA6E4}">
                <adec:decorative xmlns:adec="http://schemas.microsoft.com/office/drawing/2017/decorative" val="1"/>
              </a:ext>
            </a:extLst>
          </p:cNvPr>
          <p:cNvCxnSpPr>
            <a:cxnSpLocks/>
          </p:cNvCxnSpPr>
          <p:nvPr/>
        </p:nvCxnSpPr>
        <p:spPr>
          <a:xfrm>
            <a:off x="4837018" y="5912670"/>
            <a:ext cx="0" cy="762000"/>
          </a:xfrm>
          <a:prstGeom prst="line">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765" name="Group 764">
            <a:extLst>
              <a:ext uri="{FF2B5EF4-FFF2-40B4-BE49-F238E27FC236}">
                <a16:creationId xmlns:a16="http://schemas.microsoft.com/office/drawing/2014/main" id="{A1AADCA6-B06E-DEEB-D352-03BC738FA035}"/>
              </a:ext>
              <a:ext uri="{C183D7F6-B498-43B3-948B-1728B52AA6E4}">
                <adec:decorative xmlns:adec="http://schemas.microsoft.com/office/drawing/2017/decorative" val="1"/>
              </a:ext>
            </a:extLst>
          </p:cNvPr>
          <p:cNvGrpSpPr/>
          <p:nvPr/>
        </p:nvGrpSpPr>
        <p:grpSpPr>
          <a:xfrm>
            <a:off x="6303688" y="297507"/>
            <a:ext cx="1637853" cy="1155855"/>
            <a:chOff x="6303688" y="297507"/>
            <a:chExt cx="1637853" cy="1155855"/>
          </a:xfrm>
        </p:grpSpPr>
        <p:sp>
          <p:nvSpPr>
            <p:cNvPr id="3599" name="Oval 3598">
              <a:extLst>
                <a:ext uri="{FF2B5EF4-FFF2-40B4-BE49-F238E27FC236}">
                  <a16:creationId xmlns:a16="http://schemas.microsoft.com/office/drawing/2014/main" id="{9CA472E9-73DC-B366-1949-D8426F3CCD0C}"/>
                </a:ext>
              </a:extLst>
            </p:cNvPr>
            <p:cNvSpPr>
              <a:spLocks/>
            </p:cNvSpPr>
            <p:nvPr/>
          </p:nvSpPr>
          <p:spPr>
            <a:xfrm>
              <a:off x="6303688" y="297507"/>
              <a:ext cx="1637853" cy="1155855"/>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3600" name="Group 3599">
              <a:extLst>
                <a:ext uri="{FF2B5EF4-FFF2-40B4-BE49-F238E27FC236}">
                  <a16:creationId xmlns:a16="http://schemas.microsoft.com/office/drawing/2014/main" id="{726B0D45-C88B-420D-A9C3-AEE4492B43C6}"/>
                </a:ext>
              </a:extLst>
            </p:cNvPr>
            <p:cNvGrpSpPr/>
            <p:nvPr/>
          </p:nvGrpSpPr>
          <p:grpSpPr>
            <a:xfrm>
              <a:off x="6453631" y="443725"/>
              <a:ext cx="1337966" cy="884931"/>
              <a:chOff x="8391942" y="1454761"/>
              <a:chExt cx="859022" cy="801552"/>
            </a:xfrm>
          </p:grpSpPr>
          <p:pic>
            <p:nvPicPr>
              <p:cNvPr id="3601" name="Picture 3600">
                <a:extLst>
                  <a:ext uri="{FF2B5EF4-FFF2-40B4-BE49-F238E27FC236}">
                    <a16:creationId xmlns:a16="http://schemas.microsoft.com/office/drawing/2014/main" id="{923FB283-E30B-5F93-02F2-E0E93C5F24D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391942" y="1454761"/>
                <a:ext cx="859022" cy="646530"/>
              </a:xfrm>
              <a:prstGeom prst="rect">
                <a:avLst/>
              </a:prstGeom>
            </p:spPr>
          </p:pic>
          <p:sp>
            <p:nvSpPr>
              <p:cNvPr id="3602" name="TextBox 3601">
                <a:extLst>
                  <a:ext uri="{FF2B5EF4-FFF2-40B4-BE49-F238E27FC236}">
                    <a16:creationId xmlns:a16="http://schemas.microsoft.com/office/drawing/2014/main" id="{F30C6F41-B573-B0C6-03E6-9CB0EAB725D8}"/>
                  </a:ext>
                </a:extLst>
              </p:cNvPr>
              <p:cNvSpPr txBox="1"/>
              <p:nvPr/>
            </p:nvSpPr>
            <p:spPr>
              <a:xfrm>
                <a:off x="8821419" y="2087036"/>
                <a:ext cx="65" cy="16927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100" b="1"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sp>
        <p:nvSpPr>
          <p:cNvPr id="3604" name="TextBox 3603">
            <a:extLst>
              <a:ext uri="{FF2B5EF4-FFF2-40B4-BE49-F238E27FC236}">
                <a16:creationId xmlns:a16="http://schemas.microsoft.com/office/drawing/2014/main" id="{342AEBAB-9947-6581-8F3E-4C823CDE41E1}"/>
              </a:ext>
            </a:extLst>
          </p:cNvPr>
          <p:cNvSpPr txBox="1"/>
          <p:nvPr/>
        </p:nvSpPr>
        <p:spPr>
          <a:xfrm>
            <a:off x="6587834" y="1056310"/>
            <a:ext cx="1107676" cy="415498"/>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100" b="1" i="0" u="none" strike="noStrike" kern="1200" cap="none" spc="0" normalizeH="0" baseline="0" noProof="0" dirty="0">
                <a:ln>
                  <a:noFill/>
                </a:ln>
                <a:solidFill>
                  <a:prstClr val="white"/>
                </a:solidFill>
                <a:effectLst/>
                <a:uLnTx/>
                <a:uFillTx/>
                <a:latin typeface="Franklin Gothic Book"/>
                <a:ea typeface="+mn-ea"/>
                <a:cs typeface="+mn-cs"/>
              </a:rPr>
              <a:t>Tricare/Purchased</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100" b="1" i="0" u="none" strike="noStrike" kern="1200" cap="none" spc="0" normalizeH="0" baseline="0" noProof="0" dirty="0">
                <a:ln>
                  <a:noFill/>
                </a:ln>
                <a:solidFill>
                  <a:prstClr val="white"/>
                </a:solidFill>
                <a:effectLst/>
                <a:uLnTx/>
                <a:uFillTx/>
                <a:latin typeface="Franklin Gothic Book"/>
                <a:ea typeface="+mn-ea"/>
                <a:cs typeface="+mn-cs"/>
              </a:rPr>
              <a:t>care</a:t>
            </a:r>
          </a:p>
        </p:txBody>
      </p:sp>
      <p:cxnSp>
        <p:nvCxnSpPr>
          <p:cNvPr id="3606" name="Straight Arrow Connector 3605">
            <a:extLst>
              <a:ext uri="{FF2B5EF4-FFF2-40B4-BE49-F238E27FC236}">
                <a16:creationId xmlns:a16="http://schemas.microsoft.com/office/drawing/2014/main" id="{CFB4C2D2-3CEE-7BEB-1FC7-2246D9CCF9D9}"/>
              </a:ext>
              <a:ext uri="{C183D7F6-B498-43B3-948B-1728B52AA6E4}">
                <adec:decorative xmlns:adec="http://schemas.microsoft.com/office/drawing/2017/decorative" val="1"/>
              </a:ext>
            </a:extLst>
          </p:cNvPr>
          <p:cNvCxnSpPr>
            <a:cxnSpLocks/>
            <a:stCxn id="1650" idx="3"/>
          </p:cNvCxnSpPr>
          <p:nvPr/>
        </p:nvCxnSpPr>
        <p:spPr>
          <a:xfrm flipH="1">
            <a:off x="7849299" y="1272072"/>
            <a:ext cx="739977" cy="882172"/>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22" name="Straight Connector 3621">
            <a:extLst>
              <a:ext uri="{FF2B5EF4-FFF2-40B4-BE49-F238E27FC236}">
                <a16:creationId xmlns:a16="http://schemas.microsoft.com/office/drawing/2014/main" id="{EF9E7D1B-F47B-10EC-45BE-6933428D8664}"/>
              </a:ext>
              <a:ext uri="{C183D7F6-B498-43B3-948B-1728B52AA6E4}">
                <adec:decorative xmlns:adec="http://schemas.microsoft.com/office/drawing/2017/decorative" val="1"/>
              </a:ext>
            </a:extLst>
          </p:cNvPr>
          <p:cNvCxnSpPr>
            <a:cxnSpLocks/>
          </p:cNvCxnSpPr>
          <p:nvPr/>
        </p:nvCxnSpPr>
        <p:spPr>
          <a:xfrm>
            <a:off x="6034409" y="5938934"/>
            <a:ext cx="0" cy="762000"/>
          </a:xfrm>
          <a:prstGeom prst="line">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31" name="Straight Arrow Connector 3630">
            <a:extLst>
              <a:ext uri="{FF2B5EF4-FFF2-40B4-BE49-F238E27FC236}">
                <a16:creationId xmlns:a16="http://schemas.microsoft.com/office/drawing/2014/main" id="{C453A161-536D-91F8-96ED-485C9F6EAC62}"/>
              </a:ext>
              <a:ext uri="{C183D7F6-B498-43B3-948B-1728B52AA6E4}">
                <adec:decorative xmlns:adec="http://schemas.microsoft.com/office/drawing/2017/decorative" val="1"/>
              </a:ext>
            </a:extLst>
          </p:cNvPr>
          <p:cNvCxnSpPr>
            <a:cxnSpLocks/>
          </p:cNvCxnSpPr>
          <p:nvPr/>
        </p:nvCxnSpPr>
        <p:spPr>
          <a:xfrm>
            <a:off x="4554308" y="4470538"/>
            <a:ext cx="24391" cy="205595"/>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50" name="Straight Arrow Connector 3649">
            <a:extLst>
              <a:ext uri="{FF2B5EF4-FFF2-40B4-BE49-F238E27FC236}">
                <a16:creationId xmlns:a16="http://schemas.microsoft.com/office/drawing/2014/main" id="{DD1D0EFF-B05C-8E7A-DAC1-57DDED5153D8}"/>
              </a:ext>
              <a:ext uri="{C183D7F6-B498-43B3-948B-1728B52AA6E4}">
                <adec:decorative xmlns:adec="http://schemas.microsoft.com/office/drawing/2017/decorative" val="1"/>
              </a:ext>
            </a:extLst>
          </p:cNvPr>
          <p:cNvCxnSpPr>
            <a:cxnSpLocks/>
          </p:cNvCxnSpPr>
          <p:nvPr/>
        </p:nvCxnSpPr>
        <p:spPr>
          <a:xfrm>
            <a:off x="7761098" y="3840855"/>
            <a:ext cx="638861" cy="516621"/>
          </a:xfrm>
          <a:prstGeom prst="straightConnector1">
            <a:avLst/>
          </a:prstGeom>
          <a:ln w="6350" cap="flat">
            <a:solidFill>
              <a:schemeClr val="bg1"/>
            </a:solidFill>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50" name="Group 749">
            <a:extLst>
              <a:ext uri="{FF2B5EF4-FFF2-40B4-BE49-F238E27FC236}">
                <a16:creationId xmlns:a16="http://schemas.microsoft.com/office/drawing/2014/main" id="{6A1075C7-2F47-AFF8-E985-3DA6252BAC1F}"/>
              </a:ext>
              <a:ext uri="{C183D7F6-B498-43B3-948B-1728B52AA6E4}">
                <adec:decorative xmlns:adec="http://schemas.microsoft.com/office/drawing/2017/decorative" val="1"/>
              </a:ext>
            </a:extLst>
          </p:cNvPr>
          <p:cNvGrpSpPr/>
          <p:nvPr/>
        </p:nvGrpSpPr>
        <p:grpSpPr>
          <a:xfrm>
            <a:off x="4131652" y="4645311"/>
            <a:ext cx="1051560" cy="1046949"/>
            <a:chOff x="4131652" y="4645311"/>
            <a:chExt cx="1051560" cy="1046949"/>
          </a:xfrm>
        </p:grpSpPr>
        <p:sp>
          <p:nvSpPr>
            <p:cNvPr id="3627" name="Oval 3626">
              <a:extLst>
                <a:ext uri="{FF2B5EF4-FFF2-40B4-BE49-F238E27FC236}">
                  <a16:creationId xmlns:a16="http://schemas.microsoft.com/office/drawing/2014/main" id="{F59E3B48-A2BC-57DD-D294-0F9525810EBA}"/>
                </a:ext>
              </a:extLst>
            </p:cNvPr>
            <p:cNvSpPr>
              <a:spLocks/>
            </p:cNvSpPr>
            <p:nvPr/>
          </p:nvSpPr>
          <p:spPr>
            <a:xfrm>
              <a:off x="4131652" y="4645311"/>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3628" name="Group 3627">
              <a:extLst>
                <a:ext uri="{FF2B5EF4-FFF2-40B4-BE49-F238E27FC236}">
                  <a16:creationId xmlns:a16="http://schemas.microsoft.com/office/drawing/2014/main" id="{5E31D626-C0E5-70A5-21AF-D7CE8331604F}"/>
                </a:ext>
              </a:extLst>
            </p:cNvPr>
            <p:cNvGrpSpPr/>
            <p:nvPr/>
          </p:nvGrpSpPr>
          <p:grpSpPr>
            <a:xfrm>
              <a:off x="4303995" y="4707079"/>
              <a:ext cx="706876" cy="863091"/>
              <a:chOff x="7185499" y="4397127"/>
              <a:chExt cx="706876" cy="863091"/>
            </a:xfrm>
          </p:grpSpPr>
          <p:pic>
            <p:nvPicPr>
              <p:cNvPr id="3629" name="Picture 3628">
                <a:extLst>
                  <a:ext uri="{FF2B5EF4-FFF2-40B4-BE49-F238E27FC236}">
                    <a16:creationId xmlns:a16="http://schemas.microsoft.com/office/drawing/2014/main" id="{BC16C74C-19D4-CD98-4D50-A9FD46C32C7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185499" y="4397127"/>
                <a:ext cx="706876" cy="532019"/>
              </a:xfrm>
              <a:prstGeom prst="rect">
                <a:avLst/>
              </a:prstGeom>
            </p:spPr>
          </p:pic>
          <p:sp>
            <p:nvSpPr>
              <p:cNvPr id="3630" name="TextBox 3629">
                <a:extLst>
                  <a:ext uri="{FF2B5EF4-FFF2-40B4-BE49-F238E27FC236}">
                    <a16:creationId xmlns:a16="http://schemas.microsoft.com/office/drawing/2014/main" id="{14554418-3055-C562-67DC-EC95EED5727D}"/>
                  </a:ext>
                </a:extLst>
              </p:cNvPr>
              <p:cNvSpPr txBox="1"/>
              <p:nvPr/>
            </p:nvSpPr>
            <p:spPr>
              <a:xfrm>
                <a:off x="7278969" y="4721609"/>
                <a:ext cx="554449" cy="53860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endParaRP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ADVANA/MAVEN</a:t>
                </a:r>
              </a:p>
            </p:txBody>
          </p:sp>
        </p:grpSp>
      </p:grpSp>
      <p:grpSp>
        <p:nvGrpSpPr>
          <p:cNvPr id="3644" name="Group 3643">
            <a:extLst>
              <a:ext uri="{FF2B5EF4-FFF2-40B4-BE49-F238E27FC236}">
                <a16:creationId xmlns:a16="http://schemas.microsoft.com/office/drawing/2014/main" id="{3460E99D-0947-17BC-98DC-4B655C510BDF}"/>
              </a:ext>
              <a:ext uri="{C183D7F6-B498-43B3-948B-1728B52AA6E4}">
                <adec:decorative xmlns:adec="http://schemas.microsoft.com/office/drawing/2017/decorative" val="1"/>
              </a:ext>
            </a:extLst>
          </p:cNvPr>
          <p:cNvGrpSpPr/>
          <p:nvPr/>
        </p:nvGrpSpPr>
        <p:grpSpPr>
          <a:xfrm>
            <a:off x="5444180" y="4696656"/>
            <a:ext cx="1051560" cy="1088427"/>
            <a:chOff x="5444180" y="4696656"/>
            <a:chExt cx="1051560" cy="1088427"/>
          </a:xfrm>
        </p:grpSpPr>
        <p:sp>
          <p:nvSpPr>
            <p:cNvPr id="759" name="Oval 758">
              <a:extLst>
                <a:ext uri="{FF2B5EF4-FFF2-40B4-BE49-F238E27FC236}">
                  <a16:creationId xmlns:a16="http://schemas.microsoft.com/office/drawing/2014/main" id="{80E3E449-38C4-8E87-3C14-F2A365272152}"/>
                </a:ext>
              </a:extLst>
            </p:cNvPr>
            <p:cNvSpPr>
              <a:spLocks/>
            </p:cNvSpPr>
            <p:nvPr/>
          </p:nvSpPr>
          <p:spPr>
            <a:xfrm>
              <a:off x="5444180" y="4696656"/>
              <a:ext cx="1051560" cy="104694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760" name="Group 759">
              <a:extLst>
                <a:ext uri="{FF2B5EF4-FFF2-40B4-BE49-F238E27FC236}">
                  <a16:creationId xmlns:a16="http://schemas.microsoft.com/office/drawing/2014/main" id="{1986C026-9A8D-3B70-840A-DD3223ADFF40}"/>
                </a:ext>
              </a:extLst>
            </p:cNvPr>
            <p:cNvGrpSpPr/>
            <p:nvPr/>
          </p:nvGrpSpPr>
          <p:grpSpPr>
            <a:xfrm>
              <a:off x="5616523" y="4758424"/>
              <a:ext cx="706876" cy="1026659"/>
              <a:chOff x="7185499" y="4397127"/>
              <a:chExt cx="706876" cy="1026659"/>
            </a:xfrm>
          </p:grpSpPr>
          <p:pic>
            <p:nvPicPr>
              <p:cNvPr id="761" name="Picture 760">
                <a:extLst>
                  <a:ext uri="{FF2B5EF4-FFF2-40B4-BE49-F238E27FC236}">
                    <a16:creationId xmlns:a16="http://schemas.microsoft.com/office/drawing/2014/main" id="{661030F8-AA8A-3A73-E12A-672D576272C4}"/>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185499" y="4397127"/>
                <a:ext cx="706876" cy="532019"/>
              </a:xfrm>
              <a:prstGeom prst="rect">
                <a:avLst/>
              </a:prstGeom>
            </p:spPr>
          </p:pic>
          <p:sp>
            <p:nvSpPr>
              <p:cNvPr id="762" name="TextBox 761">
                <a:extLst>
                  <a:ext uri="{FF2B5EF4-FFF2-40B4-BE49-F238E27FC236}">
                    <a16:creationId xmlns:a16="http://schemas.microsoft.com/office/drawing/2014/main" id="{611A72D0-B1FC-104A-C77E-C674D5B0E724}"/>
                  </a:ext>
                </a:extLst>
              </p:cNvPr>
              <p:cNvSpPr txBox="1"/>
              <p:nvPr/>
            </p:nvSpPr>
            <p:spPr>
              <a:xfrm>
                <a:off x="7435213" y="5039065"/>
                <a:ext cx="137859" cy="384721"/>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VA</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 </a:t>
                </a:r>
              </a:p>
            </p:txBody>
          </p:sp>
        </p:grpSp>
      </p:grpSp>
      <p:grpSp>
        <p:nvGrpSpPr>
          <p:cNvPr id="3651" name="Group 3650">
            <a:extLst>
              <a:ext uri="{FF2B5EF4-FFF2-40B4-BE49-F238E27FC236}">
                <a16:creationId xmlns:a16="http://schemas.microsoft.com/office/drawing/2014/main" id="{273BC911-7770-1643-83D6-357E65C82268}"/>
              </a:ext>
              <a:ext uri="{C183D7F6-B498-43B3-948B-1728B52AA6E4}">
                <adec:decorative xmlns:adec="http://schemas.microsoft.com/office/drawing/2017/decorative" val="1"/>
              </a:ext>
            </a:extLst>
          </p:cNvPr>
          <p:cNvGrpSpPr/>
          <p:nvPr/>
        </p:nvGrpSpPr>
        <p:grpSpPr>
          <a:xfrm>
            <a:off x="6638741" y="4438056"/>
            <a:ext cx="1315818" cy="1284133"/>
            <a:chOff x="6638741" y="4438056"/>
            <a:chExt cx="1315818" cy="1284133"/>
          </a:xfrm>
        </p:grpSpPr>
        <p:sp>
          <p:nvSpPr>
            <p:cNvPr id="754" name="Oval 753">
              <a:extLst>
                <a:ext uri="{FF2B5EF4-FFF2-40B4-BE49-F238E27FC236}">
                  <a16:creationId xmlns:a16="http://schemas.microsoft.com/office/drawing/2014/main" id="{D44D58E8-996D-9207-2249-C7F987B1EE72}"/>
                </a:ext>
              </a:extLst>
            </p:cNvPr>
            <p:cNvSpPr>
              <a:spLocks/>
            </p:cNvSpPr>
            <p:nvPr/>
          </p:nvSpPr>
          <p:spPr>
            <a:xfrm>
              <a:off x="6638741" y="4438056"/>
              <a:ext cx="1315818" cy="1284133"/>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755" name="Group 754">
              <a:extLst>
                <a:ext uri="{FF2B5EF4-FFF2-40B4-BE49-F238E27FC236}">
                  <a16:creationId xmlns:a16="http://schemas.microsoft.com/office/drawing/2014/main" id="{4DAF34A8-2227-F5C7-8B4F-486488809B5F}"/>
                </a:ext>
              </a:extLst>
            </p:cNvPr>
            <p:cNvGrpSpPr/>
            <p:nvPr/>
          </p:nvGrpSpPr>
          <p:grpSpPr>
            <a:xfrm>
              <a:off x="6743937" y="4520586"/>
              <a:ext cx="1203855" cy="1163476"/>
              <a:chOff x="3787827" y="4226562"/>
              <a:chExt cx="962083" cy="1163476"/>
            </a:xfrm>
          </p:grpSpPr>
          <p:pic>
            <p:nvPicPr>
              <p:cNvPr id="756" name="Picture 755">
                <a:extLst>
                  <a:ext uri="{FF2B5EF4-FFF2-40B4-BE49-F238E27FC236}">
                    <a16:creationId xmlns:a16="http://schemas.microsoft.com/office/drawing/2014/main" id="{8B1E68E6-2E2D-B25D-2983-9E255D362D0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929122" y="4226562"/>
                <a:ext cx="706876" cy="532019"/>
              </a:xfrm>
              <a:prstGeom prst="rect">
                <a:avLst/>
              </a:prstGeom>
            </p:spPr>
          </p:pic>
          <p:sp>
            <p:nvSpPr>
              <p:cNvPr id="757" name="TextBox 756">
                <a:extLst>
                  <a:ext uri="{FF2B5EF4-FFF2-40B4-BE49-F238E27FC236}">
                    <a16:creationId xmlns:a16="http://schemas.microsoft.com/office/drawing/2014/main" id="{FEDA3C81-15BF-B332-EA14-F3CCC1466256}"/>
                  </a:ext>
                </a:extLst>
              </p:cNvPr>
              <p:cNvSpPr txBox="1"/>
              <p:nvPr/>
            </p:nvSpPr>
            <p:spPr>
              <a:xfrm>
                <a:off x="3787827" y="4774485"/>
                <a:ext cx="962083" cy="615553"/>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Service/DHA MILPER, </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CIVPER </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Admin Data </a:t>
                </a:r>
              </a:p>
            </p:txBody>
          </p:sp>
        </p:grpSp>
      </p:grpSp>
      <p:grpSp>
        <p:nvGrpSpPr>
          <p:cNvPr id="749" name="Group 748">
            <a:extLst>
              <a:ext uri="{FF2B5EF4-FFF2-40B4-BE49-F238E27FC236}">
                <a16:creationId xmlns:a16="http://schemas.microsoft.com/office/drawing/2014/main" id="{2BDA2570-2196-FC92-8EA7-0889865AC9A6}"/>
              </a:ext>
              <a:ext uri="{C183D7F6-B498-43B3-948B-1728B52AA6E4}">
                <adec:decorative xmlns:adec="http://schemas.microsoft.com/office/drawing/2017/decorative" val="1"/>
              </a:ext>
            </a:extLst>
          </p:cNvPr>
          <p:cNvGrpSpPr/>
          <p:nvPr/>
        </p:nvGrpSpPr>
        <p:grpSpPr>
          <a:xfrm>
            <a:off x="8075361" y="4246255"/>
            <a:ext cx="1429805" cy="1425813"/>
            <a:chOff x="8075361" y="4246255"/>
            <a:chExt cx="1429805" cy="1425813"/>
          </a:xfrm>
        </p:grpSpPr>
        <p:sp>
          <p:nvSpPr>
            <p:cNvPr id="3646" name="Oval 3645">
              <a:extLst>
                <a:ext uri="{FF2B5EF4-FFF2-40B4-BE49-F238E27FC236}">
                  <a16:creationId xmlns:a16="http://schemas.microsoft.com/office/drawing/2014/main" id="{A9E1769B-A0F5-E65A-79B8-5558210D9CE1}"/>
                </a:ext>
              </a:extLst>
            </p:cNvPr>
            <p:cNvSpPr>
              <a:spLocks/>
            </p:cNvSpPr>
            <p:nvPr/>
          </p:nvSpPr>
          <p:spPr>
            <a:xfrm>
              <a:off x="8075361" y="4246255"/>
              <a:ext cx="1429805" cy="1281539"/>
            </a:xfrm>
            <a:prstGeom prst="ellipse">
              <a:avLst/>
            </a:prstGeom>
            <a:solidFill>
              <a:schemeClr val="bg1">
                <a:lumMod val="50000"/>
                <a:alpha val="55000"/>
              </a:schemeClr>
            </a:solidFill>
            <a:ln w="9525"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nvGrpSpPr>
            <p:cNvPr id="3647" name="Group 3646">
              <a:extLst>
                <a:ext uri="{FF2B5EF4-FFF2-40B4-BE49-F238E27FC236}">
                  <a16:creationId xmlns:a16="http://schemas.microsoft.com/office/drawing/2014/main" id="{4E012595-FD7C-C7D6-5FD4-AEEC45AFAE17}"/>
                </a:ext>
              </a:extLst>
            </p:cNvPr>
            <p:cNvGrpSpPr/>
            <p:nvPr/>
          </p:nvGrpSpPr>
          <p:grpSpPr>
            <a:xfrm>
              <a:off x="8250078" y="4308023"/>
              <a:ext cx="1080425" cy="1364045"/>
              <a:chOff x="7141653" y="4397127"/>
              <a:chExt cx="794606" cy="1364045"/>
            </a:xfrm>
          </p:grpSpPr>
          <p:pic>
            <p:nvPicPr>
              <p:cNvPr id="3648" name="Picture 3647">
                <a:extLst>
                  <a:ext uri="{FF2B5EF4-FFF2-40B4-BE49-F238E27FC236}">
                    <a16:creationId xmlns:a16="http://schemas.microsoft.com/office/drawing/2014/main" id="{064931AE-09D2-266F-BF73-2EC7E8D711B7}"/>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7185499" y="4397127"/>
                <a:ext cx="706876" cy="532019"/>
              </a:xfrm>
              <a:prstGeom prst="rect">
                <a:avLst/>
              </a:prstGeom>
            </p:spPr>
          </p:pic>
          <p:sp>
            <p:nvSpPr>
              <p:cNvPr id="3649" name="TextBox 3648">
                <a:extLst>
                  <a:ext uri="{FF2B5EF4-FFF2-40B4-BE49-F238E27FC236}">
                    <a16:creationId xmlns:a16="http://schemas.microsoft.com/office/drawing/2014/main" id="{5D0676A1-147F-C6AA-FC6F-94A5BB692B51}"/>
                  </a:ext>
                </a:extLst>
              </p:cNvPr>
              <p:cNvSpPr txBox="1"/>
              <p:nvPr/>
            </p:nvSpPr>
            <p:spPr>
              <a:xfrm>
                <a:off x="7141653" y="4683954"/>
                <a:ext cx="794606" cy="1077218"/>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endParaRP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HA/DHA Business &amp;</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Financial  </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Systems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dirty="0">
                    <a:ln>
                      <a:noFill/>
                    </a:ln>
                    <a:solidFill>
                      <a:prstClr val="white"/>
                    </a:solidFill>
                    <a:effectLst/>
                    <a:uLnTx/>
                    <a:uFillTx/>
                    <a:latin typeface="Franklin Gothic Book"/>
                    <a:ea typeface="+mn-ea"/>
                    <a:cs typeface="Arial" panose="020B0604020202020204" pitchFamily="34" charset="0"/>
                  </a:rPr>
                  <a:t> </a:t>
                </a:r>
              </a:p>
            </p:txBody>
          </p:sp>
        </p:grpSp>
      </p:grpSp>
      <p:sp>
        <p:nvSpPr>
          <p:cNvPr id="26" name="TextBox 25">
            <a:extLst>
              <a:ext uri="{FF2B5EF4-FFF2-40B4-BE49-F238E27FC236}">
                <a16:creationId xmlns:a16="http://schemas.microsoft.com/office/drawing/2014/main" id="{2283FE8F-A182-A247-3CAD-B45DB236E24B}"/>
              </a:ext>
            </a:extLst>
          </p:cNvPr>
          <p:cNvSpPr txBox="1">
            <a:spLocks/>
          </p:cNvSpPr>
          <p:nvPr>
            <p:custDataLst>
              <p:tags r:id="rId5"/>
            </p:custDataLst>
          </p:nvPr>
        </p:nvSpPr>
        <p:spPr>
          <a:xfrm>
            <a:off x="187117" y="5848821"/>
            <a:ext cx="921808" cy="92333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dirty="0">
                <a:ln>
                  <a:noFill/>
                </a:ln>
                <a:solidFill>
                  <a:prstClr val="white"/>
                </a:solidFill>
                <a:effectLst/>
                <a:uLnTx/>
                <a:uFillTx/>
                <a:latin typeface="Franklin Gothic Book"/>
                <a:ea typeface="+mn-ea"/>
                <a:cs typeface="+mn-cs"/>
              </a:rPr>
              <a:t>Outcomes/ Achievements since EIDS standup in 2018</a:t>
            </a:r>
          </a:p>
        </p:txBody>
      </p:sp>
      <p:sp>
        <p:nvSpPr>
          <p:cNvPr id="3603" name="TextBox 3602">
            <a:extLst>
              <a:ext uri="{FF2B5EF4-FFF2-40B4-BE49-F238E27FC236}">
                <a16:creationId xmlns:a16="http://schemas.microsoft.com/office/drawing/2014/main" id="{6F4F2B0A-5F44-5DDB-771E-911826CDB435}"/>
              </a:ext>
            </a:extLst>
          </p:cNvPr>
          <p:cNvSpPr txBox="1"/>
          <p:nvPr/>
        </p:nvSpPr>
        <p:spPr>
          <a:xfrm>
            <a:off x="3914160" y="5770487"/>
            <a:ext cx="914400" cy="9144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Franklin Gothic Book"/>
                <a:ea typeface="+mn-ea"/>
                <a:cs typeface="+mn-cs"/>
              </a:rPr>
              <a:t>Over </a:t>
            </a:r>
            <a:r>
              <a:rPr kumimoji="0" lang="en-US" sz="1200" b="1" i="0" u="none" strike="noStrike" kern="1200" cap="none" spc="0" normalizeH="0" baseline="0" noProof="0" dirty="0">
                <a:ln>
                  <a:noFill/>
                </a:ln>
                <a:solidFill>
                  <a:prstClr val="white"/>
                </a:solidFill>
                <a:effectLst/>
                <a:uLnTx/>
                <a:uFillTx/>
                <a:latin typeface="Franklin Gothic Book"/>
                <a:ea typeface="+mn-ea"/>
                <a:cs typeface="+mn-cs"/>
              </a:rPr>
              <a:t>5.0 PB</a:t>
            </a:r>
          </a:p>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Franklin Gothic Book"/>
                <a:ea typeface="+mn-ea"/>
                <a:cs typeface="+mn-cs"/>
              </a:rPr>
              <a:t>of active</a:t>
            </a:r>
          </a:p>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Franklin Gothic Book"/>
                <a:ea typeface="+mn-ea"/>
                <a:cs typeface="+mn-cs"/>
              </a:rPr>
              <a:t>data</a:t>
            </a:r>
          </a:p>
        </p:txBody>
      </p:sp>
      <p:sp>
        <p:nvSpPr>
          <p:cNvPr id="3623" name="TextBox 3622">
            <a:extLst>
              <a:ext uri="{FF2B5EF4-FFF2-40B4-BE49-F238E27FC236}">
                <a16:creationId xmlns:a16="http://schemas.microsoft.com/office/drawing/2014/main" id="{0A5B652F-154C-EEAE-B8F3-CE0F87CFD6F3}"/>
              </a:ext>
            </a:extLst>
          </p:cNvPr>
          <p:cNvSpPr txBox="1">
            <a:spLocks/>
          </p:cNvSpPr>
          <p:nvPr/>
        </p:nvSpPr>
        <p:spPr>
          <a:xfrm>
            <a:off x="4997488" y="5838575"/>
            <a:ext cx="807842" cy="92333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dirty="0">
                <a:ln>
                  <a:noFill/>
                </a:ln>
                <a:solidFill>
                  <a:prstClr val="white"/>
                </a:solidFill>
                <a:effectLst/>
                <a:uLnTx/>
                <a:uFillTx/>
                <a:latin typeface="Franklin Gothic Book"/>
                <a:ea typeface="+mn-ea"/>
                <a:cs typeface="+mn-cs"/>
              </a:rPr>
              <a:t>Rationalized &amp; </a:t>
            </a:r>
            <a:r>
              <a:rPr kumimoji="0" lang="en-US" sz="1200" b="0" i="0" u="none" strike="noStrike" kern="1200" cap="none" spc="0" normalizeH="0" baseline="0" noProof="0" dirty="0">
                <a:ln>
                  <a:noFill/>
                </a:ln>
                <a:solidFill>
                  <a:prstClr val="white"/>
                </a:solidFill>
                <a:effectLst/>
                <a:uLnTx/>
                <a:uFillTx/>
                <a:latin typeface="Franklin Gothic Book"/>
                <a:ea typeface="+mn-ea"/>
                <a:cs typeface="+mn-cs"/>
              </a:rPr>
              <a:t>Developed</a:t>
            </a:r>
            <a:r>
              <a:rPr kumimoji="0" lang="en-US" sz="1200" b="1" i="0" u="none" strike="noStrike" kern="1200" cap="none" spc="0" normalizeH="0" baseline="0" noProof="0" dirty="0">
                <a:ln>
                  <a:noFill/>
                </a:ln>
                <a:solidFill>
                  <a:prstClr val="white"/>
                </a:solidFill>
                <a:effectLst/>
                <a:uLnTx/>
                <a:uFillTx/>
                <a:latin typeface="Franklin Gothic Book"/>
                <a:ea typeface="+mn-ea"/>
                <a:cs typeface="+mn-cs"/>
              </a:rPr>
              <a:t> 32 Applications</a:t>
            </a:r>
          </a:p>
        </p:txBody>
      </p:sp>
      <p:grpSp>
        <p:nvGrpSpPr>
          <p:cNvPr id="763" name="Group 762">
            <a:extLst>
              <a:ext uri="{FF2B5EF4-FFF2-40B4-BE49-F238E27FC236}">
                <a16:creationId xmlns:a16="http://schemas.microsoft.com/office/drawing/2014/main" id="{180889F8-BBB0-CA96-DC2A-B3F2BD3255FE}"/>
              </a:ext>
              <a:ext uri="{C183D7F6-B498-43B3-948B-1728B52AA6E4}">
                <adec:decorative xmlns:adec="http://schemas.microsoft.com/office/drawing/2017/decorative" val="1"/>
              </a:ext>
            </a:extLst>
          </p:cNvPr>
          <p:cNvGrpSpPr/>
          <p:nvPr/>
        </p:nvGrpSpPr>
        <p:grpSpPr>
          <a:xfrm>
            <a:off x="6126761" y="5872340"/>
            <a:ext cx="1541414" cy="820690"/>
            <a:chOff x="6126761" y="5872340"/>
            <a:chExt cx="1541414" cy="820690"/>
          </a:xfrm>
        </p:grpSpPr>
        <p:grpSp>
          <p:nvGrpSpPr>
            <p:cNvPr id="3607" name="Group 3606">
              <a:extLst>
                <a:ext uri="{FF2B5EF4-FFF2-40B4-BE49-F238E27FC236}">
                  <a16:creationId xmlns:a16="http://schemas.microsoft.com/office/drawing/2014/main" id="{84F38DA0-3B91-7EE8-9077-7DAA1AE8C7BB}"/>
                </a:ext>
              </a:extLst>
            </p:cNvPr>
            <p:cNvGrpSpPr/>
            <p:nvPr/>
          </p:nvGrpSpPr>
          <p:grpSpPr>
            <a:xfrm>
              <a:off x="6126761" y="5872340"/>
              <a:ext cx="1541414" cy="820689"/>
              <a:chOff x="1919721" y="5899893"/>
              <a:chExt cx="1541414" cy="820689"/>
            </a:xfrm>
          </p:grpSpPr>
          <p:sp>
            <p:nvSpPr>
              <p:cNvPr id="3614" name="TextBox 3613">
                <a:extLst>
                  <a:ext uri="{FF2B5EF4-FFF2-40B4-BE49-F238E27FC236}">
                    <a16:creationId xmlns:a16="http://schemas.microsoft.com/office/drawing/2014/main" id="{4CB1BA58-88E2-456F-FD85-3BB2F542AA88}"/>
                  </a:ext>
                </a:extLst>
              </p:cNvPr>
              <p:cNvSpPr txBox="1">
                <a:spLocks/>
              </p:cNvSpPr>
              <p:nvPr/>
            </p:nvSpPr>
            <p:spPr>
              <a:xfrm>
                <a:off x="2158232" y="6341541"/>
                <a:ext cx="1064395" cy="246221"/>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mn-cs"/>
                  </a:rPr>
                  <a:t>60,000,000</a:t>
                </a:r>
              </a:p>
            </p:txBody>
          </p:sp>
          <p:sp>
            <p:nvSpPr>
              <p:cNvPr id="3615" name="TextBox 3614">
                <a:extLst>
                  <a:ext uri="{FF2B5EF4-FFF2-40B4-BE49-F238E27FC236}">
                    <a16:creationId xmlns:a16="http://schemas.microsoft.com/office/drawing/2014/main" id="{6C16259D-DE00-0892-2549-ADA17D942FE3}"/>
                  </a:ext>
                </a:extLst>
              </p:cNvPr>
              <p:cNvSpPr txBox="1"/>
              <p:nvPr/>
            </p:nvSpPr>
            <p:spPr>
              <a:xfrm>
                <a:off x="2033210" y="5899893"/>
                <a:ext cx="1314435"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Conducted the </a:t>
                </a:r>
              </a:p>
            </p:txBody>
          </p:sp>
          <p:sp>
            <p:nvSpPr>
              <p:cNvPr id="3616" name="TextBox 3615">
                <a:extLst>
                  <a:ext uri="{FF2B5EF4-FFF2-40B4-BE49-F238E27FC236}">
                    <a16:creationId xmlns:a16="http://schemas.microsoft.com/office/drawing/2014/main" id="{4675D2E6-8980-34F1-DEC8-46B07E8B9411}"/>
                  </a:ext>
                </a:extLst>
              </p:cNvPr>
              <p:cNvSpPr txBox="1"/>
              <p:nvPr/>
            </p:nvSpPr>
            <p:spPr>
              <a:xfrm>
                <a:off x="1919721" y="6036850"/>
                <a:ext cx="1541414" cy="153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LARGEST</a:t>
                </a:r>
                <a:r>
                  <a:rPr kumimoji="0" lang="en-US" sz="10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  </a:t>
                </a:r>
                <a:r>
                  <a:rPr kumimoji="0" lang="en-US" sz="10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DATA MIGRATION</a:t>
                </a:r>
              </a:p>
            </p:txBody>
          </p:sp>
          <p:sp>
            <p:nvSpPr>
              <p:cNvPr id="3617" name="TextBox 3616">
                <a:extLst>
                  <a:ext uri="{FF2B5EF4-FFF2-40B4-BE49-F238E27FC236}">
                    <a16:creationId xmlns:a16="http://schemas.microsoft.com/office/drawing/2014/main" id="{514793EB-9573-80F2-E55A-B57D382B4B2D}"/>
                  </a:ext>
                </a:extLst>
              </p:cNvPr>
              <p:cNvSpPr txBox="1"/>
              <p:nvPr/>
            </p:nvSpPr>
            <p:spPr>
              <a:xfrm>
                <a:off x="1921281" y="6213729"/>
                <a:ext cx="1538293"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in DHA’s history. transferring  over</a:t>
                </a:r>
              </a:p>
            </p:txBody>
          </p:sp>
          <p:sp>
            <p:nvSpPr>
              <p:cNvPr id="3618" name="TextBox 3617">
                <a:extLst>
                  <a:ext uri="{FF2B5EF4-FFF2-40B4-BE49-F238E27FC236}">
                    <a16:creationId xmlns:a16="http://schemas.microsoft.com/office/drawing/2014/main" id="{EEBE7DBD-19C6-7891-8379-6303BB0507FF}"/>
                  </a:ext>
                </a:extLst>
              </p:cNvPr>
              <p:cNvSpPr txBox="1"/>
              <p:nvPr/>
            </p:nvSpPr>
            <p:spPr>
              <a:xfrm>
                <a:off x="1921281" y="6597471"/>
                <a:ext cx="1538293"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health records annually</a:t>
                </a:r>
              </a:p>
            </p:txBody>
          </p:sp>
        </p:grpSp>
        <p:grpSp>
          <p:nvGrpSpPr>
            <p:cNvPr id="3608" name="Group 3607">
              <a:extLst>
                <a:ext uri="{FF2B5EF4-FFF2-40B4-BE49-F238E27FC236}">
                  <a16:creationId xmlns:a16="http://schemas.microsoft.com/office/drawing/2014/main" id="{C5B3C126-8F43-DBD1-73D4-2F4C73CD4717}"/>
                </a:ext>
              </a:extLst>
            </p:cNvPr>
            <p:cNvGrpSpPr/>
            <p:nvPr/>
          </p:nvGrpSpPr>
          <p:grpSpPr>
            <a:xfrm>
              <a:off x="6126761" y="5872341"/>
              <a:ext cx="1541414" cy="820689"/>
              <a:chOff x="1919721" y="5899893"/>
              <a:chExt cx="1541414" cy="820689"/>
            </a:xfrm>
          </p:grpSpPr>
          <p:sp>
            <p:nvSpPr>
              <p:cNvPr id="3609" name="TextBox 3608">
                <a:extLst>
                  <a:ext uri="{FF2B5EF4-FFF2-40B4-BE49-F238E27FC236}">
                    <a16:creationId xmlns:a16="http://schemas.microsoft.com/office/drawing/2014/main" id="{F2B2B4EA-90A8-782C-5BA5-5AF1E2968F0D}"/>
                  </a:ext>
                </a:extLst>
              </p:cNvPr>
              <p:cNvSpPr txBox="1">
                <a:spLocks/>
              </p:cNvSpPr>
              <p:nvPr/>
            </p:nvSpPr>
            <p:spPr>
              <a:xfrm>
                <a:off x="2158232" y="6341541"/>
                <a:ext cx="1064395" cy="246221"/>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dirty="0">
                    <a:ln>
                      <a:noFill/>
                    </a:ln>
                    <a:solidFill>
                      <a:prstClr val="white"/>
                    </a:solidFill>
                    <a:effectLst/>
                    <a:uLnTx/>
                    <a:uFillTx/>
                    <a:latin typeface="Franklin Gothic Book"/>
                    <a:ea typeface="+mn-ea"/>
                    <a:cs typeface="+mn-cs"/>
                  </a:rPr>
                  <a:t>60,000,000</a:t>
                </a:r>
              </a:p>
            </p:txBody>
          </p:sp>
          <p:sp>
            <p:nvSpPr>
              <p:cNvPr id="3610" name="TextBox 3609">
                <a:extLst>
                  <a:ext uri="{FF2B5EF4-FFF2-40B4-BE49-F238E27FC236}">
                    <a16:creationId xmlns:a16="http://schemas.microsoft.com/office/drawing/2014/main" id="{DA192710-1C08-A936-6B89-403365CEC06A}"/>
                  </a:ext>
                </a:extLst>
              </p:cNvPr>
              <p:cNvSpPr txBox="1"/>
              <p:nvPr/>
            </p:nvSpPr>
            <p:spPr>
              <a:xfrm>
                <a:off x="2033210" y="5899893"/>
                <a:ext cx="1314435"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Conducted the </a:t>
                </a:r>
              </a:p>
            </p:txBody>
          </p:sp>
          <p:sp>
            <p:nvSpPr>
              <p:cNvPr id="3611" name="TextBox 3610">
                <a:extLst>
                  <a:ext uri="{FF2B5EF4-FFF2-40B4-BE49-F238E27FC236}">
                    <a16:creationId xmlns:a16="http://schemas.microsoft.com/office/drawing/2014/main" id="{1D8F242E-901D-915C-6711-B3B75C221976}"/>
                  </a:ext>
                </a:extLst>
              </p:cNvPr>
              <p:cNvSpPr txBox="1"/>
              <p:nvPr/>
            </p:nvSpPr>
            <p:spPr>
              <a:xfrm>
                <a:off x="1919721" y="6036850"/>
                <a:ext cx="1541414" cy="1538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10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LARGEST</a:t>
                </a:r>
                <a:r>
                  <a:rPr kumimoji="0" lang="en-US" sz="10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  </a:t>
                </a:r>
                <a:r>
                  <a:rPr kumimoji="0" lang="en-US" sz="1000" b="1"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DATA MIGRATION</a:t>
                </a:r>
              </a:p>
            </p:txBody>
          </p:sp>
          <p:sp>
            <p:nvSpPr>
              <p:cNvPr id="3612" name="TextBox 3611">
                <a:extLst>
                  <a:ext uri="{FF2B5EF4-FFF2-40B4-BE49-F238E27FC236}">
                    <a16:creationId xmlns:a16="http://schemas.microsoft.com/office/drawing/2014/main" id="{5B794372-8D4D-88D7-15FC-FDFD450DF0F1}"/>
                  </a:ext>
                </a:extLst>
              </p:cNvPr>
              <p:cNvSpPr txBox="1"/>
              <p:nvPr/>
            </p:nvSpPr>
            <p:spPr>
              <a:xfrm>
                <a:off x="1921281" y="6213729"/>
                <a:ext cx="1538293"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in DHA’s history. transferring  over</a:t>
                </a:r>
              </a:p>
            </p:txBody>
          </p:sp>
          <p:sp>
            <p:nvSpPr>
              <p:cNvPr id="3613" name="TextBox 3612">
                <a:extLst>
                  <a:ext uri="{FF2B5EF4-FFF2-40B4-BE49-F238E27FC236}">
                    <a16:creationId xmlns:a16="http://schemas.microsoft.com/office/drawing/2014/main" id="{54A5AB11-4D76-9F7B-8069-ADE23C1C0290}"/>
                  </a:ext>
                </a:extLst>
              </p:cNvPr>
              <p:cNvSpPr txBox="1"/>
              <p:nvPr/>
            </p:nvSpPr>
            <p:spPr>
              <a:xfrm>
                <a:off x="1921281" y="6597471"/>
                <a:ext cx="1538293" cy="1231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lvl1pPr>
                <a:lvl2pPr marL="228600" lvl="1" indent="-228600">
                  <a:lnSpc>
                    <a:spcPct val="100000"/>
                  </a:lnSpc>
                  <a:spcBef>
                    <a:spcPts val="0"/>
                  </a:spcBef>
                  <a:spcAft>
                    <a:spcPts val="300"/>
                  </a:spcAft>
                  <a:buClr>
                    <a:srgbClr val="000000"/>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rgbClr val="000000"/>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rgbClr val="000000"/>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rgbClr val="000000"/>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Pct val="100000"/>
                  <a:buFont typeface="Segoe UI" panose="020B0502040204020203" pitchFamily="34" charset="0"/>
                  <a:buChar char="​"/>
                  <a:tabLst/>
                  <a:defRPr/>
                </a:pPr>
                <a:r>
                  <a:rPr kumimoji="0" lang="en-US" sz="8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sym typeface=""/>
                  </a:rPr>
                  <a:t>health records annually</a:t>
                </a:r>
              </a:p>
            </p:txBody>
          </p:sp>
        </p:grpSp>
      </p:grpSp>
      <p:cxnSp>
        <p:nvCxnSpPr>
          <p:cNvPr id="3634" name="Straight Arrow Connector 3633">
            <a:extLst>
              <a:ext uri="{FF2B5EF4-FFF2-40B4-BE49-F238E27FC236}">
                <a16:creationId xmlns:a16="http://schemas.microsoft.com/office/drawing/2014/main" id="{4E7055FE-681C-E0A8-3A98-B9D0C6E68B0B}"/>
              </a:ext>
              <a:ext uri="{C183D7F6-B498-43B3-948B-1728B52AA6E4}">
                <adec:decorative xmlns:adec="http://schemas.microsoft.com/office/drawing/2017/decorative" val="1"/>
              </a:ext>
            </a:extLst>
          </p:cNvPr>
          <p:cNvCxnSpPr>
            <a:cxnSpLocks/>
          </p:cNvCxnSpPr>
          <p:nvPr/>
        </p:nvCxnSpPr>
        <p:spPr>
          <a:xfrm flipH="1" flipV="1">
            <a:off x="6874423" y="4201957"/>
            <a:ext cx="230647" cy="260386"/>
          </a:xfrm>
          <a:prstGeom prst="straightConnector1">
            <a:avLst/>
          </a:prstGeom>
          <a:ln w="9525" cap="rnd" cmpd="sng" algn="ctr">
            <a:solidFill>
              <a:schemeClr val="bg1"/>
            </a:solidFill>
            <a:prstDash val="solid"/>
            <a:round/>
            <a:headEnd type="none" w="med" len="med"/>
            <a:tailEnd type="triangle"/>
          </a:ln>
        </p:spPr>
      </p:cxnSp>
    </p:spTree>
    <p:extLst>
      <p:ext uri="{BB962C8B-B14F-4D97-AF65-F5344CB8AC3E}">
        <p14:creationId xmlns:p14="http://schemas.microsoft.com/office/powerpoint/2010/main" val="1757654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F8927-A73C-7367-3E23-5D3E60966E13}"/>
              </a:ext>
            </a:extLst>
          </p:cNvPr>
          <p:cNvSpPr>
            <a:spLocks noGrp="1"/>
          </p:cNvSpPr>
          <p:nvPr>
            <p:ph type="title"/>
          </p:nvPr>
        </p:nvSpPr>
        <p:spPr/>
        <p:txBody>
          <a:bodyPr/>
          <a:lstStyle/>
          <a:p>
            <a:r>
              <a:rPr lang="en-US" dirty="0"/>
              <a:t>MIP Offerings: Data Products and Services</a:t>
            </a:r>
          </a:p>
        </p:txBody>
      </p:sp>
      <p:grpSp>
        <p:nvGrpSpPr>
          <p:cNvPr id="22" name="Group 21" descr="Infographic: MIP Offerings: Data Products and Services&#10;&#10;MIP Data Products: &#10;Data Apps as a Service&#10;Data as a Service&#10;Analytics as a Services&#10;&#10;Data Services:&#10;Data &amp; Analytics Advisory &#10;MIP Customer Care">
            <a:extLst>
              <a:ext uri="{FF2B5EF4-FFF2-40B4-BE49-F238E27FC236}">
                <a16:creationId xmlns:a16="http://schemas.microsoft.com/office/drawing/2014/main" id="{9BB9E593-5B38-DA70-D295-CB345A906511}"/>
              </a:ext>
            </a:extLst>
          </p:cNvPr>
          <p:cNvGrpSpPr/>
          <p:nvPr/>
        </p:nvGrpSpPr>
        <p:grpSpPr>
          <a:xfrm>
            <a:off x="925695" y="1908540"/>
            <a:ext cx="9470563" cy="4200725"/>
            <a:chOff x="925695" y="1908540"/>
            <a:chExt cx="9470563" cy="4200725"/>
          </a:xfrm>
        </p:grpSpPr>
        <p:sp>
          <p:nvSpPr>
            <p:cNvPr id="23" name="Rectangle 22">
              <a:extLst>
                <a:ext uri="{FF2B5EF4-FFF2-40B4-BE49-F238E27FC236}">
                  <a16:creationId xmlns:a16="http://schemas.microsoft.com/office/drawing/2014/main" id="{0E087E28-AED0-2801-A6D4-F63F26AC02D2}"/>
                </a:ext>
              </a:extLst>
            </p:cNvPr>
            <p:cNvSpPr/>
            <p:nvPr/>
          </p:nvSpPr>
          <p:spPr>
            <a:xfrm>
              <a:off x="1122783" y="2743157"/>
              <a:ext cx="3672267" cy="3355353"/>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4" name="Rectangle 23">
              <a:extLst>
                <a:ext uri="{FF2B5EF4-FFF2-40B4-BE49-F238E27FC236}">
                  <a16:creationId xmlns:a16="http://schemas.microsoft.com/office/drawing/2014/main" id="{FCF17917-F94F-815E-074E-CAB43CD0BFE5}"/>
                </a:ext>
              </a:extLst>
            </p:cNvPr>
            <p:cNvSpPr/>
            <p:nvPr/>
          </p:nvSpPr>
          <p:spPr>
            <a:xfrm rot="5400000">
              <a:off x="2620134" y="217981"/>
              <a:ext cx="856646" cy="4245524"/>
            </a:xfrm>
            <a:prstGeom prst="rect">
              <a:avLst/>
            </a:prstGeom>
            <a:solidFill>
              <a:srgbClr val="122A52">
                <a:lumMod val="50000"/>
                <a:lumOff val="50000"/>
              </a:srgb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MIP Data Products</a:t>
              </a:r>
            </a:p>
          </p:txBody>
        </p:sp>
        <p:sp>
          <p:nvSpPr>
            <p:cNvPr id="25" name="Rectangle 24">
              <a:extLst>
                <a:ext uri="{FF2B5EF4-FFF2-40B4-BE49-F238E27FC236}">
                  <a16:creationId xmlns:a16="http://schemas.microsoft.com/office/drawing/2014/main" id="{FB52F18D-5D86-84F8-22B5-43D2BC792576}"/>
                </a:ext>
              </a:extLst>
            </p:cNvPr>
            <p:cNvSpPr/>
            <p:nvPr/>
          </p:nvSpPr>
          <p:spPr>
            <a:xfrm>
              <a:off x="2215419" y="2865840"/>
              <a:ext cx="2100648" cy="842657"/>
            </a:xfrm>
            <a:prstGeom prst="rect">
              <a:avLst/>
            </a:prstGeom>
            <a:solidFill>
              <a:srgbClr val="CADFF2"/>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6E6F73"/>
                  </a:solidFill>
                  <a:effectLst/>
                  <a:uLnTx/>
                  <a:uFillTx/>
                  <a:latin typeface="Franklin Gothic Book"/>
                  <a:ea typeface="+mn-ea"/>
                  <a:cs typeface="+mn-cs"/>
                </a:rPr>
                <a:t>Data Apps as a Service</a:t>
              </a:r>
            </a:p>
          </p:txBody>
        </p:sp>
        <p:sp>
          <p:nvSpPr>
            <p:cNvPr id="26" name="Rectangle 25">
              <a:extLst>
                <a:ext uri="{FF2B5EF4-FFF2-40B4-BE49-F238E27FC236}">
                  <a16:creationId xmlns:a16="http://schemas.microsoft.com/office/drawing/2014/main" id="{AC5692E8-9A6C-7218-060E-EB8E17C2F39F}"/>
                </a:ext>
              </a:extLst>
            </p:cNvPr>
            <p:cNvSpPr/>
            <p:nvPr/>
          </p:nvSpPr>
          <p:spPr>
            <a:xfrm>
              <a:off x="2215418" y="3898020"/>
              <a:ext cx="2100647" cy="842656"/>
            </a:xfrm>
            <a:prstGeom prst="rect">
              <a:avLst/>
            </a:prstGeom>
            <a:solidFill>
              <a:srgbClr val="CADFF2"/>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6E6F73"/>
                  </a:solidFill>
                  <a:effectLst/>
                  <a:uLnTx/>
                  <a:uFillTx/>
                  <a:latin typeface="Franklin Gothic Book"/>
                  <a:ea typeface="+mn-ea"/>
                  <a:cs typeface="+mn-cs"/>
                </a:rPr>
                <a:t>Data as a Service</a:t>
              </a:r>
            </a:p>
          </p:txBody>
        </p:sp>
        <p:sp>
          <p:nvSpPr>
            <p:cNvPr id="27" name="Rectangle 26">
              <a:extLst>
                <a:ext uri="{FF2B5EF4-FFF2-40B4-BE49-F238E27FC236}">
                  <a16:creationId xmlns:a16="http://schemas.microsoft.com/office/drawing/2014/main" id="{83E74323-A10A-F4DF-054A-895C1497D920}"/>
                </a:ext>
              </a:extLst>
            </p:cNvPr>
            <p:cNvSpPr/>
            <p:nvPr/>
          </p:nvSpPr>
          <p:spPr>
            <a:xfrm>
              <a:off x="2234494" y="4980615"/>
              <a:ext cx="2081571" cy="949449"/>
            </a:xfrm>
            <a:prstGeom prst="rect">
              <a:avLst/>
            </a:prstGeom>
            <a:solidFill>
              <a:srgbClr val="CADFF2"/>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6E6F73"/>
                  </a:solidFill>
                  <a:effectLst/>
                  <a:uLnTx/>
                  <a:uFillTx/>
                  <a:latin typeface="Franklin Gothic Book"/>
                  <a:ea typeface="+mn-ea"/>
                  <a:cs typeface="+mn-cs"/>
                </a:rPr>
                <a:t>Analytics as a Service</a:t>
              </a:r>
            </a:p>
          </p:txBody>
        </p:sp>
        <p:pic>
          <p:nvPicPr>
            <p:cNvPr id="28" name="Picture 27" descr="A black background with a black square&#10;&#10;AI-generated content may be incorrect.">
              <a:extLst>
                <a:ext uri="{FF2B5EF4-FFF2-40B4-BE49-F238E27FC236}">
                  <a16:creationId xmlns:a16="http://schemas.microsoft.com/office/drawing/2014/main" id="{E98D01CC-C33B-9A3A-BC54-D2139D2D3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180" y="2018299"/>
              <a:ext cx="668322" cy="668322"/>
            </a:xfrm>
            <a:prstGeom prst="rect">
              <a:avLst/>
            </a:prstGeom>
          </p:spPr>
        </p:pic>
        <p:pic>
          <p:nvPicPr>
            <p:cNvPr id="29" name="Picture 28">
              <a:extLst>
                <a:ext uri="{FF2B5EF4-FFF2-40B4-BE49-F238E27FC236}">
                  <a16:creationId xmlns:a16="http://schemas.microsoft.com/office/drawing/2014/main" id="{F8790D27-12CD-650F-CCEC-4AA4F4E4B6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87" y="2865840"/>
              <a:ext cx="784129" cy="784129"/>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55EADDC2-A098-FF96-9A7B-A6F0304C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474" y="5057717"/>
              <a:ext cx="885640" cy="885640"/>
            </a:xfrm>
            <a:prstGeom prst="rect">
              <a:avLst/>
            </a:prstGeom>
          </p:spPr>
        </p:pic>
        <p:sp>
          <p:nvSpPr>
            <p:cNvPr id="31" name="Rectangle 30">
              <a:extLst>
                <a:ext uri="{FF2B5EF4-FFF2-40B4-BE49-F238E27FC236}">
                  <a16:creationId xmlns:a16="http://schemas.microsoft.com/office/drawing/2014/main" id="{2B62EFF5-590A-2D04-BC84-867F924D8E03}"/>
                </a:ext>
              </a:extLst>
            </p:cNvPr>
            <p:cNvSpPr/>
            <p:nvPr/>
          </p:nvSpPr>
          <p:spPr>
            <a:xfrm>
              <a:off x="6927285" y="2765186"/>
              <a:ext cx="3245549" cy="3344079"/>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32" name="Rectangle 31">
              <a:extLst>
                <a:ext uri="{FF2B5EF4-FFF2-40B4-BE49-F238E27FC236}">
                  <a16:creationId xmlns:a16="http://schemas.microsoft.com/office/drawing/2014/main" id="{E4D6F8D9-FF25-F1B4-BA2B-2DA000147F84}"/>
                </a:ext>
              </a:extLst>
            </p:cNvPr>
            <p:cNvSpPr/>
            <p:nvPr/>
          </p:nvSpPr>
          <p:spPr>
            <a:xfrm>
              <a:off x="7745078" y="2909819"/>
              <a:ext cx="2349614" cy="1094619"/>
            </a:xfrm>
            <a:prstGeom prst="rect">
              <a:avLst/>
            </a:prstGeom>
            <a:solidFill>
              <a:srgbClr val="CADFF2"/>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20" normalizeH="0" baseline="0" noProof="0" dirty="0">
                  <a:ln>
                    <a:noFill/>
                  </a:ln>
                  <a:solidFill>
                    <a:srgbClr val="6E6F73"/>
                  </a:solidFill>
                  <a:effectLst/>
                  <a:uLnTx/>
                  <a:uFillTx/>
                  <a:latin typeface="Franklin Gothic Book"/>
                  <a:ea typeface="+mn-ea"/>
                  <a:cs typeface="+mn-cs"/>
                </a:rPr>
                <a:t>Data &amp; Analytics Advisory</a:t>
              </a:r>
            </a:p>
          </p:txBody>
        </p:sp>
        <p:sp>
          <p:nvSpPr>
            <p:cNvPr id="33" name="Rectangle 32">
              <a:extLst>
                <a:ext uri="{FF2B5EF4-FFF2-40B4-BE49-F238E27FC236}">
                  <a16:creationId xmlns:a16="http://schemas.microsoft.com/office/drawing/2014/main" id="{4F29DA51-7ABA-9501-A1DC-000F537C5BBC}"/>
                </a:ext>
              </a:extLst>
            </p:cNvPr>
            <p:cNvSpPr/>
            <p:nvPr/>
          </p:nvSpPr>
          <p:spPr>
            <a:xfrm>
              <a:off x="7735807" y="4554770"/>
              <a:ext cx="2358885" cy="1128365"/>
            </a:xfrm>
            <a:prstGeom prst="rect">
              <a:avLst/>
            </a:prstGeom>
            <a:solidFill>
              <a:srgbClr val="CADFF2"/>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MIP Customer Care</a:t>
              </a:r>
            </a:p>
          </p:txBody>
        </p:sp>
        <p:sp>
          <p:nvSpPr>
            <p:cNvPr id="34" name="Rectangle 33">
              <a:extLst>
                <a:ext uri="{FF2B5EF4-FFF2-40B4-BE49-F238E27FC236}">
                  <a16:creationId xmlns:a16="http://schemas.microsoft.com/office/drawing/2014/main" id="{40645C5A-54F7-EB3B-D679-D2C76200EB62}"/>
                </a:ext>
              </a:extLst>
            </p:cNvPr>
            <p:cNvSpPr/>
            <p:nvPr/>
          </p:nvSpPr>
          <p:spPr>
            <a:xfrm rot="5400000">
              <a:off x="8098459" y="534071"/>
              <a:ext cx="923330" cy="3672268"/>
            </a:xfrm>
            <a:prstGeom prst="rect">
              <a:avLst/>
            </a:prstGeom>
            <a:solidFill>
              <a:srgbClr val="122A52">
                <a:lumMod val="50000"/>
                <a:lumOff val="50000"/>
              </a:srgb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Data Services</a:t>
              </a:r>
            </a:p>
          </p:txBody>
        </p:sp>
        <p:pic>
          <p:nvPicPr>
            <p:cNvPr id="35" name="Picture 34" descr="A black background with a black square&#10;&#10;AI-generated content may be incorrect.">
              <a:extLst>
                <a:ext uri="{FF2B5EF4-FFF2-40B4-BE49-F238E27FC236}">
                  <a16:creationId xmlns:a16="http://schemas.microsoft.com/office/drawing/2014/main" id="{0C28C75E-78AE-9E0D-5063-1479B000EC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2176" y="2018116"/>
              <a:ext cx="747070" cy="747070"/>
            </a:xfrm>
            <a:prstGeom prst="rect">
              <a:avLst/>
            </a:prstGeom>
          </p:spPr>
        </p:pic>
        <p:pic>
          <p:nvPicPr>
            <p:cNvPr id="36" name="Picture 35" descr="A black background with a black square&#10;&#10;AI-generated content may be incorrect.">
              <a:extLst>
                <a:ext uri="{FF2B5EF4-FFF2-40B4-BE49-F238E27FC236}">
                  <a16:creationId xmlns:a16="http://schemas.microsoft.com/office/drawing/2014/main" id="{CC116930-84CD-2839-0263-F0196EDD02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72273" y="3058496"/>
              <a:ext cx="709038" cy="709038"/>
            </a:xfrm>
            <a:prstGeom prst="rect">
              <a:avLst/>
            </a:prstGeom>
          </p:spPr>
        </p:pic>
        <p:pic>
          <p:nvPicPr>
            <p:cNvPr id="37" name="Picture 36" descr="A black background with a black square&#10;&#10;AI-generated content may be incorrect.">
              <a:extLst>
                <a:ext uri="{FF2B5EF4-FFF2-40B4-BE49-F238E27FC236}">
                  <a16:creationId xmlns:a16="http://schemas.microsoft.com/office/drawing/2014/main" id="{AA110125-ED65-E170-EDDF-8B4047087E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94111" y="4703198"/>
              <a:ext cx="709038" cy="709038"/>
            </a:xfrm>
            <a:prstGeom prst="rect">
              <a:avLst/>
            </a:prstGeom>
          </p:spPr>
        </p:pic>
        <p:pic>
          <p:nvPicPr>
            <p:cNvPr id="38" name="Picture 37" descr="A black background with a black square&#10;&#10;AI-generated content may be incorrect.">
              <a:extLst>
                <a:ext uri="{FF2B5EF4-FFF2-40B4-BE49-F238E27FC236}">
                  <a16:creationId xmlns:a16="http://schemas.microsoft.com/office/drawing/2014/main" id="{535BCD6B-8280-22E7-BA20-4911EEF450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97598" y="3884028"/>
              <a:ext cx="856648" cy="856648"/>
            </a:xfrm>
            <a:prstGeom prst="rect">
              <a:avLst/>
            </a:prstGeom>
          </p:spPr>
        </p:pic>
      </p:grpSp>
      <p:sp>
        <p:nvSpPr>
          <p:cNvPr id="3" name="Date Placeholder 2">
            <a:extLst>
              <a:ext uri="{FF2B5EF4-FFF2-40B4-BE49-F238E27FC236}">
                <a16:creationId xmlns:a16="http://schemas.microsoft.com/office/drawing/2014/main" id="{CA5B00F6-496E-2FB1-68D8-86ED4DD3B6BD}"/>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A9EA65B6-C780-7892-7B9D-EE26472B5485}"/>
              </a:ext>
            </a:extLst>
          </p:cNvPr>
          <p:cNvSpPr>
            <a:spLocks noGrp="1"/>
          </p:cNvSpPr>
          <p:nvPr>
            <p:ph type="sldNum" sz="quarter" idx="4"/>
          </p:nvPr>
        </p:nvSpPr>
        <p:spPr/>
        <p:txBody>
          <a:bodyPr/>
          <a:lstStyle/>
          <a:p>
            <a:r>
              <a:rPr lang="en-US"/>
              <a:t>2025 MHS Conference    </a:t>
            </a:r>
            <a:fld id="{54558BDB-F807-4A0D-8BCD-2F5355F4A24C}" type="slidenum">
              <a:rPr lang="en-US" smtClean="0"/>
              <a:pPr/>
              <a:t>12</a:t>
            </a:fld>
            <a:endParaRPr lang="en-US" dirty="0"/>
          </a:p>
        </p:txBody>
      </p:sp>
    </p:spTree>
    <p:extLst>
      <p:ext uri="{BB962C8B-B14F-4D97-AF65-F5344CB8AC3E}">
        <p14:creationId xmlns:p14="http://schemas.microsoft.com/office/powerpoint/2010/main" val="355711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CE72-0F7A-C843-0384-A2D6472E1000}"/>
              </a:ext>
            </a:extLst>
          </p:cNvPr>
          <p:cNvSpPr>
            <a:spLocks noGrp="1"/>
          </p:cNvSpPr>
          <p:nvPr>
            <p:ph type="title"/>
          </p:nvPr>
        </p:nvSpPr>
        <p:spPr/>
        <p:txBody>
          <a:bodyPr/>
          <a:lstStyle/>
          <a:p>
            <a:r>
              <a:rPr lang="en-US" dirty="0"/>
              <a:t>Data Products: Data Apps as a Service</a:t>
            </a:r>
          </a:p>
        </p:txBody>
      </p:sp>
      <p:sp>
        <p:nvSpPr>
          <p:cNvPr id="3" name="Date Placeholder 2">
            <a:extLst>
              <a:ext uri="{FF2B5EF4-FFF2-40B4-BE49-F238E27FC236}">
                <a16:creationId xmlns:a16="http://schemas.microsoft.com/office/drawing/2014/main" id="{3CA22A7D-B623-2CCB-CD0C-C78D830943DA}"/>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071C256F-E6D0-3CDD-00DF-EEF79FAFCD1E}"/>
              </a:ext>
            </a:extLst>
          </p:cNvPr>
          <p:cNvSpPr>
            <a:spLocks noGrp="1"/>
          </p:cNvSpPr>
          <p:nvPr>
            <p:ph type="sldNum" sz="quarter" idx="4"/>
          </p:nvPr>
        </p:nvSpPr>
        <p:spPr/>
        <p:txBody>
          <a:bodyPr/>
          <a:lstStyle/>
          <a:p>
            <a:r>
              <a:rPr lang="en-US"/>
              <a:t>2025 MHS Conference    </a:t>
            </a:r>
            <a:fld id="{54558BDB-F807-4A0D-8BCD-2F5355F4A24C}" type="slidenum">
              <a:rPr lang="en-US" smtClean="0"/>
              <a:pPr/>
              <a:t>13</a:t>
            </a:fld>
            <a:endParaRPr lang="en-US" dirty="0"/>
          </a:p>
        </p:txBody>
      </p:sp>
      <p:grpSp>
        <p:nvGrpSpPr>
          <p:cNvPr id="5" name="Group 4" descr="Infographic: MIP Data Products - Data Apps as a Service&#10;&#10;Complex Registries: J H A S I R &#10;D V E I V R&#10;T B I Portal&#10;M H S P H P&#10;ORION&#10;Opioid Registry&#10;&#10;Readiness:&#10;Hercules &#10;R H R P &#10;D L M C Surveillance&#10;&#10;Research:&#10;Research &amp; Engineering Centers of Excellence&#10;&#10;Clinical:&#10;CAMP&#10;T B I I O P Referrals&#10;">
            <a:extLst>
              <a:ext uri="{FF2B5EF4-FFF2-40B4-BE49-F238E27FC236}">
                <a16:creationId xmlns:a16="http://schemas.microsoft.com/office/drawing/2014/main" id="{BCD537F2-BC23-28FE-0208-C0EA0360A2F1}"/>
              </a:ext>
            </a:extLst>
          </p:cNvPr>
          <p:cNvGrpSpPr/>
          <p:nvPr/>
        </p:nvGrpSpPr>
        <p:grpSpPr>
          <a:xfrm>
            <a:off x="467737" y="1839339"/>
            <a:ext cx="11470548" cy="4186090"/>
            <a:chOff x="136423" y="1761677"/>
            <a:chExt cx="11801862" cy="4186090"/>
          </a:xfrm>
        </p:grpSpPr>
        <p:sp>
          <p:nvSpPr>
            <p:cNvPr id="6" name="Rectangle 5">
              <a:extLst>
                <a:ext uri="{FF2B5EF4-FFF2-40B4-BE49-F238E27FC236}">
                  <a16:creationId xmlns:a16="http://schemas.microsoft.com/office/drawing/2014/main" id="{C6244FB1-9239-760B-D30B-C09C9A852CCF}"/>
                </a:ext>
              </a:extLst>
            </p:cNvPr>
            <p:cNvSpPr/>
            <p:nvPr/>
          </p:nvSpPr>
          <p:spPr>
            <a:xfrm>
              <a:off x="333511" y="2592414"/>
              <a:ext cx="3672267" cy="3355353"/>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7" name="Rectangle 6">
              <a:extLst>
                <a:ext uri="{FF2B5EF4-FFF2-40B4-BE49-F238E27FC236}">
                  <a16:creationId xmlns:a16="http://schemas.microsoft.com/office/drawing/2014/main" id="{CBAE1F50-57AB-8A63-5729-D439395F5CF8}"/>
                </a:ext>
              </a:extLst>
            </p:cNvPr>
            <p:cNvSpPr/>
            <p:nvPr/>
          </p:nvSpPr>
          <p:spPr>
            <a:xfrm rot="5400000">
              <a:off x="1830862" y="67238"/>
              <a:ext cx="856646" cy="4245524"/>
            </a:xfrm>
            <a:prstGeom prst="rect">
              <a:avLst/>
            </a:prstGeom>
            <a:solidFill>
              <a:srgbClr val="122A52">
                <a:lumMod val="50000"/>
                <a:lumOff val="50000"/>
              </a:srgb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MIP Data Products</a:t>
              </a:r>
            </a:p>
          </p:txBody>
        </p:sp>
        <p:sp>
          <p:nvSpPr>
            <p:cNvPr id="8" name="Rectangle 7">
              <a:extLst>
                <a:ext uri="{FF2B5EF4-FFF2-40B4-BE49-F238E27FC236}">
                  <a16:creationId xmlns:a16="http://schemas.microsoft.com/office/drawing/2014/main" id="{9F53D86E-5C06-F5A9-F9EF-E7251628CECE}"/>
                </a:ext>
              </a:extLst>
            </p:cNvPr>
            <p:cNvSpPr/>
            <p:nvPr/>
          </p:nvSpPr>
          <p:spPr>
            <a:xfrm>
              <a:off x="1426147" y="2715097"/>
              <a:ext cx="2100648" cy="842657"/>
            </a:xfrm>
            <a:prstGeom prst="rect">
              <a:avLst/>
            </a:prstGeom>
            <a:solidFill>
              <a:srgbClr val="FFE18B">
                <a:lumMod val="75000"/>
              </a:srgbClr>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Data Apps as a Service</a:t>
              </a:r>
            </a:p>
          </p:txBody>
        </p:sp>
        <p:sp>
          <p:nvSpPr>
            <p:cNvPr id="9" name="Rectangle 8">
              <a:extLst>
                <a:ext uri="{FF2B5EF4-FFF2-40B4-BE49-F238E27FC236}">
                  <a16:creationId xmlns:a16="http://schemas.microsoft.com/office/drawing/2014/main" id="{33DA1173-6CB3-43D6-45F3-DA73F2338D18}"/>
                </a:ext>
              </a:extLst>
            </p:cNvPr>
            <p:cNvSpPr/>
            <p:nvPr/>
          </p:nvSpPr>
          <p:spPr>
            <a:xfrm>
              <a:off x="1426146" y="3747277"/>
              <a:ext cx="2100647" cy="842656"/>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a:ln>
                    <a:noFill/>
                  </a:ln>
                  <a:solidFill>
                    <a:prstClr val="white">
                      <a:lumMod val="75000"/>
                    </a:prstClr>
                  </a:solidFill>
                  <a:effectLst/>
                  <a:uLnTx/>
                  <a:uFillTx/>
                  <a:latin typeface="Franklin Gothic Book"/>
                  <a:ea typeface="+mn-ea"/>
                  <a:cs typeface="+mn-cs"/>
                </a:rPr>
                <a:t>Data as a Service</a:t>
              </a:r>
            </a:p>
          </p:txBody>
        </p:sp>
        <p:sp>
          <p:nvSpPr>
            <p:cNvPr id="10" name="Rectangle 9">
              <a:extLst>
                <a:ext uri="{FF2B5EF4-FFF2-40B4-BE49-F238E27FC236}">
                  <a16:creationId xmlns:a16="http://schemas.microsoft.com/office/drawing/2014/main" id="{DCF7AB3A-F3CD-38A0-F733-DBA530717B16}"/>
                </a:ext>
              </a:extLst>
            </p:cNvPr>
            <p:cNvSpPr/>
            <p:nvPr/>
          </p:nvSpPr>
          <p:spPr>
            <a:xfrm>
              <a:off x="1445222" y="4829872"/>
              <a:ext cx="2081571" cy="949449"/>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prstClr val="white">
                      <a:lumMod val="75000"/>
                    </a:prstClr>
                  </a:solidFill>
                  <a:effectLst/>
                  <a:uLnTx/>
                  <a:uFillTx/>
                  <a:latin typeface="Franklin Gothic Book"/>
                  <a:ea typeface="+mn-ea"/>
                  <a:cs typeface="+mn-cs"/>
                </a:rPr>
                <a:t>Analytics as a Service</a:t>
              </a:r>
            </a:p>
          </p:txBody>
        </p:sp>
        <p:pic>
          <p:nvPicPr>
            <p:cNvPr id="11" name="Picture 10" descr="A black background with a black square&#10;&#10;AI-generated content may be incorrect.">
              <a:extLst>
                <a:ext uri="{FF2B5EF4-FFF2-40B4-BE49-F238E27FC236}">
                  <a16:creationId xmlns:a16="http://schemas.microsoft.com/office/drawing/2014/main" id="{5D9247F6-6BFB-6948-C112-D171C390C6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08" y="1867556"/>
              <a:ext cx="668322" cy="668322"/>
            </a:xfrm>
            <a:prstGeom prst="rect">
              <a:avLst/>
            </a:prstGeom>
          </p:spPr>
        </p:pic>
        <p:pic>
          <p:nvPicPr>
            <p:cNvPr id="12" name="Picture 11">
              <a:extLst>
                <a:ext uri="{FF2B5EF4-FFF2-40B4-BE49-F238E27FC236}">
                  <a16:creationId xmlns:a16="http://schemas.microsoft.com/office/drawing/2014/main" id="{8F1D6F86-4750-24A0-DE53-60501D6CD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615" y="2715097"/>
              <a:ext cx="784129" cy="784129"/>
            </a:xfrm>
            <a:prstGeom prst="rect">
              <a:avLst/>
            </a:prstGeom>
          </p:spPr>
        </p:pic>
        <p:pic>
          <p:nvPicPr>
            <p:cNvPr id="13" name="Picture 12" descr="A black background with a black square&#10;&#10;AI-generated content may be incorrect.">
              <a:extLst>
                <a:ext uri="{FF2B5EF4-FFF2-40B4-BE49-F238E27FC236}">
                  <a16:creationId xmlns:a16="http://schemas.microsoft.com/office/drawing/2014/main" id="{3E3FB08C-FBD7-39EA-05F2-46B661315B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202" y="4906974"/>
              <a:ext cx="885640" cy="885640"/>
            </a:xfrm>
            <a:prstGeom prst="rect">
              <a:avLst/>
            </a:prstGeom>
          </p:spPr>
        </p:pic>
        <p:pic>
          <p:nvPicPr>
            <p:cNvPr id="14" name="Picture 13" descr="A black background with a black square&#10;&#10;AI-generated content may be incorrect.">
              <a:extLst>
                <a:ext uri="{FF2B5EF4-FFF2-40B4-BE49-F238E27FC236}">
                  <a16:creationId xmlns:a16="http://schemas.microsoft.com/office/drawing/2014/main" id="{169B5A7F-0C99-5E11-C459-7442B3EBD0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326" y="3733285"/>
              <a:ext cx="856648" cy="856648"/>
            </a:xfrm>
            <a:prstGeom prst="rect">
              <a:avLst/>
            </a:prstGeom>
          </p:spPr>
        </p:pic>
        <p:grpSp>
          <p:nvGrpSpPr>
            <p:cNvPr id="15" name="Group 14">
              <a:extLst>
                <a:ext uri="{FF2B5EF4-FFF2-40B4-BE49-F238E27FC236}">
                  <a16:creationId xmlns:a16="http://schemas.microsoft.com/office/drawing/2014/main" id="{7665BF78-3F96-9619-340D-D62D21DDF5C0}"/>
                </a:ext>
              </a:extLst>
            </p:cNvPr>
            <p:cNvGrpSpPr/>
            <p:nvPr/>
          </p:nvGrpSpPr>
          <p:grpSpPr>
            <a:xfrm>
              <a:off x="5578143" y="3632049"/>
              <a:ext cx="6360142" cy="1378024"/>
              <a:chOff x="5578143" y="3632049"/>
              <a:chExt cx="6360142" cy="1378024"/>
            </a:xfrm>
          </p:grpSpPr>
          <p:pic>
            <p:nvPicPr>
              <p:cNvPr id="16" name="Picture 15">
                <a:extLst>
                  <a:ext uri="{FF2B5EF4-FFF2-40B4-BE49-F238E27FC236}">
                    <a16:creationId xmlns:a16="http://schemas.microsoft.com/office/drawing/2014/main" id="{53B2EEB3-EDB7-E3EF-CC10-6B6D573FDD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91030" y="3852399"/>
                <a:ext cx="1949646" cy="1077000"/>
              </a:xfrm>
              <a:prstGeom prst="rect">
                <a:avLst/>
              </a:prstGeom>
            </p:spPr>
          </p:pic>
          <p:grpSp>
            <p:nvGrpSpPr>
              <p:cNvPr id="17" name="Group 16">
                <a:extLst>
                  <a:ext uri="{FF2B5EF4-FFF2-40B4-BE49-F238E27FC236}">
                    <a16:creationId xmlns:a16="http://schemas.microsoft.com/office/drawing/2014/main" id="{E8604883-B64A-9F6D-7A4F-059623C090DB}"/>
                  </a:ext>
                </a:extLst>
              </p:cNvPr>
              <p:cNvGrpSpPr/>
              <p:nvPr/>
            </p:nvGrpSpPr>
            <p:grpSpPr>
              <a:xfrm>
                <a:off x="6051888" y="3840186"/>
                <a:ext cx="1716928" cy="1115890"/>
                <a:chOff x="1066334" y="3596840"/>
                <a:chExt cx="2241550" cy="1274607"/>
              </a:xfrm>
            </p:grpSpPr>
            <p:pic>
              <p:nvPicPr>
                <p:cNvPr id="24" name="Picture 23" descr="A blue and white logo with a person in a cast and a person in a helmet&#10;&#10;AI-generated content may be incorrect.">
                  <a:extLst>
                    <a:ext uri="{FF2B5EF4-FFF2-40B4-BE49-F238E27FC236}">
                      <a16:creationId xmlns:a16="http://schemas.microsoft.com/office/drawing/2014/main" id="{52A78426-F581-E112-8E8C-BD72FFCF83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6334" y="3596840"/>
                  <a:ext cx="2241550" cy="1274607"/>
                </a:xfrm>
                <a:prstGeom prst="rect">
                  <a:avLst/>
                </a:prstGeom>
              </p:spPr>
            </p:pic>
            <p:sp>
              <p:nvSpPr>
                <p:cNvPr id="25" name="TextBox 24">
                  <a:extLst>
                    <a:ext uri="{FF2B5EF4-FFF2-40B4-BE49-F238E27FC236}">
                      <a16:creationId xmlns:a16="http://schemas.microsoft.com/office/drawing/2014/main" id="{AFF9F2BF-7E27-1654-1508-642B34E050A3}"/>
                    </a:ext>
                  </a:extLst>
                </p:cNvPr>
                <p:cNvSpPr txBox="1"/>
                <p:nvPr/>
              </p:nvSpPr>
              <p:spPr>
                <a:xfrm>
                  <a:off x="1684420" y="4601940"/>
                  <a:ext cx="847023" cy="26950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Hercules</a:t>
                  </a:r>
                </a:p>
              </p:txBody>
            </p:sp>
          </p:grpSp>
          <p:sp>
            <p:nvSpPr>
              <p:cNvPr id="18" name="Rounded Rectangle 70">
                <a:extLst>
                  <a:ext uri="{FF2B5EF4-FFF2-40B4-BE49-F238E27FC236}">
                    <a16:creationId xmlns:a16="http://schemas.microsoft.com/office/drawing/2014/main" id="{E5435B0B-A92A-0CCC-78DF-CA66F30D1EEC}"/>
                  </a:ext>
                </a:extLst>
              </p:cNvPr>
              <p:cNvSpPr/>
              <p:nvPr/>
            </p:nvSpPr>
            <p:spPr>
              <a:xfrm>
                <a:off x="5578143" y="3725820"/>
                <a:ext cx="6360142" cy="1284253"/>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grpSp>
            <p:nvGrpSpPr>
              <p:cNvPr id="19" name="Group 18">
                <a:extLst>
                  <a:ext uri="{FF2B5EF4-FFF2-40B4-BE49-F238E27FC236}">
                    <a16:creationId xmlns:a16="http://schemas.microsoft.com/office/drawing/2014/main" id="{E8A1AF03-A6F9-D113-94B0-4AEC3359D666}"/>
                  </a:ext>
                </a:extLst>
              </p:cNvPr>
              <p:cNvGrpSpPr/>
              <p:nvPr/>
            </p:nvGrpSpPr>
            <p:grpSpPr>
              <a:xfrm>
                <a:off x="7927119" y="3847364"/>
                <a:ext cx="1716928" cy="1115890"/>
                <a:chOff x="1066334" y="3596840"/>
                <a:chExt cx="2241550" cy="1274607"/>
              </a:xfrm>
            </p:grpSpPr>
            <p:pic>
              <p:nvPicPr>
                <p:cNvPr id="22" name="Picture 21" descr="A blue and white logo with a person in a cast and a person in a helmet&#10;&#10;AI-generated content may be incorrect.">
                  <a:extLst>
                    <a:ext uri="{FF2B5EF4-FFF2-40B4-BE49-F238E27FC236}">
                      <a16:creationId xmlns:a16="http://schemas.microsoft.com/office/drawing/2014/main" id="{E647B718-734A-4F7C-FB9D-608689BEE9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6334" y="3596840"/>
                  <a:ext cx="2241550" cy="1274607"/>
                </a:xfrm>
                <a:prstGeom prst="rect">
                  <a:avLst/>
                </a:prstGeom>
              </p:spPr>
            </p:pic>
            <p:sp>
              <p:nvSpPr>
                <p:cNvPr id="23" name="TextBox 22">
                  <a:extLst>
                    <a:ext uri="{FF2B5EF4-FFF2-40B4-BE49-F238E27FC236}">
                      <a16:creationId xmlns:a16="http://schemas.microsoft.com/office/drawing/2014/main" id="{8FEB5C6E-439D-5DEE-2E1D-47A72E88A84C}"/>
                    </a:ext>
                  </a:extLst>
                </p:cNvPr>
                <p:cNvSpPr txBox="1"/>
                <p:nvPr/>
              </p:nvSpPr>
              <p:spPr>
                <a:xfrm>
                  <a:off x="1684420" y="4601940"/>
                  <a:ext cx="847023" cy="26950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Hercules</a:t>
                  </a:r>
                </a:p>
              </p:txBody>
            </p:sp>
          </p:grpSp>
          <p:sp>
            <p:nvSpPr>
              <p:cNvPr id="20" name="Rectangle 19">
                <a:extLst>
                  <a:ext uri="{FF2B5EF4-FFF2-40B4-BE49-F238E27FC236}">
                    <a16:creationId xmlns:a16="http://schemas.microsoft.com/office/drawing/2014/main" id="{42B2F0BD-D343-5884-D109-6CE51EE2737F}"/>
                  </a:ext>
                </a:extLst>
              </p:cNvPr>
              <p:cNvSpPr/>
              <p:nvPr/>
            </p:nvSpPr>
            <p:spPr>
              <a:xfrm>
                <a:off x="8312203" y="3979668"/>
                <a:ext cx="914400" cy="937517"/>
              </a:xfrm>
              <a:prstGeom prst="rect">
                <a:avLst/>
              </a:prstGeom>
              <a:solidFill>
                <a:srgbClr val="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RHRP</a:t>
                </a: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1" name="Rounded Rectangle 75">
                <a:extLst>
                  <a:ext uri="{FF2B5EF4-FFF2-40B4-BE49-F238E27FC236}">
                    <a16:creationId xmlns:a16="http://schemas.microsoft.com/office/drawing/2014/main" id="{37784E31-96B7-C15D-7B4C-2B0B060A2AF6}"/>
                  </a:ext>
                </a:extLst>
              </p:cNvPr>
              <p:cNvSpPr/>
              <p:nvPr/>
            </p:nvSpPr>
            <p:spPr>
              <a:xfrm>
                <a:off x="7830573" y="3632049"/>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Readiness</a:t>
                </a:r>
              </a:p>
            </p:txBody>
          </p:sp>
        </p:grpSp>
      </p:grpSp>
      <p:grpSp>
        <p:nvGrpSpPr>
          <p:cNvPr id="36" name="Group 35">
            <a:extLst>
              <a:ext uri="{FF2B5EF4-FFF2-40B4-BE49-F238E27FC236}">
                <a16:creationId xmlns:a16="http://schemas.microsoft.com/office/drawing/2014/main" id="{81F92003-FD3B-AE9E-C4C4-A679900984D1}"/>
              </a:ext>
              <a:ext uri="{C183D7F6-B498-43B3-948B-1728B52AA6E4}">
                <adec:decorative xmlns:adec="http://schemas.microsoft.com/office/drawing/2017/decorative" val="1"/>
              </a:ext>
            </a:extLst>
          </p:cNvPr>
          <p:cNvGrpSpPr/>
          <p:nvPr/>
        </p:nvGrpSpPr>
        <p:grpSpPr>
          <a:xfrm>
            <a:off x="5703855" y="5073393"/>
            <a:ext cx="6266854" cy="1370471"/>
            <a:chOff x="5864101" y="5265201"/>
            <a:chExt cx="6074184" cy="1370471"/>
          </a:xfrm>
        </p:grpSpPr>
        <p:pic>
          <p:nvPicPr>
            <p:cNvPr id="37" name="Picture 36" descr="A logo for a clinic&#10;&#10;AI-generated content may be incorrect.">
              <a:extLst>
                <a:ext uri="{FF2B5EF4-FFF2-40B4-BE49-F238E27FC236}">
                  <a16:creationId xmlns:a16="http://schemas.microsoft.com/office/drawing/2014/main" id="{5DB91D70-02C2-DF9C-0F6B-A26A7E4A89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97027" y="5431980"/>
              <a:ext cx="1680773" cy="1083401"/>
            </a:xfrm>
            <a:prstGeom prst="rect">
              <a:avLst/>
            </a:prstGeom>
          </p:spPr>
        </p:pic>
        <p:pic>
          <p:nvPicPr>
            <p:cNvPr id="38" name="Picture 37" descr="A close-up of a logo&#10;&#10;AI-generated content may be incorrect.">
              <a:extLst>
                <a:ext uri="{FF2B5EF4-FFF2-40B4-BE49-F238E27FC236}">
                  <a16:creationId xmlns:a16="http://schemas.microsoft.com/office/drawing/2014/main" id="{EC0939F0-0D5A-6948-14D1-B3A7FA4771E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42913" y="5431980"/>
              <a:ext cx="1954862" cy="1077265"/>
            </a:xfrm>
            <a:prstGeom prst="rect">
              <a:avLst/>
            </a:prstGeom>
          </p:spPr>
        </p:pic>
        <p:sp>
          <p:nvSpPr>
            <p:cNvPr id="39" name="Rounded Rectangle 76">
              <a:extLst>
                <a:ext uri="{FF2B5EF4-FFF2-40B4-BE49-F238E27FC236}">
                  <a16:creationId xmlns:a16="http://schemas.microsoft.com/office/drawing/2014/main" id="{CE4BC4CB-008C-2D38-6210-DD6114B9716E}"/>
                </a:ext>
              </a:extLst>
            </p:cNvPr>
            <p:cNvSpPr/>
            <p:nvPr/>
          </p:nvSpPr>
          <p:spPr>
            <a:xfrm>
              <a:off x="5864101" y="5351419"/>
              <a:ext cx="2166438" cy="1284253"/>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40" name="Rounded Rectangle 77">
              <a:extLst>
                <a:ext uri="{FF2B5EF4-FFF2-40B4-BE49-F238E27FC236}">
                  <a16:creationId xmlns:a16="http://schemas.microsoft.com/office/drawing/2014/main" id="{AACE305D-01F1-E8C7-3DB2-8E2B67ABF5A1}"/>
                </a:ext>
              </a:extLst>
            </p:cNvPr>
            <p:cNvSpPr/>
            <p:nvPr/>
          </p:nvSpPr>
          <p:spPr>
            <a:xfrm>
              <a:off x="6371924" y="5297421"/>
              <a:ext cx="1237093" cy="177439"/>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Research</a:t>
              </a:r>
            </a:p>
          </p:txBody>
        </p:sp>
        <p:sp>
          <p:nvSpPr>
            <p:cNvPr id="41" name="Rounded Rectangle 78">
              <a:extLst>
                <a:ext uri="{FF2B5EF4-FFF2-40B4-BE49-F238E27FC236}">
                  <a16:creationId xmlns:a16="http://schemas.microsoft.com/office/drawing/2014/main" id="{39A073E8-FEB5-A5F2-483F-FDAB65A5413F}"/>
                </a:ext>
              </a:extLst>
            </p:cNvPr>
            <p:cNvSpPr/>
            <p:nvPr/>
          </p:nvSpPr>
          <p:spPr>
            <a:xfrm>
              <a:off x="8183897" y="5348759"/>
              <a:ext cx="3754388" cy="1284253"/>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42" name="Rounded Rectangle 79">
              <a:extLst>
                <a:ext uri="{FF2B5EF4-FFF2-40B4-BE49-F238E27FC236}">
                  <a16:creationId xmlns:a16="http://schemas.microsoft.com/office/drawing/2014/main" id="{7BCC8577-8165-97CA-BC2B-91502F6ECEB7}"/>
                </a:ext>
              </a:extLst>
            </p:cNvPr>
            <p:cNvSpPr/>
            <p:nvPr/>
          </p:nvSpPr>
          <p:spPr>
            <a:xfrm>
              <a:off x="9483061" y="5265201"/>
              <a:ext cx="1237093" cy="177439"/>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Clinical</a:t>
              </a:r>
            </a:p>
          </p:txBody>
        </p:sp>
        <p:pic>
          <p:nvPicPr>
            <p:cNvPr id="43" name="Picture 42" descr="A close-up of a logo&#10;&#10;AI-generated content may be incorrect.">
              <a:extLst>
                <a:ext uri="{FF2B5EF4-FFF2-40B4-BE49-F238E27FC236}">
                  <a16:creationId xmlns:a16="http://schemas.microsoft.com/office/drawing/2014/main" id="{51BF44B7-F150-F999-22D4-842DD5168FA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131158" y="5442640"/>
              <a:ext cx="1674364" cy="1085929"/>
            </a:xfrm>
            <a:prstGeom prst="rect">
              <a:avLst/>
            </a:prstGeom>
          </p:spPr>
        </p:pic>
      </p:grpSp>
      <p:grpSp>
        <p:nvGrpSpPr>
          <p:cNvPr id="26" name="Group 25">
            <a:extLst>
              <a:ext uri="{FF2B5EF4-FFF2-40B4-BE49-F238E27FC236}">
                <a16:creationId xmlns:a16="http://schemas.microsoft.com/office/drawing/2014/main" id="{6361FD1D-3116-55FF-00FE-FEF337EA21ED}"/>
              </a:ext>
              <a:ext uri="{C183D7F6-B498-43B3-948B-1728B52AA6E4}">
                <adec:decorative xmlns:adec="http://schemas.microsoft.com/office/drawing/2017/decorative" val="1"/>
              </a:ext>
            </a:extLst>
          </p:cNvPr>
          <p:cNvGrpSpPr/>
          <p:nvPr/>
        </p:nvGrpSpPr>
        <p:grpSpPr>
          <a:xfrm>
            <a:off x="5756692" y="1306210"/>
            <a:ext cx="6074184" cy="2479394"/>
            <a:chOff x="5784305" y="995003"/>
            <a:chExt cx="6074184" cy="2479394"/>
          </a:xfrm>
        </p:grpSpPr>
        <p:pic>
          <p:nvPicPr>
            <p:cNvPr id="27" name="Picture 26" descr="A black and yellow logo&#10;&#10;AI-generated content may be incorrect.">
              <a:extLst>
                <a:ext uri="{FF2B5EF4-FFF2-40B4-BE49-F238E27FC236}">
                  <a16:creationId xmlns:a16="http://schemas.microsoft.com/office/drawing/2014/main" id="{2B3A80CC-8037-9723-687A-4825A178E34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924168" y="1215946"/>
              <a:ext cx="1764730" cy="1000516"/>
            </a:xfrm>
            <a:prstGeom prst="rect">
              <a:avLst/>
            </a:prstGeom>
          </p:spPr>
        </p:pic>
        <p:pic>
          <p:nvPicPr>
            <p:cNvPr id="28" name="Picture 27" descr="A logo with a wire plugged into it&#10;&#10;AI-generated content may be incorrect.">
              <a:extLst>
                <a:ext uri="{FF2B5EF4-FFF2-40B4-BE49-F238E27FC236}">
                  <a16:creationId xmlns:a16="http://schemas.microsoft.com/office/drawing/2014/main" id="{1BB7C873-113C-1A78-5F92-3F2EFDF4C52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30633" y="1222843"/>
              <a:ext cx="1764730" cy="972607"/>
            </a:xfrm>
            <a:prstGeom prst="rect">
              <a:avLst/>
            </a:prstGeom>
          </p:spPr>
        </p:pic>
        <p:pic>
          <p:nvPicPr>
            <p:cNvPr id="29" name="Picture 28" descr="A logo for a medical system&#10;&#10;AI-generated content may be incorrect.">
              <a:extLst>
                <a:ext uri="{FF2B5EF4-FFF2-40B4-BE49-F238E27FC236}">
                  <a16:creationId xmlns:a16="http://schemas.microsoft.com/office/drawing/2014/main" id="{06FA4F6D-E05B-7BDB-0C5D-E26F32A3B75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30633" y="2328250"/>
              <a:ext cx="1779422" cy="1016595"/>
            </a:xfrm>
            <a:prstGeom prst="rect">
              <a:avLst/>
            </a:prstGeom>
          </p:spPr>
        </p:pic>
        <p:pic>
          <p:nvPicPr>
            <p:cNvPr id="30" name="Picture 29" descr="A logo of a globe&#10;&#10;AI-generated content may be incorrect.">
              <a:extLst>
                <a:ext uri="{FF2B5EF4-FFF2-40B4-BE49-F238E27FC236}">
                  <a16:creationId xmlns:a16="http://schemas.microsoft.com/office/drawing/2014/main" id="{4C8F0435-5511-3899-392E-B94C0E12DBD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24169" y="2307937"/>
              <a:ext cx="1848630" cy="1036908"/>
            </a:xfrm>
            <a:prstGeom prst="rect">
              <a:avLst/>
            </a:prstGeom>
          </p:spPr>
        </p:pic>
        <p:pic>
          <p:nvPicPr>
            <p:cNvPr id="31" name="Picture 30" descr="A logo with a spiral design&#10;&#10;AI-generated content may be incorrect.">
              <a:extLst>
                <a:ext uri="{FF2B5EF4-FFF2-40B4-BE49-F238E27FC236}">
                  <a16:creationId xmlns:a16="http://schemas.microsoft.com/office/drawing/2014/main" id="{4855A33F-B444-2CB3-FB76-60A3334C242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785147" y="1215946"/>
              <a:ext cx="1783749" cy="1000516"/>
            </a:xfrm>
            <a:prstGeom prst="rect">
              <a:avLst/>
            </a:prstGeom>
          </p:spPr>
        </p:pic>
        <p:sp>
          <p:nvSpPr>
            <p:cNvPr id="32" name="Rounded Rectangle 68">
              <a:extLst>
                <a:ext uri="{FF2B5EF4-FFF2-40B4-BE49-F238E27FC236}">
                  <a16:creationId xmlns:a16="http://schemas.microsoft.com/office/drawing/2014/main" id="{99180DE8-477F-1640-4B2B-797AE0EC7698}"/>
                </a:ext>
              </a:extLst>
            </p:cNvPr>
            <p:cNvSpPr/>
            <p:nvPr/>
          </p:nvSpPr>
          <p:spPr>
            <a:xfrm>
              <a:off x="5784305" y="1137898"/>
              <a:ext cx="6074184" cy="2336499"/>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33" name="Rounded Rectangle 69">
              <a:extLst>
                <a:ext uri="{FF2B5EF4-FFF2-40B4-BE49-F238E27FC236}">
                  <a16:creationId xmlns:a16="http://schemas.microsoft.com/office/drawing/2014/main" id="{23273940-A88C-9785-13DC-A81B592A9D7B}"/>
                </a:ext>
              </a:extLst>
            </p:cNvPr>
            <p:cNvSpPr/>
            <p:nvPr/>
          </p:nvSpPr>
          <p:spPr>
            <a:xfrm>
              <a:off x="7768815" y="995003"/>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Complex</a:t>
              </a: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 </a:t>
              </a: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Registries</a:t>
              </a:r>
            </a:p>
          </p:txBody>
        </p:sp>
        <p:pic>
          <p:nvPicPr>
            <p:cNvPr id="34" name="Picture 33" descr="A logo of a globe&#10;&#10;AI-generated content may be incorrect.">
              <a:extLst>
                <a:ext uri="{FF2B5EF4-FFF2-40B4-BE49-F238E27FC236}">
                  <a16:creationId xmlns:a16="http://schemas.microsoft.com/office/drawing/2014/main" id="{D81DDFF4-6A2F-058B-7A76-66DA5D9F3F4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795839" y="2306147"/>
              <a:ext cx="1848630" cy="1036908"/>
            </a:xfrm>
            <a:prstGeom prst="rect">
              <a:avLst/>
            </a:prstGeom>
          </p:spPr>
        </p:pic>
        <p:sp>
          <p:nvSpPr>
            <p:cNvPr id="35" name="Rectangle 34">
              <a:extLst>
                <a:ext uri="{FF2B5EF4-FFF2-40B4-BE49-F238E27FC236}">
                  <a16:creationId xmlns:a16="http://schemas.microsoft.com/office/drawing/2014/main" id="{530E7B7A-8809-F3C5-D675-A3999E2B0E80}"/>
                </a:ext>
              </a:extLst>
            </p:cNvPr>
            <p:cNvSpPr/>
            <p:nvPr/>
          </p:nvSpPr>
          <p:spPr>
            <a:xfrm>
              <a:off x="10250897" y="2334709"/>
              <a:ext cx="914400" cy="937517"/>
            </a:xfrm>
            <a:prstGeom prst="rect">
              <a:avLst/>
            </a:prstGeom>
            <a:solidFill>
              <a:srgbClr val="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400" b="0" i="0" u="none" strike="noStrike" kern="0" cap="none" spc="0" normalizeH="0" baseline="0" noProof="0" dirty="0">
                  <a:ln>
                    <a:noFill/>
                  </a:ln>
                  <a:solidFill>
                    <a:srgbClr val="575757"/>
                  </a:solidFill>
                  <a:effectLst/>
                  <a:uLnTx/>
                  <a:uFillTx/>
                  <a:latin typeface="Franklin Gothic Book"/>
                  <a:ea typeface="+mn-ea"/>
                  <a:cs typeface="+mn-cs"/>
                </a:rPr>
                <a:t>Opioid Registry</a:t>
              </a:r>
              <a:endParaRPr kumimoji="0" lang="en-US" sz="1100" b="0" i="0" u="none" strike="noStrike" kern="0" cap="none" spc="0" normalizeH="0" baseline="0" noProof="0" dirty="0">
                <a:ln>
                  <a:noFill/>
                </a:ln>
                <a:solidFill>
                  <a:srgbClr val="575757"/>
                </a:solidFill>
                <a:effectLst/>
                <a:uLnTx/>
                <a:uFillTx/>
                <a:latin typeface="Franklin Gothic Book"/>
                <a:ea typeface="+mn-ea"/>
                <a:cs typeface="+mn-cs"/>
              </a:endParaRPr>
            </a:p>
          </p:txBody>
        </p:sp>
      </p:grpSp>
    </p:spTree>
    <p:extLst>
      <p:ext uri="{BB962C8B-B14F-4D97-AF65-F5344CB8AC3E}">
        <p14:creationId xmlns:p14="http://schemas.microsoft.com/office/powerpoint/2010/main" val="7427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E51D-814D-C613-6B58-217EA870F831}"/>
              </a:ext>
            </a:extLst>
          </p:cNvPr>
          <p:cNvSpPr>
            <a:spLocks noGrp="1"/>
          </p:cNvSpPr>
          <p:nvPr>
            <p:ph type="title"/>
          </p:nvPr>
        </p:nvSpPr>
        <p:spPr/>
        <p:txBody>
          <a:bodyPr/>
          <a:lstStyle/>
          <a:p>
            <a:r>
              <a:rPr lang="en-US" dirty="0"/>
              <a:t>Data Products: Data as a Service</a:t>
            </a:r>
            <a:br>
              <a:rPr lang="en-US" dirty="0"/>
            </a:br>
            <a:endParaRPr lang="en-US" dirty="0"/>
          </a:p>
        </p:txBody>
      </p:sp>
      <p:grpSp>
        <p:nvGrpSpPr>
          <p:cNvPr id="5" name="Group 4" descr="MHS GENESIS Data:&#10;Bulk Data Extract (B D E)&#10;MIP F H I R A P I&#10;HealtheIntent A P I &#10;H L 7 A P I&#10;">
            <a:extLst>
              <a:ext uri="{FF2B5EF4-FFF2-40B4-BE49-F238E27FC236}">
                <a16:creationId xmlns:a16="http://schemas.microsoft.com/office/drawing/2014/main" id="{4C398B95-A41B-9E96-8CC4-0E7551CAB721}"/>
              </a:ext>
              <a:ext uri="{C183D7F6-B498-43B3-948B-1728B52AA6E4}">
                <adec:decorative xmlns:adec="http://schemas.microsoft.com/office/drawing/2017/decorative" val="0"/>
              </a:ext>
            </a:extLst>
          </p:cNvPr>
          <p:cNvGrpSpPr/>
          <p:nvPr/>
        </p:nvGrpSpPr>
        <p:grpSpPr>
          <a:xfrm>
            <a:off x="5756692" y="1506737"/>
            <a:ext cx="6074184" cy="1351239"/>
            <a:chOff x="5784305" y="995003"/>
            <a:chExt cx="6074184" cy="1351239"/>
          </a:xfrm>
        </p:grpSpPr>
        <p:sp>
          <p:nvSpPr>
            <p:cNvPr id="6" name="Rounded Rectangle 8">
              <a:extLst>
                <a:ext uri="{FF2B5EF4-FFF2-40B4-BE49-F238E27FC236}">
                  <a16:creationId xmlns:a16="http://schemas.microsoft.com/office/drawing/2014/main" id="{BC8A4092-8C7E-5C1B-10C3-3453D2478EB7}"/>
                </a:ext>
              </a:extLst>
            </p:cNvPr>
            <p:cNvSpPr/>
            <p:nvPr/>
          </p:nvSpPr>
          <p:spPr>
            <a:xfrm>
              <a:off x="5784305" y="1137899"/>
              <a:ext cx="6074184" cy="1208343"/>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7" name="Rounded Rectangle 16">
              <a:extLst>
                <a:ext uri="{FF2B5EF4-FFF2-40B4-BE49-F238E27FC236}">
                  <a16:creationId xmlns:a16="http://schemas.microsoft.com/office/drawing/2014/main" id="{C8FB06A8-6D0C-A3B4-793C-F5F84A439913}"/>
                </a:ext>
              </a:extLst>
            </p:cNvPr>
            <p:cNvSpPr/>
            <p:nvPr/>
          </p:nvSpPr>
          <p:spPr>
            <a:xfrm>
              <a:off x="7768815" y="995003"/>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MHS GENESIS Data</a:t>
              </a:r>
            </a:p>
          </p:txBody>
        </p:sp>
        <p:sp>
          <p:nvSpPr>
            <p:cNvPr id="8" name="Rounded Rectangle 25">
              <a:extLst>
                <a:ext uri="{FF2B5EF4-FFF2-40B4-BE49-F238E27FC236}">
                  <a16:creationId xmlns:a16="http://schemas.microsoft.com/office/drawing/2014/main" id="{699A2AB6-BA7F-140F-A1A4-68B788A7BA76}"/>
                </a:ext>
              </a:extLst>
            </p:cNvPr>
            <p:cNvSpPr/>
            <p:nvPr/>
          </p:nvSpPr>
          <p:spPr>
            <a:xfrm>
              <a:off x="5934718" y="1333351"/>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Bulk Data Extract (BDE)</a:t>
              </a:r>
            </a:p>
          </p:txBody>
        </p:sp>
        <p:sp>
          <p:nvSpPr>
            <p:cNvPr id="9" name="Rounded Rectangle 26">
              <a:extLst>
                <a:ext uri="{FF2B5EF4-FFF2-40B4-BE49-F238E27FC236}">
                  <a16:creationId xmlns:a16="http://schemas.microsoft.com/office/drawing/2014/main" id="{4D70F14F-C7F3-7024-E597-864A5DD1B0AB}"/>
                </a:ext>
              </a:extLst>
            </p:cNvPr>
            <p:cNvSpPr/>
            <p:nvPr/>
          </p:nvSpPr>
          <p:spPr>
            <a:xfrm>
              <a:off x="7428610" y="1339837"/>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MIP FHIR API</a:t>
              </a:r>
            </a:p>
          </p:txBody>
        </p:sp>
        <p:sp>
          <p:nvSpPr>
            <p:cNvPr id="10" name="Rounded Rectangle 27">
              <a:extLst>
                <a:ext uri="{FF2B5EF4-FFF2-40B4-BE49-F238E27FC236}">
                  <a16:creationId xmlns:a16="http://schemas.microsoft.com/office/drawing/2014/main" id="{BC6E4FC0-0B79-0F0C-40DD-9B7A782B4950}"/>
                </a:ext>
              </a:extLst>
            </p:cNvPr>
            <p:cNvSpPr/>
            <p:nvPr/>
          </p:nvSpPr>
          <p:spPr>
            <a:xfrm>
              <a:off x="8936820" y="1339836"/>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err="1">
                  <a:ln>
                    <a:noFill/>
                  </a:ln>
                  <a:solidFill>
                    <a:srgbClr val="575757"/>
                  </a:solidFill>
                  <a:effectLst/>
                  <a:uLnTx/>
                  <a:uFillTx/>
                  <a:latin typeface="Franklin Gothic Book"/>
                  <a:ea typeface="+mn-ea"/>
                  <a:cs typeface="+mn-cs"/>
                </a:rPr>
                <a:t>HealtheIntent</a:t>
              </a: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 API</a:t>
              </a:r>
            </a:p>
          </p:txBody>
        </p:sp>
        <p:sp>
          <p:nvSpPr>
            <p:cNvPr id="11" name="Rounded Rectangle 28">
              <a:extLst>
                <a:ext uri="{FF2B5EF4-FFF2-40B4-BE49-F238E27FC236}">
                  <a16:creationId xmlns:a16="http://schemas.microsoft.com/office/drawing/2014/main" id="{7C4BA207-C3A5-8C4C-FA01-9234DFF3E6AE}"/>
                </a:ext>
              </a:extLst>
            </p:cNvPr>
            <p:cNvSpPr/>
            <p:nvPr/>
          </p:nvSpPr>
          <p:spPr>
            <a:xfrm>
              <a:off x="10398894" y="1339835"/>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HL7 API</a:t>
              </a:r>
            </a:p>
          </p:txBody>
        </p:sp>
      </p:grpSp>
      <p:grpSp>
        <p:nvGrpSpPr>
          <p:cNvPr id="12" name="Group 11" descr="Legacy Data:&#10;H I A">
            <a:extLst>
              <a:ext uri="{FF2B5EF4-FFF2-40B4-BE49-F238E27FC236}">
                <a16:creationId xmlns:a16="http://schemas.microsoft.com/office/drawing/2014/main" id="{0B156A8E-04A0-79B2-8BAE-99D8FAB020F1}"/>
              </a:ext>
              <a:ext uri="{C183D7F6-B498-43B3-948B-1728B52AA6E4}">
                <adec:decorative xmlns:adec="http://schemas.microsoft.com/office/drawing/2017/decorative" val="0"/>
              </a:ext>
            </a:extLst>
          </p:cNvPr>
          <p:cNvGrpSpPr/>
          <p:nvPr/>
        </p:nvGrpSpPr>
        <p:grpSpPr>
          <a:xfrm>
            <a:off x="5787729" y="2900452"/>
            <a:ext cx="2685927" cy="1603586"/>
            <a:chOff x="5813675" y="2616182"/>
            <a:chExt cx="2685927" cy="1603586"/>
          </a:xfrm>
        </p:grpSpPr>
        <p:pic>
          <p:nvPicPr>
            <p:cNvPr id="13" name="Picture 12" descr="A close-up of a health information archive&#10;&#10;AI-generated content may be incorrect.">
              <a:extLst>
                <a:ext uri="{FF2B5EF4-FFF2-40B4-BE49-F238E27FC236}">
                  <a16:creationId xmlns:a16="http://schemas.microsoft.com/office/drawing/2014/main" id="{386E723B-7B8E-144D-A301-33E6359960FA}"/>
                </a:ext>
              </a:extLst>
            </p:cNvPr>
            <p:cNvPicPr>
              <a:picLocks noChangeAspect="1"/>
            </p:cNvPicPr>
            <p:nvPr/>
          </p:nvPicPr>
          <p:blipFill>
            <a:blip r:embed="rId2">
              <a:extLst>
                <a:ext uri="{28A0092B-C50C-407E-A947-70E740481C1C}">
                  <a14:useLocalDpi xmlns:a14="http://schemas.microsoft.com/office/drawing/2010/main" val="0"/>
                </a:ext>
              </a:extLst>
            </a:blip>
            <a:srcRect l="14900" t="13788" r="20652" b="16610"/>
            <a:stretch/>
          </p:blipFill>
          <p:spPr>
            <a:xfrm>
              <a:off x="6032964" y="2753756"/>
              <a:ext cx="2226025" cy="1328899"/>
            </a:xfrm>
            <a:prstGeom prst="rect">
              <a:avLst/>
            </a:prstGeom>
          </p:spPr>
        </p:pic>
        <p:sp>
          <p:nvSpPr>
            <p:cNvPr id="14" name="Rounded Rectangle 18">
              <a:extLst>
                <a:ext uri="{FF2B5EF4-FFF2-40B4-BE49-F238E27FC236}">
                  <a16:creationId xmlns:a16="http://schemas.microsoft.com/office/drawing/2014/main" id="{E0F16AAC-A6B0-31FA-4296-18E80E7DCFD3}"/>
                </a:ext>
              </a:extLst>
            </p:cNvPr>
            <p:cNvSpPr/>
            <p:nvPr/>
          </p:nvSpPr>
          <p:spPr>
            <a:xfrm>
              <a:off x="5813675" y="2701134"/>
              <a:ext cx="2685927" cy="1518634"/>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5" name="Rounded Rectangle 19">
              <a:extLst>
                <a:ext uri="{FF2B5EF4-FFF2-40B4-BE49-F238E27FC236}">
                  <a16:creationId xmlns:a16="http://schemas.microsoft.com/office/drawing/2014/main" id="{033E7E42-C990-0398-9595-38CE5079624A}"/>
                </a:ext>
              </a:extLst>
            </p:cNvPr>
            <p:cNvSpPr/>
            <p:nvPr/>
          </p:nvSpPr>
          <p:spPr>
            <a:xfrm>
              <a:off x="6241107" y="2616182"/>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Legacy Data</a:t>
              </a:r>
            </a:p>
          </p:txBody>
        </p:sp>
      </p:grpSp>
      <p:grpSp>
        <p:nvGrpSpPr>
          <p:cNvPr id="16" name="Group 15" descr="Transactional Data:&#10;Data Exchange Service&#10;Joint Longitudinal Viewer (J L V)">
            <a:extLst>
              <a:ext uri="{FF2B5EF4-FFF2-40B4-BE49-F238E27FC236}">
                <a16:creationId xmlns:a16="http://schemas.microsoft.com/office/drawing/2014/main" id="{0951BDD8-7542-FD2B-AFBE-5D9DA2B66139}"/>
              </a:ext>
              <a:ext uri="{C183D7F6-B498-43B3-948B-1728B52AA6E4}">
                <adec:decorative xmlns:adec="http://schemas.microsoft.com/office/drawing/2017/decorative" val="0"/>
              </a:ext>
            </a:extLst>
          </p:cNvPr>
          <p:cNvGrpSpPr/>
          <p:nvPr/>
        </p:nvGrpSpPr>
        <p:grpSpPr>
          <a:xfrm>
            <a:off x="8765073" y="2845659"/>
            <a:ext cx="3032180" cy="1656704"/>
            <a:chOff x="8826309" y="2588327"/>
            <a:chExt cx="3032180" cy="1656704"/>
          </a:xfrm>
        </p:grpSpPr>
        <p:sp>
          <p:nvSpPr>
            <p:cNvPr id="17" name="Rounded Rectangle 23">
              <a:extLst>
                <a:ext uri="{FF2B5EF4-FFF2-40B4-BE49-F238E27FC236}">
                  <a16:creationId xmlns:a16="http://schemas.microsoft.com/office/drawing/2014/main" id="{241A6261-4EEE-729A-9886-14AD10DCB891}"/>
                </a:ext>
              </a:extLst>
            </p:cNvPr>
            <p:cNvSpPr/>
            <p:nvPr/>
          </p:nvSpPr>
          <p:spPr>
            <a:xfrm>
              <a:off x="8826309" y="2697322"/>
              <a:ext cx="3032180" cy="1547709"/>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8" name="Rounded Rectangle 24">
              <a:extLst>
                <a:ext uri="{FF2B5EF4-FFF2-40B4-BE49-F238E27FC236}">
                  <a16:creationId xmlns:a16="http://schemas.microsoft.com/office/drawing/2014/main" id="{477A9D3D-A5EA-2557-559D-0758CE67D5D8}"/>
                </a:ext>
              </a:extLst>
            </p:cNvPr>
            <p:cNvSpPr/>
            <p:nvPr/>
          </p:nvSpPr>
          <p:spPr>
            <a:xfrm>
              <a:off x="9399558" y="2588327"/>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Transactional Data</a:t>
              </a:r>
            </a:p>
          </p:txBody>
        </p:sp>
        <p:sp>
          <p:nvSpPr>
            <p:cNvPr id="19" name="Rounded Rectangle 29">
              <a:extLst>
                <a:ext uri="{FF2B5EF4-FFF2-40B4-BE49-F238E27FC236}">
                  <a16:creationId xmlns:a16="http://schemas.microsoft.com/office/drawing/2014/main" id="{630348C3-667F-5DC8-A6DC-F70A40C456E5}"/>
                </a:ext>
              </a:extLst>
            </p:cNvPr>
            <p:cNvSpPr/>
            <p:nvPr/>
          </p:nvSpPr>
          <p:spPr>
            <a:xfrm>
              <a:off x="8922325" y="2997430"/>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Data Exchange Service</a:t>
              </a:r>
            </a:p>
          </p:txBody>
        </p:sp>
        <p:sp>
          <p:nvSpPr>
            <p:cNvPr id="20" name="Rounded Rectangle 30">
              <a:extLst>
                <a:ext uri="{FF2B5EF4-FFF2-40B4-BE49-F238E27FC236}">
                  <a16:creationId xmlns:a16="http://schemas.microsoft.com/office/drawing/2014/main" id="{358B4C50-828C-6A3B-215E-D3C9D7A22256}"/>
                </a:ext>
              </a:extLst>
            </p:cNvPr>
            <p:cNvSpPr/>
            <p:nvPr/>
          </p:nvSpPr>
          <p:spPr>
            <a:xfrm>
              <a:off x="10339201" y="2997254"/>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Joint Longitudinal Viewer (JLV)</a:t>
              </a:r>
            </a:p>
          </p:txBody>
        </p:sp>
      </p:grpSp>
      <p:grpSp>
        <p:nvGrpSpPr>
          <p:cNvPr id="21" name="Group 20" descr="Normalized Data:&#10;M H S Common Data Model (C D M)&#10;DAVINCI&#10;">
            <a:extLst>
              <a:ext uri="{FF2B5EF4-FFF2-40B4-BE49-F238E27FC236}">
                <a16:creationId xmlns:a16="http://schemas.microsoft.com/office/drawing/2014/main" id="{8C8EC077-4E25-081D-B55B-73988E73B655}"/>
              </a:ext>
              <a:ext uri="{C183D7F6-B498-43B3-948B-1728B52AA6E4}">
                <adec:decorative xmlns:adec="http://schemas.microsoft.com/office/drawing/2017/decorative" val="0"/>
              </a:ext>
            </a:extLst>
          </p:cNvPr>
          <p:cNvGrpSpPr/>
          <p:nvPr/>
        </p:nvGrpSpPr>
        <p:grpSpPr>
          <a:xfrm>
            <a:off x="6637523" y="4718451"/>
            <a:ext cx="3672267" cy="1599423"/>
            <a:chOff x="6978315" y="4474118"/>
            <a:chExt cx="3672267" cy="1599423"/>
          </a:xfrm>
        </p:grpSpPr>
        <p:sp>
          <p:nvSpPr>
            <p:cNvPr id="22" name="Rounded Rectangle 21">
              <a:extLst>
                <a:ext uri="{FF2B5EF4-FFF2-40B4-BE49-F238E27FC236}">
                  <a16:creationId xmlns:a16="http://schemas.microsoft.com/office/drawing/2014/main" id="{8BB19D51-CA8B-C326-31E6-C2439A5C183F}"/>
                </a:ext>
              </a:extLst>
            </p:cNvPr>
            <p:cNvSpPr/>
            <p:nvPr/>
          </p:nvSpPr>
          <p:spPr>
            <a:xfrm>
              <a:off x="6978315" y="4554908"/>
              <a:ext cx="3672267" cy="1518633"/>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3" name="Rounded Rectangle 22">
              <a:extLst>
                <a:ext uri="{FF2B5EF4-FFF2-40B4-BE49-F238E27FC236}">
                  <a16:creationId xmlns:a16="http://schemas.microsoft.com/office/drawing/2014/main" id="{E696C789-A617-D600-1F1B-5996698F2FB3}"/>
                </a:ext>
              </a:extLst>
            </p:cNvPr>
            <p:cNvSpPr/>
            <p:nvPr/>
          </p:nvSpPr>
          <p:spPr>
            <a:xfrm>
              <a:off x="7792170" y="4474118"/>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Normalized Data</a:t>
              </a:r>
            </a:p>
          </p:txBody>
        </p:sp>
        <p:sp>
          <p:nvSpPr>
            <p:cNvPr id="24" name="Rounded Rectangle 31">
              <a:extLst>
                <a:ext uri="{FF2B5EF4-FFF2-40B4-BE49-F238E27FC236}">
                  <a16:creationId xmlns:a16="http://schemas.microsoft.com/office/drawing/2014/main" id="{3E34D45C-09B7-3130-96DC-B40326FED384}"/>
                </a:ext>
              </a:extLst>
            </p:cNvPr>
            <p:cNvSpPr/>
            <p:nvPr/>
          </p:nvSpPr>
          <p:spPr>
            <a:xfrm>
              <a:off x="7257991" y="4935965"/>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MHS Common Data Model (CDM)</a:t>
              </a:r>
            </a:p>
          </p:txBody>
        </p:sp>
        <p:sp>
          <p:nvSpPr>
            <p:cNvPr id="25" name="Rounded Rectangle 32">
              <a:extLst>
                <a:ext uri="{FF2B5EF4-FFF2-40B4-BE49-F238E27FC236}">
                  <a16:creationId xmlns:a16="http://schemas.microsoft.com/office/drawing/2014/main" id="{7985B9FD-40A5-2E75-C2A4-27C11BC5FDB5}"/>
                </a:ext>
              </a:extLst>
            </p:cNvPr>
            <p:cNvSpPr/>
            <p:nvPr/>
          </p:nvSpPr>
          <p:spPr>
            <a:xfrm>
              <a:off x="9025924" y="4935965"/>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DAVINCI</a:t>
              </a:r>
            </a:p>
          </p:txBody>
        </p:sp>
      </p:grpSp>
      <p:grpSp>
        <p:nvGrpSpPr>
          <p:cNvPr id="27" name="Group 26" descr="Infographic:&#10;&#10;MIP Data Products:&#10;Data as a Service&#10;&#10;M H S GENESIS Data:&#10;Bulk Data Extract (B D E)&#10;MIP F H I R A P I&#10;HealtheIntent A P I &#10;H L 7 A P I&#10;&#10;Legacy Data:&#10;H I A&#10;&#10;Transactional Data:&#10;Data Exchange Service&#10;Joint Longitudinal Viewer (J L V)&#10;&#10;Normalized Data:&#10;M H S Common Data Model (C D M)&#10;DAVINCI&#10;">
            <a:extLst>
              <a:ext uri="{FF2B5EF4-FFF2-40B4-BE49-F238E27FC236}">
                <a16:creationId xmlns:a16="http://schemas.microsoft.com/office/drawing/2014/main" id="{F83D687B-111E-8709-4208-46B8C76A83B9}"/>
              </a:ext>
            </a:extLst>
          </p:cNvPr>
          <p:cNvGrpSpPr/>
          <p:nvPr/>
        </p:nvGrpSpPr>
        <p:grpSpPr>
          <a:xfrm>
            <a:off x="678237" y="1702403"/>
            <a:ext cx="4245524" cy="4186090"/>
            <a:chOff x="136423" y="1761677"/>
            <a:chExt cx="4245524" cy="4186090"/>
          </a:xfrm>
        </p:grpSpPr>
        <p:sp>
          <p:nvSpPr>
            <p:cNvPr id="28" name="Rectangle 27">
              <a:extLst>
                <a:ext uri="{FF2B5EF4-FFF2-40B4-BE49-F238E27FC236}">
                  <a16:creationId xmlns:a16="http://schemas.microsoft.com/office/drawing/2014/main" id="{9D3B0F18-00D2-F20C-FAB4-82FE2165F8FE}"/>
                </a:ext>
              </a:extLst>
            </p:cNvPr>
            <p:cNvSpPr/>
            <p:nvPr/>
          </p:nvSpPr>
          <p:spPr>
            <a:xfrm>
              <a:off x="333511" y="2592414"/>
              <a:ext cx="3672267" cy="3355353"/>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9" name="Rectangle 28">
              <a:extLst>
                <a:ext uri="{FF2B5EF4-FFF2-40B4-BE49-F238E27FC236}">
                  <a16:creationId xmlns:a16="http://schemas.microsoft.com/office/drawing/2014/main" id="{E18CFCA7-4B4A-E9D5-984D-EE7B8398AB46}"/>
                </a:ext>
              </a:extLst>
            </p:cNvPr>
            <p:cNvSpPr/>
            <p:nvPr/>
          </p:nvSpPr>
          <p:spPr>
            <a:xfrm rot="5400000">
              <a:off x="1830862" y="67238"/>
              <a:ext cx="856646" cy="4245524"/>
            </a:xfrm>
            <a:prstGeom prst="rect">
              <a:avLst/>
            </a:prstGeom>
            <a:solidFill>
              <a:srgbClr val="122A52">
                <a:lumMod val="50000"/>
                <a:lumOff val="50000"/>
              </a:srgbClr>
            </a:solidFill>
            <a:ln>
              <a:solidFill>
                <a:srgbClr val="122A52">
                  <a:lumMod val="50000"/>
                  <a:lumOff val="50000"/>
                </a:srgbClr>
              </a:solid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MIP Data Products</a:t>
              </a:r>
            </a:p>
          </p:txBody>
        </p:sp>
        <p:sp>
          <p:nvSpPr>
            <p:cNvPr id="30" name="Rectangle 29">
              <a:extLst>
                <a:ext uri="{FF2B5EF4-FFF2-40B4-BE49-F238E27FC236}">
                  <a16:creationId xmlns:a16="http://schemas.microsoft.com/office/drawing/2014/main" id="{BCB44727-189F-8CF9-18C3-E1EF5FDF78F8}"/>
                </a:ext>
              </a:extLst>
            </p:cNvPr>
            <p:cNvSpPr/>
            <p:nvPr/>
          </p:nvSpPr>
          <p:spPr>
            <a:xfrm>
              <a:off x="1426146" y="3747277"/>
              <a:ext cx="2100647" cy="842656"/>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a:ln>
                    <a:noFill/>
                  </a:ln>
                  <a:solidFill>
                    <a:prstClr val="white">
                      <a:lumMod val="75000"/>
                    </a:prstClr>
                  </a:solidFill>
                  <a:effectLst/>
                  <a:uLnTx/>
                  <a:uFillTx/>
                  <a:latin typeface="Franklin Gothic Book"/>
                  <a:ea typeface="+mn-ea"/>
                  <a:cs typeface="+mn-cs"/>
                </a:rPr>
                <a:t>Data as a Service</a:t>
              </a:r>
            </a:p>
          </p:txBody>
        </p:sp>
        <p:sp>
          <p:nvSpPr>
            <p:cNvPr id="31" name="Rectangle 30">
              <a:extLst>
                <a:ext uri="{FF2B5EF4-FFF2-40B4-BE49-F238E27FC236}">
                  <a16:creationId xmlns:a16="http://schemas.microsoft.com/office/drawing/2014/main" id="{F4613444-2280-1BA3-187E-CEE4B3383316}"/>
                </a:ext>
              </a:extLst>
            </p:cNvPr>
            <p:cNvSpPr/>
            <p:nvPr/>
          </p:nvSpPr>
          <p:spPr>
            <a:xfrm>
              <a:off x="1445222" y="4829872"/>
              <a:ext cx="2081571" cy="949449"/>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prstClr val="white">
                      <a:lumMod val="75000"/>
                    </a:prstClr>
                  </a:solidFill>
                  <a:effectLst/>
                  <a:uLnTx/>
                  <a:uFillTx/>
                  <a:latin typeface="Franklin Gothic Book"/>
                  <a:ea typeface="+mn-ea"/>
                  <a:cs typeface="+mn-cs"/>
                </a:rPr>
                <a:t>Analytics as a Service</a:t>
              </a:r>
            </a:p>
          </p:txBody>
        </p:sp>
        <p:pic>
          <p:nvPicPr>
            <p:cNvPr id="32" name="Picture 31" descr="A black background with a black square&#10;&#10;AI-generated content may be incorrect.">
              <a:extLst>
                <a:ext uri="{FF2B5EF4-FFF2-40B4-BE49-F238E27FC236}">
                  <a16:creationId xmlns:a16="http://schemas.microsoft.com/office/drawing/2014/main" id="{F23B85C8-706C-3488-6172-FCA960722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08" y="1867556"/>
              <a:ext cx="668322" cy="668322"/>
            </a:xfrm>
            <a:prstGeom prst="rect">
              <a:avLst/>
            </a:prstGeom>
          </p:spPr>
        </p:pic>
        <p:pic>
          <p:nvPicPr>
            <p:cNvPr id="33" name="Picture 32">
              <a:extLst>
                <a:ext uri="{FF2B5EF4-FFF2-40B4-BE49-F238E27FC236}">
                  <a16:creationId xmlns:a16="http://schemas.microsoft.com/office/drawing/2014/main" id="{4D38C656-E168-7CA8-6B6E-40956F6B79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615" y="2715097"/>
              <a:ext cx="784129" cy="784129"/>
            </a:xfrm>
            <a:prstGeom prst="rect">
              <a:avLst/>
            </a:prstGeom>
          </p:spPr>
        </p:pic>
        <p:pic>
          <p:nvPicPr>
            <p:cNvPr id="34" name="Picture 33" descr="A black background with a black square&#10;&#10;AI-generated content may be incorrect.">
              <a:extLst>
                <a:ext uri="{FF2B5EF4-FFF2-40B4-BE49-F238E27FC236}">
                  <a16:creationId xmlns:a16="http://schemas.microsoft.com/office/drawing/2014/main" id="{DE7AADD8-BA44-0CC3-49D1-E4AE769DB2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7202" y="4906974"/>
              <a:ext cx="885640" cy="885640"/>
            </a:xfrm>
            <a:prstGeom prst="rect">
              <a:avLst/>
            </a:prstGeom>
          </p:spPr>
        </p:pic>
        <p:pic>
          <p:nvPicPr>
            <p:cNvPr id="35" name="Picture 34" descr="A black background with a black square&#10;&#10;AI-generated content may be incorrect.">
              <a:extLst>
                <a:ext uri="{FF2B5EF4-FFF2-40B4-BE49-F238E27FC236}">
                  <a16:creationId xmlns:a16="http://schemas.microsoft.com/office/drawing/2014/main" id="{3996795D-32F6-B558-E87B-8B31B4C759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8326" y="3733285"/>
              <a:ext cx="856648" cy="856648"/>
            </a:xfrm>
            <a:prstGeom prst="rect">
              <a:avLst/>
            </a:prstGeom>
          </p:spPr>
        </p:pic>
        <p:sp>
          <p:nvSpPr>
            <p:cNvPr id="36" name="Rectangle 35">
              <a:extLst>
                <a:ext uri="{FF2B5EF4-FFF2-40B4-BE49-F238E27FC236}">
                  <a16:creationId xmlns:a16="http://schemas.microsoft.com/office/drawing/2014/main" id="{983C240E-5505-C7EA-B700-5B6927E0FCD2}"/>
                </a:ext>
              </a:extLst>
            </p:cNvPr>
            <p:cNvSpPr/>
            <p:nvPr/>
          </p:nvSpPr>
          <p:spPr>
            <a:xfrm>
              <a:off x="1429210" y="2773371"/>
              <a:ext cx="2100647" cy="842656"/>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prstClr val="white">
                      <a:lumMod val="75000"/>
                    </a:prstClr>
                  </a:solidFill>
                  <a:effectLst/>
                  <a:uLnTx/>
                  <a:uFillTx/>
                  <a:latin typeface="Franklin Gothic Book"/>
                  <a:ea typeface="+mn-ea"/>
                  <a:cs typeface="+mn-cs"/>
                </a:rPr>
                <a:t>Data Apps as a Service</a:t>
              </a:r>
            </a:p>
          </p:txBody>
        </p:sp>
        <p:sp>
          <p:nvSpPr>
            <p:cNvPr id="37" name="Rectangle 36">
              <a:extLst>
                <a:ext uri="{FF2B5EF4-FFF2-40B4-BE49-F238E27FC236}">
                  <a16:creationId xmlns:a16="http://schemas.microsoft.com/office/drawing/2014/main" id="{95069DBB-2EF9-A1F1-B07D-5B112F5A0C59}"/>
                </a:ext>
              </a:extLst>
            </p:cNvPr>
            <p:cNvSpPr/>
            <p:nvPr/>
          </p:nvSpPr>
          <p:spPr>
            <a:xfrm>
              <a:off x="1435683" y="3742910"/>
              <a:ext cx="2100648" cy="842657"/>
            </a:xfrm>
            <a:prstGeom prst="rect">
              <a:avLst/>
            </a:prstGeom>
            <a:solidFill>
              <a:srgbClr val="FFE18B">
                <a:lumMod val="75000"/>
              </a:srgbClr>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Data as a Service</a:t>
              </a:r>
            </a:p>
          </p:txBody>
        </p:sp>
      </p:grpSp>
      <p:sp>
        <p:nvSpPr>
          <p:cNvPr id="3" name="Date Placeholder 2">
            <a:extLst>
              <a:ext uri="{FF2B5EF4-FFF2-40B4-BE49-F238E27FC236}">
                <a16:creationId xmlns:a16="http://schemas.microsoft.com/office/drawing/2014/main" id="{3A33B6A8-9F83-DECE-3548-F20D7E8E221B}"/>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8616CEF7-5070-B0B7-811B-D1AB2385C3FF}"/>
              </a:ext>
            </a:extLst>
          </p:cNvPr>
          <p:cNvSpPr>
            <a:spLocks noGrp="1"/>
          </p:cNvSpPr>
          <p:nvPr>
            <p:ph type="sldNum" sz="quarter" idx="4"/>
          </p:nvPr>
        </p:nvSpPr>
        <p:spPr/>
        <p:txBody>
          <a:bodyPr/>
          <a:lstStyle/>
          <a:p>
            <a:r>
              <a:rPr lang="en-US"/>
              <a:t>2025 MHS Conference    </a:t>
            </a:r>
            <a:fld id="{54558BDB-F807-4A0D-8BCD-2F5355F4A24C}" type="slidenum">
              <a:rPr lang="en-US" smtClean="0"/>
              <a:pPr/>
              <a:t>14</a:t>
            </a:fld>
            <a:endParaRPr lang="en-US" dirty="0"/>
          </a:p>
        </p:txBody>
      </p:sp>
    </p:spTree>
    <p:extLst>
      <p:ext uri="{BB962C8B-B14F-4D97-AF65-F5344CB8AC3E}">
        <p14:creationId xmlns:p14="http://schemas.microsoft.com/office/powerpoint/2010/main" val="3921565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1CD9-1BC5-C6F2-7671-63269F4CD2CD}"/>
              </a:ext>
            </a:extLst>
          </p:cNvPr>
          <p:cNvSpPr>
            <a:spLocks noGrp="1"/>
          </p:cNvSpPr>
          <p:nvPr>
            <p:ph type="title"/>
          </p:nvPr>
        </p:nvSpPr>
        <p:spPr/>
        <p:txBody>
          <a:bodyPr/>
          <a:lstStyle/>
          <a:p>
            <a:r>
              <a:rPr lang="en-US" dirty="0"/>
              <a:t>Data Products: Analytics as a Service </a:t>
            </a:r>
            <a:br>
              <a:rPr lang="en-US" dirty="0"/>
            </a:br>
            <a:endParaRPr lang="en-US" dirty="0"/>
          </a:p>
        </p:txBody>
      </p:sp>
      <p:grpSp>
        <p:nvGrpSpPr>
          <p:cNvPr id="48" name="Group 47" descr="MIP Data Products:&#10;Analytics as a Service&#10;">
            <a:extLst>
              <a:ext uri="{FF2B5EF4-FFF2-40B4-BE49-F238E27FC236}">
                <a16:creationId xmlns:a16="http://schemas.microsoft.com/office/drawing/2014/main" id="{9FCFE12F-69DE-F974-7B32-4F265B84B258}"/>
              </a:ext>
            </a:extLst>
          </p:cNvPr>
          <p:cNvGrpSpPr/>
          <p:nvPr/>
        </p:nvGrpSpPr>
        <p:grpSpPr>
          <a:xfrm>
            <a:off x="618931" y="1949353"/>
            <a:ext cx="4065243" cy="4186090"/>
            <a:chOff x="618931" y="1949353"/>
            <a:chExt cx="4065243" cy="4186090"/>
          </a:xfrm>
        </p:grpSpPr>
        <p:sp>
          <p:nvSpPr>
            <p:cNvPr id="7" name="Rectangle 6">
              <a:extLst>
                <a:ext uri="{FF2B5EF4-FFF2-40B4-BE49-F238E27FC236}">
                  <a16:creationId xmlns:a16="http://schemas.microsoft.com/office/drawing/2014/main" id="{05267548-A216-3BCB-4A4D-DFE14D7194D0}"/>
                </a:ext>
              </a:extLst>
            </p:cNvPr>
            <p:cNvSpPr/>
            <p:nvPr/>
          </p:nvSpPr>
          <p:spPr>
            <a:xfrm rot="5400000">
              <a:off x="2223230" y="345054"/>
              <a:ext cx="856646" cy="4065243"/>
            </a:xfrm>
            <a:prstGeom prst="rect">
              <a:avLst/>
            </a:prstGeom>
            <a:solidFill>
              <a:srgbClr val="122A52">
                <a:lumMod val="50000"/>
                <a:lumOff val="50000"/>
              </a:srgbClr>
            </a:solidFill>
            <a:ln>
              <a:solidFill>
                <a:srgbClr val="122A52">
                  <a:lumMod val="50000"/>
                  <a:lumOff val="50000"/>
                </a:srgbClr>
              </a:solid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MIP Data Products</a:t>
              </a:r>
            </a:p>
          </p:txBody>
        </p:sp>
        <p:sp>
          <p:nvSpPr>
            <p:cNvPr id="6" name="Rectangle 5" descr="MIP Data Products:&#10;Analytics as a Service&#10;&#10;Machine Learning - MIP SageMaker, python, ANACONDA, R, Amazon E M R&#10;&#10;N L P / O C R - cAKES, Spark N L P, Comprehend, Amazon Textract, Tesseract O C R&#10;&#10;Analytics Workbench - posit, RStudio Pro, jupyter, S A S&#10;&#10;Omics / Genomics - Digital BIOBANK, biopython  ">
              <a:extLst>
                <a:ext uri="{FF2B5EF4-FFF2-40B4-BE49-F238E27FC236}">
                  <a16:creationId xmlns:a16="http://schemas.microsoft.com/office/drawing/2014/main" id="{1A6A2417-1B33-2A1C-EC8A-FB5893DD19C3}"/>
                </a:ext>
              </a:extLst>
            </p:cNvPr>
            <p:cNvSpPr/>
            <p:nvPr/>
          </p:nvSpPr>
          <p:spPr>
            <a:xfrm>
              <a:off x="807650" y="2780090"/>
              <a:ext cx="3516329" cy="3355353"/>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8" name="Rectangle 7">
              <a:extLst>
                <a:ext uri="{FF2B5EF4-FFF2-40B4-BE49-F238E27FC236}">
                  <a16:creationId xmlns:a16="http://schemas.microsoft.com/office/drawing/2014/main" id="{A841379B-8F63-445B-2139-DA4DD6166067}"/>
                </a:ext>
              </a:extLst>
            </p:cNvPr>
            <p:cNvSpPr/>
            <p:nvPr/>
          </p:nvSpPr>
          <p:spPr>
            <a:xfrm>
              <a:off x="1853888" y="3934953"/>
              <a:ext cx="2011446" cy="842656"/>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a:ln>
                    <a:noFill/>
                  </a:ln>
                  <a:solidFill>
                    <a:prstClr val="white">
                      <a:lumMod val="75000"/>
                    </a:prstClr>
                  </a:solidFill>
                  <a:effectLst/>
                  <a:uLnTx/>
                  <a:uFillTx/>
                  <a:latin typeface="Franklin Gothic Book"/>
                  <a:ea typeface="+mn-ea"/>
                  <a:cs typeface="+mn-cs"/>
                </a:rPr>
                <a:t>Data as a Service</a:t>
              </a:r>
            </a:p>
          </p:txBody>
        </p:sp>
        <p:sp>
          <p:nvSpPr>
            <p:cNvPr id="9" name="Rectangle 8">
              <a:extLst>
                <a:ext uri="{FF2B5EF4-FFF2-40B4-BE49-F238E27FC236}">
                  <a16:creationId xmlns:a16="http://schemas.microsoft.com/office/drawing/2014/main" id="{D4C1FB13-B810-660F-3521-AD3AA1A60528}"/>
                </a:ext>
              </a:extLst>
            </p:cNvPr>
            <p:cNvSpPr/>
            <p:nvPr/>
          </p:nvSpPr>
          <p:spPr>
            <a:xfrm>
              <a:off x="1872153" y="5017548"/>
              <a:ext cx="1993180" cy="949449"/>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prstClr val="white">
                      <a:lumMod val="75000"/>
                    </a:prstClr>
                  </a:solidFill>
                  <a:effectLst/>
                  <a:uLnTx/>
                  <a:uFillTx/>
                  <a:latin typeface="Franklin Gothic Book"/>
                  <a:ea typeface="+mn-ea"/>
                  <a:cs typeface="+mn-cs"/>
                </a:rPr>
                <a:t>Analytics as a Service</a:t>
              </a:r>
            </a:p>
          </p:txBody>
        </p:sp>
        <p:pic>
          <p:nvPicPr>
            <p:cNvPr id="10" name="Picture 9" descr="A black background with a black square&#10;&#10;AI-generated content may be incorrect.">
              <a:extLst>
                <a:ext uri="{FF2B5EF4-FFF2-40B4-BE49-F238E27FC236}">
                  <a16:creationId xmlns:a16="http://schemas.microsoft.com/office/drawing/2014/main" id="{B1F9CB61-5314-E9B9-F54F-9C9BD4378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30" y="2055232"/>
              <a:ext cx="639943" cy="668322"/>
            </a:xfrm>
            <a:prstGeom prst="rect">
              <a:avLst/>
            </a:prstGeom>
          </p:spPr>
        </p:pic>
        <p:pic>
          <p:nvPicPr>
            <p:cNvPr id="11" name="Picture 10">
              <a:extLst>
                <a:ext uri="{FF2B5EF4-FFF2-40B4-BE49-F238E27FC236}">
                  <a16:creationId xmlns:a16="http://schemas.microsoft.com/office/drawing/2014/main" id="{A92698C4-15B4-E28B-FFA5-CB6D4664E0F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1272" y="2902773"/>
              <a:ext cx="750832" cy="784129"/>
            </a:xfrm>
            <a:prstGeom prst="rect">
              <a:avLst/>
            </a:prstGeom>
          </p:spPr>
        </p:pic>
        <p:pic>
          <p:nvPicPr>
            <p:cNvPr id="12" name="Picture 11" descr="A black background with a black square&#10;&#10;AI-generated content may be incorrect.">
              <a:extLst>
                <a:ext uri="{FF2B5EF4-FFF2-40B4-BE49-F238E27FC236}">
                  <a16:creationId xmlns:a16="http://schemas.microsoft.com/office/drawing/2014/main" id="{C184CD89-95D7-29B9-A164-78391E6AB3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938" y="5094650"/>
              <a:ext cx="848032" cy="885640"/>
            </a:xfrm>
            <a:prstGeom prst="rect">
              <a:avLst/>
            </a:prstGeom>
          </p:spPr>
        </p:pic>
        <p:pic>
          <p:nvPicPr>
            <p:cNvPr id="13" name="Picture 12" descr="A black background with a black square&#10;&#10;AI-generated content may be incorrect.">
              <a:extLst>
                <a:ext uri="{FF2B5EF4-FFF2-40B4-BE49-F238E27FC236}">
                  <a16:creationId xmlns:a16="http://schemas.microsoft.com/office/drawing/2014/main" id="{B66DAE04-185E-AD65-535D-2605CFB5DD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9288" y="3920961"/>
              <a:ext cx="820272" cy="856648"/>
            </a:xfrm>
            <a:prstGeom prst="rect">
              <a:avLst/>
            </a:prstGeom>
          </p:spPr>
        </p:pic>
        <p:sp>
          <p:nvSpPr>
            <p:cNvPr id="14" name="Rectangle 13">
              <a:extLst>
                <a:ext uri="{FF2B5EF4-FFF2-40B4-BE49-F238E27FC236}">
                  <a16:creationId xmlns:a16="http://schemas.microsoft.com/office/drawing/2014/main" id="{2423FE13-E3D5-BB9B-F585-629193A6D021}"/>
                </a:ext>
              </a:extLst>
            </p:cNvPr>
            <p:cNvSpPr/>
            <p:nvPr/>
          </p:nvSpPr>
          <p:spPr>
            <a:xfrm>
              <a:off x="1856821" y="2961047"/>
              <a:ext cx="2011446" cy="842656"/>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prstClr val="white">
                      <a:lumMod val="75000"/>
                    </a:prstClr>
                  </a:solidFill>
                  <a:effectLst/>
                  <a:uLnTx/>
                  <a:uFillTx/>
                  <a:latin typeface="Franklin Gothic Book"/>
                  <a:ea typeface="+mn-ea"/>
                  <a:cs typeface="+mn-cs"/>
                </a:rPr>
                <a:t>Data Apps as a Service</a:t>
              </a:r>
            </a:p>
          </p:txBody>
        </p:sp>
        <p:sp>
          <p:nvSpPr>
            <p:cNvPr id="15" name="Rectangle 14">
              <a:extLst>
                <a:ext uri="{FF2B5EF4-FFF2-40B4-BE49-F238E27FC236}">
                  <a16:creationId xmlns:a16="http://schemas.microsoft.com/office/drawing/2014/main" id="{A9D7C237-1A26-9D81-12A0-D1C8A35A1920}"/>
                </a:ext>
              </a:extLst>
            </p:cNvPr>
            <p:cNvSpPr/>
            <p:nvPr/>
          </p:nvSpPr>
          <p:spPr>
            <a:xfrm>
              <a:off x="1872153" y="5017548"/>
              <a:ext cx="1993180" cy="949449"/>
            </a:xfrm>
            <a:prstGeom prst="rect">
              <a:avLst/>
            </a:prstGeom>
            <a:solidFill>
              <a:srgbClr val="FFE18B">
                <a:lumMod val="75000"/>
              </a:srgbClr>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Analytics as a Service</a:t>
              </a:r>
            </a:p>
          </p:txBody>
        </p:sp>
      </p:grpSp>
      <p:sp>
        <p:nvSpPr>
          <p:cNvPr id="3" name="Date Placeholder 2">
            <a:extLst>
              <a:ext uri="{FF2B5EF4-FFF2-40B4-BE49-F238E27FC236}">
                <a16:creationId xmlns:a16="http://schemas.microsoft.com/office/drawing/2014/main" id="{15A6F72C-C837-D3F5-3C11-D1ADAFCB3817}"/>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6F4103D5-1768-B4EE-EBD3-E586CE2DB49F}"/>
              </a:ext>
            </a:extLst>
          </p:cNvPr>
          <p:cNvSpPr>
            <a:spLocks noGrp="1"/>
          </p:cNvSpPr>
          <p:nvPr>
            <p:ph type="sldNum" sz="quarter" idx="4"/>
          </p:nvPr>
        </p:nvSpPr>
        <p:spPr/>
        <p:txBody>
          <a:bodyPr/>
          <a:lstStyle/>
          <a:p>
            <a:r>
              <a:rPr lang="en-US"/>
              <a:t>2025 MHS Conference    </a:t>
            </a:r>
            <a:fld id="{54558BDB-F807-4A0D-8BCD-2F5355F4A24C}" type="slidenum">
              <a:rPr lang="en-US" smtClean="0"/>
              <a:pPr/>
              <a:t>15</a:t>
            </a:fld>
            <a:endParaRPr lang="en-US" dirty="0"/>
          </a:p>
        </p:txBody>
      </p:sp>
      <p:grpSp>
        <p:nvGrpSpPr>
          <p:cNvPr id="47" name="Group 46">
            <a:extLst>
              <a:ext uri="{FF2B5EF4-FFF2-40B4-BE49-F238E27FC236}">
                <a16:creationId xmlns:a16="http://schemas.microsoft.com/office/drawing/2014/main" id="{25214677-A396-559B-A878-3998B8CA0996}"/>
              </a:ext>
              <a:ext uri="{C183D7F6-B498-43B3-948B-1728B52AA6E4}">
                <adec:decorative xmlns:adec="http://schemas.microsoft.com/office/drawing/2017/decorative" val="1"/>
              </a:ext>
            </a:extLst>
          </p:cNvPr>
          <p:cNvGrpSpPr/>
          <p:nvPr/>
        </p:nvGrpSpPr>
        <p:grpSpPr>
          <a:xfrm>
            <a:off x="5694531" y="1471819"/>
            <a:ext cx="5878538" cy="4898284"/>
            <a:chOff x="6026983" y="1346306"/>
            <a:chExt cx="5878538" cy="4898284"/>
          </a:xfrm>
        </p:grpSpPr>
        <p:grpSp>
          <p:nvGrpSpPr>
            <p:cNvPr id="16" name="Group 15">
              <a:extLst>
                <a:ext uri="{FF2B5EF4-FFF2-40B4-BE49-F238E27FC236}">
                  <a16:creationId xmlns:a16="http://schemas.microsoft.com/office/drawing/2014/main" id="{18475E87-11D7-C2F5-6D8D-5A2E64806A46}"/>
                </a:ext>
              </a:extLst>
            </p:cNvPr>
            <p:cNvGrpSpPr/>
            <p:nvPr/>
          </p:nvGrpSpPr>
          <p:grpSpPr>
            <a:xfrm>
              <a:off x="6026983" y="1346306"/>
              <a:ext cx="5878538" cy="1123013"/>
              <a:chOff x="5784305" y="1158630"/>
              <a:chExt cx="6139233" cy="1123013"/>
            </a:xfrm>
          </p:grpSpPr>
          <p:sp>
            <p:nvSpPr>
              <p:cNvPr id="39" name="Rounded Rectangle 27">
                <a:extLst>
                  <a:ext uri="{FF2B5EF4-FFF2-40B4-BE49-F238E27FC236}">
                    <a16:creationId xmlns:a16="http://schemas.microsoft.com/office/drawing/2014/main" id="{4AC1FD04-AA25-5AFD-6B96-74631A9AC366}"/>
                  </a:ext>
                </a:extLst>
              </p:cNvPr>
              <p:cNvSpPr/>
              <p:nvPr/>
            </p:nvSpPr>
            <p:spPr>
              <a:xfrm>
                <a:off x="5784305" y="1301527"/>
                <a:ext cx="6074184" cy="980116"/>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40" name="Rounded Rectangle 28">
                <a:extLst>
                  <a:ext uri="{FF2B5EF4-FFF2-40B4-BE49-F238E27FC236}">
                    <a16:creationId xmlns:a16="http://schemas.microsoft.com/office/drawing/2014/main" id="{7033925A-F541-C8EA-8F3E-2960FCD0AB61}"/>
                  </a:ext>
                </a:extLst>
              </p:cNvPr>
              <p:cNvSpPr/>
              <p:nvPr/>
            </p:nvSpPr>
            <p:spPr>
              <a:xfrm>
                <a:off x="7768815" y="1158630"/>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Machine Learning</a:t>
                </a:r>
              </a:p>
            </p:txBody>
          </p:sp>
          <p:pic>
            <p:nvPicPr>
              <p:cNvPr id="41" name="Picture 40" descr="A logo for a software company&#10;&#10;Description automatically generated">
                <a:extLst>
                  <a:ext uri="{FF2B5EF4-FFF2-40B4-BE49-F238E27FC236}">
                    <a16:creationId xmlns:a16="http://schemas.microsoft.com/office/drawing/2014/main" id="{ED16E648-4F4B-CF3C-CCDB-3EB9E2835A44}"/>
                  </a:ext>
                </a:extLst>
              </p:cNvPr>
              <p:cNvPicPr>
                <a:picLocks noChangeAspect="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15737" r="26466"/>
              <a:stretch/>
            </p:blipFill>
            <p:spPr>
              <a:xfrm>
                <a:off x="7412677" y="1453444"/>
                <a:ext cx="845556" cy="731488"/>
              </a:xfrm>
              <a:prstGeom prst="rect">
                <a:avLst/>
              </a:prstGeom>
            </p:spPr>
          </p:pic>
          <p:pic>
            <p:nvPicPr>
              <p:cNvPr id="42" name="Picture 41" descr="A purple and white logo&#10;&#10;Description automatically generated">
                <a:extLst>
                  <a:ext uri="{FF2B5EF4-FFF2-40B4-BE49-F238E27FC236}">
                    <a16:creationId xmlns:a16="http://schemas.microsoft.com/office/drawing/2014/main" id="{2EFFB186-9BD9-3AD4-1433-174CE1000E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7043" y="1439831"/>
                <a:ext cx="1683621" cy="841811"/>
              </a:xfrm>
              <a:prstGeom prst="rect">
                <a:avLst/>
              </a:prstGeom>
            </p:spPr>
          </p:pic>
          <p:sp>
            <p:nvSpPr>
              <p:cNvPr id="43" name="TextBox 42">
                <a:extLst>
                  <a:ext uri="{FF2B5EF4-FFF2-40B4-BE49-F238E27FC236}">
                    <a16:creationId xmlns:a16="http://schemas.microsoft.com/office/drawing/2014/main" id="{E05A89C5-B971-D93F-3054-C62085EB2266}"/>
                  </a:ext>
                </a:extLst>
              </p:cNvPr>
              <p:cNvSpPr txBox="1"/>
              <p:nvPr/>
            </p:nvSpPr>
            <p:spPr>
              <a:xfrm>
                <a:off x="6436372" y="1663810"/>
                <a:ext cx="976304" cy="196926"/>
              </a:xfrm>
              <a:prstGeom prst="rect">
                <a:avLst/>
              </a:prstGeom>
              <a:solidFill>
                <a:srgbClr val="FFFFFF"/>
              </a:solidFill>
              <a:ln w="9525" cap="rnd" cmpd="sng" algn="ctr">
                <a:no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D1F3B"/>
                    </a:solidFill>
                    <a:effectLst/>
                    <a:uLnTx/>
                    <a:uFillTx/>
                    <a:latin typeface="Times New Roman" panose="02020603050405020304" pitchFamily="18" charset="0"/>
                    <a:ea typeface="+mn-ea"/>
                    <a:cs typeface="Times New Roman" panose="02020603050405020304" pitchFamily="18" charset="0"/>
                  </a:rPr>
                  <a:t>MIP</a:t>
                </a:r>
                <a:endParaRPr kumimoji="0" lang="en-US" sz="1100" b="1" i="0" u="none" strike="noStrike" kern="0" cap="none" spc="0" normalizeH="0" baseline="0" noProof="0" dirty="0">
                  <a:ln>
                    <a:noFill/>
                  </a:ln>
                  <a:solidFill>
                    <a:srgbClr val="0D1F3B"/>
                  </a:solidFill>
                  <a:effectLst/>
                  <a:uLnTx/>
                  <a:uFillTx/>
                  <a:latin typeface="Times New Roman" panose="02020603050405020304" pitchFamily="18" charset="0"/>
                  <a:ea typeface="+mn-ea"/>
                  <a:cs typeface="Times New Roman" panose="02020603050405020304" pitchFamily="18" charset="0"/>
                </a:endParaRPr>
              </a:p>
            </p:txBody>
          </p:sp>
          <p:pic>
            <p:nvPicPr>
              <p:cNvPr id="44" name="Picture 43" descr="A logo with a circle and a white background&#10;&#10;Description automatically generated">
                <a:extLst>
                  <a:ext uri="{FF2B5EF4-FFF2-40B4-BE49-F238E27FC236}">
                    <a16:creationId xmlns:a16="http://schemas.microsoft.com/office/drawing/2014/main" id="{7B763DD0-937E-3D74-B623-D460DDF542FC}"/>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88363" y="1394887"/>
                <a:ext cx="1655504" cy="827752"/>
              </a:xfrm>
              <a:prstGeom prst="rect">
                <a:avLst/>
              </a:prstGeom>
            </p:spPr>
          </p:pic>
          <p:pic>
            <p:nvPicPr>
              <p:cNvPr id="45" name="Picture 44" descr="A blue and grey logo&#10;&#10;Description automatically generated">
                <a:extLst>
                  <a:ext uri="{FF2B5EF4-FFF2-40B4-BE49-F238E27FC236}">
                    <a16:creationId xmlns:a16="http://schemas.microsoft.com/office/drawing/2014/main" id="{F97AA0BD-279C-F3D9-13A1-560FD9CC4F80}"/>
                  </a:ext>
                </a:extLst>
              </p:cNvPr>
              <p:cNvPicPr>
                <a:picLocks noChangeAspect="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l="13366" r="22145"/>
              <a:stretch/>
            </p:blipFill>
            <p:spPr>
              <a:xfrm>
                <a:off x="9536682" y="1347398"/>
                <a:ext cx="1011863" cy="784516"/>
              </a:xfrm>
              <a:prstGeom prst="rect">
                <a:avLst/>
              </a:prstGeom>
            </p:spPr>
          </p:pic>
          <p:pic>
            <p:nvPicPr>
              <p:cNvPr id="46" name="Picture 45" descr="A logo of an emr company&#10;&#10;Description automatically generated">
                <a:extLst>
                  <a:ext uri="{FF2B5EF4-FFF2-40B4-BE49-F238E27FC236}">
                    <a16:creationId xmlns:a16="http://schemas.microsoft.com/office/drawing/2014/main" id="{0DAD86D0-CC6D-6D64-C18A-A44A04DA8D37}"/>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68003" y="1422673"/>
                <a:ext cx="1455535" cy="727768"/>
              </a:xfrm>
              <a:prstGeom prst="rect">
                <a:avLst/>
              </a:prstGeom>
            </p:spPr>
          </p:pic>
        </p:grpSp>
        <p:grpSp>
          <p:nvGrpSpPr>
            <p:cNvPr id="17" name="Group 16">
              <a:extLst>
                <a:ext uri="{FF2B5EF4-FFF2-40B4-BE49-F238E27FC236}">
                  <a16:creationId xmlns:a16="http://schemas.microsoft.com/office/drawing/2014/main" id="{B5C02C2E-9E63-CB49-F043-C93FD840A2DB}"/>
                </a:ext>
              </a:extLst>
            </p:cNvPr>
            <p:cNvGrpSpPr/>
            <p:nvPr/>
          </p:nvGrpSpPr>
          <p:grpSpPr>
            <a:xfrm>
              <a:off x="7425396" y="5149006"/>
              <a:ext cx="2894451" cy="1095584"/>
              <a:chOff x="7243695" y="5129496"/>
              <a:chExt cx="3022811" cy="1095584"/>
            </a:xfrm>
          </p:grpSpPr>
          <p:pic>
            <p:nvPicPr>
              <p:cNvPr id="35" name="Picture 34" descr="A logo with text and blue and black letters&#10;&#10;AI-generated content may be incorrect.">
                <a:extLst>
                  <a:ext uri="{FF2B5EF4-FFF2-40B4-BE49-F238E27FC236}">
                    <a16:creationId xmlns:a16="http://schemas.microsoft.com/office/drawing/2014/main" id="{65FE4CDA-A1D8-C75D-D6E0-181268B5A93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436557" y="5391203"/>
                <a:ext cx="1338034" cy="733274"/>
              </a:xfrm>
              <a:prstGeom prst="rect">
                <a:avLst/>
              </a:prstGeom>
            </p:spPr>
          </p:pic>
          <p:sp>
            <p:nvSpPr>
              <p:cNvPr id="36" name="Rounded Rectangle 30">
                <a:extLst>
                  <a:ext uri="{FF2B5EF4-FFF2-40B4-BE49-F238E27FC236}">
                    <a16:creationId xmlns:a16="http://schemas.microsoft.com/office/drawing/2014/main" id="{00B34444-411E-5B86-8A3E-EB9023A8D77E}"/>
                  </a:ext>
                </a:extLst>
              </p:cNvPr>
              <p:cNvSpPr/>
              <p:nvPr/>
            </p:nvSpPr>
            <p:spPr>
              <a:xfrm>
                <a:off x="7243695" y="5265766"/>
                <a:ext cx="3022811" cy="959314"/>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37" name="Rounded Rectangle 31">
                <a:extLst>
                  <a:ext uri="{FF2B5EF4-FFF2-40B4-BE49-F238E27FC236}">
                    <a16:creationId xmlns:a16="http://schemas.microsoft.com/office/drawing/2014/main" id="{51F52D1F-141C-E6DB-F307-C91E431FC685}"/>
                  </a:ext>
                </a:extLst>
              </p:cNvPr>
              <p:cNvSpPr/>
              <p:nvPr/>
            </p:nvSpPr>
            <p:spPr>
              <a:xfrm>
                <a:off x="7852908" y="5129496"/>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Omics / Genomics</a:t>
                </a:r>
              </a:p>
            </p:txBody>
          </p:sp>
          <p:pic>
            <p:nvPicPr>
              <p:cNvPr id="38" name="Picture 37" descr="A logo for a computer program&#10;&#10;AI-generated content may be incorrect.">
                <a:extLst>
                  <a:ext uri="{FF2B5EF4-FFF2-40B4-BE49-F238E27FC236}">
                    <a16:creationId xmlns:a16="http://schemas.microsoft.com/office/drawing/2014/main" id="{B23F772B-783F-586F-BD38-947306B3D6E6}"/>
                  </a:ext>
                </a:extLst>
              </p:cNvPr>
              <p:cNvPicPr>
                <a:picLocks noChangeAspect="1"/>
              </p:cNvPicPr>
              <p:nvPr/>
            </p:nvPicPr>
            <p:blipFill>
              <a:blip r:embed="rId13">
                <a:extLst>
                  <a:ext uri="{28A0092B-C50C-407E-A947-70E740481C1C}">
                    <a14:useLocalDpi xmlns:a14="http://schemas.microsoft.com/office/drawing/2010/main" val="0"/>
                  </a:ext>
                </a:extLst>
              </a:blip>
              <a:srcRect l="10541" t="21875" r="6919" b="40070"/>
              <a:stretch/>
            </p:blipFill>
            <p:spPr>
              <a:xfrm>
                <a:off x="8967575" y="5368310"/>
                <a:ext cx="1229725" cy="733274"/>
              </a:xfrm>
              <a:prstGeom prst="rect">
                <a:avLst/>
              </a:prstGeom>
            </p:spPr>
          </p:pic>
        </p:grpSp>
        <p:grpSp>
          <p:nvGrpSpPr>
            <p:cNvPr id="18" name="Group 17">
              <a:extLst>
                <a:ext uri="{FF2B5EF4-FFF2-40B4-BE49-F238E27FC236}">
                  <a16:creationId xmlns:a16="http://schemas.microsoft.com/office/drawing/2014/main" id="{01A5D3C9-FA86-8167-5989-6400A12FE506}"/>
                </a:ext>
              </a:extLst>
            </p:cNvPr>
            <p:cNvGrpSpPr/>
            <p:nvPr/>
          </p:nvGrpSpPr>
          <p:grpSpPr>
            <a:xfrm>
              <a:off x="6026983" y="4020018"/>
              <a:ext cx="5816251" cy="1002469"/>
              <a:chOff x="5784305" y="3832342"/>
              <a:chExt cx="6074184" cy="1002469"/>
            </a:xfrm>
          </p:grpSpPr>
          <p:sp>
            <p:nvSpPr>
              <p:cNvPr id="29" name="Rounded Rectangle 33">
                <a:extLst>
                  <a:ext uri="{FF2B5EF4-FFF2-40B4-BE49-F238E27FC236}">
                    <a16:creationId xmlns:a16="http://schemas.microsoft.com/office/drawing/2014/main" id="{CAA21FEB-8CED-3668-AFF4-1894FCCB9B87}"/>
                  </a:ext>
                </a:extLst>
              </p:cNvPr>
              <p:cNvSpPr/>
              <p:nvPr/>
            </p:nvSpPr>
            <p:spPr>
              <a:xfrm>
                <a:off x="5784305" y="3910904"/>
                <a:ext cx="6074184" cy="923907"/>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30" name="Rounded Rectangle 34">
                <a:extLst>
                  <a:ext uri="{FF2B5EF4-FFF2-40B4-BE49-F238E27FC236}">
                    <a16:creationId xmlns:a16="http://schemas.microsoft.com/office/drawing/2014/main" id="{0FFA7247-ABDA-11A7-A349-5E482A6F716D}"/>
                  </a:ext>
                </a:extLst>
              </p:cNvPr>
              <p:cNvSpPr/>
              <p:nvPr/>
            </p:nvSpPr>
            <p:spPr>
              <a:xfrm>
                <a:off x="7829036" y="3832342"/>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Analytics Workbench</a:t>
                </a:r>
              </a:p>
            </p:txBody>
          </p:sp>
          <p:pic>
            <p:nvPicPr>
              <p:cNvPr id="31" name="Picture 30" descr="A logo with blue and orange lines&#10;&#10;Description automatically generated">
                <a:extLst>
                  <a:ext uri="{FF2B5EF4-FFF2-40B4-BE49-F238E27FC236}">
                    <a16:creationId xmlns:a16="http://schemas.microsoft.com/office/drawing/2014/main" id="{54E21CB3-BA62-B739-C617-BEC35D63D25D}"/>
                  </a:ext>
                </a:extLst>
              </p:cNvPr>
              <p:cNvPicPr>
                <a:picLocks noChangeAspect="1"/>
              </p:cNvPicPr>
              <p:nvPr/>
            </p:nvPicPr>
            <p:blipFill rotWithShape="1">
              <a:blip r:embed="rId14">
                <a:clrChange>
                  <a:clrFrom>
                    <a:srgbClr val="F8F9FB"/>
                  </a:clrFrom>
                  <a:clrTo>
                    <a:srgbClr val="F8F9FB">
                      <a:alpha val="0"/>
                    </a:srgbClr>
                  </a:clrTo>
                </a:clrChange>
                <a:extLst>
                  <a:ext uri="{28A0092B-C50C-407E-A947-70E740481C1C}">
                    <a14:useLocalDpi xmlns:a14="http://schemas.microsoft.com/office/drawing/2010/main" val="0"/>
                  </a:ext>
                </a:extLst>
              </a:blip>
              <a:srcRect l="13823" t="14051" r="17822" b="19599"/>
              <a:stretch/>
            </p:blipFill>
            <p:spPr>
              <a:xfrm>
                <a:off x="5933131" y="4006634"/>
                <a:ext cx="1575054" cy="802645"/>
              </a:xfrm>
              <a:prstGeom prst="rect">
                <a:avLst/>
              </a:prstGeom>
            </p:spPr>
          </p:pic>
          <p:pic>
            <p:nvPicPr>
              <p:cNvPr id="32" name="Picture 31" descr="A logo with a blue circle and a white letter&#10;&#10;Description automatically generated">
                <a:extLst>
                  <a:ext uri="{FF2B5EF4-FFF2-40B4-BE49-F238E27FC236}">
                    <a16:creationId xmlns:a16="http://schemas.microsoft.com/office/drawing/2014/main" id="{EEBC3CD3-0C34-2B7F-7E2A-9A43F694DC89}"/>
                  </a:ext>
                </a:extLst>
              </p:cNvPr>
              <p:cNvPicPr>
                <a:picLocks noChangeAspect="1"/>
              </p:cNvPicPr>
              <p:nvPr/>
            </p:nvPicPr>
            <p:blipFill rotWithShape="1">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l="9658" r="12649"/>
              <a:stretch/>
            </p:blipFill>
            <p:spPr>
              <a:xfrm>
                <a:off x="7740862" y="4066305"/>
                <a:ext cx="1102942" cy="709802"/>
              </a:xfrm>
              <a:prstGeom prst="rect">
                <a:avLst/>
              </a:prstGeom>
            </p:spPr>
          </p:pic>
          <p:pic>
            <p:nvPicPr>
              <p:cNvPr id="33" name="Picture 32" descr="A logo with black text&#10;&#10;Description automatically generated">
                <a:extLst>
                  <a:ext uri="{FF2B5EF4-FFF2-40B4-BE49-F238E27FC236}">
                    <a16:creationId xmlns:a16="http://schemas.microsoft.com/office/drawing/2014/main" id="{906F046C-DC10-56CA-5327-E9067A24342E}"/>
                  </a:ext>
                </a:extLst>
              </p:cNvPr>
              <p:cNvPicPr>
                <a:picLocks noChangeAspect="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93727" y="4053846"/>
                <a:ext cx="1277470" cy="638735"/>
              </a:xfrm>
              <a:prstGeom prst="rect">
                <a:avLst/>
              </a:prstGeom>
            </p:spPr>
          </p:pic>
          <p:pic>
            <p:nvPicPr>
              <p:cNvPr id="34" name="Picture 33" descr="A black and blue logo&#10;&#10;Description automatically generated">
                <a:extLst>
                  <a:ext uri="{FF2B5EF4-FFF2-40B4-BE49-F238E27FC236}">
                    <a16:creationId xmlns:a16="http://schemas.microsoft.com/office/drawing/2014/main" id="{BAE77881-88AD-9217-C5DE-C53D8C76686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468003" y="4159500"/>
                <a:ext cx="988423" cy="427426"/>
              </a:xfrm>
              <a:prstGeom prst="rect">
                <a:avLst/>
              </a:prstGeom>
            </p:spPr>
          </p:pic>
        </p:grpSp>
        <p:grpSp>
          <p:nvGrpSpPr>
            <p:cNvPr id="19" name="Group 18">
              <a:extLst>
                <a:ext uri="{FF2B5EF4-FFF2-40B4-BE49-F238E27FC236}">
                  <a16:creationId xmlns:a16="http://schemas.microsoft.com/office/drawing/2014/main" id="{45513693-315F-54FF-B197-D44AEA057E54}"/>
                </a:ext>
              </a:extLst>
            </p:cNvPr>
            <p:cNvGrpSpPr/>
            <p:nvPr/>
          </p:nvGrpSpPr>
          <p:grpSpPr>
            <a:xfrm>
              <a:off x="6051768" y="2666996"/>
              <a:ext cx="5791467" cy="1126768"/>
              <a:chOff x="5810189" y="2479320"/>
              <a:chExt cx="6048300" cy="1126768"/>
            </a:xfrm>
          </p:grpSpPr>
          <p:pic>
            <p:nvPicPr>
              <p:cNvPr id="20" name="Picture 19" descr="A blue and white logo&#10;&#10;Description automatically generated">
                <a:extLst>
                  <a:ext uri="{FF2B5EF4-FFF2-40B4-BE49-F238E27FC236}">
                    <a16:creationId xmlns:a16="http://schemas.microsoft.com/office/drawing/2014/main" id="{79A48F28-941C-81D9-00F2-2F538B725D4B}"/>
                  </a:ext>
                </a:extLst>
              </p:cNvPr>
              <p:cNvPicPr>
                <a:picLocks noChangeAspect="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57657" y="2720347"/>
                <a:ext cx="1483427" cy="741714"/>
              </a:xfrm>
              <a:prstGeom prst="rect">
                <a:avLst/>
              </a:prstGeom>
            </p:spPr>
          </p:pic>
          <p:sp>
            <p:nvSpPr>
              <p:cNvPr id="21" name="Rounded Rectangle 49">
                <a:extLst>
                  <a:ext uri="{FF2B5EF4-FFF2-40B4-BE49-F238E27FC236}">
                    <a16:creationId xmlns:a16="http://schemas.microsoft.com/office/drawing/2014/main" id="{D4B8FA2E-9AA7-402A-1440-F5C83F3A8BDC}"/>
                  </a:ext>
                </a:extLst>
              </p:cNvPr>
              <p:cNvSpPr/>
              <p:nvPr/>
            </p:nvSpPr>
            <p:spPr>
              <a:xfrm>
                <a:off x="5810189" y="2611630"/>
                <a:ext cx="6048300" cy="959314"/>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2" name="Rounded Rectangle 50">
                <a:extLst>
                  <a:ext uri="{FF2B5EF4-FFF2-40B4-BE49-F238E27FC236}">
                    <a16:creationId xmlns:a16="http://schemas.microsoft.com/office/drawing/2014/main" id="{EDCC94D2-FB5F-2CD8-DCBA-6FCBFEDB535D}"/>
                  </a:ext>
                </a:extLst>
              </p:cNvPr>
              <p:cNvSpPr/>
              <p:nvPr/>
            </p:nvSpPr>
            <p:spPr>
              <a:xfrm>
                <a:off x="7768815" y="2479320"/>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Franklin Gothic Book"/>
                    <a:ea typeface="+mn-ea"/>
                    <a:cs typeface="+mn-cs"/>
                  </a:rPr>
                  <a:t>NLP / OCR</a:t>
                </a:r>
              </a:p>
            </p:txBody>
          </p:sp>
          <p:pic>
            <p:nvPicPr>
              <p:cNvPr id="23" name="Picture 22" descr="A screenshot of a computer&#10;&#10;AI-generated content may be incorrect.">
                <a:extLst>
                  <a:ext uri="{FF2B5EF4-FFF2-40B4-BE49-F238E27FC236}">
                    <a16:creationId xmlns:a16="http://schemas.microsoft.com/office/drawing/2014/main" id="{4D98A03D-5D36-0D85-0EDB-6E82423B5138}"/>
                  </a:ext>
                </a:extLst>
              </p:cNvPr>
              <p:cNvPicPr>
                <a:picLocks noChangeAspect="1"/>
              </p:cNvPicPr>
              <p:nvPr/>
            </p:nvPicPr>
            <p:blipFill>
              <a:blip r:embed="rId19">
                <a:extLst>
                  <a:ext uri="{28A0092B-C50C-407E-A947-70E740481C1C}">
                    <a14:useLocalDpi xmlns:a14="http://schemas.microsoft.com/office/drawing/2010/main" val="0"/>
                  </a:ext>
                </a:extLst>
              </a:blip>
              <a:srcRect l="15183" t="37400" r="60417" b="28997"/>
              <a:stretch/>
            </p:blipFill>
            <p:spPr>
              <a:xfrm>
                <a:off x="7351215" y="2666862"/>
                <a:ext cx="909427" cy="741714"/>
              </a:xfrm>
              <a:prstGeom prst="rect">
                <a:avLst/>
              </a:prstGeom>
            </p:spPr>
          </p:pic>
          <p:pic>
            <p:nvPicPr>
              <p:cNvPr id="24" name="Picture 23" descr="A purple square with white lines and dots&#10;&#10;AI-generated content may be incorrect.">
                <a:extLst>
                  <a:ext uri="{FF2B5EF4-FFF2-40B4-BE49-F238E27FC236}">
                    <a16:creationId xmlns:a16="http://schemas.microsoft.com/office/drawing/2014/main" id="{EFC2E398-A879-3AA9-0AA3-5BD8F1C54B9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500913" y="2725977"/>
                <a:ext cx="649722" cy="649722"/>
              </a:xfrm>
              <a:prstGeom prst="rect">
                <a:avLst/>
              </a:prstGeom>
            </p:spPr>
          </p:pic>
          <p:sp>
            <p:nvSpPr>
              <p:cNvPr id="25" name="TextBox 24">
                <a:extLst>
                  <a:ext uri="{FF2B5EF4-FFF2-40B4-BE49-F238E27FC236}">
                    <a16:creationId xmlns:a16="http://schemas.microsoft.com/office/drawing/2014/main" id="{6A377300-DD93-46AE-EBA2-BFFB7F56EEA5}"/>
                  </a:ext>
                </a:extLst>
              </p:cNvPr>
              <p:cNvSpPr txBox="1"/>
              <p:nvPr/>
            </p:nvSpPr>
            <p:spPr>
              <a:xfrm>
                <a:off x="8347481" y="3264550"/>
                <a:ext cx="909427" cy="34153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D1F3B"/>
                    </a:solidFill>
                    <a:effectLst/>
                    <a:uLnTx/>
                    <a:uFillTx/>
                    <a:latin typeface="Franklin Gothic Book"/>
                    <a:ea typeface="+mn-ea"/>
                    <a:cs typeface="+mn-cs"/>
                  </a:rPr>
                  <a:t>Comprehend</a:t>
                </a:r>
              </a:p>
            </p:txBody>
          </p:sp>
          <p:pic>
            <p:nvPicPr>
              <p:cNvPr id="26" name="Picture 25">
                <a:extLst>
                  <a:ext uri="{FF2B5EF4-FFF2-40B4-BE49-F238E27FC236}">
                    <a16:creationId xmlns:a16="http://schemas.microsoft.com/office/drawing/2014/main" id="{786FE126-F69D-D406-4854-2603F1AA157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488954" y="2713600"/>
                <a:ext cx="1059591" cy="741714"/>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C7F83A12-F8D6-E70F-215F-36DF213C5183}"/>
                  </a:ext>
                </a:extLst>
              </p:cNvPr>
              <p:cNvPicPr>
                <a:picLocks noChangeAspect="1"/>
              </p:cNvPicPr>
              <p:nvPr/>
            </p:nvPicPr>
            <p:blipFill>
              <a:blip r:embed="rId22">
                <a:extLst>
                  <a:ext uri="{28A0092B-C50C-407E-A947-70E740481C1C}">
                    <a14:useLocalDpi xmlns:a14="http://schemas.microsoft.com/office/drawing/2010/main" val="0"/>
                  </a:ext>
                </a:extLst>
              </a:blip>
              <a:srcRect l="17419" t="29419" r="72940" b="59169"/>
              <a:stretch/>
            </p:blipFill>
            <p:spPr>
              <a:xfrm>
                <a:off x="10886864" y="2729051"/>
                <a:ext cx="736065" cy="515947"/>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901A659F-9FFA-4F25-325C-B95715AFC051}"/>
                  </a:ext>
                </a:extLst>
              </p:cNvPr>
              <p:cNvPicPr>
                <a:picLocks noChangeAspect="1"/>
              </p:cNvPicPr>
              <p:nvPr/>
            </p:nvPicPr>
            <p:blipFill>
              <a:blip r:embed="rId22">
                <a:extLst>
                  <a:ext uri="{28A0092B-C50C-407E-A947-70E740481C1C}">
                    <a14:useLocalDpi xmlns:a14="http://schemas.microsoft.com/office/drawing/2010/main" val="0"/>
                  </a:ext>
                </a:extLst>
              </a:blip>
              <a:srcRect l="5398" t="40455" r="72941" b="53740"/>
              <a:stretch/>
            </p:blipFill>
            <p:spPr>
              <a:xfrm>
                <a:off x="10727437" y="3286033"/>
                <a:ext cx="962573" cy="152772"/>
              </a:xfrm>
              <a:prstGeom prst="rect">
                <a:avLst/>
              </a:prstGeom>
            </p:spPr>
          </p:pic>
        </p:grpSp>
      </p:grpSp>
      <p:sp>
        <p:nvSpPr>
          <p:cNvPr id="5" name="Title 1">
            <a:extLst>
              <a:ext uri="{FF2B5EF4-FFF2-40B4-BE49-F238E27FC236}">
                <a16:creationId xmlns:a16="http://schemas.microsoft.com/office/drawing/2014/main" id="{48D80A56-1BA3-56F3-7481-0819AD1BA067}"/>
              </a:ext>
              <a:ext uri="{C183D7F6-B498-43B3-948B-1728B52AA6E4}">
                <adec:decorative xmlns:adec="http://schemas.microsoft.com/office/drawing/2017/decorative" val="1"/>
              </a:ext>
            </a:extLst>
          </p:cNvPr>
          <p:cNvSpPr txBox="1">
            <a:spLocks/>
          </p:cNvSpPr>
          <p:nvPr/>
        </p:nvSpPr>
        <p:spPr>
          <a:xfrm>
            <a:off x="381003" y="248286"/>
            <a:ext cx="10972797" cy="109802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kern="1200">
                <a:solidFill>
                  <a:schemeClr val="bg1"/>
                </a:solidFill>
                <a:latin typeface="Franklin Gothic Medium" panose="020B0603020102020204" pitchFamily="34" charset="0"/>
                <a:ea typeface="+mj-ea"/>
                <a:cs typeface="+mj-cs"/>
              </a:defRPr>
            </a:lvl1pPr>
          </a:lstStyle>
          <a:p>
            <a:endParaRPr lang="en-US" dirty="0"/>
          </a:p>
        </p:txBody>
      </p:sp>
    </p:spTree>
    <p:extLst>
      <p:ext uri="{BB962C8B-B14F-4D97-AF65-F5344CB8AC3E}">
        <p14:creationId xmlns:p14="http://schemas.microsoft.com/office/powerpoint/2010/main" val="1370169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86F58-EA05-600C-EACB-95ECB9CB4696}"/>
              </a:ext>
            </a:extLst>
          </p:cNvPr>
          <p:cNvSpPr>
            <a:spLocks noGrp="1"/>
          </p:cNvSpPr>
          <p:nvPr>
            <p:ph type="title"/>
          </p:nvPr>
        </p:nvSpPr>
        <p:spPr/>
        <p:txBody>
          <a:bodyPr>
            <a:normAutofit fontScale="90000"/>
          </a:bodyPr>
          <a:lstStyle/>
          <a:p>
            <a:r>
              <a:rPr lang="en-US" dirty="0"/>
              <a:t>Data Products Enabler: Platform Service &amp; Portfolio Management </a:t>
            </a:r>
            <a:br>
              <a:rPr lang="en-US" dirty="0"/>
            </a:br>
            <a:endParaRPr lang="en-US" dirty="0"/>
          </a:p>
        </p:txBody>
      </p:sp>
      <p:sp>
        <p:nvSpPr>
          <p:cNvPr id="3" name="Date Placeholder 2">
            <a:extLst>
              <a:ext uri="{FF2B5EF4-FFF2-40B4-BE49-F238E27FC236}">
                <a16:creationId xmlns:a16="http://schemas.microsoft.com/office/drawing/2014/main" id="{59E3B28A-C462-6850-3220-6914CA179399}"/>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CFA536EE-959D-72D9-F671-753C4A30E9DB}"/>
              </a:ext>
            </a:extLst>
          </p:cNvPr>
          <p:cNvSpPr>
            <a:spLocks noGrp="1"/>
          </p:cNvSpPr>
          <p:nvPr>
            <p:ph type="sldNum" sz="quarter" idx="4"/>
          </p:nvPr>
        </p:nvSpPr>
        <p:spPr/>
        <p:txBody>
          <a:bodyPr/>
          <a:lstStyle/>
          <a:p>
            <a:r>
              <a:rPr lang="en-US"/>
              <a:t>2025 MHS Conference    </a:t>
            </a:r>
            <a:fld id="{54558BDB-F807-4A0D-8BCD-2F5355F4A24C}" type="slidenum">
              <a:rPr lang="en-US" smtClean="0"/>
              <a:pPr/>
              <a:t>16</a:t>
            </a:fld>
            <a:endParaRPr lang="en-US" dirty="0"/>
          </a:p>
        </p:txBody>
      </p:sp>
      <p:grpSp>
        <p:nvGrpSpPr>
          <p:cNvPr id="8" name="Group 7" descr="Infographic representing MIP Data Products: Data Apps as a Service, Data as a Service, Analytics as a Service&#10;&#10;Data Products: &#10;Portfolio Management - OPMED and C C M D Products, D H A Data Domain, Emergent Capabilities, Data Transfer and Archival, Information Portal&#10;&#10;Platform Services: Data Exchange Service, Cloud Services, Data Solutions Service, U I / U X Service, Cyber Services">
            <a:extLst>
              <a:ext uri="{FF2B5EF4-FFF2-40B4-BE49-F238E27FC236}">
                <a16:creationId xmlns:a16="http://schemas.microsoft.com/office/drawing/2014/main" id="{7C5050C0-B867-9844-7F61-F2253B049E3D}"/>
              </a:ext>
            </a:extLst>
          </p:cNvPr>
          <p:cNvGrpSpPr/>
          <p:nvPr/>
        </p:nvGrpSpPr>
        <p:grpSpPr>
          <a:xfrm>
            <a:off x="564813" y="1764418"/>
            <a:ext cx="11082254" cy="4517541"/>
            <a:chOff x="136423" y="1430226"/>
            <a:chExt cx="11501002" cy="4517541"/>
          </a:xfrm>
        </p:grpSpPr>
        <p:sp>
          <p:nvSpPr>
            <p:cNvPr id="9" name="Rectangle 8">
              <a:extLst>
                <a:ext uri="{FF2B5EF4-FFF2-40B4-BE49-F238E27FC236}">
                  <a16:creationId xmlns:a16="http://schemas.microsoft.com/office/drawing/2014/main" id="{712F98E2-D040-66E9-FF6C-06B7D361DB48}"/>
                </a:ext>
              </a:extLst>
            </p:cNvPr>
            <p:cNvSpPr/>
            <p:nvPr/>
          </p:nvSpPr>
          <p:spPr>
            <a:xfrm>
              <a:off x="333511" y="2592414"/>
              <a:ext cx="3672267" cy="3355353"/>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0" name="Rectangle 9">
              <a:extLst>
                <a:ext uri="{FF2B5EF4-FFF2-40B4-BE49-F238E27FC236}">
                  <a16:creationId xmlns:a16="http://schemas.microsoft.com/office/drawing/2014/main" id="{D61F21E4-6257-D15E-F5A3-CFEEDAE0D517}"/>
                </a:ext>
              </a:extLst>
            </p:cNvPr>
            <p:cNvSpPr/>
            <p:nvPr/>
          </p:nvSpPr>
          <p:spPr>
            <a:xfrm rot="5400000">
              <a:off x="1830862" y="67238"/>
              <a:ext cx="856646" cy="4245524"/>
            </a:xfrm>
            <a:prstGeom prst="rect">
              <a:avLst/>
            </a:prstGeom>
            <a:solidFill>
              <a:srgbClr val="122A52">
                <a:lumMod val="50000"/>
                <a:lumOff val="50000"/>
              </a:srgbClr>
            </a:solidFill>
            <a:ln>
              <a:solidFill>
                <a:srgbClr val="122A52">
                  <a:lumMod val="50000"/>
                  <a:lumOff val="50000"/>
                </a:srgbClr>
              </a:solid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MIP Data Products</a:t>
              </a:r>
            </a:p>
          </p:txBody>
        </p:sp>
        <p:sp>
          <p:nvSpPr>
            <p:cNvPr id="11" name="Rectangle 10">
              <a:extLst>
                <a:ext uri="{FF2B5EF4-FFF2-40B4-BE49-F238E27FC236}">
                  <a16:creationId xmlns:a16="http://schemas.microsoft.com/office/drawing/2014/main" id="{5D937AF9-9540-62B7-1AA6-91B962F2BD83}"/>
                </a:ext>
              </a:extLst>
            </p:cNvPr>
            <p:cNvSpPr/>
            <p:nvPr/>
          </p:nvSpPr>
          <p:spPr>
            <a:xfrm>
              <a:off x="1426146" y="3747277"/>
              <a:ext cx="2100647" cy="842656"/>
            </a:xfrm>
            <a:prstGeom prst="rect">
              <a:avLst/>
            </a:prstGeom>
            <a:solidFill>
              <a:srgbClr val="CADFF2"/>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a:ln>
                    <a:noFill/>
                  </a:ln>
                  <a:solidFill>
                    <a:srgbClr val="575757">
                      <a:lumMod val="50000"/>
                    </a:srgbClr>
                  </a:solidFill>
                  <a:effectLst/>
                  <a:uLnTx/>
                  <a:uFillTx/>
                  <a:latin typeface="Franklin Gothic Book"/>
                  <a:ea typeface="+mn-ea"/>
                  <a:cs typeface="+mn-cs"/>
                </a:rPr>
                <a:t>Data as a Service</a:t>
              </a:r>
            </a:p>
          </p:txBody>
        </p:sp>
        <p:sp>
          <p:nvSpPr>
            <p:cNvPr id="12" name="Rectangle 11">
              <a:extLst>
                <a:ext uri="{FF2B5EF4-FFF2-40B4-BE49-F238E27FC236}">
                  <a16:creationId xmlns:a16="http://schemas.microsoft.com/office/drawing/2014/main" id="{1CEA5D97-F7AF-4C21-1757-6019298123D3}"/>
                </a:ext>
              </a:extLst>
            </p:cNvPr>
            <p:cNvSpPr/>
            <p:nvPr/>
          </p:nvSpPr>
          <p:spPr>
            <a:xfrm>
              <a:off x="1445222" y="4829872"/>
              <a:ext cx="2081571" cy="949449"/>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chemeClr val="tx1">
                      <a:lumMod val="50000"/>
                    </a:schemeClr>
                  </a:solidFill>
                  <a:effectLst/>
                  <a:uLnTx/>
                  <a:uFillTx/>
                  <a:latin typeface="Franklin Gothic Book"/>
                  <a:ea typeface="+mn-ea"/>
                  <a:cs typeface="+mn-cs"/>
                </a:rPr>
                <a:t>Analytics as a Service</a:t>
              </a:r>
            </a:p>
          </p:txBody>
        </p:sp>
        <p:pic>
          <p:nvPicPr>
            <p:cNvPr id="14" name="Picture 13" descr="A black background with a black square&#10;&#10;AI-generated content may be incorrect.">
              <a:extLst>
                <a:ext uri="{FF2B5EF4-FFF2-40B4-BE49-F238E27FC236}">
                  <a16:creationId xmlns:a16="http://schemas.microsoft.com/office/drawing/2014/main" id="{E8CB3C58-7804-1695-15CA-321EF482D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08" y="1867556"/>
              <a:ext cx="668322" cy="668322"/>
            </a:xfrm>
            <a:prstGeom prst="rect">
              <a:avLst/>
            </a:prstGeom>
          </p:spPr>
        </p:pic>
        <p:pic>
          <p:nvPicPr>
            <p:cNvPr id="15" name="Picture 14">
              <a:extLst>
                <a:ext uri="{FF2B5EF4-FFF2-40B4-BE49-F238E27FC236}">
                  <a16:creationId xmlns:a16="http://schemas.microsoft.com/office/drawing/2014/main" id="{B2AE39CA-D701-19EC-5409-27CD342AB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615" y="2715097"/>
              <a:ext cx="784129" cy="784129"/>
            </a:xfrm>
            <a:prstGeom prst="rect">
              <a:avLst/>
            </a:prstGeom>
          </p:spPr>
        </p:pic>
        <p:pic>
          <p:nvPicPr>
            <p:cNvPr id="16" name="Picture 15" descr="A black background with a black square&#10;&#10;AI-generated content may be incorrect.">
              <a:extLst>
                <a:ext uri="{FF2B5EF4-FFF2-40B4-BE49-F238E27FC236}">
                  <a16:creationId xmlns:a16="http://schemas.microsoft.com/office/drawing/2014/main" id="{EDFD5341-D0D0-931A-DC9E-1EC5D3C4A2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202" y="4906974"/>
              <a:ext cx="885640" cy="885640"/>
            </a:xfrm>
            <a:prstGeom prst="rect">
              <a:avLst/>
            </a:prstGeom>
          </p:spPr>
        </p:pic>
        <p:pic>
          <p:nvPicPr>
            <p:cNvPr id="17" name="Picture 16" descr="A black background with a black square&#10;&#10;AI-generated content may be incorrect.">
              <a:extLst>
                <a:ext uri="{FF2B5EF4-FFF2-40B4-BE49-F238E27FC236}">
                  <a16:creationId xmlns:a16="http://schemas.microsoft.com/office/drawing/2014/main" id="{962CFF43-71BA-5FC8-957C-DBCD7D0148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326" y="3733285"/>
              <a:ext cx="856648" cy="856648"/>
            </a:xfrm>
            <a:prstGeom prst="rect">
              <a:avLst/>
            </a:prstGeom>
          </p:spPr>
        </p:pic>
        <p:sp>
          <p:nvSpPr>
            <p:cNvPr id="18" name="Rectangle 17">
              <a:extLst>
                <a:ext uri="{FF2B5EF4-FFF2-40B4-BE49-F238E27FC236}">
                  <a16:creationId xmlns:a16="http://schemas.microsoft.com/office/drawing/2014/main" id="{8847212D-942D-1942-14BE-9D9656BC0878}"/>
                </a:ext>
              </a:extLst>
            </p:cNvPr>
            <p:cNvSpPr/>
            <p:nvPr/>
          </p:nvSpPr>
          <p:spPr>
            <a:xfrm>
              <a:off x="1429210" y="2773371"/>
              <a:ext cx="2100647" cy="842656"/>
            </a:xfrm>
            <a:prstGeom prst="rect">
              <a:avLst/>
            </a:prstGeom>
            <a:solidFill>
              <a:srgbClr val="CADFF2"/>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lumMod val="50000"/>
                    </a:srgbClr>
                  </a:solidFill>
                  <a:effectLst/>
                  <a:uLnTx/>
                  <a:uFillTx/>
                  <a:latin typeface="Franklin Gothic Book"/>
                  <a:ea typeface="+mn-ea"/>
                  <a:cs typeface="+mn-cs"/>
                </a:rPr>
                <a:t>Data Apps as a Service</a:t>
              </a:r>
            </a:p>
          </p:txBody>
        </p:sp>
        <p:sp>
          <p:nvSpPr>
            <p:cNvPr id="19" name="Rectangle 18">
              <a:extLst>
                <a:ext uri="{FF2B5EF4-FFF2-40B4-BE49-F238E27FC236}">
                  <a16:creationId xmlns:a16="http://schemas.microsoft.com/office/drawing/2014/main" id="{260B10D9-B10C-6DDA-8819-B2BDB09719CD}"/>
                </a:ext>
              </a:extLst>
            </p:cNvPr>
            <p:cNvSpPr/>
            <p:nvPr/>
          </p:nvSpPr>
          <p:spPr>
            <a:xfrm>
              <a:off x="1445222" y="4829872"/>
              <a:ext cx="2081571" cy="949449"/>
            </a:xfrm>
            <a:prstGeom prst="rect">
              <a:avLst/>
            </a:prstGeom>
            <a:solidFill>
              <a:srgbClr val="CADFF2"/>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lumMod val="50000"/>
                    </a:srgbClr>
                  </a:solidFill>
                  <a:effectLst/>
                  <a:uLnTx/>
                  <a:uFillTx/>
                  <a:latin typeface="Franklin Gothic Book"/>
                  <a:ea typeface="+mn-ea"/>
                  <a:cs typeface="+mn-cs"/>
                </a:rPr>
                <a:t>Analytics as a Service</a:t>
              </a:r>
            </a:p>
          </p:txBody>
        </p:sp>
        <p:grpSp>
          <p:nvGrpSpPr>
            <p:cNvPr id="20" name="Group 19">
              <a:extLst>
                <a:ext uri="{FF2B5EF4-FFF2-40B4-BE49-F238E27FC236}">
                  <a16:creationId xmlns:a16="http://schemas.microsoft.com/office/drawing/2014/main" id="{47103709-3F47-03FD-6A71-2030BFF1CB77}"/>
                </a:ext>
              </a:extLst>
            </p:cNvPr>
            <p:cNvGrpSpPr/>
            <p:nvPr/>
          </p:nvGrpSpPr>
          <p:grpSpPr>
            <a:xfrm>
              <a:off x="5632159" y="2686156"/>
              <a:ext cx="6005266" cy="3192169"/>
              <a:chOff x="5632159" y="2686156"/>
              <a:chExt cx="6005266" cy="3192169"/>
            </a:xfrm>
          </p:grpSpPr>
          <p:sp>
            <p:nvSpPr>
              <p:cNvPr id="29" name="Rounded Rectangle 35">
                <a:extLst>
                  <a:ext uri="{FF2B5EF4-FFF2-40B4-BE49-F238E27FC236}">
                    <a16:creationId xmlns:a16="http://schemas.microsoft.com/office/drawing/2014/main" id="{E92B21BE-B122-0C82-B5AD-66A3AE7CAB6D}"/>
                  </a:ext>
                </a:extLst>
              </p:cNvPr>
              <p:cNvSpPr/>
              <p:nvPr/>
            </p:nvSpPr>
            <p:spPr>
              <a:xfrm>
                <a:off x="5948815" y="3066567"/>
                <a:ext cx="5322771" cy="493458"/>
              </a:xfrm>
              <a:prstGeom prst="roundRect">
                <a:avLst/>
              </a:prstGeom>
              <a:solidFill>
                <a:srgbClr val="8EE2FF"/>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Data Exchange Service</a:t>
                </a:r>
              </a:p>
            </p:txBody>
          </p:sp>
          <p:sp>
            <p:nvSpPr>
              <p:cNvPr id="30" name="Rounded Rectangle 36">
                <a:extLst>
                  <a:ext uri="{FF2B5EF4-FFF2-40B4-BE49-F238E27FC236}">
                    <a16:creationId xmlns:a16="http://schemas.microsoft.com/office/drawing/2014/main" id="{21B5A53E-604A-5AEF-28ED-F24E4EB87C08}"/>
                  </a:ext>
                </a:extLst>
              </p:cNvPr>
              <p:cNvSpPr/>
              <p:nvPr/>
            </p:nvSpPr>
            <p:spPr>
              <a:xfrm>
                <a:off x="5948815" y="3604645"/>
                <a:ext cx="5322771" cy="493458"/>
              </a:xfrm>
              <a:prstGeom prst="roundRect">
                <a:avLst/>
              </a:prstGeom>
              <a:solidFill>
                <a:srgbClr val="8EE2FF"/>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Cloud Services</a:t>
                </a:r>
              </a:p>
            </p:txBody>
          </p:sp>
          <p:sp>
            <p:nvSpPr>
              <p:cNvPr id="31" name="Rounded Rectangle 37">
                <a:extLst>
                  <a:ext uri="{FF2B5EF4-FFF2-40B4-BE49-F238E27FC236}">
                    <a16:creationId xmlns:a16="http://schemas.microsoft.com/office/drawing/2014/main" id="{9043CB70-E2A9-62C4-FB12-B02578B6FB11}"/>
                  </a:ext>
                </a:extLst>
              </p:cNvPr>
              <p:cNvSpPr/>
              <p:nvPr/>
            </p:nvSpPr>
            <p:spPr>
              <a:xfrm>
                <a:off x="5948814" y="4142723"/>
                <a:ext cx="5322771" cy="493458"/>
              </a:xfrm>
              <a:prstGeom prst="roundRect">
                <a:avLst/>
              </a:prstGeom>
              <a:solidFill>
                <a:srgbClr val="8EE2FF"/>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Data Solutions Service</a:t>
                </a:r>
              </a:p>
            </p:txBody>
          </p:sp>
          <p:sp>
            <p:nvSpPr>
              <p:cNvPr id="32" name="Rounded Rectangle 38">
                <a:extLst>
                  <a:ext uri="{FF2B5EF4-FFF2-40B4-BE49-F238E27FC236}">
                    <a16:creationId xmlns:a16="http://schemas.microsoft.com/office/drawing/2014/main" id="{65F6904B-D84C-A5C1-4FC7-1C97E6B29610}"/>
                  </a:ext>
                </a:extLst>
              </p:cNvPr>
              <p:cNvSpPr/>
              <p:nvPr/>
            </p:nvSpPr>
            <p:spPr>
              <a:xfrm>
                <a:off x="5948814" y="4680801"/>
                <a:ext cx="5322771" cy="493458"/>
              </a:xfrm>
              <a:prstGeom prst="roundRect">
                <a:avLst/>
              </a:prstGeom>
              <a:solidFill>
                <a:srgbClr val="8EE2FF"/>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UI/UX Service</a:t>
                </a:r>
              </a:p>
            </p:txBody>
          </p:sp>
          <p:sp>
            <p:nvSpPr>
              <p:cNvPr id="33" name="Rounded Rectangle 40">
                <a:extLst>
                  <a:ext uri="{FF2B5EF4-FFF2-40B4-BE49-F238E27FC236}">
                    <a16:creationId xmlns:a16="http://schemas.microsoft.com/office/drawing/2014/main" id="{52B1953A-9C58-083C-CD1E-8C1C98B5BB84}"/>
                  </a:ext>
                </a:extLst>
              </p:cNvPr>
              <p:cNvSpPr/>
              <p:nvPr/>
            </p:nvSpPr>
            <p:spPr>
              <a:xfrm>
                <a:off x="5948813" y="5218879"/>
                <a:ext cx="5322771" cy="493458"/>
              </a:xfrm>
              <a:prstGeom prst="roundRect">
                <a:avLst/>
              </a:prstGeom>
              <a:solidFill>
                <a:srgbClr val="8EE2FF"/>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600" b="0" i="0" u="none" strike="noStrike" kern="0" cap="none" spc="0" normalizeH="0" baseline="0" noProof="0" dirty="0">
                    <a:ln>
                      <a:noFill/>
                    </a:ln>
                    <a:solidFill>
                      <a:srgbClr val="575757"/>
                    </a:solidFill>
                    <a:effectLst/>
                    <a:uLnTx/>
                    <a:uFillTx/>
                    <a:latin typeface="Franklin Gothic Book"/>
                    <a:ea typeface="+mn-ea"/>
                    <a:cs typeface="+mn-cs"/>
                  </a:rPr>
                  <a:t>Cyber Services</a:t>
                </a:r>
              </a:p>
            </p:txBody>
          </p:sp>
          <p:sp>
            <p:nvSpPr>
              <p:cNvPr id="34" name="Rounded Rectangle 47">
                <a:extLst>
                  <a:ext uri="{FF2B5EF4-FFF2-40B4-BE49-F238E27FC236}">
                    <a16:creationId xmlns:a16="http://schemas.microsoft.com/office/drawing/2014/main" id="{A2BBE439-B078-ECF9-A82D-2A5F131BB44B}"/>
                  </a:ext>
                </a:extLst>
              </p:cNvPr>
              <p:cNvSpPr/>
              <p:nvPr/>
            </p:nvSpPr>
            <p:spPr>
              <a:xfrm>
                <a:off x="5632159" y="2834170"/>
                <a:ext cx="6005266" cy="3044155"/>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35" name="Rounded Rectangle 48">
                <a:extLst>
                  <a:ext uri="{FF2B5EF4-FFF2-40B4-BE49-F238E27FC236}">
                    <a16:creationId xmlns:a16="http://schemas.microsoft.com/office/drawing/2014/main" id="{4357C86B-E495-C904-2588-0438B34CA41F}"/>
                  </a:ext>
                </a:extLst>
              </p:cNvPr>
              <p:cNvSpPr/>
              <p:nvPr/>
            </p:nvSpPr>
            <p:spPr>
              <a:xfrm>
                <a:off x="5839412" y="2686156"/>
                <a:ext cx="1673325" cy="291708"/>
              </a:xfrm>
              <a:prstGeom prst="roundRect">
                <a:avLst/>
              </a:prstGeom>
              <a:solidFill>
                <a:sysClr val="window" lastClr="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Platform Services</a:t>
                </a:r>
              </a:p>
            </p:txBody>
          </p:sp>
        </p:grpSp>
        <p:grpSp>
          <p:nvGrpSpPr>
            <p:cNvPr id="21" name="Group 20">
              <a:extLst>
                <a:ext uri="{FF2B5EF4-FFF2-40B4-BE49-F238E27FC236}">
                  <a16:creationId xmlns:a16="http://schemas.microsoft.com/office/drawing/2014/main" id="{52907DD5-E4C7-E953-150F-08198FD93F8D}"/>
                </a:ext>
              </a:extLst>
            </p:cNvPr>
            <p:cNvGrpSpPr/>
            <p:nvPr/>
          </p:nvGrpSpPr>
          <p:grpSpPr>
            <a:xfrm>
              <a:off x="5581313" y="1430226"/>
              <a:ext cx="6017612" cy="1162188"/>
              <a:chOff x="5581313" y="1430226"/>
              <a:chExt cx="6017612" cy="1162188"/>
            </a:xfrm>
          </p:grpSpPr>
          <p:sp>
            <p:nvSpPr>
              <p:cNvPr id="22" name="Rounded Rectangle 42">
                <a:extLst>
                  <a:ext uri="{FF2B5EF4-FFF2-40B4-BE49-F238E27FC236}">
                    <a16:creationId xmlns:a16="http://schemas.microsoft.com/office/drawing/2014/main" id="{43FE4B31-49B8-FD20-D1EB-3D77D7D67283}"/>
                  </a:ext>
                </a:extLst>
              </p:cNvPr>
              <p:cNvSpPr/>
              <p:nvPr/>
            </p:nvSpPr>
            <p:spPr>
              <a:xfrm>
                <a:off x="5818225" y="1769237"/>
                <a:ext cx="1069940" cy="635268"/>
              </a:xfrm>
              <a:prstGeom prst="roundRect">
                <a:avLst/>
              </a:prstGeom>
              <a:solidFill>
                <a:srgbClr val="FF9300"/>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chemeClr val="tx1">
                        <a:lumMod val="50000"/>
                      </a:schemeClr>
                    </a:solidFill>
                    <a:effectLst/>
                    <a:uLnTx/>
                    <a:uFillTx/>
                    <a:latin typeface="Franklin Gothic Book"/>
                    <a:ea typeface="+mn-ea"/>
                    <a:cs typeface="+mn-cs"/>
                  </a:rPr>
                  <a:t>OPMED and CCMD Products</a:t>
                </a:r>
              </a:p>
            </p:txBody>
          </p:sp>
          <p:sp>
            <p:nvSpPr>
              <p:cNvPr id="23" name="Rounded Rectangle 43">
                <a:extLst>
                  <a:ext uri="{FF2B5EF4-FFF2-40B4-BE49-F238E27FC236}">
                    <a16:creationId xmlns:a16="http://schemas.microsoft.com/office/drawing/2014/main" id="{99D8114E-80B6-0B49-C4AA-B2F427DAD5C9}"/>
                  </a:ext>
                </a:extLst>
              </p:cNvPr>
              <p:cNvSpPr/>
              <p:nvPr/>
            </p:nvSpPr>
            <p:spPr>
              <a:xfrm>
                <a:off x="6956106" y="1776856"/>
                <a:ext cx="1069940" cy="635268"/>
              </a:xfrm>
              <a:prstGeom prst="roundRect">
                <a:avLst/>
              </a:prstGeom>
              <a:solidFill>
                <a:srgbClr val="FF9300"/>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chemeClr val="tx1">
                        <a:lumMod val="50000"/>
                      </a:schemeClr>
                    </a:solidFill>
                    <a:effectLst/>
                    <a:uLnTx/>
                    <a:uFillTx/>
                    <a:latin typeface="Franklin Gothic Book"/>
                    <a:ea typeface="+mn-ea"/>
                    <a:cs typeface="+mn-cs"/>
                  </a:rPr>
                  <a:t>DHA Data Domain</a:t>
                </a:r>
              </a:p>
            </p:txBody>
          </p:sp>
          <p:sp>
            <p:nvSpPr>
              <p:cNvPr id="24" name="Rounded Rectangle 44">
                <a:extLst>
                  <a:ext uri="{FF2B5EF4-FFF2-40B4-BE49-F238E27FC236}">
                    <a16:creationId xmlns:a16="http://schemas.microsoft.com/office/drawing/2014/main" id="{F070FF70-E684-68F5-8498-1B0506716DB6}"/>
                  </a:ext>
                </a:extLst>
              </p:cNvPr>
              <p:cNvSpPr/>
              <p:nvPr/>
            </p:nvSpPr>
            <p:spPr>
              <a:xfrm>
                <a:off x="8082987" y="1776856"/>
                <a:ext cx="1069940" cy="635268"/>
              </a:xfrm>
              <a:prstGeom prst="roundRect">
                <a:avLst/>
              </a:prstGeom>
              <a:solidFill>
                <a:srgbClr val="FF9300"/>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chemeClr val="tx1">
                        <a:lumMod val="50000"/>
                      </a:schemeClr>
                    </a:solidFill>
                    <a:effectLst/>
                    <a:uLnTx/>
                    <a:uFillTx/>
                    <a:latin typeface="Franklin Gothic Book"/>
                    <a:ea typeface="+mn-ea"/>
                    <a:cs typeface="+mn-cs"/>
                  </a:rPr>
                  <a:t>Emergent Capabilities </a:t>
                </a:r>
              </a:p>
            </p:txBody>
          </p:sp>
          <p:sp>
            <p:nvSpPr>
              <p:cNvPr id="25" name="Rounded Rectangle 45">
                <a:extLst>
                  <a:ext uri="{FF2B5EF4-FFF2-40B4-BE49-F238E27FC236}">
                    <a16:creationId xmlns:a16="http://schemas.microsoft.com/office/drawing/2014/main" id="{2EDF662D-5904-B2D6-9440-0229D57E4A19}"/>
                  </a:ext>
                </a:extLst>
              </p:cNvPr>
              <p:cNvSpPr/>
              <p:nvPr/>
            </p:nvSpPr>
            <p:spPr>
              <a:xfrm>
                <a:off x="9209868" y="1776856"/>
                <a:ext cx="1069940" cy="635268"/>
              </a:xfrm>
              <a:prstGeom prst="roundRect">
                <a:avLst/>
              </a:prstGeom>
              <a:solidFill>
                <a:srgbClr val="FF9300"/>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chemeClr val="tx1">
                        <a:lumMod val="50000"/>
                      </a:schemeClr>
                    </a:solidFill>
                    <a:effectLst/>
                    <a:uLnTx/>
                    <a:uFillTx/>
                    <a:latin typeface="Franklin Gothic Book"/>
                    <a:ea typeface="+mn-ea"/>
                    <a:cs typeface="+mn-cs"/>
                  </a:rPr>
                  <a:t>Data Transfer and Archival</a:t>
                </a:r>
              </a:p>
            </p:txBody>
          </p:sp>
          <p:sp>
            <p:nvSpPr>
              <p:cNvPr id="26" name="Rounded Rectangle 46">
                <a:extLst>
                  <a:ext uri="{FF2B5EF4-FFF2-40B4-BE49-F238E27FC236}">
                    <a16:creationId xmlns:a16="http://schemas.microsoft.com/office/drawing/2014/main" id="{BC819813-87C3-E22C-1223-6D67F7FB59FF}"/>
                  </a:ext>
                </a:extLst>
              </p:cNvPr>
              <p:cNvSpPr/>
              <p:nvPr/>
            </p:nvSpPr>
            <p:spPr>
              <a:xfrm>
                <a:off x="10336749" y="1766769"/>
                <a:ext cx="1069940" cy="635268"/>
              </a:xfrm>
              <a:prstGeom prst="roundRect">
                <a:avLst/>
              </a:prstGeom>
              <a:solidFill>
                <a:srgbClr val="FF9300"/>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chemeClr val="tx1">
                        <a:lumMod val="50000"/>
                      </a:schemeClr>
                    </a:solidFill>
                    <a:effectLst/>
                    <a:uLnTx/>
                    <a:uFillTx/>
                    <a:latin typeface="Franklin Gothic Book"/>
                    <a:ea typeface="+mn-ea"/>
                    <a:cs typeface="+mn-cs"/>
                  </a:rPr>
                  <a:t>Information Portal</a:t>
                </a:r>
              </a:p>
            </p:txBody>
          </p:sp>
          <p:sp>
            <p:nvSpPr>
              <p:cNvPr id="27" name="Rounded Rectangle 49">
                <a:extLst>
                  <a:ext uri="{FF2B5EF4-FFF2-40B4-BE49-F238E27FC236}">
                    <a16:creationId xmlns:a16="http://schemas.microsoft.com/office/drawing/2014/main" id="{AD6E3BFF-9422-65D3-7C17-EBFD58577D4A}"/>
                  </a:ext>
                </a:extLst>
              </p:cNvPr>
              <p:cNvSpPr/>
              <p:nvPr/>
            </p:nvSpPr>
            <p:spPr>
              <a:xfrm>
                <a:off x="5581313" y="1576259"/>
                <a:ext cx="6017612" cy="1016155"/>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8" name="Rounded Rectangle 50">
                <a:extLst>
                  <a:ext uri="{FF2B5EF4-FFF2-40B4-BE49-F238E27FC236}">
                    <a16:creationId xmlns:a16="http://schemas.microsoft.com/office/drawing/2014/main" id="{3EAEAE2F-1201-422B-C8E3-8AEDF84165E5}"/>
                  </a:ext>
                </a:extLst>
              </p:cNvPr>
              <p:cNvSpPr/>
              <p:nvPr/>
            </p:nvSpPr>
            <p:spPr>
              <a:xfrm>
                <a:off x="5818225" y="1430226"/>
                <a:ext cx="1891611" cy="291708"/>
              </a:xfrm>
              <a:prstGeom prst="roundRect">
                <a:avLst/>
              </a:prstGeom>
              <a:solidFill>
                <a:sysClr val="window" lastClr="FFFFFF"/>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Portfolio Management</a:t>
                </a:r>
              </a:p>
            </p:txBody>
          </p:sp>
        </p:grpSp>
      </p:grpSp>
      <p:grpSp>
        <p:nvGrpSpPr>
          <p:cNvPr id="36" name="Group 35">
            <a:extLst>
              <a:ext uri="{FF2B5EF4-FFF2-40B4-BE49-F238E27FC236}">
                <a16:creationId xmlns:a16="http://schemas.microsoft.com/office/drawing/2014/main" id="{8F57110E-18A6-AF12-DB05-729FDA86BE91}"/>
              </a:ext>
              <a:ext uri="{C183D7F6-B498-43B3-948B-1728B52AA6E4}">
                <adec:decorative xmlns:adec="http://schemas.microsoft.com/office/drawing/2017/decorative" val="1"/>
              </a:ext>
            </a:extLst>
          </p:cNvPr>
          <p:cNvGrpSpPr/>
          <p:nvPr/>
        </p:nvGrpSpPr>
        <p:grpSpPr>
          <a:xfrm>
            <a:off x="5598367" y="1376212"/>
            <a:ext cx="6212630" cy="5148014"/>
            <a:chOff x="5206294" y="918657"/>
            <a:chExt cx="6651497" cy="5200206"/>
          </a:xfrm>
        </p:grpSpPr>
        <p:sp>
          <p:nvSpPr>
            <p:cNvPr id="37" name="Rounded Rectangle 51">
              <a:extLst>
                <a:ext uri="{FF2B5EF4-FFF2-40B4-BE49-F238E27FC236}">
                  <a16:creationId xmlns:a16="http://schemas.microsoft.com/office/drawing/2014/main" id="{A30C84E9-1661-CC16-4E1A-CBF2A90A6FC4}"/>
                </a:ext>
              </a:extLst>
            </p:cNvPr>
            <p:cNvSpPr/>
            <p:nvPr/>
          </p:nvSpPr>
          <p:spPr>
            <a:xfrm>
              <a:off x="5206294" y="1090427"/>
              <a:ext cx="6651497" cy="5028436"/>
            </a:xfrm>
            <a:prstGeom prst="roundRect">
              <a:avLst/>
            </a:prstGeom>
            <a:noFill/>
            <a:ln w="9525" cap="rnd" cmpd="sng" algn="ctr">
              <a:solidFill>
                <a:schemeClr val="bg1">
                  <a:lumMod val="50000"/>
                </a:schemeClr>
              </a:solidFill>
              <a:prstDash val="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n-US" sz="1200" kern="0" dirty="0">
                <a:solidFill>
                  <a:srgbClr val="575757"/>
                </a:solidFill>
              </a:endParaRPr>
            </a:p>
          </p:txBody>
        </p:sp>
        <p:sp>
          <p:nvSpPr>
            <p:cNvPr id="38" name="Rounded Rectangle 52">
              <a:extLst>
                <a:ext uri="{FF2B5EF4-FFF2-40B4-BE49-F238E27FC236}">
                  <a16:creationId xmlns:a16="http://schemas.microsoft.com/office/drawing/2014/main" id="{7CF4CFAB-4F6A-D6A8-E1F0-CC620D912F39}"/>
                </a:ext>
              </a:extLst>
            </p:cNvPr>
            <p:cNvSpPr/>
            <p:nvPr/>
          </p:nvSpPr>
          <p:spPr>
            <a:xfrm>
              <a:off x="7491076" y="918657"/>
              <a:ext cx="1891611" cy="291708"/>
            </a:xfrm>
            <a:prstGeom prst="roundRect">
              <a:avLst/>
            </a:prstGeom>
            <a:solidFill>
              <a:schemeClr val="accent2">
                <a:lumMod val="50000"/>
                <a:lumOff val="50000"/>
              </a:schemeClr>
            </a:solidFill>
            <a:ln>
              <a:solidFill>
                <a:schemeClr val="accent2">
                  <a:lumMod val="50000"/>
                  <a:lumOff val="50000"/>
                </a:schemeClr>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1200" kern="0" dirty="0">
                  <a:solidFill>
                    <a:srgbClr val="FFFFFF"/>
                  </a:solidFill>
                </a:rPr>
                <a:t>Data Products</a:t>
              </a:r>
            </a:p>
          </p:txBody>
        </p:sp>
      </p:grpSp>
    </p:spTree>
    <p:extLst>
      <p:ext uri="{BB962C8B-B14F-4D97-AF65-F5344CB8AC3E}">
        <p14:creationId xmlns:p14="http://schemas.microsoft.com/office/powerpoint/2010/main" val="1316175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B8CDC-A2EE-476D-68B1-4C1FA997E025}"/>
              </a:ext>
            </a:extLst>
          </p:cNvPr>
          <p:cNvSpPr>
            <a:spLocks noGrp="1"/>
          </p:cNvSpPr>
          <p:nvPr>
            <p:ph type="title"/>
          </p:nvPr>
        </p:nvSpPr>
        <p:spPr>
          <a:xfrm>
            <a:off x="381003" y="248286"/>
            <a:ext cx="10972797" cy="1098020"/>
          </a:xfrm>
        </p:spPr>
        <p:txBody>
          <a:bodyPr/>
          <a:lstStyle/>
          <a:p>
            <a:r>
              <a:rPr lang="en-US" dirty="0"/>
              <a:t>Data Services: Data &amp; Analytics Advisory </a:t>
            </a:r>
          </a:p>
        </p:txBody>
      </p:sp>
      <p:grpSp>
        <p:nvGrpSpPr>
          <p:cNvPr id="6" name="Group 5">
            <a:extLst>
              <a:ext uri="{FF2B5EF4-FFF2-40B4-BE49-F238E27FC236}">
                <a16:creationId xmlns:a16="http://schemas.microsoft.com/office/drawing/2014/main" id="{6848CA26-8B8D-CA11-5635-8997409D2CB3}"/>
              </a:ext>
              <a:ext uri="{C183D7F6-B498-43B3-948B-1728B52AA6E4}">
                <adec:decorative xmlns:adec="http://schemas.microsoft.com/office/drawing/2017/decorative" val="1"/>
              </a:ext>
            </a:extLst>
          </p:cNvPr>
          <p:cNvGrpSpPr/>
          <p:nvPr/>
        </p:nvGrpSpPr>
        <p:grpSpPr>
          <a:xfrm>
            <a:off x="4964678" y="1548881"/>
            <a:ext cx="6536943" cy="4745127"/>
            <a:chOff x="4617122" y="983271"/>
            <a:chExt cx="7237501" cy="5301738"/>
          </a:xfrm>
        </p:grpSpPr>
        <p:pic>
          <p:nvPicPr>
            <p:cNvPr id="7" name="Picture 6">
              <a:extLst>
                <a:ext uri="{FF2B5EF4-FFF2-40B4-BE49-F238E27FC236}">
                  <a16:creationId xmlns:a16="http://schemas.microsoft.com/office/drawing/2014/main" id="{E279885A-D79E-9191-4A0B-398EF1BFFADB}"/>
                </a:ext>
              </a:extLst>
            </p:cNvPr>
            <p:cNvPicPr>
              <a:picLocks noChangeAspect="1"/>
            </p:cNvPicPr>
            <p:nvPr/>
          </p:nvPicPr>
          <p:blipFill>
            <a:blip r:embed="rId2"/>
            <a:stretch>
              <a:fillRect/>
            </a:stretch>
          </p:blipFill>
          <p:spPr>
            <a:xfrm>
              <a:off x="5011220" y="1249282"/>
              <a:ext cx="1982010" cy="1110700"/>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4B732B37-4966-917C-FD23-DDA2EFE8CB66}"/>
                </a:ext>
              </a:extLst>
            </p:cNvPr>
            <p:cNvPicPr>
              <a:picLocks noChangeAspect="1"/>
            </p:cNvPicPr>
            <p:nvPr/>
          </p:nvPicPr>
          <p:blipFill>
            <a:blip r:embed="rId3"/>
            <a:stretch>
              <a:fillRect/>
            </a:stretch>
          </p:blipFill>
          <p:spPr>
            <a:xfrm>
              <a:off x="4942913" y="2436765"/>
              <a:ext cx="2050318" cy="1143098"/>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7657A596-7616-6399-8D44-986AAC496381}"/>
                </a:ext>
              </a:extLst>
            </p:cNvPr>
            <p:cNvPicPr>
              <a:picLocks noChangeAspect="1"/>
            </p:cNvPicPr>
            <p:nvPr/>
          </p:nvPicPr>
          <p:blipFill>
            <a:blip r:embed="rId4"/>
            <a:stretch>
              <a:fillRect/>
            </a:stretch>
          </p:blipFill>
          <p:spPr>
            <a:xfrm>
              <a:off x="7103700" y="1275104"/>
              <a:ext cx="2142210" cy="1112797"/>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5780EF9E-4D57-F268-AD89-F8624A4A91B0}"/>
                </a:ext>
              </a:extLst>
            </p:cNvPr>
            <p:cNvPicPr>
              <a:picLocks noChangeAspect="1"/>
            </p:cNvPicPr>
            <p:nvPr/>
          </p:nvPicPr>
          <p:blipFill>
            <a:blip r:embed="rId5"/>
            <a:stretch>
              <a:fillRect/>
            </a:stretch>
          </p:blipFill>
          <p:spPr>
            <a:xfrm>
              <a:off x="9356379" y="1277202"/>
              <a:ext cx="2119188" cy="1110699"/>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FF6B7375-A457-0280-DB75-59EEB33547EE}"/>
                </a:ext>
              </a:extLst>
            </p:cNvPr>
            <p:cNvPicPr>
              <a:picLocks noChangeAspect="1"/>
            </p:cNvPicPr>
            <p:nvPr/>
          </p:nvPicPr>
          <p:blipFill>
            <a:blip r:embed="rId6"/>
            <a:stretch>
              <a:fillRect/>
            </a:stretch>
          </p:blipFill>
          <p:spPr>
            <a:xfrm>
              <a:off x="7103700" y="2435889"/>
              <a:ext cx="2142210" cy="119520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CA740D67-07E9-C3D3-3F72-7A37EAA61473}"/>
                </a:ext>
              </a:extLst>
            </p:cNvPr>
            <p:cNvPicPr>
              <a:picLocks noChangeAspect="1"/>
            </p:cNvPicPr>
            <p:nvPr/>
          </p:nvPicPr>
          <p:blipFill>
            <a:blip r:embed="rId7"/>
            <a:stretch>
              <a:fillRect/>
            </a:stretch>
          </p:blipFill>
          <p:spPr>
            <a:xfrm>
              <a:off x="9356379" y="2435889"/>
              <a:ext cx="2142210" cy="1195206"/>
            </a:xfrm>
            <a:prstGeom prst="rect">
              <a:avLst/>
            </a:prstGeom>
            <a:ln>
              <a:noFill/>
            </a:ln>
            <a:effectLst>
              <a:outerShdw blurRad="292100" dist="139700" dir="2700000" algn="tl" rotWithShape="0">
                <a:srgbClr val="333333">
                  <a:alpha val="65000"/>
                </a:srgbClr>
              </a:outerShdw>
            </a:effectLst>
          </p:spPr>
        </p:pic>
        <p:sp>
          <p:nvSpPr>
            <p:cNvPr id="13" name="Rounded Rectangle 22">
              <a:extLst>
                <a:ext uri="{FF2B5EF4-FFF2-40B4-BE49-F238E27FC236}">
                  <a16:creationId xmlns:a16="http://schemas.microsoft.com/office/drawing/2014/main" id="{B031EF2A-2AC7-A12A-F215-1B5AF9B7E60C}"/>
                </a:ext>
              </a:extLst>
            </p:cNvPr>
            <p:cNvSpPr/>
            <p:nvPr/>
          </p:nvSpPr>
          <p:spPr>
            <a:xfrm>
              <a:off x="4617122" y="1105477"/>
              <a:ext cx="7237501" cy="2831821"/>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4" name="Rounded Rectangle 23">
              <a:extLst>
                <a:ext uri="{FF2B5EF4-FFF2-40B4-BE49-F238E27FC236}">
                  <a16:creationId xmlns:a16="http://schemas.microsoft.com/office/drawing/2014/main" id="{493167BC-0B3E-5E5C-28D2-0ACA5DA1067A}"/>
                </a:ext>
              </a:extLst>
            </p:cNvPr>
            <p:cNvSpPr/>
            <p:nvPr/>
          </p:nvSpPr>
          <p:spPr>
            <a:xfrm>
              <a:off x="6362134" y="983271"/>
              <a:ext cx="3903232" cy="231024"/>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Weekly Data Literacy and Data Science Meetings</a:t>
              </a:r>
            </a:p>
          </p:txBody>
        </p:sp>
        <p:sp>
          <p:nvSpPr>
            <p:cNvPr id="15" name="Rounded Rectangle 24">
              <a:extLst>
                <a:ext uri="{FF2B5EF4-FFF2-40B4-BE49-F238E27FC236}">
                  <a16:creationId xmlns:a16="http://schemas.microsoft.com/office/drawing/2014/main" id="{30F3AFF6-5F2D-8796-0747-856F066635C3}"/>
                </a:ext>
              </a:extLst>
            </p:cNvPr>
            <p:cNvSpPr/>
            <p:nvPr/>
          </p:nvSpPr>
          <p:spPr>
            <a:xfrm>
              <a:off x="5673793" y="4140515"/>
              <a:ext cx="5279913" cy="2144494"/>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6" name="Rounded Rectangle 25">
              <a:extLst>
                <a:ext uri="{FF2B5EF4-FFF2-40B4-BE49-F238E27FC236}">
                  <a16:creationId xmlns:a16="http://schemas.microsoft.com/office/drawing/2014/main" id="{E5A7396D-04BF-A25A-E2E8-C4D44AAF2843}"/>
                </a:ext>
              </a:extLst>
            </p:cNvPr>
            <p:cNvSpPr/>
            <p:nvPr/>
          </p:nvSpPr>
          <p:spPr>
            <a:xfrm>
              <a:off x="6556438" y="4042180"/>
              <a:ext cx="3903231" cy="231024"/>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Consultation Services</a:t>
              </a:r>
            </a:p>
          </p:txBody>
        </p:sp>
        <p:sp>
          <p:nvSpPr>
            <p:cNvPr id="17" name="Rounded Rectangle 28">
              <a:extLst>
                <a:ext uri="{FF2B5EF4-FFF2-40B4-BE49-F238E27FC236}">
                  <a16:creationId xmlns:a16="http://schemas.microsoft.com/office/drawing/2014/main" id="{83811D61-C07E-03A5-BAEB-E22F190E78A2}"/>
                </a:ext>
              </a:extLst>
            </p:cNvPr>
            <p:cNvSpPr/>
            <p:nvPr/>
          </p:nvSpPr>
          <p:spPr>
            <a:xfrm>
              <a:off x="6022529" y="4482827"/>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Support Initiatives to Foster a data-driven culture</a:t>
              </a:r>
            </a:p>
          </p:txBody>
        </p:sp>
        <p:sp>
          <p:nvSpPr>
            <p:cNvPr id="18" name="Rounded Rectangle 29">
              <a:extLst>
                <a:ext uri="{FF2B5EF4-FFF2-40B4-BE49-F238E27FC236}">
                  <a16:creationId xmlns:a16="http://schemas.microsoft.com/office/drawing/2014/main" id="{F7CBFB62-A6BA-64CA-8AE6-7CC74FE7A75A}"/>
                </a:ext>
              </a:extLst>
            </p:cNvPr>
            <p:cNvSpPr/>
            <p:nvPr/>
          </p:nvSpPr>
          <p:spPr>
            <a:xfrm>
              <a:off x="7602253" y="4427982"/>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Assist with organizational data literacy</a:t>
              </a:r>
            </a:p>
          </p:txBody>
        </p:sp>
        <p:sp>
          <p:nvSpPr>
            <p:cNvPr id="19" name="Rounded Rectangle 30">
              <a:extLst>
                <a:ext uri="{FF2B5EF4-FFF2-40B4-BE49-F238E27FC236}">
                  <a16:creationId xmlns:a16="http://schemas.microsoft.com/office/drawing/2014/main" id="{6CC77B7A-9A9E-3884-B12C-693F9914E8AF}"/>
                </a:ext>
              </a:extLst>
            </p:cNvPr>
            <p:cNvSpPr/>
            <p:nvPr/>
          </p:nvSpPr>
          <p:spPr>
            <a:xfrm>
              <a:off x="8495492" y="5405877"/>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Consult on data-related strategies</a:t>
              </a:r>
            </a:p>
          </p:txBody>
        </p:sp>
        <p:sp>
          <p:nvSpPr>
            <p:cNvPr id="20" name="Rounded Rectangle 31">
              <a:extLst>
                <a:ext uri="{FF2B5EF4-FFF2-40B4-BE49-F238E27FC236}">
                  <a16:creationId xmlns:a16="http://schemas.microsoft.com/office/drawing/2014/main" id="{E0476839-4DE0-081D-324E-30B9B26E44CD}"/>
                </a:ext>
              </a:extLst>
            </p:cNvPr>
            <p:cNvSpPr/>
            <p:nvPr/>
          </p:nvSpPr>
          <p:spPr>
            <a:xfrm>
              <a:off x="9181978" y="4391458"/>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Support policy and procedure development</a:t>
              </a:r>
            </a:p>
          </p:txBody>
        </p:sp>
        <p:sp>
          <p:nvSpPr>
            <p:cNvPr id="21" name="Rounded Rectangle 32">
              <a:extLst>
                <a:ext uri="{FF2B5EF4-FFF2-40B4-BE49-F238E27FC236}">
                  <a16:creationId xmlns:a16="http://schemas.microsoft.com/office/drawing/2014/main" id="{B411C78F-EDA7-99A7-E613-38330E376FC9}"/>
                </a:ext>
              </a:extLst>
            </p:cNvPr>
            <p:cNvSpPr/>
            <p:nvPr/>
          </p:nvSpPr>
          <p:spPr>
            <a:xfrm>
              <a:off x="6940779" y="5405877"/>
              <a:ext cx="1372970" cy="856649"/>
            </a:xfrm>
            <a:prstGeom prst="roundRect">
              <a:avLst/>
            </a:prstGeom>
            <a:solidFill>
              <a:srgbClr val="F2F2F2"/>
            </a:solidFill>
            <a:ln w="9525" cap="rnd" cmpd="sng" algn="ctr">
              <a:solidFill>
                <a:srgbClr val="57575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Bridge the gap between business and technology</a:t>
              </a:r>
            </a:p>
          </p:txBody>
        </p:sp>
      </p:grpSp>
      <p:grpSp>
        <p:nvGrpSpPr>
          <p:cNvPr id="22" name="Group 21" descr="Data Services: Data &amp; Analytics Advisory &#10;&#10;Weekly Data Literacy and Science Meetings&#10;Consultation Services: Support initiatives to foster a data-driven culture, Assist with organizational data literacy, Support policy and procedure development, Bridge the gap between business and technology, Consult on data-related strategies ">
            <a:extLst>
              <a:ext uri="{FF2B5EF4-FFF2-40B4-BE49-F238E27FC236}">
                <a16:creationId xmlns:a16="http://schemas.microsoft.com/office/drawing/2014/main" id="{99F85BC5-0ECF-2A19-AABC-F689E3BE7D60}"/>
              </a:ext>
            </a:extLst>
          </p:cNvPr>
          <p:cNvGrpSpPr/>
          <p:nvPr/>
        </p:nvGrpSpPr>
        <p:grpSpPr>
          <a:xfrm>
            <a:off x="589566" y="1661743"/>
            <a:ext cx="3672268" cy="4267409"/>
            <a:chOff x="236563" y="1678227"/>
            <a:chExt cx="3672268" cy="4267409"/>
          </a:xfrm>
        </p:grpSpPr>
        <p:sp>
          <p:nvSpPr>
            <p:cNvPr id="23" name="Rectangle 22">
              <a:extLst>
                <a:ext uri="{FF2B5EF4-FFF2-40B4-BE49-F238E27FC236}">
                  <a16:creationId xmlns:a16="http://schemas.microsoft.com/office/drawing/2014/main" id="{0DCE92C7-7AC2-C68C-7707-E4C1A29B3DF5}"/>
                </a:ext>
              </a:extLst>
            </p:cNvPr>
            <p:cNvSpPr/>
            <p:nvPr/>
          </p:nvSpPr>
          <p:spPr>
            <a:xfrm>
              <a:off x="439858" y="2601557"/>
              <a:ext cx="3245549" cy="3344079"/>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4" name="Rectangle 23">
              <a:extLst>
                <a:ext uri="{FF2B5EF4-FFF2-40B4-BE49-F238E27FC236}">
                  <a16:creationId xmlns:a16="http://schemas.microsoft.com/office/drawing/2014/main" id="{8FFCBB66-96F2-DADE-983A-4D0096F92826}"/>
                </a:ext>
              </a:extLst>
            </p:cNvPr>
            <p:cNvSpPr/>
            <p:nvPr/>
          </p:nvSpPr>
          <p:spPr>
            <a:xfrm>
              <a:off x="1257651" y="2746190"/>
              <a:ext cx="2349614" cy="1094619"/>
            </a:xfrm>
            <a:prstGeom prst="rect">
              <a:avLst/>
            </a:prstGeom>
            <a:solidFill>
              <a:srgbClr val="FFE18B">
                <a:lumMod val="75000"/>
              </a:srgb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20" normalizeH="0" baseline="0" noProof="0" dirty="0">
                  <a:ln>
                    <a:noFill/>
                  </a:ln>
                  <a:solidFill>
                    <a:schemeClr val="tx1">
                      <a:lumMod val="50000"/>
                    </a:schemeClr>
                  </a:solidFill>
                  <a:effectLst/>
                  <a:uLnTx/>
                  <a:uFillTx/>
                  <a:latin typeface="Franklin Gothic Book"/>
                  <a:ea typeface="+mn-ea"/>
                  <a:cs typeface="+mn-cs"/>
                </a:rPr>
                <a:t>Data &amp; Analytics Advisory</a:t>
              </a:r>
            </a:p>
          </p:txBody>
        </p:sp>
        <p:sp>
          <p:nvSpPr>
            <p:cNvPr id="25" name="Rectangle 24">
              <a:extLst>
                <a:ext uri="{FF2B5EF4-FFF2-40B4-BE49-F238E27FC236}">
                  <a16:creationId xmlns:a16="http://schemas.microsoft.com/office/drawing/2014/main" id="{83A58A14-6BD6-B25A-CBA4-BC113FFC465F}"/>
                </a:ext>
              </a:extLst>
            </p:cNvPr>
            <p:cNvSpPr/>
            <p:nvPr/>
          </p:nvSpPr>
          <p:spPr>
            <a:xfrm rot="5400000">
              <a:off x="1611032" y="303758"/>
              <a:ext cx="923330" cy="3672268"/>
            </a:xfrm>
            <a:prstGeom prst="rect">
              <a:avLst/>
            </a:prstGeom>
            <a:solidFill>
              <a:srgbClr val="122A52">
                <a:lumMod val="50000"/>
                <a:lumOff val="50000"/>
              </a:srgbClr>
            </a:solidFill>
            <a:ln>
              <a:solidFill>
                <a:srgbClr val="122A52">
                  <a:lumMod val="50000"/>
                  <a:lumOff val="50000"/>
                </a:srgbClr>
              </a:solid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Franklin Gothic Book"/>
                  <a:ea typeface="+mn-ea"/>
                  <a:cs typeface="+mn-cs"/>
                </a:rPr>
                <a:t>Data Services</a:t>
              </a:r>
            </a:p>
          </p:txBody>
        </p:sp>
        <p:pic>
          <p:nvPicPr>
            <p:cNvPr id="26" name="Picture 25" descr="A black background with a black square&#10;&#10;AI-generated content may be incorrect.">
              <a:extLst>
                <a:ext uri="{FF2B5EF4-FFF2-40B4-BE49-F238E27FC236}">
                  <a16:creationId xmlns:a16="http://schemas.microsoft.com/office/drawing/2014/main" id="{898C7FA0-3F01-9FD7-53F6-7F5597F56E9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7376" y="1751650"/>
              <a:ext cx="747070" cy="747070"/>
            </a:xfrm>
            <a:prstGeom prst="rect">
              <a:avLst/>
            </a:prstGeom>
          </p:spPr>
        </p:pic>
        <p:pic>
          <p:nvPicPr>
            <p:cNvPr id="27" name="Picture 26" descr="A black background with a black square&#10;&#10;AI-generated content may be incorrect.">
              <a:extLst>
                <a:ext uri="{FF2B5EF4-FFF2-40B4-BE49-F238E27FC236}">
                  <a16:creationId xmlns:a16="http://schemas.microsoft.com/office/drawing/2014/main" id="{375DF832-CFB7-E215-0E2E-61924F1D109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3993" y="2938980"/>
              <a:ext cx="709038" cy="709038"/>
            </a:xfrm>
            <a:prstGeom prst="rect">
              <a:avLst/>
            </a:prstGeom>
            <a:noFill/>
            <a:ln>
              <a:noFill/>
            </a:ln>
          </p:spPr>
        </p:pic>
        <p:pic>
          <p:nvPicPr>
            <p:cNvPr id="28" name="Picture 27" descr="A black background with a black square&#10;&#10;AI-generated content may be incorrect.">
              <a:extLst>
                <a:ext uri="{FF2B5EF4-FFF2-40B4-BE49-F238E27FC236}">
                  <a16:creationId xmlns:a16="http://schemas.microsoft.com/office/drawing/2014/main" id="{B5FD50FF-436E-6646-AA93-70D3738393B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1200" y="4556022"/>
              <a:ext cx="709038" cy="709038"/>
            </a:xfrm>
            <a:prstGeom prst="rect">
              <a:avLst/>
            </a:prstGeom>
            <a:solidFill>
              <a:sysClr val="window" lastClr="FFFFFF">
                <a:lumMod val="95000"/>
              </a:sysClr>
            </a:solidFill>
            <a:ln>
              <a:noFill/>
            </a:ln>
          </p:spPr>
        </p:pic>
        <p:sp>
          <p:nvSpPr>
            <p:cNvPr id="29" name="Rectangle 28">
              <a:extLst>
                <a:ext uri="{FF2B5EF4-FFF2-40B4-BE49-F238E27FC236}">
                  <a16:creationId xmlns:a16="http://schemas.microsoft.com/office/drawing/2014/main" id="{8D4D7635-0CFA-C7AB-6977-064A2C47A032}"/>
                </a:ext>
              </a:extLst>
            </p:cNvPr>
            <p:cNvSpPr/>
            <p:nvPr/>
          </p:nvSpPr>
          <p:spPr>
            <a:xfrm>
              <a:off x="1267275" y="2760225"/>
              <a:ext cx="2349613" cy="1080584"/>
            </a:xfrm>
            <a:prstGeom prst="rect">
              <a:avLst/>
            </a:prstGeom>
            <a:solidFill>
              <a:srgbClr val="FFE18B">
                <a:lumMod val="75000"/>
              </a:srgbClr>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Data &amp; Analytics Advisory</a:t>
              </a:r>
            </a:p>
          </p:txBody>
        </p:sp>
        <p:sp>
          <p:nvSpPr>
            <p:cNvPr id="30" name="Rectangle 29">
              <a:extLst>
                <a:ext uri="{FF2B5EF4-FFF2-40B4-BE49-F238E27FC236}">
                  <a16:creationId xmlns:a16="http://schemas.microsoft.com/office/drawing/2014/main" id="{6B3D9E5B-5A88-F5B3-0A72-359754F9C75F}"/>
                </a:ext>
              </a:extLst>
            </p:cNvPr>
            <p:cNvSpPr/>
            <p:nvPr/>
          </p:nvSpPr>
          <p:spPr>
            <a:xfrm>
              <a:off x="1248380" y="4391141"/>
              <a:ext cx="2358885" cy="1128365"/>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chemeClr val="tx1">
                      <a:lumMod val="50000"/>
                    </a:schemeClr>
                  </a:solidFill>
                  <a:effectLst/>
                  <a:uLnTx/>
                  <a:uFillTx/>
                  <a:latin typeface="Franklin Gothic Book"/>
                  <a:ea typeface="+mn-ea"/>
                  <a:cs typeface="+mn-cs"/>
                </a:rPr>
                <a:t>MIP Customer Care</a:t>
              </a:r>
            </a:p>
          </p:txBody>
        </p:sp>
      </p:grpSp>
      <p:sp>
        <p:nvSpPr>
          <p:cNvPr id="3" name="Date Placeholder 2">
            <a:extLst>
              <a:ext uri="{FF2B5EF4-FFF2-40B4-BE49-F238E27FC236}">
                <a16:creationId xmlns:a16="http://schemas.microsoft.com/office/drawing/2014/main" id="{6F7C4D6A-ED10-694B-0B41-10C5BAD103F4}"/>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DEC8A6A8-C51F-7C24-777D-B6A346E82784}"/>
              </a:ext>
            </a:extLst>
          </p:cNvPr>
          <p:cNvSpPr>
            <a:spLocks noGrp="1"/>
          </p:cNvSpPr>
          <p:nvPr>
            <p:ph type="sldNum" sz="quarter" idx="4"/>
          </p:nvPr>
        </p:nvSpPr>
        <p:spPr/>
        <p:txBody>
          <a:bodyPr/>
          <a:lstStyle/>
          <a:p>
            <a:r>
              <a:rPr lang="en-US"/>
              <a:t>2025 MHS Conference    </a:t>
            </a:r>
            <a:fld id="{54558BDB-F807-4A0D-8BCD-2F5355F4A24C}" type="slidenum">
              <a:rPr lang="en-US" smtClean="0"/>
              <a:pPr/>
              <a:t>17</a:t>
            </a:fld>
            <a:endParaRPr lang="en-US" dirty="0"/>
          </a:p>
        </p:txBody>
      </p:sp>
    </p:spTree>
    <p:extLst>
      <p:ext uri="{BB962C8B-B14F-4D97-AF65-F5344CB8AC3E}">
        <p14:creationId xmlns:p14="http://schemas.microsoft.com/office/powerpoint/2010/main" val="2982662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8D2CB-D506-63AF-4898-FAE77253FFE5}"/>
              </a:ext>
            </a:extLst>
          </p:cNvPr>
          <p:cNvSpPr>
            <a:spLocks noGrp="1"/>
          </p:cNvSpPr>
          <p:nvPr>
            <p:ph type="title"/>
          </p:nvPr>
        </p:nvSpPr>
        <p:spPr/>
        <p:txBody>
          <a:bodyPr/>
          <a:lstStyle/>
          <a:p>
            <a:r>
              <a:rPr lang="en-US" dirty="0"/>
              <a:t>Data Services: MIP Customer Support</a:t>
            </a:r>
          </a:p>
        </p:txBody>
      </p:sp>
      <p:grpSp>
        <p:nvGrpSpPr>
          <p:cNvPr id="18" name="Group 17" descr="Data Services:&#10;MIP Customer Care&#10;&#10;Weekly Meetings&#10;MIP User Group&#10;MIP Status Calendar&#10;">
            <a:extLst>
              <a:ext uri="{FF2B5EF4-FFF2-40B4-BE49-F238E27FC236}">
                <a16:creationId xmlns:a16="http://schemas.microsoft.com/office/drawing/2014/main" id="{4A0DCC55-2E2F-96E4-6A18-A74EFDEB66D6}"/>
              </a:ext>
            </a:extLst>
          </p:cNvPr>
          <p:cNvGrpSpPr/>
          <p:nvPr/>
        </p:nvGrpSpPr>
        <p:grpSpPr>
          <a:xfrm>
            <a:off x="869066" y="1712909"/>
            <a:ext cx="3672268" cy="4267409"/>
            <a:chOff x="236563" y="1678227"/>
            <a:chExt cx="3672268" cy="4267409"/>
          </a:xfrm>
        </p:grpSpPr>
        <p:sp>
          <p:nvSpPr>
            <p:cNvPr id="19" name="Rectangle 18">
              <a:extLst>
                <a:ext uri="{FF2B5EF4-FFF2-40B4-BE49-F238E27FC236}">
                  <a16:creationId xmlns:a16="http://schemas.microsoft.com/office/drawing/2014/main" id="{A8D18B26-2245-2127-B712-C6A6FFC6E05F}"/>
                </a:ext>
              </a:extLst>
            </p:cNvPr>
            <p:cNvSpPr/>
            <p:nvPr/>
          </p:nvSpPr>
          <p:spPr>
            <a:xfrm>
              <a:off x="439858" y="2601557"/>
              <a:ext cx="3245549" cy="3344079"/>
            </a:xfrm>
            <a:prstGeom prst="rect">
              <a:avLst/>
            </a:prstGeom>
            <a:solidFill>
              <a:srgbClr val="F2F2F2"/>
            </a:solidFill>
            <a:ln w="9525" cap="rnd" cmpd="sng" algn="ctr">
              <a:solidFill>
                <a:srgbClr val="F2F2F2"/>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1000"/>
                </a:spcAft>
                <a:buClrTx/>
                <a:buSzTx/>
                <a:buFontTx/>
                <a:buNone/>
                <a:tabLst/>
                <a:defRPr/>
              </a:pPr>
              <a:endParaRPr kumimoji="0" lang="en-US" sz="24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20" name="Rectangle 19">
              <a:extLst>
                <a:ext uri="{FF2B5EF4-FFF2-40B4-BE49-F238E27FC236}">
                  <a16:creationId xmlns:a16="http://schemas.microsoft.com/office/drawing/2014/main" id="{24452CA7-A765-7821-BDF9-C51E93071029}"/>
                </a:ext>
              </a:extLst>
            </p:cNvPr>
            <p:cNvSpPr/>
            <p:nvPr/>
          </p:nvSpPr>
          <p:spPr>
            <a:xfrm>
              <a:off x="1257651" y="2746190"/>
              <a:ext cx="2349614" cy="1094619"/>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20" normalizeH="0" baseline="0" noProof="0" dirty="0">
                  <a:ln>
                    <a:noFill/>
                  </a:ln>
                  <a:solidFill>
                    <a:prstClr val="white">
                      <a:lumMod val="75000"/>
                    </a:prstClr>
                  </a:solidFill>
                  <a:effectLst/>
                  <a:uLnTx/>
                  <a:uFillTx/>
                  <a:latin typeface="Franklin Gothic Book"/>
                  <a:ea typeface="+mn-ea"/>
                  <a:cs typeface="+mn-cs"/>
                </a:rPr>
                <a:t>Data &amp; Analytics Advisory</a:t>
              </a:r>
            </a:p>
          </p:txBody>
        </p:sp>
        <p:sp>
          <p:nvSpPr>
            <p:cNvPr id="21" name="Rectangle 20">
              <a:extLst>
                <a:ext uri="{FF2B5EF4-FFF2-40B4-BE49-F238E27FC236}">
                  <a16:creationId xmlns:a16="http://schemas.microsoft.com/office/drawing/2014/main" id="{77D3525D-CA5C-FC1D-764B-7B65AB66FDAA}"/>
                </a:ext>
              </a:extLst>
            </p:cNvPr>
            <p:cNvSpPr/>
            <p:nvPr/>
          </p:nvSpPr>
          <p:spPr>
            <a:xfrm rot="5400000">
              <a:off x="1611032" y="303758"/>
              <a:ext cx="923330" cy="3672268"/>
            </a:xfrm>
            <a:prstGeom prst="rect">
              <a:avLst/>
            </a:prstGeom>
            <a:solidFill>
              <a:srgbClr val="122A52">
                <a:lumMod val="50000"/>
                <a:lumOff val="50000"/>
              </a:srgbClr>
            </a:solidFill>
            <a:ln>
              <a:solidFill>
                <a:srgbClr val="122A52">
                  <a:lumMod val="50000"/>
                  <a:lumOff val="50000"/>
                </a:srgbClr>
              </a:solid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p:spPr>
          <p:txBody>
            <a:bodyPr vert="vert270" lIns="91211" tIns="45606" rIns="91211" bIns="4560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Franklin Gothic Book"/>
                  <a:ea typeface="+mn-ea"/>
                  <a:cs typeface="+mn-cs"/>
                </a:rPr>
                <a:t>Data Services</a:t>
              </a:r>
            </a:p>
          </p:txBody>
        </p:sp>
        <p:pic>
          <p:nvPicPr>
            <p:cNvPr id="22" name="Picture 21" descr="A black background with a black square&#10;&#10;AI-generated content may be incorrect.">
              <a:extLst>
                <a:ext uri="{FF2B5EF4-FFF2-40B4-BE49-F238E27FC236}">
                  <a16:creationId xmlns:a16="http://schemas.microsoft.com/office/drawing/2014/main" id="{A0184769-1B63-4CA6-3500-F00F07A6B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376" y="1751650"/>
              <a:ext cx="747070" cy="747070"/>
            </a:xfrm>
            <a:prstGeom prst="rect">
              <a:avLst/>
            </a:prstGeom>
          </p:spPr>
        </p:pic>
        <p:pic>
          <p:nvPicPr>
            <p:cNvPr id="23" name="Picture 22" descr="A black background with a black square&#10;&#10;AI-generated content may be incorrect.">
              <a:extLst>
                <a:ext uri="{FF2B5EF4-FFF2-40B4-BE49-F238E27FC236}">
                  <a16:creationId xmlns:a16="http://schemas.microsoft.com/office/drawing/2014/main" id="{92DE1929-2DFD-9FB9-4099-72A42895C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993" y="2938980"/>
              <a:ext cx="709038" cy="709038"/>
            </a:xfrm>
            <a:prstGeom prst="rect">
              <a:avLst/>
            </a:prstGeom>
            <a:noFill/>
            <a:ln>
              <a:noFill/>
            </a:ln>
          </p:spPr>
        </p:pic>
        <p:pic>
          <p:nvPicPr>
            <p:cNvPr id="24" name="Picture 23" descr="A black background with a black square&#10;&#10;AI-generated content may be incorrect.">
              <a:extLst>
                <a:ext uri="{FF2B5EF4-FFF2-40B4-BE49-F238E27FC236}">
                  <a16:creationId xmlns:a16="http://schemas.microsoft.com/office/drawing/2014/main" id="{28C5C0C2-B3E6-A1D5-C3BB-6B32D4A7A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200" y="4556022"/>
              <a:ext cx="709038" cy="709038"/>
            </a:xfrm>
            <a:prstGeom prst="rect">
              <a:avLst/>
            </a:prstGeom>
            <a:solidFill>
              <a:sysClr val="window" lastClr="FFFFFF">
                <a:lumMod val="95000"/>
              </a:sysClr>
            </a:solidFill>
            <a:ln>
              <a:noFill/>
            </a:ln>
          </p:spPr>
        </p:pic>
        <p:sp>
          <p:nvSpPr>
            <p:cNvPr id="25" name="Rectangle 24">
              <a:extLst>
                <a:ext uri="{FF2B5EF4-FFF2-40B4-BE49-F238E27FC236}">
                  <a16:creationId xmlns:a16="http://schemas.microsoft.com/office/drawing/2014/main" id="{A33E7301-0960-33C7-A052-AB99467ADB45}"/>
                </a:ext>
              </a:extLst>
            </p:cNvPr>
            <p:cNvSpPr/>
            <p:nvPr/>
          </p:nvSpPr>
          <p:spPr>
            <a:xfrm>
              <a:off x="1248380" y="4391141"/>
              <a:ext cx="2358885" cy="1128365"/>
            </a:xfrm>
            <a:prstGeom prst="rect">
              <a:avLst/>
            </a:prstGeom>
            <a:solidFill>
              <a:sysClr val="window" lastClr="FFFFFF">
                <a:lumMod val="95000"/>
              </a:sysClr>
            </a:solidFill>
            <a:ln w="12668" cap="flat" cmpd="sng" algn="ctr">
              <a:solidFill>
                <a:sysClr val="window" lastClr="FFFFFF">
                  <a:lumMod val="65000"/>
                </a:sys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000" b="0" i="0" u="none" strike="noStrike" kern="0" cap="none" spc="0" normalizeH="0" baseline="0" noProof="0" dirty="0">
                  <a:ln>
                    <a:noFill/>
                  </a:ln>
                  <a:solidFill>
                    <a:schemeClr val="tx1">
                      <a:lumMod val="50000"/>
                    </a:schemeClr>
                  </a:solidFill>
                  <a:effectLst/>
                  <a:uLnTx/>
                  <a:uFillTx/>
                  <a:latin typeface="Franklin Gothic Book"/>
                  <a:ea typeface="+mn-ea"/>
                  <a:cs typeface="+mn-cs"/>
                </a:rPr>
                <a:t>MIP Customer Care</a:t>
              </a:r>
            </a:p>
          </p:txBody>
        </p:sp>
        <p:sp>
          <p:nvSpPr>
            <p:cNvPr id="26" name="Rectangle 25">
              <a:extLst>
                <a:ext uri="{FF2B5EF4-FFF2-40B4-BE49-F238E27FC236}">
                  <a16:creationId xmlns:a16="http://schemas.microsoft.com/office/drawing/2014/main" id="{EC1A6D9D-2832-AF04-F815-226370602749}"/>
                </a:ext>
              </a:extLst>
            </p:cNvPr>
            <p:cNvSpPr/>
            <p:nvPr/>
          </p:nvSpPr>
          <p:spPr>
            <a:xfrm>
              <a:off x="1233031" y="4391140"/>
              <a:ext cx="2374234" cy="1128365"/>
            </a:xfrm>
            <a:prstGeom prst="rect">
              <a:avLst/>
            </a:prstGeom>
            <a:solidFill>
              <a:srgbClr val="FFE18B">
                <a:lumMod val="75000"/>
              </a:srgbClr>
            </a:solidFill>
            <a:ln w="12668" cap="flat" cmpd="sng" algn="ctr">
              <a:solidFill>
                <a:srgbClr val="0D1F3B">
                  <a:shade val="15000"/>
                </a:srgbClr>
              </a:solidFill>
              <a:prstDash val="solid"/>
            </a:ln>
            <a:effectLst/>
          </p:spPr>
          <p:txBody>
            <a:bodyPr lIns="91211" tIns="45606" rIns="91211" bIns="45606" rtlCol="0" anchor="ctr"/>
            <a:lstStyle/>
            <a:p>
              <a:pPr marL="0" marR="0" lvl="0" indent="0" algn="ctr" defTabSz="914400" eaLnBrk="1" fontAlgn="auto" latinLnBrk="0" hangingPunct="1">
                <a:lnSpc>
                  <a:spcPct val="100000"/>
                </a:lnSpc>
                <a:spcBef>
                  <a:spcPts val="0"/>
                </a:spcBef>
                <a:spcAft>
                  <a:spcPts val="0"/>
                </a:spcAft>
                <a:buClrTx/>
                <a:buSzPts val="1100"/>
                <a:buFontTx/>
                <a:buNone/>
                <a:tabLst/>
                <a:defRPr/>
              </a:pPr>
              <a:r>
                <a:rPr kumimoji="0" lang="en-US" sz="2400" b="0" i="0" u="none" strike="noStrike" kern="0" cap="none" spc="0" normalizeH="0" baseline="0" noProof="0" dirty="0">
                  <a:ln>
                    <a:noFill/>
                  </a:ln>
                  <a:solidFill>
                    <a:srgbClr val="575757"/>
                  </a:solidFill>
                  <a:effectLst/>
                  <a:uLnTx/>
                  <a:uFillTx/>
                  <a:latin typeface="Franklin Gothic Book"/>
                  <a:ea typeface="+mn-ea"/>
                  <a:cs typeface="+mn-cs"/>
                </a:rPr>
                <a:t>MIP Customer Care</a:t>
              </a:r>
            </a:p>
          </p:txBody>
        </p:sp>
      </p:grpSp>
      <p:grpSp>
        <p:nvGrpSpPr>
          <p:cNvPr id="5" name="Group 4">
            <a:extLst>
              <a:ext uri="{FF2B5EF4-FFF2-40B4-BE49-F238E27FC236}">
                <a16:creationId xmlns:a16="http://schemas.microsoft.com/office/drawing/2014/main" id="{0EA8A0A5-45AA-034C-A9F1-28EDA0CC9262}"/>
              </a:ext>
              <a:ext uri="{C183D7F6-B498-43B3-948B-1728B52AA6E4}">
                <adec:decorative xmlns:adec="http://schemas.microsoft.com/office/drawing/2017/decorative" val="1"/>
              </a:ext>
            </a:extLst>
          </p:cNvPr>
          <p:cNvGrpSpPr/>
          <p:nvPr/>
        </p:nvGrpSpPr>
        <p:grpSpPr>
          <a:xfrm>
            <a:off x="5359127" y="1426029"/>
            <a:ext cx="5778599" cy="5066279"/>
            <a:chOff x="5063543" y="962582"/>
            <a:chExt cx="6074184" cy="5655779"/>
          </a:xfrm>
        </p:grpSpPr>
        <p:pic>
          <p:nvPicPr>
            <p:cNvPr id="6" name="Picture 5" descr="A screenshot of a computer&#10;&#10;AI-generated content may be incorrect.">
              <a:extLst>
                <a:ext uri="{FF2B5EF4-FFF2-40B4-BE49-F238E27FC236}">
                  <a16:creationId xmlns:a16="http://schemas.microsoft.com/office/drawing/2014/main" id="{0D3DE29E-572F-F02F-74DF-3B4EEAA7B718}"/>
                </a:ext>
              </a:extLst>
            </p:cNvPr>
            <p:cNvPicPr>
              <a:picLocks noChangeAspect="1"/>
            </p:cNvPicPr>
            <p:nvPr/>
          </p:nvPicPr>
          <p:blipFill>
            <a:blip r:embed="rId5">
              <a:extLst>
                <a:ext uri="{28A0092B-C50C-407E-A947-70E740481C1C}">
                  <a14:useLocalDpi xmlns:a14="http://schemas.microsoft.com/office/drawing/2010/main" val="0"/>
                </a:ext>
              </a:extLst>
            </a:blip>
            <a:srcRect l="12082" t="29708" r="35411" b="43316"/>
            <a:stretch/>
          </p:blipFill>
          <p:spPr>
            <a:xfrm>
              <a:off x="5303398" y="1241594"/>
              <a:ext cx="4081113" cy="124165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188FDF10-9807-78D9-2B0C-3C1E045447D4}"/>
                </a:ext>
              </a:extLst>
            </p:cNvPr>
            <p:cNvPicPr>
              <a:picLocks noChangeAspect="1"/>
            </p:cNvPicPr>
            <p:nvPr/>
          </p:nvPicPr>
          <p:blipFill>
            <a:blip r:embed="rId5">
              <a:extLst>
                <a:ext uri="{28A0092B-C50C-407E-A947-70E740481C1C}">
                  <a14:useLocalDpi xmlns:a14="http://schemas.microsoft.com/office/drawing/2010/main" val="0"/>
                </a:ext>
              </a:extLst>
            </a:blip>
            <a:srcRect l="12599" t="61862" r="69770" b="12333"/>
            <a:stretch/>
          </p:blipFill>
          <p:spPr>
            <a:xfrm>
              <a:off x="9402788" y="1273206"/>
              <a:ext cx="1370386" cy="1187806"/>
            </a:xfrm>
            <a:prstGeom prst="rect">
              <a:avLst/>
            </a:prstGeom>
          </p:spPr>
        </p:pic>
        <p:sp>
          <p:nvSpPr>
            <p:cNvPr id="8" name="Rounded Rectangle 9">
              <a:extLst>
                <a:ext uri="{FF2B5EF4-FFF2-40B4-BE49-F238E27FC236}">
                  <a16:creationId xmlns:a16="http://schemas.microsoft.com/office/drawing/2014/main" id="{DCA86765-E38B-24C9-4F61-52C25DF70CC8}"/>
                </a:ext>
              </a:extLst>
            </p:cNvPr>
            <p:cNvSpPr/>
            <p:nvPr/>
          </p:nvSpPr>
          <p:spPr>
            <a:xfrm>
              <a:off x="5063543" y="1105478"/>
              <a:ext cx="6074184" cy="1672136"/>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9" name="Rounded Rectangle 10">
              <a:extLst>
                <a:ext uri="{FF2B5EF4-FFF2-40B4-BE49-F238E27FC236}">
                  <a16:creationId xmlns:a16="http://schemas.microsoft.com/office/drawing/2014/main" id="{704324FA-6A9F-1882-E26B-16A434498F6E}"/>
                </a:ext>
              </a:extLst>
            </p:cNvPr>
            <p:cNvSpPr/>
            <p:nvPr/>
          </p:nvSpPr>
          <p:spPr>
            <a:xfrm>
              <a:off x="7048053" y="962582"/>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Weekly Meetings</a:t>
              </a:r>
            </a:p>
          </p:txBody>
        </p:sp>
        <p:pic>
          <p:nvPicPr>
            <p:cNvPr id="10" name="Picture 9" descr="A blue and white logo&#10;&#10;AI-generated content may be incorrect.">
              <a:extLst>
                <a:ext uri="{FF2B5EF4-FFF2-40B4-BE49-F238E27FC236}">
                  <a16:creationId xmlns:a16="http://schemas.microsoft.com/office/drawing/2014/main" id="{3B329A39-31B6-3323-C446-25643AABC9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7395" y="3159595"/>
              <a:ext cx="1561316" cy="1561316"/>
            </a:xfrm>
            <a:prstGeom prst="rect">
              <a:avLst/>
            </a:prstGeom>
          </p:spPr>
        </p:pic>
        <p:sp>
          <p:nvSpPr>
            <p:cNvPr id="11" name="Rounded Rectangle 14">
              <a:extLst>
                <a:ext uri="{FF2B5EF4-FFF2-40B4-BE49-F238E27FC236}">
                  <a16:creationId xmlns:a16="http://schemas.microsoft.com/office/drawing/2014/main" id="{827A6690-AB1E-BD12-2727-773D673FDD38}"/>
                </a:ext>
              </a:extLst>
            </p:cNvPr>
            <p:cNvSpPr/>
            <p:nvPr/>
          </p:nvSpPr>
          <p:spPr>
            <a:xfrm>
              <a:off x="5063543" y="3082669"/>
              <a:ext cx="6074184" cy="1672136"/>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2" name="Rounded Rectangle 15">
              <a:extLst>
                <a:ext uri="{FF2B5EF4-FFF2-40B4-BE49-F238E27FC236}">
                  <a16:creationId xmlns:a16="http://schemas.microsoft.com/office/drawing/2014/main" id="{1FB6A395-9954-A740-EEBB-78599611A729}"/>
                </a:ext>
              </a:extLst>
            </p:cNvPr>
            <p:cNvSpPr/>
            <p:nvPr/>
          </p:nvSpPr>
          <p:spPr>
            <a:xfrm>
              <a:off x="7048053" y="2939773"/>
              <a:ext cx="1891611" cy="187542"/>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MIP User Group</a:t>
              </a:r>
            </a:p>
          </p:txBody>
        </p:sp>
        <p:pic>
          <p:nvPicPr>
            <p:cNvPr id="13" name="Picture 12" descr="A screenshot of a computer&#10;&#10;AI-generated content may be incorrect.">
              <a:extLst>
                <a:ext uri="{FF2B5EF4-FFF2-40B4-BE49-F238E27FC236}">
                  <a16:creationId xmlns:a16="http://schemas.microsoft.com/office/drawing/2014/main" id="{E09E08B5-C45C-DB51-9E57-4FAE3094B965}"/>
                </a:ext>
              </a:extLst>
            </p:cNvPr>
            <p:cNvPicPr>
              <a:picLocks noChangeAspect="1"/>
            </p:cNvPicPr>
            <p:nvPr/>
          </p:nvPicPr>
          <p:blipFill>
            <a:blip r:embed="rId5">
              <a:extLst>
                <a:ext uri="{28A0092B-C50C-407E-A947-70E740481C1C}">
                  <a14:useLocalDpi xmlns:a14="http://schemas.microsoft.com/office/drawing/2010/main" val="0"/>
                </a:ext>
              </a:extLst>
            </a:blip>
            <a:srcRect l="12599" t="61862" r="69770" b="12333"/>
            <a:stretch/>
          </p:blipFill>
          <p:spPr>
            <a:xfrm>
              <a:off x="8347370" y="3310533"/>
              <a:ext cx="1370386" cy="1187806"/>
            </a:xfrm>
            <a:prstGeom prst="rect">
              <a:avLst/>
            </a:prstGeom>
            <a:ln>
              <a:solidFill>
                <a:srgbClr val="575757"/>
              </a:solidFill>
            </a:ln>
          </p:spPr>
        </p:pic>
        <p:sp>
          <p:nvSpPr>
            <p:cNvPr id="14" name="TextBox 13">
              <a:extLst>
                <a:ext uri="{FF2B5EF4-FFF2-40B4-BE49-F238E27FC236}">
                  <a16:creationId xmlns:a16="http://schemas.microsoft.com/office/drawing/2014/main" id="{9359789A-F895-5EA3-D24B-94122CDA419D}"/>
                </a:ext>
              </a:extLst>
            </p:cNvPr>
            <p:cNvSpPr txBox="1"/>
            <p:nvPr/>
          </p:nvSpPr>
          <p:spPr>
            <a:xfrm>
              <a:off x="8380327" y="3664456"/>
              <a:ext cx="1161263" cy="798996"/>
            </a:xfrm>
            <a:prstGeom prst="rect">
              <a:avLst/>
            </a:prstGeom>
            <a:solidFill>
              <a:srgbClr val="FFFFFF"/>
            </a:solidFill>
            <a:ln w="9525" cap="rnd" cmpd="sng" algn="ctr">
              <a:no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75757"/>
                  </a:solidFill>
                  <a:effectLst/>
                  <a:uLnTx/>
                  <a:uFillTx/>
                  <a:latin typeface="Franklin Gothic Book"/>
                  <a:ea typeface="+mn-ea"/>
                  <a:cs typeface="+mn-cs"/>
                </a:rPr>
                <a:t>MIP User Group Monthly Call</a:t>
              </a:r>
            </a:p>
          </p:txBody>
        </p:sp>
        <p:sp>
          <p:nvSpPr>
            <p:cNvPr id="15" name="Rounded Rectangle 24">
              <a:extLst>
                <a:ext uri="{FF2B5EF4-FFF2-40B4-BE49-F238E27FC236}">
                  <a16:creationId xmlns:a16="http://schemas.microsoft.com/office/drawing/2014/main" id="{9DD80787-A80C-F877-E276-ACFF14A456D7}"/>
                </a:ext>
              </a:extLst>
            </p:cNvPr>
            <p:cNvSpPr/>
            <p:nvPr/>
          </p:nvSpPr>
          <p:spPr>
            <a:xfrm>
              <a:off x="6737525" y="4946225"/>
              <a:ext cx="2646986" cy="1672136"/>
            </a:xfrm>
            <a:prstGeom prst="roundRect">
              <a:avLst/>
            </a:prstGeom>
            <a:noFill/>
            <a:ln w="9525" cap="rnd" cmpd="sng" algn="ctr">
              <a:solidFill>
                <a:sysClr val="window" lastClr="FFFFFF">
                  <a:lumMod val="50000"/>
                </a:sysClr>
              </a:solid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6" name="Rounded Rectangle 25">
              <a:extLst>
                <a:ext uri="{FF2B5EF4-FFF2-40B4-BE49-F238E27FC236}">
                  <a16:creationId xmlns:a16="http://schemas.microsoft.com/office/drawing/2014/main" id="{135F5419-EAAC-9990-43BD-1E60B2BE5C08}"/>
                </a:ext>
              </a:extLst>
            </p:cNvPr>
            <p:cNvSpPr/>
            <p:nvPr/>
          </p:nvSpPr>
          <p:spPr>
            <a:xfrm>
              <a:off x="7154829" y="4855142"/>
              <a:ext cx="1891611" cy="187543"/>
            </a:xfrm>
            <a:prstGeom prst="roundRect">
              <a:avLst/>
            </a:prstGeom>
            <a:solidFill>
              <a:srgbClr val="122A52">
                <a:lumMod val="50000"/>
                <a:lumOff val="50000"/>
              </a:srgbClr>
            </a:solidFill>
            <a:ln w="9525" cap="flat" cmpd="sng" algn="ctr">
              <a:solidFill>
                <a:srgbClr val="122A52">
                  <a:lumMod val="50000"/>
                  <a:lumOff val="50000"/>
                </a:srgbClr>
              </a:solid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MIP Status Calendar</a:t>
              </a:r>
            </a:p>
          </p:txBody>
        </p:sp>
        <p:pic>
          <p:nvPicPr>
            <p:cNvPr id="17" name="Picture 16" descr="A screenshot of a calendar&#10;&#10;AI-generated content may be incorrect.">
              <a:extLst>
                <a:ext uri="{FF2B5EF4-FFF2-40B4-BE49-F238E27FC236}">
                  <a16:creationId xmlns:a16="http://schemas.microsoft.com/office/drawing/2014/main" id="{6847AC2D-8272-7FE1-9BC8-5A724DE6A46E}"/>
                </a:ext>
              </a:extLst>
            </p:cNvPr>
            <p:cNvPicPr>
              <a:picLocks noChangeAspect="1"/>
            </p:cNvPicPr>
            <p:nvPr/>
          </p:nvPicPr>
          <p:blipFill>
            <a:blip r:embed="rId7">
              <a:extLst>
                <a:ext uri="{28A0092B-C50C-407E-A947-70E740481C1C}">
                  <a14:useLocalDpi xmlns:a14="http://schemas.microsoft.com/office/drawing/2010/main" val="0"/>
                </a:ext>
              </a:extLst>
            </a:blip>
            <a:srcRect l="9839" t="17719" r="27904"/>
            <a:stretch/>
          </p:blipFill>
          <p:spPr>
            <a:xfrm>
              <a:off x="7185266" y="5125900"/>
              <a:ext cx="1830735" cy="1432900"/>
            </a:xfrm>
            <a:prstGeom prst="rect">
              <a:avLst/>
            </a:prstGeom>
            <a:ln>
              <a:noFill/>
            </a:ln>
            <a:effectLst>
              <a:outerShdw blurRad="292100" dist="139700" dir="2700000" algn="tl" rotWithShape="0">
                <a:srgbClr val="333333">
                  <a:alpha val="65000"/>
                </a:srgbClr>
              </a:outerShdw>
            </a:effectLst>
          </p:spPr>
        </p:pic>
      </p:grpSp>
      <p:sp>
        <p:nvSpPr>
          <p:cNvPr id="3" name="Date Placeholder 2">
            <a:extLst>
              <a:ext uri="{FF2B5EF4-FFF2-40B4-BE49-F238E27FC236}">
                <a16:creationId xmlns:a16="http://schemas.microsoft.com/office/drawing/2014/main" id="{7E3E6806-FFD0-DA2A-1DB8-756500E0924E}"/>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0458DEEE-8E0A-DA8F-DEAF-8ED8CE01C6E8}"/>
              </a:ext>
            </a:extLst>
          </p:cNvPr>
          <p:cNvSpPr>
            <a:spLocks noGrp="1"/>
          </p:cNvSpPr>
          <p:nvPr>
            <p:ph type="sldNum" sz="quarter" idx="4"/>
          </p:nvPr>
        </p:nvSpPr>
        <p:spPr/>
        <p:txBody>
          <a:bodyPr/>
          <a:lstStyle/>
          <a:p>
            <a:r>
              <a:rPr lang="en-US"/>
              <a:t>2025 MHS Conference    </a:t>
            </a:r>
            <a:fld id="{54558BDB-F807-4A0D-8BCD-2F5355F4A24C}" type="slidenum">
              <a:rPr lang="en-US" smtClean="0"/>
              <a:pPr/>
              <a:t>18</a:t>
            </a:fld>
            <a:endParaRPr lang="en-US" dirty="0"/>
          </a:p>
        </p:txBody>
      </p:sp>
    </p:spTree>
    <p:extLst>
      <p:ext uri="{BB962C8B-B14F-4D97-AF65-F5344CB8AC3E}">
        <p14:creationId xmlns:p14="http://schemas.microsoft.com/office/powerpoint/2010/main" val="4185713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76441-11D4-549B-0679-0585515ED207}"/>
              </a:ext>
            </a:extLst>
          </p:cNvPr>
          <p:cNvSpPr>
            <a:spLocks noGrp="1"/>
          </p:cNvSpPr>
          <p:nvPr>
            <p:ph type="title"/>
          </p:nvPr>
        </p:nvSpPr>
        <p:spPr/>
        <p:txBody>
          <a:bodyPr/>
          <a:lstStyle/>
          <a:p>
            <a:r>
              <a:rPr lang="en-US" dirty="0"/>
              <a:t>MIP Data Flow and Usage </a:t>
            </a:r>
          </a:p>
        </p:txBody>
      </p:sp>
      <p:sp>
        <p:nvSpPr>
          <p:cNvPr id="3" name="Date Placeholder 2">
            <a:extLst>
              <a:ext uri="{FF2B5EF4-FFF2-40B4-BE49-F238E27FC236}">
                <a16:creationId xmlns:a16="http://schemas.microsoft.com/office/drawing/2014/main" id="{4E5CE1B2-F016-3F54-C037-85A0E563EEB8}"/>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DCE8052D-54C1-772C-5345-BBE3DB873A2F}"/>
              </a:ext>
            </a:extLst>
          </p:cNvPr>
          <p:cNvSpPr>
            <a:spLocks noGrp="1"/>
          </p:cNvSpPr>
          <p:nvPr>
            <p:ph type="sldNum" sz="quarter" idx="4"/>
          </p:nvPr>
        </p:nvSpPr>
        <p:spPr/>
        <p:txBody>
          <a:bodyPr/>
          <a:lstStyle/>
          <a:p>
            <a:r>
              <a:rPr lang="en-US"/>
              <a:t>2025 MHS Conference    </a:t>
            </a:r>
            <a:fld id="{54558BDB-F807-4A0D-8BCD-2F5355F4A24C}" type="slidenum">
              <a:rPr lang="en-US" smtClean="0"/>
              <a:pPr/>
              <a:t>19</a:t>
            </a:fld>
            <a:endParaRPr lang="en-US" dirty="0"/>
          </a:p>
        </p:txBody>
      </p:sp>
      <p:grpSp>
        <p:nvGrpSpPr>
          <p:cNvPr id="5" name="Group 4" descr="The Military Health System Information Platform (MIP) is at the nexus of all secondary data including a direct feed with MHS GENESIS, the modern electronic health record. The MIP continues to consolidate and rationalize data from various sources across the Department of Defense continuously transforming data flow and use.">
            <a:extLst>
              <a:ext uri="{FF2B5EF4-FFF2-40B4-BE49-F238E27FC236}">
                <a16:creationId xmlns:a16="http://schemas.microsoft.com/office/drawing/2014/main" id="{D18CA5CC-7400-D667-0849-D5E05F82213B}"/>
              </a:ext>
              <a:ext uri="{C183D7F6-B498-43B3-948B-1728B52AA6E4}">
                <adec:decorative xmlns:adec="http://schemas.microsoft.com/office/drawing/2017/decorative" val="0"/>
              </a:ext>
            </a:extLst>
          </p:cNvPr>
          <p:cNvGrpSpPr/>
          <p:nvPr/>
        </p:nvGrpSpPr>
        <p:grpSpPr>
          <a:xfrm>
            <a:off x="185056" y="947057"/>
            <a:ext cx="11832544" cy="5535184"/>
            <a:chOff x="833663" y="552229"/>
            <a:chExt cx="10318890" cy="5028369"/>
          </a:xfrm>
        </p:grpSpPr>
        <p:cxnSp>
          <p:nvCxnSpPr>
            <p:cNvPr id="6" name="Connector: Elbow 3">
              <a:extLst>
                <a:ext uri="{FF2B5EF4-FFF2-40B4-BE49-F238E27FC236}">
                  <a16:creationId xmlns:a16="http://schemas.microsoft.com/office/drawing/2014/main" id="{0634C1A4-CDA3-7F0C-5D4A-DE1380D3C207}"/>
                </a:ext>
              </a:extLst>
            </p:cNvPr>
            <p:cNvCxnSpPr>
              <a:cxnSpLocks/>
              <a:endCxn id="70" idx="2"/>
            </p:cNvCxnSpPr>
            <p:nvPr/>
          </p:nvCxnSpPr>
          <p:spPr>
            <a:xfrm flipV="1">
              <a:off x="7008073" y="2908826"/>
              <a:ext cx="987576" cy="457558"/>
            </a:xfrm>
            <a:prstGeom prst="bentConnector2">
              <a:avLst/>
            </a:prstGeom>
            <a:noFill/>
            <a:ln w="19050" cap="flat" cmpd="sng" algn="ctr">
              <a:solidFill>
                <a:srgbClr val="003876"/>
              </a:solidFill>
              <a:prstDash val="solid"/>
              <a:headEnd type="none" w="med" len="med"/>
              <a:tailEnd type="triangle"/>
            </a:ln>
            <a:effectLst/>
          </p:spPr>
        </p:cxnSp>
        <p:sp>
          <p:nvSpPr>
            <p:cNvPr id="7" name="Rectangle 6">
              <a:extLst>
                <a:ext uri="{FF2B5EF4-FFF2-40B4-BE49-F238E27FC236}">
                  <a16:creationId xmlns:a16="http://schemas.microsoft.com/office/drawing/2014/main" id="{1A4FF87A-B044-3060-CED3-E0F2C28E1E8F}"/>
                </a:ext>
              </a:extLst>
            </p:cNvPr>
            <p:cNvSpPr/>
            <p:nvPr/>
          </p:nvSpPr>
          <p:spPr>
            <a:xfrm>
              <a:off x="8889434" y="2241856"/>
              <a:ext cx="2263119" cy="1573255"/>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Rectangle 7">
              <a:extLst>
                <a:ext uri="{FF2B5EF4-FFF2-40B4-BE49-F238E27FC236}">
                  <a16:creationId xmlns:a16="http://schemas.microsoft.com/office/drawing/2014/main" id="{AC912D99-4988-0581-755B-45C1C46DABFE}"/>
                </a:ext>
              </a:extLst>
            </p:cNvPr>
            <p:cNvSpPr/>
            <p:nvPr/>
          </p:nvSpPr>
          <p:spPr>
            <a:xfrm>
              <a:off x="7280792" y="552230"/>
              <a:ext cx="1508502" cy="1491380"/>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Rectangle 8">
              <a:extLst>
                <a:ext uri="{FF2B5EF4-FFF2-40B4-BE49-F238E27FC236}">
                  <a16:creationId xmlns:a16="http://schemas.microsoft.com/office/drawing/2014/main" id="{042CA77F-4D9D-51F3-1F28-306CDE14C5F6}"/>
                </a:ext>
              </a:extLst>
            </p:cNvPr>
            <p:cNvSpPr/>
            <p:nvPr/>
          </p:nvSpPr>
          <p:spPr>
            <a:xfrm>
              <a:off x="5865048" y="552229"/>
              <a:ext cx="1309014" cy="3379253"/>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 name="Rectangle 9">
              <a:extLst>
                <a:ext uri="{FF2B5EF4-FFF2-40B4-BE49-F238E27FC236}">
                  <a16:creationId xmlns:a16="http://schemas.microsoft.com/office/drawing/2014/main" id="{7D5E5345-C6A9-FEDD-935A-A6E8F6B85C88}"/>
                </a:ext>
              </a:extLst>
            </p:cNvPr>
            <p:cNvSpPr/>
            <p:nvPr/>
          </p:nvSpPr>
          <p:spPr>
            <a:xfrm>
              <a:off x="3601963" y="552229"/>
              <a:ext cx="2159877" cy="3430532"/>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 name="Rectangle 10">
              <a:extLst>
                <a:ext uri="{FF2B5EF4-FFF2-40B4-BE49-F238E27FC236}">
                  <a16:creationId xmlns:a16="http://schemas.microsoft.com/office/drawing/2014/main" id="{788E07A0-FBF0-F686-5A25-554F92C55BD3}"/>
                </a:ext>
              </a:extLst>
            </p:cNvPr>
            <p:cNvSpPr/>
            <p:nvPr/>
          </p:nvSpPr>
          <p:spPr>
            <a:xfrm>
              <a:off x="8877903" y="552230"/>
              <a:ext cx="2263119" cy="1573255"/>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 name="Rectangle 11">
              <a:extLst>
                <a:ext uri="{FF2B5EF4-FFF2-40B4-BE49-F238E27FC236}">
                  <a16:creationId xmlns:a16="http://schemas.microsoft.com/office/drawing/2014/main" id="{59FC9781-C63E-91F6-BBCE-CCFF08D02CCA}"/>
                </a:ext>
              </a:extLst>
            </p:cNvPr>
            <p:cNvSpPr/>
            <p:nvPr/>
          </p:nvSpPr>
          <p:spPr>
            <a:xfrm>
              <a:off x="843158" y="552229"/>
              <a:ext cx="2653362" cy="3389601"/>
            </a:xfrm>
            <a:prstGeom prst="rect">
              <a:avLst/>
            </a:prstGeom>
            <a:solidFill>
              <a:sysClr val="window" lastClr="FFFFFF">
                <a:lumMod val="95000"/>
              </a:sysClr>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 name="Rectangle 12">
              <a:extLst>
                <a:ext uri="{FF2B5EF4-FFF2-40B4-BE49-F238E27FC236}">
                  <a16:creationId xmlns:a16="http://schemas.microsoft.com/office/drawing/2014/main" id="{AE1FC1F5-C768-DED3-0689-94C8899092D8}"/>
                </a:ext>
              </a:extLst>
            </p:cNvPr>
            <p:cNvSpPr/>
            <p:nvPr/>
          </p:nvSpPr>
          <p:spPr>
            <a:xfrm>
              <a:off x="833663" y="3940565"/>
              <a:ext cx="7486455" cy="1502858"/>
            </a:xfrm>
            <a:prstGeom prst="rect">
              <a:avLst/>
            </a:prstGeom>
            <a:solidFill>
              <a:srgbClr val="2759AD"/>
            </a:solidFill>
            <a:ln w="19050" cap="flat" cmpd="sng" algn="ctr">
              <a:noFill/>
              <a:prstDash val="solid"/>
            </a:ln>
            <a:effectLst/>
          </p:spPr>
          <p:txBody>
            <a:bodyPr rtlCol="0" anchor="t"/>
            <a:lstStyle/>
            <a:p>
              <a:pPr marL="0" marR="0" lvl="0" indent="0" defTabSz="914354"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rPr>
                <a:t>Data Use</a:t>
              </a:r>
            </a:p>
          </p:txBody>
        </p:sp>
        <p:sp>
          <p:nvSpPr>
            <p:cNvPr id="14" name="Rectangle 13">
              <a:extLst>
                <a:ext uri="{FF2B5EF4-FFF2-40B4-BE49-F238E27FC236}">
                  <a16:creationId xmlns:a16="http://schemas.microsoft.com/office/drawing/2014/main" id="{F6655E65-FE77-693E-1D28-74B83F7DDC9E}"/>
                </a:ext>
              </a:extLst>
            </p:cNvPr>
            <p:cNvSpPr/>
            <p:nvPr/>
          </p:nvSpPr>
          <p:spPr>
            <a:xfrm>
              <a:off x="8290595" y="3938518"/>
              <a:ext cx="2861958" cy="1504905"/>
            </a:xfrm>
            <a:prstGeom prst="rect">
              <a:avLst/>
            </a:prstGeom>
            <a:solidFill>
              <a:srgbClr val="2759AD"/>
            </a:solidFill>
            <a:ln w="1905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354"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rPr>
                <a:t>               Data Partners</a:t>
              </a:r>
            </a:p>
          </p:txBody>
        </p:sp>
        <p:sp>
          <p:nvSpPr>
            <p:cNvPr id="15" name="TextBox 14">
              <a:extLst>
                <a:ext uri="{FF2B5EF4-FFF2-40B4-BE49-F238E27FC236}">
                  <a16:creationId xmlns:a16="http://schemas.microsoft.com/office/drawing/2014/main" id="{F0B37230-6E0A-A824-46D0-A397E8C785A0}"/>
                </a:ext>
              </a:extLst>
            </p:cNvPr>
            <p:cNvSpPr txBox="1">
              <a:spLocks noChangeArrowheads="1"/>
            </p:cNvSpPr>
            <p:nvPr/>
          </p:nvSpPr>
          <p:spPr bwMode="auto">
            <a:xfrm>
              <a:off x="1573278" y="1946810"/>
              <a:ext cx="685119" cy="184666"/>
            </a:xfrm>
            <a:prstGeom prst="rect">
              <a:avLst/>
            </a:prstGeom>
            <a:solidFill>
              <a:sysClr val="window" lastClr="FFFFFF">
                <a:alpha val="62000"/>
              </a:sysClr>
            </a:solidFill>
            <a:ln>
              <a:noFill/>
            </a:ln>
          </p:spPr>
          <p:txBody>
            <a:bodyPr wrap="square" lIns="0" tIns="0" rIns="0" bIns="0">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54" eaLnBrk="0" fontAlgn="auto" latinLnBrk="0" hangingPunct="0">
                <a:lnSpc>
                  <a:spcPct val="100000"/>
                </a:lnSpc>
                <a:spcBef>
                  <a:spcPct val="0"/>
                </a:spcBef>
                <a:spcAft>
                  <a:spcPts val="0"/>
                </a:spcAft>
                <a:buClrTx/>
                <a:buSzTx/>
                <a:buFont typeface="Lucida Sans Unicode" panose="020B0602030504020204" pitchFamily="34" charset="0"/>
                <a:buNone/>
                <a:tabLst/>
                <a:defRPr/>
              </a:pPr>
              <a:endParaRPr kumimoji="0" lang="en-US" altLang="en-US" sz="1200" b="1" i="0" u="none" strike="noStrike" kern="0" cap="none" spc="0" normalizeH="0" baseline="0" noProof="0" dirty="0">
                <a:ln>
                  <a:noFill/>
                </a:ln>
                <a:solidFill>
                  <a:srgbClr val="000000"/>
                </a:solidFill>
                <a:effectLst/>
                <a:uLnTx/>
                <a:uFillTx/>
                <a:latin typeface="Franklin Gothic Book" panose="020B0503020102020204" pitchFamily="34" charset="0"/>
              </a:endParaRPr>
            </a:p>
          </p:txBody>
        </p:sp>
        <p:grpSp>
          <p:nvGrpSpPr>
            <p:cNvPr id="16" name="Group 15">
              <a:extLst>
                <a:ext uri="{FF2B5EF4-FFF2-40B4-BE49-F238E27FC236}">
                  <a16:creationId xmlns:a16="http://schemas.microsoft.com/office/drawing/2014/main" id="{DF9E0E48-F5EE-C6F1-065B-0C088F1EF650}"/>
                </a:ext>
              </a:extLst>
            </p:cNvPr>
            <p:cNvGrpSpPr/>
            <p:nvPr/>
          </p:nvGrpSpPr>
          <p:grpSpPr>
            <a:xfrm>
              <a:off x="1642088" y="1608776"/>
              <a:ext cx="1045454" cy="1063321"/>
              <a:chOff x="562592" y="2137079"/>
              <a:chExt cx="1045454" cy="1063321"/>
            </a:xfrm>
          </p:grpSpPr>
          <p:pic>
            <p:nvPicPr>
              <p:cNvPr id="120" name="Picture 119">
                <a:extLst>
                  <a:ext uri="{FF2B5EF4-FFF2-40B4-BE49-F238E27FC236}">
                    <a16:creationId xmlns:a16="http://schemas.microsoft.com/office/drawing/2014/main" id="{B907EFE6-AC11-4119-7468-C6DC8FDBF62F}"/>
                  </a:ext>
                </a:extLst>
              </p:cNvPr>
              <p:cNvPicPr>
                <a:picLocks noChangeAspect="1"/>
              </p:cNvPicPr>
              <p:nvPr/>
            </p:nvPicPr>
            <p:blipFill>
              <a:blip r:embed="rId3" cstate="print">
                <a:clrChange>
                  <a:clrFrom>
                    <a:srgbClr val="FFFFFF"/>
                  </a:clrFrom>
                  <a:clrTo>
                    <a:srgbClr val="FFFFFF">
                      <a:alpha val="0"/>
                    </a:srgbClr>
                  </a:clrTo>
                </a:clrChange>
                <a:duotone>
                  <a:srgbClr val="3198D7">
                    <a:shade val="45000"/>
                    <a:satMod val="135000"/>
                  </a:srgbClr>
                  <a:prstClr val="white"/>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a:ext>
                </a:extLst>
              </a:blip>
              <a:stretch>
                <a:fillRect/>
              </a:stretch>
            </p:blipFill>
            <p:spPr>
              <a:xfrm>
                <a:off x="562592" y="2137079"/>
                <a:ext cx="1045454" cy="896296"/>
              </a:xfrm>
              <a:prstGeom prst="rect">
                <a:avLst/>
              </a:prstGeom>
              <a:ln>
                <a:noFill/>
              </a:ln>
              <a:effectLst/>
            </p:spPr>
          </p:pic>
          <p:sp>
            <p:nvSpPr>
              <p:cNvPr id="121" name="Right Brace 120">
                <a:extLst>
                  <a:ext uri="{FF2B5EF4-FFF2-40B4-BE49-F238E27FC236}">
                    <a16:creationId xmlns:a16="http://schemas.microsoft.com/office/drawing/2014/main" id="{AF215287-15F1-EA3A-E4FF-2EBF2F5EA7E6}"/>
                  </a:ext>
                </a:extLst>
              </p:cNvPr>
              <p:cNvSpPr/>
              <p:nvPr/>
            </p:nvSpPr>
            <p:spPr>
              <a:xfrm rot="5400000">
                <a:off x="968378" y="2743368"/>
                <a:ext cx="155215" cy="758849"/>
              </a:xfrm>
              <a:prstGeom prst="rightBrace">
                <a:avLst/>
              </a:prstGeom>
              <a:noFill/>
              <a:ln w="12700" cap="flat" cmpd="sng" algn="ctr">
                <a:solidFill>
                  <a:srgbClr val="003876"/>
                </a:solidFill>
                <a:prstDash val="solid"/>
                <a:headEnd type="none" w="med" len="med"/>
                <a:tailEnd type="none"/>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sp>
          <p:nvSpPr>
            <p:cNvPr id="17" name="TextBox 71">
              <a:extLst>
                <a:ext uri="{FF2B5EF4-FFF2-40B4-BE49-F238E27FC236}">
                  <a16:creationId xmlns:a16="http://schemas.microsoft.com/office/drawing/2014/main" id="{4EE5F206-2F52-625D-D09A-F893ECA6C2FB}"/>
                </a:ext>
              </a:extLst>
            </p:cNvPr>
            <p:cNvSpPr txBox="1">
              <a:spLocks noChangeArrowheads="1"/>
            </p:cNvSpPr>
            <p:nvPr/>
          </p:nvSpPr>
          <p:spPr bwMode="auto">
            <a:xfrm>
              <a:off x="3492940" y="1426518"/>
              <a:ext cx="582624" cy="244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Unstructured Data</a:t>
              </a:r>
            </a:p>
          </p:txBody>
        </p:sp>
        <p:sp>
          <p:nvSpPr>
            <p:cNvPr id="18" name="TextBox 71">
              <a:extLst>
                <a:ext uri="{FF2B5EF4-FFF2-40B4-BE49-F238E27FC236}">
                  <a16:creationId xmlns:a16="http://schemas.microsoft.com/office/drawing/2014/main" id="{2A13BFFC-620A-ABBE-B221-27BB8712EF7C}"/>
                </a:ext>
              </a:extLst>
            </p:cNvPr>
            <p:cNvSpPr txBox="1">
              <a:spLocks noChangeArrowheads="1"/>
            </p:cNvSpPr>
            <p:nvPr/>
          </p:nvSpPr>
          <p:spPr bwMode="auto">
            <a:xfrm>
              <a:off x="4078422" y="1426518"/>
              <a:ext cx="43972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Genomics </a:t>
              </a:r>
            </a:p>
          </p:txBody>
        </p:sp>
        <p:sp>
          <p:nvSpPr>
            <p:cNvPr id="19" name="TextBox 71">
              <a:extLst>
                <a:ext uri="{FF2B5EF4-FFF2-40B4-BE49-F238E27FC236}">
                  <a16:creationId xmlns:a16="http://schemas.microsoft.com/office/drawing/2014/main" id="{6A46BB88-AD67-9143-DA46-D63095FDEDAE}"/>
                </a:ext>
              </a:extLst>
            </p:cNvPr>
            <p:cNvSpPr txBox="1">
              <a:spLocks noChangeArrowheads="1"/>
            </p:cNvSpPr>
            <p:nvPr/>
          </p:nvSpPr>
          <p:spPr bwMode="auto">
            <a:xfrm>
              <a:off x="4932257" y="1423083"/>
              <a:ext cx="44491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VA</a:t>
              </a:r>
            </a:p>
          </p:txBody>
        </p:sp>
        <p:cxnSp>
          <p:nvCxnSpPr>
            <p:cNvPr id="20" name="Connector: Elbow 80">
              <a:extLst>
                <a:ext uri="{FF2B5EF4-FFF2-40B4-BE49-F238E27FC236}">
                  <a16:creationId xmlns:a16="http://schemas.microsoft.com/office/drawing/2014/main" id="{09D686C4-36C2-B5F3-FD85-B9800F040836}"/>
                </a:ext>
              </a:extLst>
            </p:cNvPr>
            <p:cNvCxnSpPr>
              <a:cxnSpLocks/>
              <a:stCxn id="17" idx="2"/>
            </p:cNvCxnSpPr>
            <p:nvPr/>
          </p:nvCxnSpPr>
          <p:spPr>
            <a:xfrm rot="16200000" flipH="1">
              <a:off x="4308470" y="1146319"/>
              <a:ext cx="771011" cy="1819446"/>
            </a:xfrm>
            <a:prstGeom prst="bentConnector2">
              <a:avLst/>
            </a:prstGeom>
            <a:noFill/>
            <a:ln w="19050" cap="flat" cmpd="sng" algn="ctr">
              <a:solidFill>
                <a:srgbClr val="003876"/>
              </a:solidFill>
              <a:prstDash val="solid"/>
              <a:headEnd type="none"/>
              <a:tailEnd type="triangle"/>
            </a:ln>
            <a:effectLst/>
          </p:spPr>
        </p:cxnSp>
        <p:sp>
          <p:nvSpPr>
            <p:cNvPr id="21" name="Flowchart: Process 20">
              <a:extLst>
                <a:ext uri="{FF2B5EF4-FFF2-40B4-BE49-F238E27FC236}">
                  <a16:creationId xmlns:a16="http://schemas.microsoft.com/office/drawing/2014/main" id="{BD7B37D3-253F-EE2E-8B5F-D0D0A461E66B}"/>
                </a:ext>
              </a:extLst>
            </p:cNvPr>
            <p:cNvSpPr/>
            <p:nvPr/>
          </p:nvSpPr>
          <p:spPr>
            <a:xfrm>
              <a:off x="9162210" y="2373762"/>
              <a:ext cx="1824346" cy="1041095"/>
            </a:xfrm>
            <a:prstGeom prst="flowChartProcess">
              <a:avLst/>
            </a:prstGeom>
            <a:solidFill>
              <a:srgbClr val="EAF0F4"/>
            </a:solidFill>
            <a:ln w="9525" cap="flat" cmpd="sng" algn="ctr">
              <a:noFill/>
              <a:prstDash val="solid"/>
            </a:ln>
            <a:effectLst/>
          </p:spPr>
          <p:txBody>
            <a:bodyPr lIns="0" tIns="0" rIns="0" bIns="91440" anchor="b"/>
            <a:lstStyle/>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rPr>
                <a:t>Art of the Possible</a:t>
              </a: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rPr>
                <a:t>Contact Tracing Data </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rPr>
                <a:t>Bio-Medical Data</a:t>
              </a:r>
              <a:br>
                <a:rPr kumimoji="0" lang="en-US" sz="1000" b="0" i="0" u="none" strike="noStrike" kern="0" cap="none" spc="0" normalizeH="0" baseline="0" noProof="0" dirty="0">
                  <a:ln>
                    <a:noFill/>
                  </a:ln>
                  <a:solidFill>
                    <a:srgbClr val="000000"/>
                  </a:solidFill>
                  <a:effectLst/>
                  <a:uLnTx/>
                  <a:uFillTx/>
                </a:rPr>
              </a:br>
              <a:r>
                <a:rPr kumimoji="0" lang="en-US" sz="1000" b="0" i="0" u="none" strike="noStrike" kern="0" cap="none" spc="0" normalizeH="0" baseline="0" noProof="0" dirty="0">
                  <a:ln>
                    <a:noFill/>
                  </a:ln>
                  <a:solidFill>
                    <a:srgbClr val="000000"/>
                  </a:solidFill>
                  <a:effectLst/>
                  <a:uLnTx/>
                  <a:uFillTx/>
                </a:rPr>
                <a:t> Wearables Data</a:t>
              </a:r>
              <a:br>
                <a:rPr kumimoji="0" lang="en-US" sz="1000" b="0" i="0" u="none" strike="noStrike" kern="0" cap="none" spc="0" normalizeH="0" baseline="0" noProof="0" dirty="0">
                  <a:ln>
                    <a:noFill/>
                  </a:ln>
                  <a:solidFill>
                    <a:srgbClr val="000000"/>
                  </a:solidFill>
                  <a:effectLst/>
                  <a:uLnTx/>
                  <a:uFillTx/>
                </a:rPr>
              </a:br>
              <a:r>
                <a:rPr kumimoji="0" lang="en-US" sz="1000" b="0" i="0" u="none" strike="noStrike" kern="0" cap="none" spc="0" normalizeH="0" baseline="0" noProof="0" dirty="0">
                  <a:ln>
                    <a:noFill/>
                  </a:ln>
                  <a:solidFill>
                    <a:srgbClr val="000000"/>
                  </a:solidFill>
                  <a:effectLst/>
                  <a:uLnTx/>
                  <a:uFillTx/>
                </a:rPr>
                <a:t>Social Determinant Data</a:t>
              </a:r>
            </a:p>
          </p:txBody>
        </p:sp>
        <p:sp>
          <p:nvSpPr>
            <p:cNvPr id="22" name="TextBox 51">
              <a:extLst>
                <a:ext uri="{FF2B5EF4-FFF2-40B4-BE49-F238E27FC236}">
                  <a16:creationId xmlns:a16="http://schemas.microsoft.com/office/drawing/2014/main" id="{CF691E15-8227-1020-033F-9070DCFC6D10}"/>
                </a:ext>
              </a:extLst>
            </p:cNvPr>
            <p:cNvSpPr txBox="1">
              <a:spLocks noChangeArrowheads="1"/>
            </p:cNvSpPr>
            <p:nvPr/>
          </p:nvSpPr>
          <p:spPr bwMode="auto">
            <a:xfrm>
              <a:off x="904215" y="611819"/>
              <a:ext cx="2464708" cy="890430"/>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sz="1200" b="1" i="0" u="none" strike="noStrike" kern="0" cap="none" spc="0" normalizeH="0" baseline="0" noProof="0" dirty="0">
                  <a:ln>
                    <a:noFill/>
                  </a:ln>
                  <a:solidFill>
                    <a:srgbClr val="000000"/>
                  </a:solidFill>
                  <a:effectLst/>
                  <a:uLnTx/>
                  <a:uFillTx/>
                  <a:latin typeface="Franklin Gothic Book" panose="020B0503020102020204" pitchFamily="34" charset="0"/>
                </a:rPr>
                <a:t>MHS GENESIS </a:t>
              </a:r>
            </a:p>
            <a:p>
              <a:pPr marL="91436" marR="0" lvl="0" indent="-91436"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Franklin Gothic Book" panose="020B0503020102020204" pitchFamily="34" charset="0"/>
                </a:rPr>
                <a:t>Future state - mix of real time data &amp; extracts based upon customer need</a:t>
              </a:r>
              <a:endParaRPr kumimoji="0" lang="en-US" altLang="en-US" sz="1100" b="0" i="0" u="none" strike="noStrike" kern="0" cap="none" spc="0" normalizeH="0" baseline="0" noProof="0" dirty="0">
                <a:ln>
                  <a:noFill/>
                </a:ln>
                <a:solidFill>
                  <a:srgbClr val="000000"/>
                </a:solidFill>
                <a:effectLst/>
                <a:uLnTx/>
                <a:uFillTx/>
                <a:latin typeface="Franklin Gothic Book" panose="020B0503020102020204" pitchFamily="34" charset="0"/>
              </a:endParaRPr>
            </a:p>
            <a:p>
              <a:pPr marL="91436" marR="0" lvl="0" indent="-91436"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100" b="0" i="0" u="none" strike="noStrike" kern="0" cap="none" spc="0" normalizeH="0" baseline="0" noProof="0" dirty="0">
                  <a:ln>
                    <a:noFill/>
                  </a:ln>
                  <a:solidFill>
                    <a:srgbClr val="000000"/>
                  </a:solidFill>
                  <a:effectLst/>
                  <a:uLnTx/>
                  <a:uFillTx/>
                  <a:latin typeface="Franklin Gothic Book" panose="020B0503020102020204" pitchFamily="34" charset="0"/>
                </a:rPr>
                <a:t>Expect 80+% of day-to-day data needs to be accomplished via MHS GENESIS tools</a:t>
              </a:r>
            </a:p>
          </p:txBody>
        </p:sp>
        <p:sp>
          <p:nvSpPr>
            <p:cNvPr id="23" name="TextBox 71">
              <a:extLst>
                <a:ext uri="{FF2B5EF4-FFF2-40B4-BE49-F238E27FC236}">
                  <a16:creationId xmlns:a16="http://schemas.microsoft.com/office/drawing/2014/main" id="{0CF7A10E-C70B-DACE-F769-09A762F3AF0F}"/>
                </a:ext>
              </a:extLst>
            </p:cNvPr>
            <p:cNvSpPr txBox="1">
              <a:spLocks noChangeArrowheads="1"/>
            </p:cNvSpPr>
            <p:nvPr/>
          </p:nvSpPr>
          <p:spPr bwMode="auto">
            <a:xfrm>
              <a:off x="958249" y="3466493"/>
              <a:ext cx="2287128" cy="473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a:t>
              </a:r>
              <a:r>
                <a:rPr kumimoji="0" lang="en-US" altLang="en-US" sz="900" b="0" i="0" u="none" strike="noStrike" kern="0" cap="none" spc="0" normalizeH="0" baseline="0" noProof="0" dirty="0">
                  <a:ln>
                    <a:noFill/>
                  </a:ln>
                  <a:solidFill>
                    <a:srgbClr val="000000"/>
                  </a:solidFill>
                  <a:effectLst/>
                  <a:uLnTx/>
                  <a:uFillTx/>
                  <a:latin typeface="Franklin Gothic Book" panose="020B0503020102020204" pitchFamily="34" charset="0"/>
                </a:rPr>
                <a:t>Near-real time HL7 feed (Admission/Dispositions/Transfer, Lab, Vaccinations, Problem list, Clinical notes)</a:t>
              </a:r>
              <a:endPar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endParaRPr>
            </a:p>
          </p:txBody>
        </p:sp>
        <p:sp>
          <p:nvSpPr>
            <p:cNvPr id="24" name="TextBox 51">
              <a:extLst>
                <a:ext uri="{FF2B5EF4-FFF2-40B4-BE49-F238E27FC236}">
                  <a16:creationId xmlns:a16="http://schemas.microsoft.com/office/drawing/2014/main" id="{2B4EA578-E37A-F904-F452-95E6B0A3E1AD}"/>
                </a:ext>
              </a:extLst>
            </p:cNvPr>
            <p:cNvSpPr txBox="1">
              <a:spLocks noChangeArrowheads="1"/>
            </p:cNvSpPr>
            <p:nvPr/>
          </p:nvSpPr>
          <p:spPr bwMode="auto">
            <a:xfrm>
              <a:off x="3699743" y="606573"/>
              <a:ext cx="2186137" cy="415498"/>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1200" b="1" i="0" u="none" strike="noStrike" kern="0" cap="none" spc="0" normalizeH="0" baseline="0" noProof="0" dirty="0">
                  <a:ln>
                    <a:noFill/>
                  </a:ln>
                  <a:solidFill>
                    <a:srgbClr val="000000"/>
                  </a:solidFill>
                  <a:effectLst/>
                  <a:uLnTx/>
                  <a:uFillTx/>
                  <a:latin typeface="Franklin Gothic Book" panose="020B0503020102020204" pitchFamily="34" charset="0"/>
                </a:rPr>
                <a:t>MIP Potential Warehouses</a:t>
              </a:r>
            </a:p>
            <a:p>
              <a:pPr marL="0" marR="0" lvl="0" indent="0"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900" b="0" i="0" u="none" strike="noStrike" kern="0" cap="none" spc="0" normalizeH="0" baseline="0" noProof="0" dirty="0">
                  <a:ln>
                    <a:noFill/>
                  </a:ln>
                  <a:solidFill>
                    <a:srgbClr val="000000"/>
                  </a:solidFill>
                  <a:effectLst/>
                  <a:uLnTx/>
                  <a:uFillTx/>
                  <a:latin typeface="Franklin Gothic Book" panose="020B0503020102020204" pitchFamily="34" charset="0"/>
                </a:rPr>
                <a:t>Ex: Financial, Personnel, Other…</a:t>
              </a:r>
            </a:p>
          </p:txBody>
        </p:sp>
        <p:sp>
          <p:nvSpPr>
            <p:cNvPr id="25" name="TextBox 51">
              <a:extLst>
                <a:ext uri="{FF2B5EF4-FFF2-40B4-BE49-F238E27FC236}">
                  <a16:creationId xmlns:a16="http://schemas.microsoft.com/office/drawing/2014/main" id="{AE992C16-7FB3-92A7-2D90-6AA1CE0480DE}"/>
                </a:ext>
              </a:extLst>
            </p:cNvPr>
            <p:cNvSpPr txBox="1">
              <a:spLocks noChangeArrowheads="1"/>
            </p:cNvSpPr>
            <p:nvPr/>
          </p:nvSpPr>
          <p:spPr bwMode="auto">
            <a:xfrm>
              <a:off x="5879766" y="566029"/>
              <a:ext cx="1277441" cy="461665"/>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1200" b="1" i="0" u="none" strike="noStrike" kern="0" cap="none" spc="0" normalizeH="0" baseline="0" noProof="0" dirty="0">
                  <a:ln>
                    <a:noFill/>
                  </a:ln>
                  <a:solidFill>
                    <a:srgbClr val="000000"/>
                  </a:solidFill>
                  <a:effectLst/>
                  <a:uLnTx/>
                  <a:uFillTx/>
                  <a:latin typeface="Franklin Gothic Book" panose="020B0503020102020204" pitchFamily="34" charset="0"/>
                </a:rPr>
                <a:t>Service Medical Readiness</a:t>
              </a:r>
            </a:p>
          </p:txBody>
        </p:sp>
        <p:sp>
          <p:nvSpPr>
            <p:cNvPr id="26" name="TextBox 51">
              <a:extLst>
                <a:ext uri="{FF2B5EF4-FFF2-40B4-BE49-F238E27FC236}">
                  <a16:creationId xmlns:a16="http://schemas.microsoft.com/office/drawing/2014/main" id="{409DB671-CDD5-065E-DE0C-64AA7C24E78A}"/>
                </a:ext>
              </a:extLst>
            </p:cNvPr>
            <p:cNvSpPr txBox="1">
              <a:spLocks noChangeArrowheads="1"/>
            </p:cNvSpPr>
            <p:nvPr/>
          </p:nvSpPr>
          <p:spPr bwMode="auto">
            <a:xfrm>
              <a:off x="9074944" y="4280756"/>
              <a:ext cx="1967824" cy="861774"/>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DOD CDAO</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Public Health Partners</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Research Institutions</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Services </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Other Federal Health Partners </a:t>
              </a:r>
            </a:p>
          </p:txBody>
        </p:sp>
        <p:sp>
          <p:nvSpPr>
            <p:cNvPr id="27" name="TextBox 51">
              <a:extLst>
                <a:ext uri="{FF2B5EF4-FFF2-40B4-BE49-F238E27FC236}">
                  <a16:creationId xmlns:a16="http://schemas.microsoft.com/office/drawing/2014/main" id="{D52FAAA9-DC4E-6797-D5F4-CE7F6767F699}"/>
                </a:ext>
              </a:extLst>
            </p:cNvPr>
            <p:cNvSpPr txBox="1">
              <a:spLocks noChangeArrowheads="1"/>
            </p:cNvSpPr>
            <p:nvPr/>
          </p:nvSpPr>
          <p:spPr bwMode="auto">
            <a:xfrm>
              <a:off x="1343457" y="4392343"/>
              <a:ext cx="4456084" cy="1188255"/>
            </a:xfrm>
            <a:prstGeom prst="rect">
              <a:avLst/>
            </a:prstGeom>
            <a:noFill/>
            <a:ln>
              <a:noFill/>
            </a:ln>
          </p:spPr>
          <p:txBody>
            <a:bodyPr wrap="square" numCol="2">
              <a:no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Population Health</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Corporate Metrics/Measures</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Clinical Decision Support tools</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Big Data Analytics </a:t>
              </a:r>
              <a:b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b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(Predictive/ Prescriptive)</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Clinical Research</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Operational Analytics </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Medical Readiness</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Innovation</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Artificial Intelligence (AI)</a:t>
              </a:r>
            </a:p>
            <a:p>
              <a:pPr marL="171442" marR="0" lvl="0" indent="-171442"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Machine Learning (ML)</a:t>
              </a:r>
            </a:p>
          </p:txBody>
        </p:sp>
        <p:sp>
          <p:nvSpPr>
            <p:cNvPr id="28" name="TextBox 51">
              <a:extLst>
                <a:ext uri="{FF2B5EF4-FFF2-40B4-BE49-F238E27FC236}">
                  <a16:creationId xmlns:a16="http://schemas.microsoft.com/office/drawing/2014/main" id="{B0860903-E0A7-B266-A66B-4118E6767CF6}"/>
                </a:ext>
              </a:extLst>
            </p:cNvPr>
            <p:cNvSpPr txBox="1">
              <a:spLocks noChangeArrowheads="1"/>
            </p:cNvSpPr>
            <p:nvPr/>
          </p:nvSpPr>
          <p:spPr bwMode="auto">
            <a:xfrm>
              <a:off x="7068095" y="3963051"/>
              <a:ext cx="2314255" cy="1449996"/>
            </a:xfrm>
            <a:prstGeom prst="rect">
              <a:avLst/>
            </a:prstGeom>
            <a:noFill/>
            <a:ln>
              <a:noFill/>
            </a:ln>
          </p:spPr>
          <p:txBody>
            <a:bodyPr wrap="square" numCol="1">
              <a:no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defTabSz="914354"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Franklin Gothic Book" panose="020B0503020102020204" pitchFamily="34" charset="0"/>
                </a:rPr>
                <a:t>Data Solutions</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endParaRPr kumimoji="0" lang="en-US" altLang="en-US" sz="1000" b="0" i="1" u="none" strike="noStrike" kern="0" cap="none" spc="0" normalizeH="0" baseline="0" noProof="0" dirty="0">
                <a:ln>
                  <a:noFill/>
                </a:ln>
                <a:solidFill>
                  <a:prstClr val="white"/>
                </a:solidFill>
                <a:effectLst/>
                <a:uLnTx/>
                <a:uFillTx/>
                <a:latin typeface="Franklin Gothic Book" panose="020B0503020102020204" pitchFamily="34" charset="0"/>
              </a:endParaRP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Bio Surveillance</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DOD Trauma Registry</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Health Information Archive</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Complex Registries</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Clinical Decision Support Tools</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Digital Biobank</a:t>
              </a:r>
            </a:p>
            <a:p>
              <a:pPr marL="171450" marR="0" lvl="0" indent="-171450" defTabSz="914377" eaLnBrk="0" fontAlgn="auto" latinLnBrk="0" hangingPunct="0">
                <a:lnSpc>
                  <a:spcPct val="100000"/>
                </a:lnSpc>
                <a:spcBef>
                  <a:spcPct val="0"/>
                </a:spcBef>
                <a:spcAft>
                  <a:spcPts val="0"/>
                </a:spcAft>
                <a:buClrTx/>
                <a:buSzTx/>
                <a:buFont typeface="Arial" panose="020B0604020202020204" pitchFamily="34" charset="0"/>
                <a:buChar char="•"/>
                <a:tabLst/>
                <a:defRPr/>
              </a:pPr>
              <a:r>
                <a:rPr kumimoji="0" lang="en-US" altLang="en-US" sz="1000" b="0" i="0" u="none" strike="noStrike" kern="0" cap="none" spc="0" normalizeH="0" baseline="0" noProof="0" dirty="0">
                  <a:ln>
                    <a:noFill/>
                  </a:ln>
                  <a:solidFill>
                    <a:prstClr val="white"/>
                  </a:solidFill>
                  <a:effectLst/>
                  <a:uLnTx/>
                  <a:uFillTx/>
                  <a:latin typeface="Franklin Gothic Book" panose="020B0503020102020204" pitchFamily="34" charset="0"/>
                </a:rPr>
                <a:t>Others…</a:t>
              </a:r>
            </a:p>
          </p:txBody>
        </p:sp>
        <p:sp>
          <p:nvSpPr>
            <p:cNvPr id="29" name="Right Arrow 7">
              <a:extLst>
                <a:ext uri="{FF2B5EF4-FFF2-40B4-BE49-F238E27FC236}">
                  <a16:creationId xmlns:a16="http://schemas.microsoft.com/office/drawing/2014/main" id="{801428AE-B39B-00EE-0EE0-8EC37297E7F4}"/>
                </a:ext>
              </a:extLst>
            </p:cNvPr>
            <p:cNvSpPr/>
            <p:nvPr/>
          </p:nvSpPr>
          <p:spPr>
            <a:xfrm rot="5400000">
              <a:off x="5759841" y="3984046"/>
              <a:ext cx="571099" cy="501651"/>
            </a:xfrm>
            <a:prstGeom prst="rightArrow">
              <a:avLst>
                <a:gd name="adj1" fmla="val 50001"/>
                <a:gd name="adj2" fmla="val 50000"/>
              </a:avLst>
            </a:prstGeom>
            <a:solidFill>
              <a:srgbClr val="7F7F7F"/>
            </a:solidFill>
            <a:ln w="25400" cap="flat" cmpd="sng" algn="ctr">
              <a:noFill/>
              <a:prstDash val="solid"/>
            </a:ln>
            <a:effectLst/>
          </p:spPr>
          <p:txBody>
            <a:bodyPr anchor="ctr"/>
            <a:lstStyle/>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endParaRPr>
            </a:p>
          </p:txBody>
        </p:sp>
        <p:cxnSp>
          <p:nvCxnSpPr>
            <p:cNvPr id="30" name="Connector: Elbow 3">
              <a:extLst>
                <a:ext uri="{FF2B5EF4-FFF2-40B4-BE49-F238E27FC236}">
                  <a16:creationId xmlns:a16="http://schemas.microsoft.com/office/drawing/2014/main" id="{B59CCB2E-FF74-FBED-166C-F6182DDC898C}"/>
                </a:ext>
              </a:extLst>
            </p:cNvPr>
            <p:cNvCxnSpPr>
              <a:cxnSpLocks/>
            </p:cNvCxnSpPr>
            <p:nvPr/>
          </p:nvCxnSpPr>
          <p:spPr>
            <a:xfrm flipV="1">
              <a:off x="2171243" y="3434094"/>
              <a:ext cx="2594336" cy="993"/>
            </a:xfrm>
            <a:prstGeom prst="bentConnector3">
              <a:avLst>
                <a:gd name="adj1" fmla="val 50000"/>
              </a:avLst>
            </a:prstGeom>
            <a:noFill/>
            <a:ln w="19050" cap="flat" cmpd="sng" algn="ctr">
              <a:solidFill>
                <a:srgbClr val="003876"/>
              </a:solidFill>
              <a:prstDash val="solid"/>
              <a:headEnd type="none" w="med" len="med"/>
              <a:tailEnd type="triangle"/>
            </a:ln>
            <a:effectLst/>
          </p:spPr>
        </p:cxnSp>
        <p:cxnSp>
          <p:nvCxnSpPr>
            <p:cNvPr id="31" name="Straight Arrow Connector 30">
              <a:extLst>
                <a:ext uri="{FF2B5EF4-FFF2-40B4-BE49-F238E27FC236}">
                  <a16:creationId xmlns:a16="http://schemas.microsoft.com/office/drawing/2014/main" id="{55FD21AE-5DE9-72B9-FD9D-FE5412580385}"/>
                </a:ext>
              </a:extLst>
            </p:cNvPr>
            <p:cNvCxnSpPr>
              <a:cxnSpLocks/>
            </p:cNvCxnSpPr>
            <p:nvPr/>
          </p:nvCxnSpPr>
          <p:spPr>
            <a:xfrm>
              <a:off x="2915845" y="2828236"/>
              <a:ext cx="1890147" cy="384594"/>
            </a:xfrm>
            <a:prstGeom prst="straightConnector1">
              <a:avLst/>
            </a:prstGeom>
            <a:noFill/>
            <a:ln w="19050" cap="flat" cmpd="sng" algn="ctr">
              <a:solidFill>
                <a:srgbClr val="003876"/>
              </a:solidFill>
              <a:prstDash val="dashDot"/>
              <a:headEnd type="triangle"/>
              <a:tailEnd type="triangle"/>
            </a:ln>
            <a:effectLst/>
          </p:spPr>
        </p:cxnSp>
        <p:sp>
          <p:nvSpPr>
            <p:cNvPr id="32" name="Can 207">
              <a:extLst>
                <a:ext uri="{FF2B5EF4-FFF2-40B4-BE49-F238E27FC236}">
                  <a16:creationId xmlns:a16="http://schemas.microsoft.com/office/drawing/2014/main" id="{5C8922E1-1EE8-A213-FC12-67C4ADEF4EE4}"/>
                </a:ext>
              </a:extLst>
            </p:cNvPr>
            <p:cNvSpPr/>
            <p:nvPr/>
          </p:nvSpPr>
          <p:spPr>
            <a:xfrm>
              <a:off x="6140949" y="1003924"/>
              <a:ext cx="507755" cy="336219"/>
            </a:xfrm>
            <a:prstGeom prst="can">
              <a:avLst>
                <a:gd name="adj" fmla="val 26169"/>
              </a:avLst>
            </a:prstGeom>
            <a:solidFill>
              <a:srgbClr val="0F1C48"/>
            </a:solidFill>
            <a:ln w="25400" cap="flat" cmpd="sng" algn="ctr">
              <a:solidFill>
                <a:srgbClr val="3198D7">
                  <a:lumMod val="40000"/>
                  <a:lumOff val="60000"/>
                </a:srgbClr>
              </a:solidFill>
              <a:prstDash val="solid"/>
            </a:ln>
            <a:effectLst/>
          </p:spPr>
          <p:txBody>
            <a:bodyPr lIns="0" tIns="182880" rIns="0" bIns="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white"/>
                </a:solidFill>
                <a:effectLst/>
                <a:uLnTx/>
                <a:uFillTx/>
              </a:endParaRPr>
            </a:p>
          </p:txBody>
        </p:sp>
        <p:sp>
          <p:nvSpPr>
            <p:cNvPr id="33" name="Can 207">
              <a:extLst>
                <a:ext uri="{FF2B5EF4-FFF2-40B4-BE49-F238E27FC236}">
                  <a16:creationId xmlns:a16="http://schemas.microsoft.com/office/drawing/2014/main" id="{B0B310B7-C69C-4EBA-79F4-7DA36A70B9BC}"/>
                </a:ext>
              </a:extLst>
            </p:cNvPr>
            <p:cNvSpPr/>
            <p:nvPr/>
          </p:nvSpPr>
          <p:spPr>
            <a:xfrm>
              <a:off x="6604905" y="1005692"/>
              <a:ext cx="507755" cy="336219"/>
            </a:xfrm>
            <a:prstGeom prst="can">
              <a:avLst>
                <a:gd name="adj" fmla="val 26169"/>
              </a:avLst>
            </a:prstGeom>
            <a:solidFill>
              <a:srgbClr val="0F1C48"/>
            </a:solidFill>
            <a:ln w="25400" cap="flat" cmpd="sng" algn="ctr">
              <a:solidFill>
                <a:srgbClr val="3198D7">
                  <a:lumMod val="40000"/>
                  <a:lumOff val="60000"/>
                </a:srgbClr>
              </a:solidFill>
              <a:prstDash val="solid"/>
            </a:ln>
            <a:effectLst/>
          </p:spPr>
          <p:txBody>
            <a:bodyPr lIns="0" tIns="182880" rIns="0" bIns="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white"/>
                </a:solidFill>
                <a:effectLst/>
                <a:uLnTx/>
                <a:uFillTx/>
              </a:endParaRPr>
            </a:p>
          </p:txBody>
        </p:sp>
        <p:sp>
          <p:nvSpPr>
            <p:cNvPr id="34" name="Can 207">
              <a:extLst>
                <a:ext uri="{FF2B5EF4-FFF2-40B4-BE49-F238E27FC236}">
                  <a16:creationId xmlns:a16="http://schemas.microsoft.com/office/drawing/2014/main" id="{AD9FB203-E263-E418-4D57-9085B47FD25F}"/>
                </a:ext>
              </a:extLst>
            </p:cNvPr>
            <p:cNvSpPr/>
            <p:nvPr/>
          </p:nvSpPr>
          <p:spPr>
            <a:xfrm>
              <a:off x="6103657" y="1231853"/>
              <a:ext cx="507755" cy="336219"/>
            </a:xfrm>
            <a:prstGeom prst="can">
              <a:avLst>
                <a:gd name="adj" fmla="val 26169"/>
              </a:avLst>
            </a:prstGeom>
            <a:solidFill>
              <a:srgbClr val="0F1C48"/>
            </a:solidFill>
            <a:ln w="25400" cap="flat" cmpd="sng" algn="ctr">
              <a:solidFill>
                <a:srgbClr val="3198D7">
                  <a:lumMod val="40000"/>
                  <a:lumOff val="60000"/>
                </a:srgbClr>
              </a:solidFill>
              <a:prstDash val="solid"/>
            </a:ln>
            <a:effectLst/>
          </p:spPr>
          <p:txBody>
            <a:bodyPr lIns="0" tIns="182880" rIns="0" bIns="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white"/>
                </a:solidFill>
                <a:effectLst/>
                <a:uLnTx/>
                <a:uFillTx/>
              </a:endParaRPr>
            </a:p>
          </p:txBody>
        </p:sp>
        <p:sp>
          <p:nvSpPr>
            <p:cNvPr id="35" name="Can 207">
              <a:extLst>
                <a:ext uri="{FF2B5EF4-FFF2-40B4-BE49-F238E27FC236}">
                  <a16:creationId xmlns:a16="http://schemas.microsoft.com/office/drawing/2014/main" id="{D48D2A33-B177-9DB7-872F-8C6CA6FD0A39}"/>
                </a:ext>
              </a:extLst>
            </p:cNvPr>
            <p:cNvSpPr/>
            <p:nvPr/>
          </p:nvSpPr>
          <p:spPr>
            <a:xfrm>
              <a:off x="6620120" y="1298485"/>
              <a:ext cx="507755" cy="336219"/>
            </a:xfrm>
            <a:prstGeom prst="can">
              <a:avLst>
                <a:gd name="adj" fmla="val 26169"/>
              </a:avLst>
            </a:prstGeom>
            <a:solidFill>
              <a:srgbClr val="0F1C48"/>
            </a:solidFill>
            <a:ln w="25400" cap="flat" cmpd="sng" algn="ctr">
              <a:solidFill>
                <a:srgbClr val="3198D7">
                  <a:lumMod val="40000"/>
                  <a:lumOff val="60000"/>
                </a:srgbClr>
              </a:solidFill>
              <a:prstDash val="solid"/>
            </a:ln>
            <a:effectLst/>
          </p:spPr>
          <p:txBody>
            <a:bodyPr lIns="0" tIns="182880" rIns="0" bIns="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white"/>
                </a:solidFill>
                <a:effectLst/>
                <a:uLnTx/>
                <a:uFillTx/>
              </a:endParaRPr>
            </a:p>
          </p:txBody>
        </p:sp>
        <p:pic>
          <p:nvPicPr>
            <p:cNvPr id="36" name="Picture 35" descr="A close up of a logo&#10;&#10;Description automatically generated">
              <a:extLst>
                <a:ext uri="{FF2B5EF4-FFF2-40B4-BE49-F238E27FC236}">
                  <a16:creationId xmlns:a16="http://schemas.microsoft.com/office/drawing/2014/main" id="{5D25F8E5-0667-D88D-72C5-81533CFDABC8}"/>
                </a:ext>
              </a:extLst>
            </p:cNvPr>
            <p:cNvPicPr>
              <a:picLocks noChangeAspect="1"/>
            </p:cNvPicPr>
            <p:nvPr/>
          </p:nvPicPr>
          <p:blipFill rotWithShape="1">
            <a:blip r:embed="rId5" cstate="print">
              <a:duotone>
                <a:srgbClr val="3198D7">
                  <a:shade val="45000"/>
                  <a:satMod val="135000"/>
                </a:srgbClr>
                <a:prstClr val="white"/>
              </a:duotone>
              <a:extLst>
                <a:ext uri="{28A0092B-C50C-407E-A947-70E740481C1C}">
                  <a14:useLocalDpi xmlns:a14="http://schemas.microsoft.com/office/drawing/2010/main"/>
                </a:ext>
              </a:extLst>
            </a:blip>
            <a:srcRect/>
            <a:stretch/>
          </p:blipFill>
          <p:spPr>
            <a:xfrm>
              <a:off x="3664275" y="1002625"/>
              <a:ext cx="400259" cy="406075"/>
            </a:xfrm>
            <a:prstGeom prst="rect">
              <a:avLst/>
            </a:prstGeom>
          </p:spPr>
        </p:pic>
        <p:sp>
          <p:nvSpPr>
            <p:cNvPr id="37" name="TextBox 71">
              <a:extLst>
                <a:ext uri="{FF2B5EF4-FFF2-40B4-BE49-F238E27FC236}">
                  <a16:creationId xmlns:a16="http://schemas.microsoft.com/office/drawing/2014/main" id="{8338C307-BD94-0095-8758-9E0C10D8B8DC}"/>
                </a:ext>
              </a:extLst>
            </p:cNvPr>
            <p:cNvSpPr txBox="1">
              <a:spLocks noChangeArrowheads="1"/>
            </p:cNvSpPr>
            <p:nvPr/>
          </p:nvSpPr>
          <p:spPr bwMode="auto">
            <a:xfrm>
              <a:off x="4465078" y="1410351"/>
              <a:ext cx="5581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670478"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700" b="0" i="0" u="none" strike="noStrike" kern="0" cap="none" spc="0" normalizeH="0" baseline="0" noProof="0" dirty="0">
                  <a:ln>
                    <a:noFill/>
                  </a:ln>
                  <a:solidFill>
                    <a:srgbClr val="000000"/>
                  </a:solidFill>
                  <a:effectLst/>
                  <a:uLnTx/>
                  <a:uFillTx/>
                  <a:latin typeface="Franklin Gothic Book" panose="020B0503020102020204" pitchFamily="34" charset="0"/>
                </a:rPr>
                <a:t>Financial, Personnel, Other….</a:t>
              </a:r>
            </a:p>
          </p:txBody>
        </p:sp>
        <p:sp>
          <p:nvSpPr>
            <p:cNvPr id="38" name="TextBox 37">
              <a:extLst>
                <a:ext uri="{FF2B5EF4-FFF2-40B4-BE49-F238E27FC236}">
                  <a16:creationId xmlns:a16="http://schemas.microsoft.com/office/drawing/2014/main" id="{9BFFBDA8-9D66-4EAE-7CFE-C0493EA1E7BE}"/>
                </a:ext>
              </a:extLst>
            </p:cNvPr>
            <p:cNvSpPr txBox="1">
              <a:spLocks noChangeArrowheads="1"/>
            </p:cNvSpPr>
            <p:nvPr/>
          </p:nvSpPr>
          <p:spPr bwMode="auto">
            <a:xfrm>
              <a:off x="6130752" y="1062888"/>
              <a:ext cx="559644" cy="230832"/>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900" b="0" i="0" u="none" strike="noStrike" kern="0" cap="none" spc="0" normalizeH="0" baseline="0" noProof="0" dirty="0">
                  <a:ln>
                    <a:noFill/>
                  </a:ln>
                  <a:solidFill>
                    <a:prstClr val="white"/>
                  </a:solidFill>
                  <a:effectLst/>
                  <a:uLnTx/>
                  <a:uFillTx/>
                  <a:latin typeface="Franklin Gothic Book" panose="020B0503020102020204" pitchFamily="34" charset="0"/>
                </a:rPr>
                <a:t>ASIMS </a:t>
              </a:r>
            </a:p>
          </p:txBody>
        </p:sp>
        <p:sp>
          <p:nvSpPr>
            <p:cNvPr id="39" name="TextBox 51">
              <a:extLst>
                <a:ext uri="{FF2B5EF4-FFF2-40B4-BE49-F238E27FC236}">
                  <a16:creationId xmlns:a16="http://schemas.microsoft.com/office/drawing/2014/main" id="{2E539B38-DB8F-A095-909E-4E38EF67ADFF}"/>
                </a:ext>
              </a:extLst>
            </p:cNvPr>
            <p:cNvSpPr txBox="1">
              <a:spLocks noChangeArrowheads="1"/>
            </p:cNvSpPr>
            <p:nvPr/>
          </p:nvSpPr>
          <p:spPr bwMode="auto">
            <a:xfrm>
              <a:off x="6007659" y="1322654"/>
              <a:ext cx="821705" cy="230832"/>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900" b="0" i="0" u="none" strike="noStrike" kern="0" cap="none" spc="0" normalizeH="0" baseline="0" noProof="0" dirty="0">
                  <a:ln>
                    <a:noFill/>
                  </a:ln>
                  <a:solidFill>
                    <a:prstClr val="white"/>
                  </a:solidFill>
                  <a:effectLst/>
                  <a:uLnTx/>
                  <a:uFillTx/>
                  <a:latin typeface="Franklin Gothic Book" panose="020B0503020102020204" pitchFamily="34" charset="0"/>
                </a:rPr>
                <a:t>MEDPROS </a:t>
              </a:r>
            </a:p>
          </p:txBody>
        </p:sp>
        <p:sp>
          <p:nvSpPr>
            <p:cNvPr id="40" name="TextBox 51">
              <a:extLst>
                <a:ext uri="{FF2B5EF4-FFF2-40B4-BE49-F238E27FC236}">
                  <a16:creationId xmlns:a16="http://schemas.microsoft.com/office/drawing/2014/main" id="{C99A578C-DA10-C091-9B67-60AAB528C623}"/>
                </a:ext>
              </a:extLst>
            </p:cNvPr>
            <p:cNvSpPr txBox="1">
              <a:spLocks noChangeArrowheads="1"/>
            </p:cNvSpPr>
            <p:nvPr/>
          </p:nvSpPr>
          <p:spPr bwMode="auto">
            <a:xfrm>
              <a:off x="6556097" y="1088515"/>
              <a:ext cx="573465" cy="230832"/>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900" b="0" i="0" u="none" strike="noStrike" kern="0" cap="none" spc="0" normalizeH="0" baseline="0" noProof="0" dirty="0">
                  <a:ln>
                    <a:noFill/>
                  </a:ln>
                  <a:solidFill>
                    <a:prstClr val="white"/>
                  </a:solidFill>
                  <a:effectLst/>
                  <a:uLnTx/>
                  <a:uFillTx/>
                  <a:latin typeface="Franklin Gothic Book" panose="020B0503020102020204" pitchFamily="34" charset="0"/>
                </a:rPr>
                <a:t>NMO</a:t>
              </a:r>
            </a:p>
          </p:txBody>
        </p:sp>
        <p:sp>
          <p:nvSpPr>
            <p:cNvPr id="41" name="TextBox 40">
              <a:extLst>
                <a:ext uri="{FF2B5EF4-FFF2-40B4-BE49-F238E27FC236}">
                  <a16:creationId xmlns:a16="http://schemas.microsoft.com/office/drawing/2014/main" id="{6161E03B-F134-075F-CF25-E5E370FBCF63}"/>
                </a:ext>
              </a:extLst>
            </p:cNvPr>
            <p:cNvSpPr txBox="1">
              <a:spLocks noChangeArrowheads="1"/>
            </p:cNvSpPr>
            <p:nvPr/>
          </p:nvSpPr>
          <p:spPr bwMode="auto">
            <a:xfrm>
              <a:off x="6498981" y="1363253"/>
              <a:ext cx="738617" cy="230832"/>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900" b="0" i="0" u="none" strike="noStrike" kern="0" cap="none" spc="0" normalizeH="0" baseline="0" noProof="0" dirty="0">
                  <a:ln>
                    <a:noFill/>
                  </a:ln>
                  <a:solidFill>
                    <a:prstClr val="white"/>
                  </a:solidFill>
                  <a:effectLst/>
                  <a:uLnTx/>
                  <a:uFillTx/>
                  <a:latin typeface="Franklin Gothic Book" panose="020B0503020102020204" pitchFamily="34" charset="0"/>
                </a:rPr>
                <a:t>Others</a:t>
              </a:r>
            </a:p>
          </p:txBody>
        </p:sp>
        <p:cxnSp>
          <p:nvCxnSpPr>
            <p:cNvPr id="42" name="Connector: Elbow 88">
              <a:extLst>
                <a:ext uri="{FF2B5EF4-FFF2-40B4-BE49-F238E27FC236}">
                  <a16:creationId xmlns:a16="http://schemas.microsoft.com/office/drawing/2014/main" id="{038E2D65-635A-99E8-C7A0-93C737DE07A4}"/>
                </a:ext>
              </a:extLst>
            </p:cNvPr>
            <p:cNvCxnSpPr>
              <a:cxnSpLocks/>
            </p:cNvCxnSpPr>
            <p:nvPr/>
          </p:nvCxnSpPr>
          <p:spPr>
            <a:xfrm rot="10800000" flipV="1">
              <a:off x="7174065" y="2124111"/>
              <a:ext cx="2846929" cy="1405902"/>
            </a:xfrm>
            <a:prstGeom prst="bentConnector3">
              <a:avLst>
                <a:gd name="adj1" fmla="val 50000"/>
              </a:avLst>
            </a:prstGeom>
            <a:noFill/>
            <a:ln w="19050" cap="flat" cmpd="sng" algn="ctr">
              <a:solidFill>
                <a:srgbClr val="003876"/>
              </a:solidFill>
              <a:prstDash val="solid"/>
              <a:headEnd type="none"/>
              <a:tailEnd type="triangle"/>
            </a:ln>
            <a:effectLst/>
          </p:spPr>
        </p:cxnSp>
        <p:sp>
          <p:nvSpPr>
            <p:cNvPr id="43" name="TextBox 51">
              <a:extLst>
                <a:ext uri="{FF2B5EF4-FFF2-40B4-BE49-F238E27FC236}">
                  <a16:creationId xmlns:a16="http://schemas.microsoft.com/office/drawing/2014/main" id="{EA8D2B0C-9DE0-5659-AF55-7299D22126A4}"/>
                </a:ext>
              </a:extLst>
            </p:cNvPr>
            <p:cNvSpPr txBox="1">
              <a:spLocks noChangeArrowheads="1"/>
            </p:cNvSpPr>
            <p:nvPr/>
          </p:nvSpPr>
          <p:spPr bwMode="auto">
            <a:xfrm>
              <a:off x="7294834" y="557044"/>
              <a:ext cx="1494460" cy="461665"/>
            </a:xfrm>
            <a:prstGeom prst="rect">
              <a:avLst/>
            </a:prstGeom>
            <a:noFill/>
            <a:ln>
              <a:noFill/>
            </a:ln>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1200" b="1" i="0" u="none" strike="noStrike" kern="0" cap="none" spc="0" normalizeH="0" baseline="0" noProof="0" dirty="0">
                  <a:ln>
                    <a:noFill/>
                  </a:ln>
                  <a:solidFill>
                    <a:srgbClr val="000000"/>
                  </a:solidFill>
                  <a:effectLst/>
                  <a:uLnTx/>
                  <a:uFillTx/>
                  <a:latin typeface="Franklin Gothic Book" panose="020B0503020102020204" pitchFamily="34" charset="0"/>
                </a:rPr>
                <a:t>Operational Medicine Systems</a:t>
              </a:r>
            </a:p>
          </p:txBody>
        </p:sp>
        <p:grpSp>
          <p:nvGrpSpPr>
            <p:cNvPr id="44" name="Group 43">
              <a:extLst>
                <a:ext uri="{FF2B5EF4-FFF2-40B4-BE49-F238E27FC236}">
                  <a16:creationId xmlns:a16="http://schemas.microsoft.com/office/drawing/2014/main" id="{19E2D377-9D03-0B3B-03C2-969627A2AD0A}"/>
                </a:ext>
              </a:extLst>
            </p:cNvPr>
            <p:cNvGrpSpPr/>
            <p:nvPr/>
          </p:nvGrpSpPr>
          <p:grpSpPr>
            <a:xfrm>
              <a:off x="7552142" y="998959"/>
              <a:ext cx="613636" cy="454081"/>
              <a:chOff x="1773932" y="1956061"/>
              <a:chExt cx="4649334" cy="3747240"/>
            </a:xfrm>
          </p:grpSpPr>
          <p:sp>
            <p:nvSpPr>
              <p:cNvPr id="115" name="Freeform 6">
                <a:extLst>
                  <a:ext uri="{FF2B5EF4-FFF2-40B4-BE49-F238E27FC236}">
                    <a16:creationId xmlns:a16="http://schemas.microsoft.com/office/drawing/2014/main" id="{F2752E94-A09E-38DD-0B9F-7AFFB1FFAC82}"/>
                  </a:ext>
                </a:extLst>
              </p:cNvPr>
              <p:cNvSpPr>
                <a:spLocks/>
              </p:cNvSpPr>
              <p:nvPr/>
            </p:nvSpPr>
            <p:spPr bwMode="auto">
              <a:xfrm>
                <a:off x="1773932" y="1956061"/>
                <a:ext cx="4649334" cy="3507573"/>
              </a:xfrm>
              <a:custGeom>
                <a:avLst/>
                <a:gdLst>
                  <a:gd name="T0" fmla="*/ 191 w 4520"/>
                  <a:gd name="T1" fmla="*/ 0 h 3410"/>
                  <a:gd name="T2" fmla="*/ 4328 w 4520"/>
                  <a:gd name="T3" fmla="*/ 0 h 3410"/>
                  <a:gd name="T4" fmla="*/ 4366 w 4520"/>
                  <a:gd name="T5" fmla="*/ 4 h 3410"/>
                  <a:gd name="T6" fmla="*/ 4402 w 4520"/>
                  <a:gd name="T7" fmla="*/ 15 h 3410"/>
                  <a:gd name="T8" fmla="*/ 4435 w 4520"/>
                  <a:gd name="T9" fmla="*/ 33 h 3410"/>
                  <a:gd name="T10" fmla="*/ 4463 w 4520"/>
                  <a:gd name="T11" fmla="*/ 55 h 3410"/>
                  <a:gd name="T12" fmla="*/ 4486 w 4520"/>
                  <a:gd name="T13" fmla="*/ 84 h 3410"/>
                  <a:gd name="T14" fmla="*/ 4504 w 4520"/>
                  <a:gd name="T15" fmla="*/ 116 h 3410"/>
                  <a:gd name="T16" fmla="*/ 4516 w 4520"/>
                  <a:gd name="T17" fmla="*/ 151 h 3410"/>
                  <a:gd name="T18" fmla="*/ 4520 w 4520"/>
                  <a:gd name="T19" fmla="*/ 190 h 3410"/>
                  <a:gd name="T20" fmla="*/ 4520 w 4520"/>
                  <a:gd name="T21" fmla="*/ 3220 h 3410"/>
                  <a:gd name="T22" fmla="*/ 4516 w 4520"/>
                  <a:gd name="T23" fmla="*/ 3258 h 3410"/>
                  <a:gd name="T24" fmla="*/ 4504 w 4520"/>
                  <a:gd name="T25" fmla="*/ 3294 h 3410"/>
                  <a:gd name="T26" fmla="*/ 4486 w 4520"/>
                  <a:gd name="T27" fmla="*/ 3326 h 3410"/>
                  <a:gd name="T28" fmla="*/ 4463 w 4520"/>
                  <a:gd name="T29" fmla="*/ 3355 h 3410"/>
                  <a:gd name="T30" fmla="*/ 4435 w 4520"/>
                  <a:gd name="T31" fmla="*/ 3378 h 3410"/>
                  <a:gd name="T32" fmla="*/ 4402 w 4520"/>
                  <a:gd name="T33" fmla="*/ 3395 h 3410"/>
                  <a:gd name="T34" fmla="*/ 4366 w 4520"/>
                  <a:gd name="T35" fmla="*/ 3407 h 3410"/>
                  <a:gd name="T36" fmla="*/ 4328 w 4520"/>
                  <a:gd name="T37" fmla="*/ 3410 h 3410"/>
                  <a:gd name="T38" fmla="*/ 191 w 4520"/>
                  <a:gd name="T39" fmla="*/ 3410 h 3410"/>
                  <a:gd name="T40" fmla="*/ 153 w 4520"/>
                  <a:gd name="T41" fmla="*/ 3407 h 3410"/>
                  <a:gd name="T42" fmla="*/ 117 w 4520"/>
                  <a:gd name="T43" fmla="*/ 3395 h 3410"/>
                  <a:gd name="T44" fmla="*/ 85 w 4520"/>
                  <a:gd name="T45" fmla="*/ 3378 h 3410"/>
                  <a:gd name="T46" fmla="*/ 57 w 4520"/>
                  <a:gd name="T47" fmla="*/ 3355 h 3410"/>
                  <a:gd name="T48" fmla="*/ 33 w 4520"/>
                  <a:gd name="T49" fmla="*/ 3326 h 3410"/>
                  <a:gd name="T50" fmla="*/ 15 w 4520"/>
                  <a:gd name="T51" fmla="*/ 3294 h 3410"/>
                  <a:gd name="T52" fmla="*/ 4 w 4520"/>
                  <a:gd name="T53" fmla="*/ 3258 h 3410"/>
                  <a:gd name="T54" fmla="*/ 0 w 4520"/>
                  <a:gd name="T55" fmla="*/ 3220 h 3410"/>
                  <a:gd name="T56" fmla="*/ 0 w 4520"/>
                  <a:gd name="T57" fmla="*/ 190 h 3410"/>
                  <a:gd name="T58" fmla="*/ 4 w 4520"/>
                  <a:gd name="T59" fmla="*/ 151 h 3410"/>
                  <a:gd name="T60" fmla="*/ 15 w 4520"/>
                  <a:gd name="T61" fmla="*/ 116 h 3410"/>
                  <a:gd name="T62" fmla="*/ 33 w 4520"/>
                  <a:gd name="T63" fmla="*/ 84 h 3410"/>
                  <a:gd name="T64" fmla="*/ 57 w 4520"/>
                  <a:gd name="T65" fmla="*/ 55 h 3410"/>
                  <a:gd name="T66" fmla="*/ 85 w 4520"/>
                  <a:gd name="T67" fmla="*/ 33 h 3410"/>
                  <a:gd name="T68" fmla="*/ 117 w 4520"/>
                  <a:gd name="T69" fmla="*/ 15 h 3410"/>
                  <a:gd name="T70" fmla="*/ 153 w 4520"/>
                  <a:gd name="T71" fmla="*/ 4 h 3410"/>
                  <a:gd name="T72" fmla="*/ 191 w 4520"/>
                  <a:gd name="T73" fmla="*/ 0 h 3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20" h="3410">
                    <a:moveTo>
                      <a:pt x="191" y="0"/>
                    </a:moveTo>
                    <a:lnTo>
                      <a:pt x="4328" y="0"/>
                    </a:lnTo>
                    <a:lnTo>
                      <a:pt x="4366" y="4"/>
                    </a:lnTo>
                    <a:lnTo>
                      <a:pt x="4402" y="15"/>
                    </a:lnTo>
                    <a:lnTo>
                      <a:pt x="4435" y="33"/>
                    </a:lnTo>
                    <a:lnTo>
                      <a:pt x="4463" y="55"/>
                    </a:lnTo>
                    <a:lnTo>
                      <a:pt x="4486" y="84"/>
                    </a:lnTo>
                    <a:lnTo>
                      <a:pt x="4504" y="116"/>
                    </a:lnTo>
                    <a:lnTo>
                      <a:pt x="4516" y="151"/>
                    </a:lnTo>
                    <a:lnTo>
                      <a:pt x="4520" y="190"/>
                    </a:lnTo>
                    <a:lnTo>
                      <a:pt x="4520" y="3220"/>
                    </a:lnTo>
                    <a:lnTo>
                      <a:pt x="4516" y="3258"/>
                    </a:lnTo>
                    <a:lnTo>
                      <a:pt x="4504" y="3294"/>
                    </a:lnTo>
                    <a:lnTo>
                      <a:pt x="4486" y="3326"/>
                    </a:lnTo>
                    <a:lnTo>
                      <a:pt x="4463" y="3355"/>
                    </a:lnTo>
                    <a:lnTo>
                      <a:pt x="4435" y="3378"/>
                    </a:lnTo>
                    <a:lnTo>
                      <a:pt x="4402" y="3395"/>
                    </a:lnTo>
                    <a:lnTo>
                      <a:pt x="4366" y="3407"/>
                    </a:lnTo>
                    <a:lnTo>
                      <a:pt x="4328" y="3410"/>
                    </a:lnTo>
                    <a:lnTo>
                      <a:pt x="191" y="3410"/>
                    </a:lnTo>
                    <a:lnTo>
                      <a:pt x="153" y="3407"/>
                    </a:lnTo>
                    <a:lnTo>
                      <a:pt x="117" y="3395"/>
                    </a:lnTo>
                    <a:lnTo>
                      <a:pt x="85" y="3378"/>
                    </a:lnTo>
                    <a:lnTo>
                      <a:pt x="57" y="3355"/>
                    </a:lnTo>
                    <a:lnTo>
                      <a:pt x="33" y="3326"/>
                    </a:lnTo>
                    <a:lnTo>
                      <a:pt x="15" y="3294"/>
                    </a:lnTo>
                    <a:lnTo>
                      <a:pt x="4" y="3258"/>
                    </a:lnTo>
                    <a:lnTo>
                      <a:pt x="0" y="3220"/>
                    </a:lnTo>
                    <a:lnTo>
                      <a:pt x="0" y="190"/>
                    </a:lnTo>
                    <a:lnTo>
                      <a:pt x="4" y="151"/>
                    </a:lnTo>
                    <a:lnTo>
                      <a:pt x="15" y="116"/>
                    </a:lnTo>
                    <a:lnTo>
                      <a:pt x="33" y="84"/>
                    </a:lnTo>
                    <a:lnTo>
                      <a:pt x="57" y="55"/>
                    </a:lnTo>
                    <a:lnTo>
                      <a:pt x="85" y="33"/>
                    </a:lnTo>
                    <a:lnTo>
                      <a:pt x="117" y="15"/>
                    </a:lnTo>
                    <a:lnTo>
                      <a:pt x="153" y="4"/>
                    </a:lnTo>
                    <a:lnTo>
                      <a:pt x="191" y="0"/>
                    </a:lnTo>
                    <a:close/>
                  </a:path>
                </a:pathLst>
              </a:custGeom>
              <a:solidFill>
                <a:srgbClr val="8064A2"/>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26"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16" name="Rectangle 115">
                <a:extLst>
                  <a:ext uri="{FF2B5EF4-FFF2-40B4-BE49-F238E27FC236}">
                    <a16:creationId xmlns:a16="http://schemas.microsoft.com/office/drawing/2014/main" id="{9CD8C8C7-1D23-DF19-16E3-FB66924A3931}"/>
                  </a:ext>
                </a:extLst>
              </p:cNvPr>
              <p:cNvSpPr>
                <a:spLocks noChangeArrowheads="1"/>
              </p:cNvSpPr>
              <p:nvPr/>
            </p:nvSpPr>
            <p:spPr bwMode="auto">
              <a:xfrm>
                <a:off x="2094859" y="2274931"/>
                <a:ext cx="4007479" cy="2710397"/>
              </a:xfrm>
              <a:prstGeom prst="rect">
                <a:avLst/>
              </a:prstGeom>
              <a:solidFill>
                <a:srgbClr val="8064A2">
                  <a:lumMod val="60000"/>
                  <a:lumOff val="40000"/>
                </a:srgbClr>
              </a:solidFill>
              <a:ln w="0">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26"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17" name="Freeform 8">
                <a:extLst>
                  <a:ext uri="{FF2B5EF4-FFF2-40B4-BE49-F238E27FC236}">
                    <a16:creationId xmlns:a16="http://schemas.microsoft.com/office/drawing/2014/main" id="{1C73BC1E-DDDF-BC4B-2E7B-0075ABF8AF87}"/>
                  </a:ext>
                </a:extLst>
              </p:cNvPr>
              <p:cNvSpPr>
                <a:spLocks/>
              </p:cNvSpPr>
              <p:nvPr/>
            </p:nvSpPr>
            <p:spPr bwMode="auto">
              <a:xfrm>
                <a:off x="2094859" y="2753236"/>
                <a:ext cx="4007479" cy="1594351"/>
              </a:xfrm>
              <a:custGeom>
                <a:avLst/>
                <a:gdLst>
                  <a:gd name="T0" fmla="*/ 2435 w 3896"/>
                  <a:gd name="T1" fmla="*/ 3 h 1550"/>
                  <a:gd name="T2" fmla="*/ 2469 w 3896"/>
                  <a:gd name="T3" fmla="*/ 22 h 1550"/>
                  <a:gd name="T4" fmla="*/ 2490 w 3896"/>
                  <a:gd name="T5" fmla="*/ 57 h 1550"/>
                  <a:gd name="T6" fmla="*/ 3896 w 3896"/>
                  <a:gd name="T7" fmla="*/ 1085 h 1550"/>
                  <a:gd name="T8" fmla="*/ 2728 w 3896"/>
                  <a:gd name="T9" fmla="*/ 1240 h 1550"/>
                  <a:gd name="T10" fmla="*/ 2689 w 3896"/>
                  <a:gd name="T11" fmla="*/ 1230 h 1550"/>
                  <a:gd name="T12" fmla="*/ 2660 w 3896"/>
                  <a:gd name="T13" fmla="*/ 1202 h 1550"/>
                  <a:gd name="T14" fmla="*/ 2415 w 3896"/>
                  <a:gd name="T15" fmla="*/ 359 h 1550"/>
                  <a:gd name="T16" fmla="*/ 2168 w 3896"/>
                  <a:gd name="T17" fmla="*/ 1208 h 1550"/>
                  <a:gd name="T18" fmla="*/ 2135 w 3896"/>
                  <a:gd name="T19" fmla="*/ 1236 h 1550"/>
                  <a:gd name="T20" fmla="*/ 2091 w 3896"/>
                  <a:gd name="T21" fmla="*/ 1243 h 1550"/>
                  <a:gd name="T22" fmla="*/ 2051 w 3896"/>
                  <a:gd name="T23" fmla="*/ 1223 h 1550"/>
                  <a:gd name="T24" fmla="*/ 1890 w 3896"/>
                  <a:gd name="T25" fmla="*/ 960 h 1550"/>
                  <a:gd name="T26" fmla="*/ 1700 w 3896"/>
                  <a:gd name="T27" fmla="*/ 1519 h 1550"/>
                  <a:gd name="T28" fmla="*/ 1662 w 3896"/>
                  <a:gd name="T29" fmla="*/ 1546 h 1550"/>
                  <a:gd name="T30" fmla="*/ 1636 w 3896"/>
                  <a:gd name="T31" fmla="*/ 1550 h 1550"/>
                  <a:gd name="T32" fmla="*/ 1591 w 3896"/>
                  <a:gd name="T33" fmla="*/ 1536 h 1550"/>
                  <a:gd name="T34" fmla="*/ 1564 w 3896"/>
                  <a:gd name="T35" fmla="*/ 1501 h 1550"/>
                  <a:gd name="T36" fmla="*/ 1086 w 3896"/>
                  <a:gd name="T37" fmla="*/ 1187 h 1550"/>
                  <a:gd name="T38" fmla="*/ 1059 w 3896"/>
                  <a:gd name="T39" fmla="*/ 1226 h 1550"/>
                  <a:gd name="T40" fmla="*/ 1013 w 3896"/>
                  <a:gd name="T41" fmla="*/ 1240 h 1550"/>
                  <a:gd name="T42" fmla="*/ 0 w 3896"/>
                  <a:gd name="T43" fmla="*/ 1085 h 1550"/>
                  <a:gd name="T44" fmla="*/ 1172 w 3896"/>
                  <a:gd name="T45" fmla="*/ 441 h 1550"/>
                  <a:gd name="T46" fmla="*/ 1200 w 3896"/>
                  <a:gd name="T47" fmla="*/ 402 h 1550"/>
                  <a:gd name="T48" fmla="*/ 1245 w 3896"/>
                  <a:gd name="T49" fmla="*/ 387 h 1550"/>
                  <a:gd name="T50" fmla="*/ 1290 w 3896"/>
                  <a:gd name="T51" fmla="*/ 401 h 1550"/>
                  <a:gd name="T52" fmla="*/ 1319 w 3896"/>
                  <a:gd name="T53" fmla="*/ 436 h 1550"/>
                  <a:gd name="T54" fmla="*/ 1795 w 3896"/>
                  <a:gd name="T55" fmla="*/ 751 h 1550"/>
                  <a:gd name="T56" fmla="*/ 1820 w 3896"/>
                  <a:gd name="T57" fmla="*/ 715 h 1550"/>
                  <a:gd name="T58" fmla="*/ 1862 w 3896"/>
                  <a:gd name="T59" fmla="*/ 699 h 1550"/>
                  <a:gd name="T60" fmla="*/ 1905 w 3896"/>
                  <a:gd name="T61" fmla="*/ 706 h 1550"/>
                  <a:gd name="T62" fmla="*/ 1937 w 3896"/>
                  <a:gd name="T63" fmla="*/ 736 h 1550"/>
                  <a:gd name="T64" fmla="*/ 2340 w 3896"/>
                  <a:gd name="T65" fmla="*/ 57 h 1550"/>
                  <a:gd name="T66" fmla="*/ 2361 w 3896"/>
                  <a:gd name="T67" fmla="*/ 22 h 1550"/>
                  <a:gd name="T68" fmla="*/ 2395 w 3896"/>
                  <a:gd name="T69" fmla="*/ 3 h 1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96" h="1550">
                    <a:moveTo>
                      <a:pt x="2415" y="0"/>
                    </a:moveTo>
                    <a:lnTo>
                      <a:pt x="2435" y="3"/>
                    </a:lnTo>
                    <a:lnTo>
                      <a:pt x="2454" y="10"/>
                    </a:lnTo>
                    <a:lnTo>
                      <a:pt x="2469" y="22"/>
                    </a:lnTo>
                    <a:lnTo>
                      <a:pt x="2482" y="38"/>
                    </a:lnTo>
                    <a:lnTo>
                      <a:pt x="2490" y="57"/>
                    </a:lnTo>
                    <a:lnTo>
                      <a:pt x="2786" y="1085"/>
                    </a:lnTo>
                    <a:lnTo>
                      <a:pt x="3896" y="1085"/>
                    </a:lnTo>
                    <a:lnTo>
                      <a:pt x="3896" y="1240"/>
                    </a:lnTo>
                    <a:lnTo>
                      <a:pt x="2728" y="1240"/>
                    </a:lnTo>
                    <a:lnTo>
                      <a:pt x="2707" y="1238"/>
                    </a:lnTo>
                    <a:lnTo>
                      <a:pt x="2689" y="1230"/>
                    </a:lnTo>
                    <a:lnTo>
                      <a:pt x="2672" y="1218"/>
                    </a:lnTo>
                    <a:lnTo>
                      <a:pt x="2660" y="1202"/>
                    </a:lnTo>
                    <a:lnTo>
                      <a:pt x="2653" y="1185"/>
                    </a:lnTo>
                    <a:lnTo>
                      <a:pt x="2415" y="359"/>
                    </a:lnTo>
                    <a:lnTo>
                      <a:pt x="2178" y="1187"/>
                    </a:lnTo>
                    <a:lnTo>
                      <a:pt x="2168" y="1208"/>
                    </a:lnTo>
                    <a:lnTo>
                      <a:pt x="2155" y="1225"/>
                    </a:lnTo>
                    <a:lnTo>
                      <a:pt x="2135" y="1236"/>
                    </a:lnTo>
                    <a:lnTo>
                      <a:pt x="2113" y="1243"/>
                    </a:lnTo>
                    <a:lnTo>
                      <a:pt x="2091" y="1243"/>
                    </a:lnTo>
                    <a:lnTo>
                      <a:pt x="2070" y="1236"/>
                    </a:lnTo>
                    <a:lnTo>
                      <a:pt x="2051" y="1223"/>
                    </a:lnTo>
                    <a:lnTo>
                      <a:pt x="2037" y="1205"/>
                    </a:lnTo>
                    <a:lnTo>
                      <a:pt x="1890" y="960"/>
                    </a:lnTo>
                    <a:lnTo>
                      <a:pt x="1709" y="1498"/>
                    </a:lnTo>
                    <a:lnTo>
                      <a:pt x="1700" y="1519"/>
                    </a:lnTo>
                    <a:lnTo>
                      <a:pt x="1683" y="1535"/>
                    </a:lnTo>
                    <a:lnTo>
                      <a:pt x="1662" y="1546"/>
                    </a:lnTo>
                    <a:lnTo>
                      <a:pt x="1639" y="1550"/>
                    </a:lnTo>
                    <a:lnTo>
                      <a:pt x="1636" y="1550"/>
                    </a:lnTo>
                    <a:lnTo>
                      <a:pt x="1612" y="1546"/>
                    </a:lnTo>
                    <a:lnTo>
                      <a:pt x="1591" y="1536"/>
                    </a:lnTo>
                    <a:lnTo>
                      <a:pt x="1575" y="1521"/>
                    </a:lnTo>
                    <a:lnTo>
                      <a:pt x="1564" y="1501"/>
                    </a:lnTo>
                    <a:lnTo>
                      <a:pt x="1251" y="695"/>
                    </a:lnTo>
                    <a:lnTo>
                      <a:pt x="1086" y="1187"/>
                    </a:lnTo>
                    <a:lnTo>
                      <a:pt x="1075" y="1209"/>
                    </a:lnTo>
                    <a:lnTo>
                      <a:pt x="1059" y="1226"/>
                    </a:lnTo>
                    <a:lnTo>
                      <a:pt x="1036" y="1237"/>
                    </a:lnTo>
                    <a:lnTo>
                      <a:pt x="1013" y="1240"/>
                    </a:lnTo>
                    <a:lnTo>
                      <a:pt x="0" y="1240"/>
                    </a:lnTo>
                    <a:lnTo>
                      <a:pt x="0" y="1085"/>
                    </a:lnTo>
                    <a:lnTo>
                      <a:pt x="956" y="1085"/>
                    </a:lnTo>
                    <a:lnTo>
                      <a:pt x="1172" y="441"/>
                    </a:lnTo>
                    <a:lnTo>
                      <a:pt x="1183" y="419"/>
                    </a:lnTo>
                    <a:lnTo>
                      <a:pt x="1200" y="402"/>
                    </a:lnTo>
                    <a:lnTo>
                      <a:pt x="1221" y="392"/>
                    </a:lnTo>
                    <a:lnTo>
                      <a:pt x="1245" y="387"/>
                    </a:lnTo>
                    <a:lnTo>
                      <a:pt x="1268" y="391"/>
                    </a:lnTo>
                    <a:lnTo>
                      <a:pt x="1290" y="401"/>
                    </a:lnTo>
                    <a:lnTo>
                      <a:pt x="1307" y="417"/>
                    </a:lnTo>
                    <a:lnTo>
                      <a:pt x="1319" y="436"/>
                    </a:lnTo>
                    <a:lnTo>
                      <a:pt x="1630" y="1244"/>
                    </a:lnTo>
                    <a:lnTo>
                      <a:pt x="1795" y="751"/>
                    </a:lnTo>
                    <a:lnTo>
                      <a:pt x="1806" y="730"/>
                    </a:lnTo>
                    <a:lnTo>
                      <a:pt x="1820" y="715"/>
                    </a:lnTo>
                    <a:lnTo>
                      <a:pt x="1840" y="704"/>
                    </a:lnTo>
                    <a:lnTo>
                      <a:pt x="1862" y="699"/>
                    </a:lnTo>
                    <a:lnTo>
                      <a:pt x="1884" y="699"/>
                    </a:lnTo>
                    <a:lnTo>
                      <a:pt x="1905" y="706"/>
                    </a:lnTo>
                    <a:lnTo>
                      <a:pt x="1923" y="718"/>
                    </a:lnTo>
                    <a:lnTo>
                      <a:pt x="1937" y="736"/>
                    </a:lnTo>
                    <a:lnTo>
                      <a:pt x="2078" y="972"/>
                    </a:lnTo>
                    <a:lnTo>
                      <a:pt x="2340" y="57"/>
                    </a:lnTo>
                    <a:lnTo>
                      <a:pt x="2349" y="38"/>
                    </a:lnTo>
                    <a:lnTo>
                      <a:pt x="2361" y="22"/>
                    </a:lnTo>
                    <a:lnTo>
                      <a:pt x="2377" y="10"/>
                    </a:lnTo>
                    <a:lnTo>
                      <a:pt x="2395" y="3"/>
                    </a:lnTo>
                    <a:lnTo>
                      <a:pt x="2415" y="0"/>
                    </a:lnTo>
                    <a:close/>
                  </a:path>
                </a:pathLst>
              </a:custGeom>
              <a:solidFill>
                <a:srgbClr val="FFC000"/>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26"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18" name="Rectangle 117">
                <a:extLst>
                  <a:ext uri="{FF2B5EF4-FFF2-40B4-BE49-F238E27FC236}">
                    <a16:creationId xmlns:a16="http://schemas.microsoft.com/office/drawing/2014/main" id="{4F25C96A-378D-6581-8F03-FD3C6D6FC643}"/>
                  </a:ext>
                </a:extLst>
              </p:cNvPr>
              <p:cNvSpPr>
                <a:spLocks noChangeArrowheads="1"/>
              </p:cNvSpPr>
              <p:nvPr/>
            </p:nvSpPr>
            <p:spPr bwMode="auto">
              <a:xfrm>
                <a:off x="2094859" y="5463634"/>
                <a:ext cx="481391" cy="239667"/>
              </a:xfrm>
              <a:prstGeom prst="rect">
                <a:avLst/>
              </a:prstGeom>
              <a:solidFill>
                <a:srgbClr val="8064A2">
                  <a:lumMod val="75000"/>
                </a:srgbClr>
              </a:solidFill>
              <a:ln w="0">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26"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19" name="Rectangle 118">
                <a:extLst>
                  <a:ext uri="{FF2B5EF4-FFF2-40B4-BE49-F238E27FC236}">
                    <a16:creationId xmlns:a16="http://schemas.microsoft.com/office/drawing/2014/main" id="{EB8CD41B-38D5-6929-73C6-E51197CB67C9}"/>
                  </a:ext>
                </a:extLst>
              </p:cNvPr>
              <p:cNvSpPr>
                <a:spLocks noChangeArrowheads="1"/>
              </p:cNvSpPr>
              <p:nvPr/>
            </p:nvSpPr>
            <p:spPr bwMode="auto">
              <a:xfrm>
                <a:off x="5620947" y="5463634"/>
                <a:ext cx="481391" cy="239667"/>
              </a:xfrm>
              <a:prstGeom prst="rect">
                <a:avLst/>
              </a:prstGeom>
              <a:solidFill>
                <a:srgbClr val="8064A2">
                  <a:lumMod val="75000"/>
                </a:srgbClr>
              </a:solidFill>
              <a:ln w="0">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26"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Franklin Gothic Book"/>
                  <a:ea typeface="+mn-ea"/>
                  <a:cs typeface="+mn-cs"/>
                </a:endParaRPr>
              </a:p>
            </p:txBody>
          </p:sp>
        </p:grpSp>
        <p:cxnSp>
          <p:nvCxnSpPr>
            <p:cNvPr id="45" name="Connector: Elbow 113">
              <a:extLst>
                <a:ext uri="{FF2B5EF4-FFF2-40B4-BE49-F238E27FC236}">
                  <a16:creationId xmlns:a16="http://schemas.microsoft.com/office/drawing/2014/main" id="{5F19B611-F612-B05A-D427-2DAFA4C2D808}"/>
                </a:ext>
              </a:extLst>
            </p:cNvPr>
            <p:cNvCxnSpPr>
              <a:cxnSpLocks/>
              <a:stCxn id="116" idx="1"/>
            </p:cNvCxnSpPr>
            <p:nvPr/>
          </p:nvCxnSpPr>
          <p:spPr>
            <a:xfrm rot="10800000" flipV="1">
              <a:off x="6845483" y="1201819"/>
              <a:ext cx="749016" cy="2007318"/>
            </a:xfrm>
            <a:prstGeom prst="bentConnector3">
              <a:avLst>
                <a:gd name="adj1" fmla="val 50000"/>
              </a:avLst>
            </a:prstGeom>
            <a:noFill/>
            <a:ln w="19050" cap="flat" cmpd="sng" algn="ctr">
              <a:solidFill>
                <a:srgbClr val="003876"/>
              </a:solidFill>
              <a:prstDash val="solid"/>
              <a:headEnd type="none"/>
              <a:tailEnd type="triangle"/>
            </a:ln>
            <a:effectLst/>
          </p:spPr>
        </p:cxnSp>
        <p:sp>
          <p:nvSpPr>
            <p:cNvPr id="46" name="TextBox 45">
              <a:extLst>
                <a:ext uri="{FF2B5EF4-FFF2-40B4-BE49-F238E27FC236}">
                  <a16:creationId xmlns:a16="http://schemas.microsoft.com/office/drawing/2014/main" id="{E3B16593-AE11-55D3-9406-7A620846741C}"/>
                </a:ext>
              </a:extLst>
            </p:cNvPr>
            <p:cNvSpPr txBox="1"/>
            <p:nvPr/>
          </p:nvSpPr>
          <p:spPr>
            <a:xfrm rot="832297">
              <a:off x="2053802" y="3031762"/>
              <a:ext cx="3508320" cy="201065"/>
            </a:xfrm>
            <a:prstGeom prst="rect">
              <a:avLst/>
            </a:prstGeom>
            <a:noFill/>
          </p:spPr>
          <p:txBody>
            <a:bodyPr wrap="square" rtlCol="0">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rPr>
                <a:t>Future bidirectional FHIR APIs</a:t>
              </a:r>
            </a:p>
          </p:txBody>
        </p:sp>
        <p:sp>
          <p:nvSpPr>
            <p:cNvPr id="47" name="TextBox 71">
              <a:extLst>
                <a:ext uri="{FF2B5EF4-FFF2-40B4-BE49-F238E27FC236}">
                  <a16:creationId xmlns:a16="http://schemas.microsoft.com/office/drawing/2014/main" id="{C9552406-8DF5-EB30-262A-84F86413A67F}"/>
                </a:ext>
              </a:extLst>
            </p:cNvPr>
            <p:cNvSpPr txBox="1">
              <a:spLocks noChangeArrowheads="1"/>
            </p:cNvSpPr>
            <p:nvPr/>
          </p:nvSpPr>
          <p:spPr bwMode="auto">
            <a:xfrm rot="292207">
              <a:off x="2912214" y="2701226"/>
              <a:ext cx="2070857" cy="20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B</a:t>
              </a:r>
              <a:r>
                <a:rPr kumimoji="0" lang="en-US" altLang="en-US" sz="800" b="0" i="0" u="none" strike="noStrike" kern="0" cap="none" spc="0" normalizeH="0" baseline="0" noProof="0" dirty="0" err="1">
                  <a:ln>
                    <a:noFill/>
                  </a:ln>
                  <a:solidFill>
                    <a:srgbClr val="000000"/>
                  </a:solidFill>
                  <a:effectLst/>
                  <a:uLnTx/>
                  <a:uFillTx/>
                  <a:latin typeface="Franklin Gothic Book" panose="020B0503020102020204" pitchFamily="34" charset="0"/>
                </a:rPr>
                <a:t>ulk</a:t>
              </a: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 data extract (BDE) 350 tables nightly</a:t>
              </a:r>
            </a:p>
          </p:txBody>
        </p:sp>
        <p:pic>
          <p:nvPicPr>
            <p:cNvPr id="48" name="Picture 47" descr="A close up of a logo&#10;&#10;Description automatically generated">
              <a:extLst>
                <a:ext uri="{FF2B5EF4-FFF2-40B4-BE49-F238E27FC236}">
                  <a16:creationId xmlns:a16="http://schemas.microsoft.com/office/drawing/2014/main" id="{C5419462-2518-90E7-8578-4D7189363A0E}"/>
                </a:ext>
              </a:extLst>
            </p:cNvPr>
            <p:cNvPicPr>
              <a:picLocks noChangeAspect="1"/>
            </p:cNvPicPr>
            <p:nvPr/>
          </p:nvPicPr>
          <p:blipFill rotWithShape="1">
            <a:blip r:embed="rId5" cstate="print">
              <a:duotone>
                <a:srgbClr val="3198D7">
                  <a:shade val="45000"/>
                  <a:satMod val="135000"/>
                </a:srgbClr>
                <a:prstClr val="white"/>
              </a:duotone>
              <a:extLst>
                <a:ext uri="{28A0092B-C50C-407E-A947-70E740481C1C}">
                  <a14:useLocalDpi xmlns:a14="http://schemas.microsoft.com/office/drawing/2010/main"/>
                </a:ext>
              </a:extLst>
            </a:blip>
            <a:srcRect/>
            <a:stretch/>
          </p:blipFill>
          <p:spPr>
            <a:xfrm>
              <a:off x="4093643" y="1005337"/>
              <a:ext cx="400259" cy="406075"/>
            </a:xfrm>
            <a:prstGeom prst="rect">
              <a:avLst/>
            </a:prstGeom>
          </p:spPr>
        </p:pic>
        <p:pic>
          <p:nvPicPr>
            <p:cNvPr id="49" name="Picture 48" descr="A close up of a logo&#10;&#10;Description automatically generated">
              <a:extLst>
                <a:ext uri="{FF2B5EF4-FFF2-40B4-BE49-F238E27FC236}">
                  <a16:creationId xmlns:a16="http://schemas.microsoft.com/office/drawing/2014/main" id="{F5FD527E-6DD3-8038-57F2-655E0971894D}"/>
                </a:ext>
              </a:extLst>
            </p:cNvPr>
            <p:cNvPicPr>
              <a:picLocks noChangeAspect="1"/>
            </p:cNvPicPr>
            <p:nvPr/>
          </p:nvPicPr>
          <p:blipFill rotWithShape="1">
            <a:blip r:embed="rId5" cstate="print">
              <a:duotone>
                <a:srgbClr val="3198D7">
                  <a:shade val="45000"/>
                  <a:satMod val="135000"/>
                </a:srgbClr>
                <a:prstClr val="white"/>
              </a:duotone>
              <a:extLst>
                <a:ext uri="{28A0092B-C50C-407E-A947-70E740481C1C}">
                  <a14:useLocalDpi xmlns:a14="http://schemas.microsoft.com/office/drawing/2010/main"/>
                </a:ext>
              </a:extLst>
            </a:blip>
            <a:srcRect/>
            <a:stretch/>
          </p:blipFill>
          <p:spPr>
            <a:xfrm>
              <a:off x="4538822" y="1005337"/>
              <a:ext cx="400259" cy="406075"/>
            </a:xfrm>
            <a:prstGeom prst="rect">
              <a:avLst/>
            </a:prstGeom>
          </p:spPr>
        </p:pic>
        <p:pic>
          <p:nvPicPr>
            <p:cNvPr id="50" name="Picture 49" descr="A close up of a logo&#10;&#10;Description automatically generated">
              <a:extLst>
                <a:ext uri="{FF2B5EF4-FFF2-40B4-BE49-F238E27FC236}">
                  <a16:creationId xmlns:a16="http://schemas.microsoft.com/office/drawing/2014/main" id="{C45C9766-273A-0754-98E6-1A53F4BB095A}"/>
                </a:ext>
              </a:extLst>
            </p:cNvPr>
            <p:cNvPicPr>
              <a:picLocks noChangeAspect="1"/>
            </p:cNvPicPr>
            <p:nvPr/>
          </p:nvPicPr>
          <p:blipFill rotWithShape="1">
            <a:blip r:embed="rId5" cstate="print">
              <a:duotone>
                <a:srgbClr val="3198D7">
                  <a:shade val="45000"/>
                  <a:satMod val="135000"/>
                </a:srgbClr>
                <a:prstClr val="white"/>
              </a:duotone>
              <a:extLst>
                <a:ext uri="{28A0092B-C50C-407E-A947-70E740481C1C}">
                  <a14:useLocalDpi xmlns:a14="http://schemas.microsoft.com/office/drawing/2010/main"/>
                </a:ext>
              </a:extLst>
            </a:blip>
            <a:srcRect/>
            <a:stretch/>
          </p:blipFill>
          <p:spPr>
            <a:xfrm>
              <a:off x="4966610" y="1004865"/>
              <a:ext cx="400259" cy="406075"/>
            </a:xfrm>
            <a:prstGeom prst="rect">
              <a:avLst/>
            </a:prstGeom>
          </p:spPr>
        </p:pic>
        <p:pic>
          <p:nvPicPr>
            <p:cNvPr id="51" name="Picture 50" descr="A close up of a logo&#10;&#10;Description automatically generated">
              <a:extLst>
                <a:ext uri="{FF2B5EF4-FFF2-40B4-BE49-F238E27FC236}">
                  <a16:creationId xmlns:a16="http://schemas.microsoft.com/office/drawing/2014/main" id="{C5CB32CA-FF26-5C9A-CFDE-02674D07F804}"/>
                </a:ext>
              </a:extLst>
            </p:cNvPr>
            <p:cNvPicPr>
              <a:picLocks noChangeAspect="1"/>
            </p:cNvPicPr>
            <p:nvPr/>
          </p:nvPicPr>
          <p:blipFill rotWithShape="1">
            <a:blip r:embed="rId5" cstate="print">
              <a:duotone>
                <a:srgbClr val="3198D7">
                  <a:shade val="45000"/>
                  <a:satMod val="135000"/>
                </a:srgbClr>
                <a:prstClr val="white"/>
              </a:duotone>
              <a:extLst>
                <a:ext uri="{28A0092B-C50C-407E-A947-70E740481C1C}">
                  <a14:useLocalDpi xmlns:a14="http://schemas.microsoft.com/office/drawing/2010/main"/>
                </a:ext>
              </a:extLst>
            </a:blip>
            <a:srcRect/>
            <a:stretch/>
          </p:blipFill>
          <p:spPr>
            <a:xfrm>
              <a:off x="5376299" y="1004237"/>
              <a:ext cx="400259" cy="406075"/>
            </a:xfrm>
            <a:prstGeom prst="rect">
              <a:avLst/>
            </a:prstGeom>
          </p:spPr>
        </p:pic>
        <p:sp>
          <p:nvSpPr>
            <p:cNvPr id="52" name="TextBox 71">
              <a:extLst>
                <a:ext uri="{FF2B5EF4-FFF2-40B4-BE49-F238E27FC236}">
                  <a16:creationId xmlns:a16="http://schemas.microsoft.com/office/drawing/2014/main" id="{0A05D660-E29A-D280-335C-B6A8AA2658AB}"/>
                </a:ext>
              </a:extLst>
            </p:cNvPr>
            <p:cNvSpPr txBox="1">
              <a:spLocks noChangeArrowheads="1"/>
            </p:cNvSpPr>
            <p:nvPr/>
          </p:nvSpPr>
          <p:spPr bwMode="auto">
            <a:xfrm>
              <a:off x="5324998" y="1410351"/>
              <a:ext cx="4849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spcBef>
                  <a:spcPct val="20000"/>
                </a:spcBef>
                <a:buFont typeface="Lucida Sans Unicode" panose="020B0602030504020204" pitchFamily="34" charset="0"/>
                <a:buChar char="∎"/>
                <a:defRPr sz="2800">
                  <a:solidFill>
                    <a:schemeClr val="tx1"/>
                  </a:solidFill>
                  <a:latin typeface="Calibri" panose="020F0502020204030204" pitchFamily="34" charset="0"/>
                </a:defRPr>
              </a:lvl1pPr>
              <a:lvl2pPr marL="742950" indent="-285750">
                <a:spcBef>
                  <a:spcPct val="20000"/>
                </a:spcBef>
                <a:buFont typeface="Wingdings" panose="05000000000000000000" pitchFamily="2" charset="2"/>
                <a:buChar char="q"/>
                <a:defRPr sz="2400">
                  <a:solidFill>
                    <a:schemeClr val="tx1"/>
                  </a:solidFill>
                  <a:latin typeface="Calibri" panose="020F0502020204030204" pitchFamily="34" charset="0"/>
                </a:defRPr>
              </a:lvl2pPr>
              <a:lvl3pPr marL="1143000" indent="-228600">
                <a:spcBef>
                  <a:spcPct val="20000"/>
                </a:spcBef>
                <a:buFont typeface="Wingdings" panose="05000000000000000000" pitchFamily="2" charset="2"/>
                <a:buChar char="§"/>
                <a:defRPr sz="2200">
                  <a:solidFill>
                    <a:schemeClr val="tx1"/>
                  </a:solidFill>
                  <a:latin typeface="Calibri" panose="020F0502020204030204" pitchFamily="34" charset="0"/>
                </a:defRPr>
              </a:lvl3pPr>
              <a:lvl4pPr marL="16002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4pPr>
              <a:lvl5pPr marL="2057400" indent="-228600">
                <a:spcBef>
                  <a:spcPct val="20000"/>
                </a:spcBef>
                <a:buFont typeface="Lucida Sans Unicode" panose="020B0602030504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Lucida Sans Unicode" panose="020B0602030504020204" pitchFamily="34" charset="0"/>
                <a:buChar char="▹"/>
                <a:defRPr sz="2000">
                  <a:solidFill>
                    <a:schemeClr val="tx1"/>
                  </a:solidFill>
                  <a:latin typeface="Calibri" panose="020F0502020204030204" pitchFamily="34" charset="0"/>
                </a:defRPr>
              </a:lvl9pPr>
            </a:lstStyle>
            <a:p>
              <a:pPr marL="0" marR="0" lvl="0" indent="0" algn="ctr" defTabSz="914377" eaLnBrk="0" fontAlgn="auto" latinLnBrk="0" hangingPunct="0">
                <a:lnSpc>
                  <a:spcPct val="100000"/>
                </a:lnSpc>
                <a:spcBef>
                  <a:spcPct val="0"/>
                </a:spcBef>
                <a:spcAft>
                  <a:spcPts val="0"/>
                </a:spcAft>
                <a:buClrTx/>
                <a:buSzTx/>
                <a:buFont typeface="Lucida Sans Unicode" panose="020B0602030504020204" pitchFamily="34" charset="0"/>
                <a:buNone/>
                <a:tabLst/>
                <a:defRPr/>
              </a:pPr>
              <a:r>
                <a:rPr kumimoji="0" lang="en-US" altLang="en-US" sz="800" b="0" i="0" u="none" strike="noStrike" kern="0" cap="none" spc="0" normalizeH="0" baseline="0" noProof="0" dirty="0">
                  <a:ln>
                    <a:noFill/>
                  </a:ln>
                  <a:solidFill>
                    <a:srgbClr val="000000"/>
                  </a:solidFill>
                  <a:effectLst/>
                  <a:uLnTx/>
                  <a:uFillTx/>
                  <a:latin typeface="Franklin Gothic Book" panose="020B0503020102020204" pitchFamily="34" charset="0"/>
                </a:rPr>
                <a:t>Purchased Care</a:t>
              </a:r>
            </a:p>
          </p:txBody>
        </p:sp>
        <p:cxnSp>
          <p:nvCxnSpPr>
            <p:cNvPr id="53" name="Straight Connector 52">
              <a:extLst>
                <a:ext uri="{FF2B5EF4-FFF2-40B4-BE49-F238E27FC236}">
                  <a16:creationId xmlns:a16="http://schemas.microsoft.com/office/drawing/2014/main" id="{2DEF0EAB-E8BB-0F26-B812-9BB06A676068}"/>
                </a:ext>
              </a:extLst>
            </p:cNvPr>
            <p:cNvCxnSpPr>
              <a:cxnSpLocks/>
            </p:cNvCxnSpPr>
            <p:nvPr/>
          </p:nvCxnSpPr>
          <p:spPr>
            <a:xfrm>
              <a:off x="4262067" y="1632010"/>
              <a:ext cx="0" cy="817378"/>
            </a:xfrm>
            <a:prstGeom prst="line">
              <a:avLst/>
            </a:prstGeom>
            <a:noFill/>
            <a:ln w="19050" cap="flat" cmpd="sng" algn="ctr">
              <a:solidFill>
                <a:srgbClr val="003876"/>
              </a:solidFill>
              <a:prstDash val="solid"/>
            </a:ln>
            <a:effectLst/>
          </p:spPr>
        </p:cxnSp>
        <p:cxnSp>
          <p:nvCxnSpPr>
            <p:cNvPr id="54" name="Straight Connector 53">
              <a:extLst>
                <a:ext uri="{FF2B5EF4-FFF2-40B4-BE49-F238E27FC236}">
                  <a16:creationId xmlns:a16="http://schemas.microsoft.com/office/drawing/2014/main" id="{56FE4CD1-7232-F43E-5F01-A8EEF6C202A3}"/>
                </a:ext>
              </a:extLst>
            </p:cNvPr>
            <p:cNvCxnSpPr>
              <a:cxnSpLocks/>
            </p:cNvCxnSpPr>
            <p:nvPr/>
          </p:nvCxnSpPr>
          <p:spPr>
            <a:xfrm>
              <a:off x="4707682" y="1749280"/>
              <a:ext cx="0" cy="687435"/>
            </a:xfrm>
            <a:prstGeom prst="line">
              <a:avLst/>
            </a:prstGeom>
            <a:noFill/>
            <a:ln w="19050" cap="flat" cmpd="sng" algn="ctr">
              <a:solidFill>
                <a:srgbClr val="003876"/>
              </a:solidFill>
              <a:prstDash val="solid"/>
            </a:ln>
            <a:effectLst/>
          </p:spPr>
        </p:cxnSp>
        <p:cxnSp>
          <p:nvCxnSpPr>
            <p:cNvPr id="55" name="Straight Connector 54">
              <a:extLst>
                <a:ext uri="{FF2B5EF4-FFF2-40B4-BE49-F238E27FC236}">
                  <a16:creationId xmlns:a16="http://schemas.microsoft.com/office/drawing/2014/main" id="{9C12F72E-019C-5159-8784-CE120A84AE8D}"/>
                </a:ext>
              </a:extLst>
            </p:cNvPr>
            <p:cNvCxnSpPr>
              <a:cxnSpLocks/>
            </p:cNvCxnSpPr>
            <p:nvPr/>
          </p:nvCxnSpPr>
          <p:spPr>
            <a:xfrm>
              <a:off x="5145477" y="1627482"/>
              <a:ext cx="9239" cy="831237"/>
            </a:xfrm>
            <a:prstGeom prst="line">
              <a:avLst/>
            </a:prstGeom>
            <a:noFill/>
            <a:ln w="19050" cap="flat" cmpd="sng" algn="ctr">
              <a:solidFill>
                <a:srgbClr val="003876"/>
              </a:solidFill>
              <a:prstDash val="solid"/>
            </a:ln>
            <a:effectLst/>
          </p:spPr>
        </p:cxnSp>
        <p:cxnSp>
          <p:nvCxnSpPr>
            <p:cNvPr id="56" name="Straight Connector 55">
              <a:extLst>
                <a:ext uri="{FF2B5EF4-FFF2-40B4-BE49-F238E27FC236}">
                  <a16:creationId xmlns:a16="http://schemas.microsoft.com/office/drawing/2014/main" id="{2E09D12C-7950-54AA-6939-FC06B3BB914A}"/>
                </a:ext>
              </a:extLst>
            </p:cNvPr>
            <p:cNvCxnSpPr>
              <a:cxnSpLocks/>
            </p:cNvCxnSpPr>
            <p:nvPr/>
          </p:nvCxnSpPr>
          <p:spPr>
            <a:xfrm>
              <a:off x="5538399" y="1715598"/>
              <a:ext cx="0" cy="693124"/>
            </a:xfrm>
            <a:prstGeom prst="line">
              <a:avLst/>
            </a:prstGeom>
            <a:noFill/>
            <a:ln w="19050" cap="flat" cmpd="sng" algn="ctr">
              <a:solidFill>
                <a:srgbClr val="003876"/>
              </a:solidFill>
              <a:prstDash val="solid"/>
            </a:ln>
            <a:effectLst/>
          </p:spPr>
        </p:cxnSp>
        <p:sp>
          <p:nvSpPr>
            <p:cNvPr id="57" name="Flowchart: Process 56">
              <a:extLst>
                <a:ext uri="{FF2B5EF4-FFF2-40B4-BE49-F238E27FC236}">
                  <a16:creationId xmlns:a16="http://schemas.microsoft.com/office/drawing/2014/main" id="{8DEF625B-CBFF-AD36-73DC-D3C866055FB8}"/>
                </a:ext>
              </a:extLst>
            </p:cNvPr>
            <p:cNvSpPr/>
            <p:nvPr/>
          </p:nvSpPr>
          <p:spPr>
            <a:xfrm>
              <a:off x="9074944" y="635319"/>
              <a:ext cx="1824346" cy="1358928"/>
            </a:xfrm>
            <a:prstGeom prst="flowChartProcess">
              <a:avLst/>
            </a:prstGeom>
            <a:solidFill>
              <a:sysClr val="window" lastClr="FFFFFF">
                <a:lumMod val="95000"/>
              </a:sysClr>
            </a:solidFill>
            <a:ln w="9525" cap="flat" cmpd="sng" algn="ctr">
              <a:noFill/>
              <a:prstDash val="solid"/>
            </a:ln>
            <a:effectLst/>
          </p:spPr>
          <p:txBody>
            <a:bodyPr lIns="0" tIns="0" rIns="0" bIns="91440" anchor="b"/>
            <a:lstStyle/>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rPr>
                <a:t>Application Data</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rPr>
                <a:t>~Legacy Clinical Systems’ Data</a:t>
              </a: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00" b="1"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CHCS – NRT from all sites</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AHLTA – Nightly CDR extract</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Essentris – Streaming data Q3</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S3/ARMD – aligns with Decom</a:t>
              </a: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000000"/>
                  </a:solidFill>
                  <a:effectLst/>
                  <a:uLnTx/>
                  <a:uFillTx/>
                </a:rPr>
                <a:t>EBMS-T – aligns with Decom</a:t>
              </a:r>
            </a:p>
          </p:txBody>
        </p:sp>
        <p:sp>
          <p:nvSpPr>
            <p:cNvPr id="58" name="TextBox 57">
              <a:extLst>
                <a:ext uri="{FF2B5EF4-FFF2-40B4-BE49-F238E27FC236}">
                  <a16:creationId xmlns:a16="http://schemas.microsoft.com/office/drawing/2014/main" id="{5CB9333C-8378-D3B8-A4A3-19F5C94852A6}"/>
                </a:ext>
              </a:extLst>
            </p:cNvPr>
            <p:cNvSpPr txBox="1"/>
            <p:nvPr/>
          </p:nvSpPr>
          <p:spPr>
            <a:xfrm rot="5400000">
              <a:off x="6130888" y="1821393"/>
              <a:ext cx="965039" cy="461665"/>
            </a:xfrm>
            <a:prstGeom prst="rect">
              <a:avLst/>
            </a:prstGeom>
            <a:noFill/>
          </p:spPr>
          <p:txBody>
            <a:bodyPr wrap="square" rtlCol="0">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rPr>
                <a:t>NRT MIP to Readiness Systems</a:t>
              </a:r>
            </a:p>
          </p:txBody>
        </p:sp>
        <p:pic>
          <p:nvPicPr>
            <p:cNvPr id="59" name="Picture 58">
              <a:extLst>
                <a:ext uri="{FF2B5EF4-FFF2-40B4-BE49-F238E27FC236}">
                  <a16:creationId xmlns:a16="http://schemas.microsoft.com/office/drawing/2014/main" id="{53B14CC9-05B1-EDFF-B83D-34A2F78E5E61}"/>
                </a:ext>
              </a:extLst>
            </p:cNvPr>
            <p:cNvPicPr>
              <a:picLocks noChangeAspect="1"/>
            </p:cNvPicPr>
            <p:nvPr/>
          </p:nvPicPr>
          <p:blipFill>
            <a:blip r:embed="rId6"/>
            <a:stretch>
              <a:fillRect/>
            </a:stretch>
          </p:blipFill>
          <p:spPr>
            <a:xfrm>
              <a:off x="8938885" y="2284253"/>
              <a:ext cx="387799" cy="369332"/>
            </a:xfrm>
            <a:prstGeom prst="rect">
              <a:avLst/>
            </a:prstGeom>
          </p:spPr>
        </p:pic>
        <p:pic>
          <p:nvPicPr>
            <p:cNvPr id="60" name="Picture 59" descr="A close up of a logo&#10;&#10;Description automatically generated">
              <a:extLst>
                <a:ext uri="{FF2B5EF4-FFF2-40B4-BE49-F238E27FC236}">
                  <a16:creationId xmlns:a16="http://schemas.microsoft.com/office/drawing/2014/main" id="{7BE44C3A-633C-4FA1-7CEE-94B1C75587B1}"/>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b="15556"/>
            <a:stretch/>
          </p:blipFill>
          <p:spPr>
            <a:xfrm>
              <a:off x="8866527" y="935187"/>
              <a:ext cx="436073" cy="363663"/>
            </a:xfrm>
            <a:prstGeom prst="rect">
              <a:avLst/>
            </a:prstGeom>
          </p:spPr>
        </p:pic>
        <p:cxnSp>
          <p:nvCxnSpPr>
            <p:cNvPr id="61" name="Straight Arrow Connector 60">
              <a:extLst>
                <a:ext uri="{FF2B5EF4-FFF2-40B4-BE49-F238E27FC236}">
                  <a16:creationId xmlns:a16="http://schemas.microsoft.com/office/drawing/2014/main" id="{5D5F451F-8756-6B15-8976-F787B61DF41B}"/>
                </a:ext>
              </a:extLst>
            </p:cNvPr>
            <p:cNvCxnSpPr>
              <a:cxnSpLocks/>
            </p:cNvCxnSpPr>
            <p:nvPr/>
          </p:nvCxnSpPr>
          <p:spPr>
            <a:xfrm flipH="1">
              <a:off x="6430491" y="1656239"/>
              <a:ext cx="2674" cy="802480"/>
            </a:xfrm>
            <a:prstGeom prst="straightConnector1">
              <a:avLst/>
            </a:prstGeom>
            <a:noFill/>
            <a:ln w="19050" cap="flat" cmpd="sng" algn="ctr">
              <a:solidFill>
                <a:srgbClr val="003876"/>
              </a:solidFill>
              <a:prstDash val="solid"/>
              <a:headEnd type="triangle"/>
              <a:tailEnd type="triangle"/>
            </a:ln>
            <a:effectLst/>
          </p:spPr>
        </p:cxnSp>
        <p:cxnSp>
          <p:nvCxnSpPr>
            <p:cNvPr id="62" name="Connector: Elbow 113">
              <a:extLst>
                <a:ext uri="{FF2B5EF4-FFF2-40B4-BE49-F238E27FC236}">
                  <a16:creationId xmlns:a16="http://schemas.microsoft.com/office/drawing/2014/main" id="{3F59A7EA-03C3-316A-53CD-286C75A9EA94}"/>
                </a:ext>
              </a:extLst>
            </p:cNvPr>
            <p:cNvCxnSpPr>
              <a:cxnSpLocks/>
              <a:stCxn id="72" idx="1"/>
            </p:cNvCxnSpPr>
            <p:nvPr/>
          </p:nvCxnSpPr>
          <p:spPr>
            <a:xfrm rot="10800000" flipV="1">
              <a:off x="6845484" y="1572477"/>
              <a:ext cx="1091693" cy="1636659"/>
            </a:xfrm>
            <a:prstGeom prst="bentConnector3">
              <a:avLst>
                <a:gd name="adj1" fmla="val 50000"/>
              </a:avLst>
            </a:prstGeom>
            <a:noFill/>
            <a:ln w="19050" cap="flat" cmpd="sng" algn="ctr">
              <a:solidFill>
                <a:srgbClr val="003876"/>
              </a:solidFill>
              <a:prstDash val="dashDot"/>
              <a:headEnd type="none"/>
              <a:tailEnd type="triangle"/>
            </a:ln>
            <a:effectLst/>
          </p:spPr>
        </p:cxnSp>
        <p:grpSp>
          <p:nvGrpSpPr>
            <p:cNvPr id="63" name="Group 62">
              <a:extLst>
                <a:ext uri="{FF2B5EF4-FFF2-40B4-BE49-F238E27FC236}">
                  <a16:creationId xmlns:a16="http://schemas.microsoft.com/office/drawing/2014/main" id="{CFF45274-A8AF-550D-CCBF-520F1D6EFB59}"/>
                </a:ext>
              </a:extLst>
            </p:cNvPr>
            <p:cNvGrpSpPr/>
            <p:nvPr/>
          </p:nvGrpSpPr>
          <p:grpSpPr>
            <a:xfrm>
              <a:off x="7885409" y="1348618"/>
              <a:ext cx="627489" cy="447719"/>
              <a:chOff x="4578281" y="3494007"/>
              <a:chExt cx="2974521" cy="1888951"/>
            </a:xfrm>
          </p:grpSpPr>
          <p:sp>
            <p:nvSpPr>
              <p:cNvPr id="71" name="Freeform 8">
                <a:extLst>
                  <a:ext uri="{FF2B5EF4-FFF2-40B4-BE49-F238E27FC236}">
                    <a16:creationId xmlns:a16="http://schemas.microsoft.com/office/drawing/2014/main" id="{E64C20A2-E2AB-AE79-25DE-3CA4825A4120}"/>
                  </a:ext>
                </a:extLst>
              </p:cNvPr>
              <p:cNvSpPr>
                <a:spLocks/>
              </p:cNvSpPr>
              <p:nvPr/>
            </p:nvSpPr>
            <p:spPr bwMode="auto">
              <a:xfrm>
                <a:off x="4578281" y="3494007"/>
                <a:ext cx="2974521" cy="1888951"/>
              </a:xfrm>
              <a:custGeom>
                <a:avLst/>
                <a:gdLst>
                  <a:gd name="T0" fmla="*/ 159 w 4891"/>
                  <a:gd name="T1" fmla="*/ 0 h 3106"/>
                  <a:gd name="T2" fmla="*/ 4730 w 4891"/>
                  <a:gd name="T3" fmla="*/ 0 h 3106"/>
                  <a:gd name="T4" fmla="*/ 4772 w 4891"/>
                  <a:gd name="T5" fmla="*/ 5 h 3106"/>
                  <a:gd name="T6" fmla="*/ 4811 w 4891"/>
                  <a:gd name="T7" fmla="*/ 20 h 3106"/>
                  <a:gd name="T8" fmla="*/ 4844 w 4891"/>
                  <a:gd name="T9" fmla="*/ 47 h 3106"/>
                  <a:gd name="T10" fmla="*/ 4868 w 4891"/>
                  <a:gd name="T11" fmla="*/ 79 h 3106"/>
                  <a:gd name="T12" fmla="*/ 4883 w 4891"/>
                  <a:gd name="T13" fmla="*/ 116 h 3106"/>
                  <a:gd name="T14" fmla="*/ 4891 w 4891"/>
                  <a:gd name="T15" fmla="*/ 158 h 3106"/>
                  <a:gd name="T16" fmla="*/ 4891 w 4891"/>
                  <a:gd name="T17" fmla="*/ 2947 h 3106"/>
                  <a:gd name="T18" fmla="*/ 4883 w 4891"/>
                  <a:gd name="T19" fmla="*/ 2990 h 3106"/>
                  <a:gd name="T20" fmla="*/ 4868 w 4891"/>
                  <a:gd name="T21" fmla="*/ 3027 h 3106"/>
                  <a:gd name="T22" fmla="*/ 4844 w 4891"/>
                  <a:gd name="T23" fmla="*/ 3061 h 3106"/>
                  <a:gd name="T24" fmla="*/ 4811 w 4891"/>
                  <a:gd name="T25" fmla="*/ 3086 h 3106"/>
                  <a:gd name="T26" fmla="*/ 4772 w 4891"/>
                  <a:gd name="T27" fmla="*/ 3101 h 3106"/>
                  <a:gd name="T28" fmla="*/ 4730 w 4891"/>
                  <a:gd name="T29" fmla="*/ 3106 h 3106"/>
                  <a:gd name="T30" fmla="*/ 159 w 4891"/>
                  <a:gd name="T31" fmla="*/ 3106 h 3106"/>
                  <a:gd name="T32" fmla="*/ 117 w 4891"/>
                  <a:gd name="T33" fmla="*/ 3101 h 3106"/>
                  <a:gd name="T34" fmla="*/ 79 w 4891"/>
                  <a:gd name="T35" fmla="*/ 3086 h 3106"/>
                  <a:gd name="T36" fmla="*/ 47 w 4891"/>
                  <a:gd name="T37" fmla="*/ 3061 h 3106"/>
                  <a:gd name="T38" fmla="*/ 23 w 4891"/>
                  <a:gd name="T39" fmla="*/ 3027 h 3106"/>
                  <a:gd name="T40" fmla="*/ 5 w 4891"/>
                  <a:gd name="T41" fmla="*/ 2990 h 3106"/>
                  <a:gd name="T42" fmla="*/ 0 w 4891"/>
                  <a:gd name="T43" fmla="*/ 2947 h 3106"/>
                  <a:gd name="T44" fmla="*/ 0 w 4891"/>
                  <a:gd name="T45" fmla="*/ 158 h 3106"/>
                  <a:gd name="T46" fmla="*/ 5 w 4891"/>
                  <a:gd name="T47" fmla="*/ 116 h 3106"/>
                  <a:gd name="T48" fmla="*/ 23 w 4891"/>
                  <a:gd name="T49" fmla="*/ 79 h 3106"/>
                  <a:gd name="T50" fmla="*/ 47 w 4891"/>
                  <a:gd name="T51" fmla="*/ 47 h 3106"/>
                  <a:gd name="T52" fmla="*/ 79 w 4891"/>
                  <a:gd name="T53" fmla="*/ 20 h 3106"/>
                  <a:gd name="T54" fmla="*/ 117 w 4891"/>
                  <a:gd name="T55" fmla="*/ 5 h 3106"/>
                  <a:gd name="T56" fmla="*/ 159 w 4891"/>
                  <a:gd name="T57" fmla="*/ 0 h 3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91" h="3106">
                    <a:moveTo>
                      <a:pt x="159" y="0"/>
                    </a:moveTo>
                    <a:lnTo>
                      <a:pt x="4730" y="0"/>
                    </a:lnTo>
                    <a:lnTo>
                      <a:pt x="4772" y="5"/>
                    </a:lnTo>
                    <a:lnTo>
                      <a:pt x="4811" y="20"/>
                    </a:lnTo>
                    <a:lnTo>
                      <a:pt x="4844" y="47"/>
                    </a:lnTo>
                    <a:lnTo>
                      <a:pt x="4868" y="79"/>
                    </a:lnTo>
                    <a:lnTo>
                      <a:pt x="4883" y="116"/>
                    </a:lnTo>
                    <a:lnTo>
                      <a:pt x="4891" y="158"/>
                    </a:lnTo>
                    <a:lnTo>
                      <a:pt x="4891" y="2947"/>
                    </a:lnTo>
                    <a:lnTo>
                      <a:pt x="4883" y="2990"/>
                    </a:lnTo>
                    <a:lnTo>
                      <a:pt x="4868" y="3027"/>
                    </a:lnTo>
                    <a:lnTo>
                      <a:pt x="4844" y="3061"/>
                    </a:lnTo>
                    <a:lnTo>
                      <a:pt x="4811" y="3086"/>
                    </a:lnTo>
                    <a:lnTo>
                      <a:pt x="4772" y="3101"/>
                    </a:lnTo>
                    <a:lnTo>
                      <a:pt x="4730" y="3106"/>
                    </a:lnTo>
                    <a:lnTo>
                      <a:pt x="159" y="3106"/>
                    </a:lnTo>
                    <a:lnTo>
                      <a:pt x="117" y="3101"/>
                    </a:lnTo>
                    <a:lnTo>
                      <a:pt x="79" y="3086"/>
                    </a:lnTo>
                    <a:lnTo>
                      <a:pt x="47" y="3061"/>
                    </a:lnTo>
                    <a:lnTo>
                      <a:pt x="23" y="3027"/>
                    </a:lnTo>
                    <a:lnTo>
                      <a:pt x="5" y="2990"/>
                    </a:lnTo>
                    <a:lnTo>
                      <a:pt x="0" y="2947"/>
                    </a:lnTo>
                    <a:lnTo>
                      <a:pt x="0" y="158"/>
                    </a:lnTo>
                    <a:lnTo>
                      <a:pt x="5" y="116"/>
                    </a:lnTo>
                    <a:lnTo>
                      <a:pt x="23" y="79"/>
                    </a:lnTo>
                    <a:lnTo>
                      <a:pt x="47" y="47"/>
                    </a:lnTo>
                    <a:lnTo>
                      <a:pt x="79" y="20"/>
                    </a:lnTo>
                    <a:lnTo>
                      <a:pt x="117" y="5"/>
                    </a:lnTo>
                    <a:lnTo>
                      <a:pt x="159" y="0"/>
                    </a:lnTo>
                    <a:close/>
                  </a:path>
                </a:pathLst>
              </a:custGeom>
              <a:solidFill>
                <a:sysClr val="windowText" lastClr="000000">
                  <a:lumMod val="75000"/>
                  <a:lumOff val="25000"/>
                </a:sys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endParaRPr>
              </a:p>
            </p:txBody>
          </p:sp>
          <p:sp>
            <p:nvSpPr>
              <p:cNvPr id="72" name="Rectangle 9">
                <a:extLst>
                  <a:ext uri="{FF2B5EF4-FFF2-40B4-BE49-F238E27FC236}">
                    <a16:creationId xmlns:a16="http://schemas.microsoft.com/office/drawing/2014/main" id="{AC3BF44F-D834-0D53-EC80-E4F01C188887}"/>
                  </a:ext>
                </a:extLst>
              </p:cNvPr>
              <p:cNvSpPr>
                <a:spLocks noChangeArrowheads="1"/>
              </p:cNvSpPr>
              <p:nvPr/>
            </p:nvSpPr>
            <p:spPr bwMode="auto">
              <a:xfrm>
                <a:off x="4823675" y="3633884"/>
                <a:ext cx="2483734" cy="1609197"/>
              </a:xfrm>
              <a:prstGeom prst="rect">
                <a:avLst/>
              </a:prstGeom>
              <a:solidFill>
                <a:sysClr val="window" lastClr="FFFFFF">
                  <a:lumMod val="95000"/>
                </a:sysClr>
              </a:solid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endParaRPr>
              </a:p>
            </p:txBody>
          </p:sp>
          <p:grpSp>
            <p:nvGrpSpPr>
              <p:cNvPr id="73" name="Group 72">
                <a:extLst>
                  <a:ext uri="{FF2B5EF4-FFF2-40B4-BE49-F238E27FC236}">
                    <a16:creationId xmlns:a16="http://schemas.microsoft.com/office/drawing/2014/main" id="{6AD0C556-06B9-555C-AE47-B0263EEC361B}"/>
                  </a:ext>
                </a:extLst>
              </p:cNvPr>
              <p:cNvGrpSpPr/>
              <p:nvPr/>
            </p:nvGrpSpPr>
            <p:grpSpPr>
              <a:xfrm rot="2749806">
                <a:off x="5387441" y="3698679"/>
                <a:ext cx="1356199" cy="1577791"/>
                <a:chOff x="1503493" y="1492392"/>
                <a:chExt cx="4110985" cy="4782689"/>
              </a:xfrm>
            </p:grpSpPr>
            <p:sp>
              <p:nvSpPr>
                <p:cNvPr id="74" name="Freeform 151">
                  <a:extLst>
                    <a:ext uri="{FF2B5EF4-FFF2-40B4-BE49-F238E27FC236}">
                      <a16:creationId xmlns:a16="http://schemas.microsoft.com/office/drawing/2014/main" id="{B9217B40-711F-FCF1-69FD-A6C04F909E12}"/>
                    </a:ext>
                  </a:extLst>
                </p:cNvPr>
                <p:cNvSpPr/>
                <p:nvPr/>
              </p:nvSpPr>
              <p:spPr>
                <a:xfrm rot="2433827">
                  <a:off x="4160583" y="2104128"/>
                  <a:ext cx="1453895" cy="398091"/>
                </a:xfrm>
                <a:custGeom>
                  <a:avLst/>
                  <a:gdLst>
                    <a:gd name="connsiteX0" fmla="*/ 88381 w 1265660"/>
                    <a:gd name="connsiteY0" fmla="*/ 0 h 358601"/>
                    <a:gd name="connsiteX1" fmla="*/ 166564 w 1265660"/>
                    <a:gd name="connsiteY1" fmla="*/ 81583 h 358601"/>
                    <a:gd name="connsiteX2" fmla="*/ 710445 w 1265660"/>
                    <a:gd name="connsiteY2" fmla="*/ 224351 h 358601"/>
                    <a:gd name="connsiteX3" fmla="*/ 1213535 w 1265660"/>
                    <a:gd name="connsiteY3" fmla="*/ 275340 h 358601"/>
                    <a:gd name="connsiteX4" fmla="*/ 1250927 w 1265660"/>
                    <a:gd name="connsiteY4" fmla="*/ 268542 h 358601"/>
                    <a:gd name="connsiteX5" fmla="*/ 1223733 w 1265660"/>
                    <a:gd name="connsiteY5" fmla="*/ 356922 h 358601"/>
                    <a:gd name="connsiteX6" fmla="*/ 1186341 w 1265660"/>
                    <a:gd name="connsiteY6" fmla="*/ 319531 h 358601"/>
                    <a:gd name="connsiteX7" fmla="*/ 747837 w 1265660"/>
                    <a:gd name="connsiteY7" fmla="*/ 234549 h 358601"/>
                    <a:gd name="connsiteX8" fmla="*/ 163165 w 1265660"/>
                    <a:gd name="connsiteY8" fmla="*/ 193758 h 358601"/>
                    <a:gd name="connsiteX9" fmla="*/ 64586 w 1265660"/>
                    <a:gd name="connsiteY9" fmla="*/ 251545 h 358601"/>
                    <a:gd name="connsiteX10" fmla="*/ 0 w 1265660"/>
                    <a:gd name="connsiteY10" fmla="*/ 78183 h 358601"/>
                    <a:gd name="connsiteX0" fmla="*/ 88381 w 1267821"/>
                    <a:gd name="connsiteY0" fmla="*/ 0 h 319983"/>
                    <a:gd name="connsiteX1" fmla="*/ 166564 w 1267821"/>
                    <a:gd name="connsiteY1" fmla="*/ 81583 h 319983"/>
                    <a:gd name="connsiteX2" fmla="*/ 710445 w 1267821"/>
                    <a:gd name="connsiteY2" fmla="*/ 224351 h 319983"/>
                    <a:gd name="connsiteX3" fmla="*/ 1213535 w 1267821"/>
                    <a:gd name="connsiteY3" fmla="*/ 275340 h 319983"/>
                    <a:gd name="connsiteX4" fmla="*/ 1250927 w 1267821"/>
                    <a:gd name="connsiteY4" fmla="*/ 268542 h 319983"/>
                    <a:gd name="connsiteX5" fmla="*/ 1186341 w 1267821"/>
                    <a:gd name="connsiteY5" fmla="*/ 319531 h 319983"/>
                    <a:gd name="connsiteX6" fmla="*/ 747837 w 1267821"/>
                    <a:gd name="connsiteY6" fmla="*/ 234549 h 319983"/>
                    <a:gd name="connsiteX7" fmla="*/ 163165 w 1267821"/>
                    <a:gd name="connsiteY7" fmla="*/ 193758 h 319983"/>
                    <a:gd name="connsiteX8" fmla="*/ 64586 w 1267821"/>
                    <a:gd name="connsiteY8" fmla="*/ 251545 h 319983"/>
                    <a:gd name="connsiteX9" fmla="*/ 0 w 1267821"/>
                    <a:gd name="connsiteY9" fmla="*/ 78183 h 319983"/>
                    <a:gd name="connsiteX0" fmla="*/ 88381 w 1266619"/>
                    <a:gd name="connsiteY0" fmla="*/ 0 h 319983"/>
                    <a:gd name="connsiteX1" fmla="*/ 166564 w 1266619"/>
                    <a:gd name="connsiteY1" fmla="*/ 81583 h 319983"/>
                    <a:gd name="connsiteX2" fmla="*/ 710445 w 1266619"/>
                    <a:gd name="connsiteY2" fmla="*/ 224351 h 319983"/>
                    <a:gd name="connsiteX3" fmla="*/ 1213535 w 1266619"/>
                    <a:gd name="connsiteY3" fmla="*/ 275340 h 319983"/>
                    <a:gd name="connsiteX4" fmla="*/ 1250927 w 1266619"/>
                    <a:gd name="connsiteY4" fmla="*/ 268542 h 319983"/>
                    <a:gd name="connsiteX5" fmla="*/ 1206947 w 1266619"/>
                    <a:gd name="connsiteY5" fmla="*/ 319531 h 319983"/>
                    <a:gd name="connsiteX6" fmla="*/ 747837 w 1266619"/>
                    <a:gd name="connsiteY6" fmla="*/ 234549 h 319983"/>
                    <a:gd name="connsiteX7" fmla="*/ 163165 w 1266619"/>
                    <a:gd name="connsiteY7" fmla="*/ 193758 h 319983"/>
                    <a:gd name="connsiteX8" fmla="*/ 64586 w 1266619"/>
                    <a:gd name="connsiteY8" fmla="*/ 251545 h 319983"/>
                    <a:gd name="connsiteX9" fmla="*/ 0 w 1266619"/>
                    <a:gd name="connsiteY9" fmla="*/ 78183 h 319983"/>
                    <a:gd name="connsiteX0" fmla="*/ 88381 w 1278477"/>
                    <a:gd name="connsiteY0" fmla="*/ 0 h 319972"/>
                    <a:gd name="connsiteX1" fmla="*/ 166564 w 1278477"/>
                    <a:gd name="connsiteY1" fmla="*/ 81583 h 319972"/>
                    <a:gd name="connsiteX2" fmla="*/ 710445 w 1278477"/>
                    <a:gd name="connsiteY2" fmla="*/ 224351 h 319972"/>
                    <a:gd name="connsiteX3" fmla="*/ 1231565 w 1278477"/>
                    <a:gd name="connsiteY3" fmla="*/ 283067 h 319972"/>
                    <a:gd name="connsiteX4" fmla="*/ 1250927 w 1278477"/>
                    <a:gd name="connsiteY4" fmla="*/ 268542 h 319972"/>
                    <a:gd name="connsiteX5" fmla="*/ 1206947 w 1278477"/>
                    <a:gd name="connsiteY5" fmla="*/ 319531 h 319972"/>
                    <a:gd name="connsiteX6" fmla="*/ 747837 w 1278477"/>
                    <a:gd name="connsiteY6" fmla="*/ 234549 h 319972"/>
                    <a:gd name="connsiteX7" fmla="*/ 163165 w 1278477"/>
                    <a:gd name="connsiteY7" fmla="*/ 193758 h 319972"/>
                    <a:gd name="connsiteX8" fmla="*/ 64586 w 1278477"/>
                    <a:gd name="connsiteY8" fmla="*/ 251545 h 319972"/>
                    <a:gd name="connsiteX9" fmla="*/ 0 w 1278477"/>
                    <a:gd name="connsiteY9" fmla="*/ 78183 h 319972"/>
                    <a:gd name="connsiteX0" fmla="*/ 88381 w 1282008"/>
                    <a:gd name="connsiteY0" fmla="*/ 0 h 320939"/>
                    <a:gd name="connsiteX1" fmla="*/ 166564 w 1282008"/>
                    <a:gd name="connsiteY1" fmla="*/ 81583 h 320939"/>
                    <a:gd name="connsiteX2" fmla="*/ 710445 w 1282008"/>
                    <a:gd name="connsiteY2" fmla="*/ 224351 h 320939"/>
                    <a:gd name="connsiteX3" fmla="*/ 1231565 w 1282008"/>
                    <a:gd name="connsiteY3" fmla="*/ 283067 h 320939"/>
                    <a:gd name="connsiteX4" fmla="*/ 1206947 w 1282008"/>
                    <a:gd name="connsiteY4" fmla="*/ 319531 h 320939"/>
                    <a:gd name="connsiteX5" fmla="*/ 747837 w 1282008"/>
                    <a:gd name="connsiteY5" fmla="*/ 234549 h 320939"/>
                    <a:gd name="connsiteX6" fmla="*/ 163165 w 1282008"/>
                    <a:gd name="connsiteY6" fmla="*/ 193758 h 320939"/>
                    <a:gd name="connsiteX7" fmla="*/ 64586 w 1282008"/>
                    <a:gd name="connsiteY7" fmla="*/ 251545 h 320939"/>
                    <a:gd name="connsiteX8" fmla="*/ 0 w 1282008"/>
                    <a:gd name="connsiteY8" fmla="*/ 78183 h 320939"/>
                    <a:gd name="connsiteX0" fmla="*/ 88381 w 1231565"/>
                    <a:gd name="connsiteY0" fmla="*/ 0 h 319531"/>
                    <a:gd name="connsiteX1" fmla="*/ 166564 w 1231565"/>
                    <a:gd name="connsiteY1" fmla="*/ 81583 h 319531"/>
                    <a:gd name="connsiteX2" fmla="*/ 710445 w 1231565"/>
                    <a:gd name="connsiteY2" fmla="*/ 224351 h 319531"/>
                    <a:gd name="connsiteX3" fmla="*/ 1231565 w 1231565"/>
                    <a:gd name="connsiteY3" fmla="*/ 283067 h 319531"/>
                    <a:gd name="connsiteX4" fmla="*/ 1206947 w 1231565"/>
                    <a:gd name="connsiteY4" fmla="*/ 319531 h 319531"/>
                    <a:gd name="connsiteX5" fmla="*/ 747837 w 1231565"/>
                    <a:gd name="connsiteY5" fmla="*/ 234549 h 319531"/>
                    <a:gd name="connsiteX6" fmla="*/ 163165 w 1231565"/>
                    <a:gd name="connsiteY6" fmla="*/ 193758 h 319531"/>
                    <a:gd name="connsiteX7" fmla="*/ 64586 w 1231565"/>
                    <a:gd name="connsiteY7" fmla="*/ 251545 h 319531"/>
                    <a:gd name="connsiteX8" fmla="*/ 0 w 1231565"/>
                    <a:gd name="connsiteY8" fmla="*/ 78183 h 319531"/>
                    <a:gd name="connsiteX0" fmla="*/ 23795 w 1166979"/>
                    <a:gd name="connsiteY0" fmla="*/ 0 h 319531"/>
                    <a:gd name="connsiteX1" fmla="*/ 101978 w 1166979"/>
                    <a:gd name="connsiteY1" fmla="*/ 81583 h 319531"/>
                    <a:gd name="connsiteX2" fmla="*/ 645859 w 1166979"/>
                    <a:gd name="connsiteY2" fmla="*/ 224351 h 319531"/>
                    <a:gd name="connsiteX3" fmla="*/ 1166979 w 1166979"/>
                    <a:gd name="connsiteY3" fmla="*/ 283067 h 319531"/>
                    <a:gd name="connsiteX4" fmla="*/ 1142361 w 1166979"/>
                    <a:gd name="connsiteY4" fmla="*/ 319531 h 319531"/>
                    <a:gd name="connsiteX5" fmla="*/ 683251 w 1166979"/>
                    <a:gd name="connsiteY5" fmla="*/ 234549 h 319531"/>
                    <a:gd name="connsiteX6" fmla="*/ 98579 w 1166979"/>
                    <a:gd name="connsiteY6" fmla="*/ 193758 h 319531"/>
                    <a:gd name="connsiteX7" fmla="*/ 0 w 1166979"/>
                    <a:gd name="connsiteY7" fmla="*/ 251545 h 31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979" h="319531">
                      <a:moveTo>
                        <a:pt x="23795" y="0"/>
                      </a:moveTo>
                      <a:cubicBezTo>
                        <a:pt x="11048" y="22095"/>
                        <a:pt x="-1699" y="44191"/>
                        <a:pt x="101978" y="81583"/>
                      </a:cubicBezTo>
                      <a:cubicBezTo>
                        <a:pt x="205655" y="118975"/>
                        <a:pt x="468359" y="190770"/>
                        <a:pt x="645859" y="224351"/>
                      </a:cubicBezTo>
                      <a:cubicBezTo>
                        <a:pt x="823359" y="257932"/>
                        <a:pt x="1084229" y="267204"/>
                        <a:pt x="1166979" y="283067"/>
                      </a:cubicBezTo>
                      <a:lnTo>
                        <a:pt x="1142361" y="319531"/>
                      </a:lnTo>
                      <a:cubicBezTo>
                        <a:pt x="1061740" y="311445"/>
                        <a:pt x="857215" y="255511"/>
                        <a:pt x="683251" y="234549"/>
                      </a:cubicBezTo>
                      <a:cubicBezTo>
                        <a:pt x="509287" y="213587"/>
                        <a:pt x="212454" y="190925"/>
                        <a:pt x="98579" y="193758"/>
                      </a:cubicBezTo>
                      <a:cubicBezTo>
                        <a:pt x="-15296" y="196591"/>
                        <a:pt x="27194" y="270808"/>
                        <a:pt x="0" y="251545"/>
                      </a:cubicBezTo>
                    </a:path>
                  </a:pathLst>
                </a:custGeom>
                <a:solidFill>
                  <a:sysClr val="window" lastClr="FFFFFF">
                    <a:lumMod val="85000"/>
                  </a:sysClr>
                </a:solidFill>
                <a:ln w="9525"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endParaRPr>
                </a:p>
              </p:txBody>
            </p:sp>
            <p:sp>
              <p:nvSpPr>
                <p:cNvPr id="75" name="Freeform 152">
                  <a:extLst>
                    <a:ext uri="{FF2B5EF4-FFF2-40B4-BE49-F238E27FC236}">
                      <a16:creationId xmlns:a16="http://schemas.microsoft.com/office/drawing/2014/main" id="{CAC30EB9-DC46-FA3D-8976-F0A7A5F09232}"/>
                    </a:ext>
                  </a:extLst>
                </p:cNvPr>
                <p:cNvSpPr/>
                <p:nvPr/>
              </p:nvSpPr>
              <p:spPr>
                <a:xfrm rot="2051563">
                  <a:off x="4200396" y="2441967"/>
                  <a:ext cx="1080277" cy="342932"/>
                </a:xfrm>
                <a:custGeom>
                  <a:avLst/>
                  <a:gdLst>
                    <a:gd name="connsiteX0" fmla="*/ 88381 w 1265660"/>
                    <a:gd name="connsiteY0" fmla="*/ 0 h 358601"/>
                    <a:gd name="connsiteX1" fmla="*/ 166564 w 1265660"/>
                    <a:gd name="connsiteY1" fmla="*/ 81583 h 358601"/>
                    <a:gd name="connsiteX2" fmla="*/ 710445 w 1265660"/>
                    <a:gd name="connsiteY2" fmla="*/ 224351 h 358601"/>
                    <a:gd name="connsiteX3" fmla="*/ 1213535 w 1265660"/>
                    <a:gd name="connsiteY3" fmla="*/ 275340 h 358601"/>
                    <a:gd name="connsiteX4" fmla="*/ 1250927 w 1265660"/>
                    <a:gd name="connsiteY4" fmla="*/ 268542 h 358601"/>
                    <a:gd name="connsiteX5" fmla="*/ 1223733 w 1265660"/>
                    <a:gd name="connsiteY5" fmla="*/ 356922 h 358601"/>
                    <a:gd name="connsiteX6" fmla="*/ 1186341 w 1265660"/>
                    <a:gd name="connsiteY6" fmla="*/ 319531 h 358601"/>
                    <a:gd name="connsiteX7" fmla="*/ 747837 w 1265660"/>
                    <a:gd name="connsiteY7" fmla="*/ 234549 h 358601"/>
                    <a:gd name="connsiteX8" fmla="*/ 163165 w 1265660"/>
                    <a:gd name="connsiteY8" fmla="*/ 193758 h 358601"/>
                    <a:gd name="connsiteX9" fmla="*/ 64586 w 1265660"/>
                    <a:gd name="connsiteY9" fmla="*/ 251545 h 358601"/>
                    <a:gd name="connsiteX10" fmla="*/ 0 w 1265660"/>
                    <a:gd name="connsiteY10" fmla="*/ 78183 h 358601"/>
                    <a:gd name="connsiteX0" fmla="*/ 88381 w 1267821"/>
                    <a:gd name="connsiteY0" fmla="*/ 0 h 319983"/>
                    <a:gd name="connsiteX1" fmla="*/ 166564 w 1267821"/>
                    <a:gd name="connsiteY1" fmla="*/ 81583 h 319983"/>
                    <a:gd name="connsiteX2" fmla="*/ 710445 w 1267821"/>
                    <a:gd name="connsiteY2" fmla="*/ 224351 h 319983"/>
                    <a:gd name="connsiteX3" fmla="*/ 1213535 w 1267821"/>
                    <a:gd name="connsiteY3" fmla="*/ 275340 h 319983"/>
                    <a:gd name="connsiteX4" fmla="*/ 1250927 w 1267821"/>
                    <a:gd name="connsiteY4" fmla="*/ 268542 h 319983"/>
                    <a:gd name="connsiteX5" fmla="*/ 1186341 w 1267821"/>
                    <a:gd name="connsiteY5" fmla="*/ 319531 h 319983"/>
                    <a:gd name="connsiteX6" fmla="*/ 747837 w 1267821"/>
                    <a:gd name="connsiteY6" fmla="*/ 234549 h 319983"/>
                    <a:gd name="connsiteX7" fmla="*/ 163165 w 1267821"/>
                    <a:gd name="connsiteY7" fmla="*/ 193758 h 319983"/>
                    <a:gd name="connsiteX8" fmla="*/ 64586 w 1267821"/>
                    <a:gd name="connsiteY8" fmla="*/ 251545 h 319983"/>
                    <a:gd name="connsiteX9" fmla="*/ 0 w 1267821"/>
                    <a:gd name="connsiteY9" fmla="*/ 78183 h 319983"/>
                    <a:gd name="connsiteX0" fmla="*/ 88381 w 1266619"/>
                    <a:gd name="connsiteY0" fmla="*/ 0 h 319983"/>
                    <a:gd name="connsiteX1" fmla="*/ 166564 w 1266619"/>
                    <a:gd name="connsiteY1" fmla="*/ 81583 h 319983"/>
                    <a:gd name="connsiteX2" fmla="*/ 710445 w 1266619"/>
                    <a:gd name="connsiteY2" fmla="*/ 224351 h 319983"/>
                    <a:gd name="connsiteX3" fmla="*/ 1213535 w 1266619"/>
                    <a:gd name="connsiteY3" fmla="*/ 275340 h 319983"/>
                    <a:gd name="connsiteX4" fmla="*/ 1250927 w 1266619"/>
                    <a:gd name="connsiteY4" fmla="*/ 268542 h 319983"/>
                    <a:gd name="connsiteX5" fmla="*/ 1206947 w 1266619"/>
                    <a:gd name="connsiteY5" fmla="*/ 319531 h 319983"/>
                    <a:gd name="connsiteX6" fmla="*/ 747837 w 1266619"/>
                    <a:gd name="connsiteY6" fmla="*/ 234549 h 319983"/>
                    <a:gd name="connsiteX7" fmla="*/ 163165 w 1266619"/>
                    <a:gd name="connsiteY7" fmla="*/ 193758 h 319983"/>
                    <a:gd name="connsiteX8" fmla="*/ 64586 w 1266619"/>
                    <a:gd name="connsiteY8" fmla="*/ 251545 h 319983"/>
                    <a:gd name="connsiteX9" fmla="*/ 0 w 1266619"/>
                    <a:gd name="connsiteY9" fmla="*/ 78183 h 319983"/>
                    <a:gd name="connsiteX0" fmla="*/ 88381 w 1278477"/>
                    <a:gd name="connsiteY0" fmla="*/ 0 h 319972"/>
                    <a:gd name="connsiteX1" fmla="*/ 166564 w 1278477"/>
                    <a:gd name="connsiteY1" fmla="*/ 81583 h 319972"/>
                    <a:gd name="connsiteX2" fmla="*/ 710445 w 1278477"/>
                    <a:gd name="connsiteY2" fmla="*/ 224351 h 319972"/>
                    <a:gd name="connsiteX3" fmla="*/ 1231565 w 1278477"/>
                    <a:gd name="connsiteY3" fmla="*/ 283067 h 319972"/>
                    <a:gd name="connsiteX4" fmla="*/ 1250927 w 1278477"/>
                    <a:gd name="connsiteY4" fmla="*/ 268542 h 319972"/>
                    <a:gd name="connsiteX5" fmla="*/ 1206947 w 1278477"/>
                    <a:gd name="connsiteY5" fmla="*/ 319531 h 319972"/>
                    <a:gd name="connsiteX6" fmla="*/ 747837 w 1278477"/>
                    <a:gd name="connsiteY6" fmla="*/ 234549 h 319972"/>
                    <a:gd name="connsiteX7" fmla="*/ 163165 w 1278477"/>
                    <a:gd name="connsiteY7" fmla="*/ 193758 h 319972"/>
                    <a:gd name="connsiteX8" fmla="*/ 64586 w 1278477"/>
                    <a:gd name="connsiteY8" fmla="*/ 251545 h 319972"/>
                    <a:gd name="connsiteX9" fmla="*/ 0 w 1278477"/>
                    <a:gd name="connsiteY9" fmla="*/ 78183 h 319972"/>
                    <a:gd name="connsiteX0" fmla="*/ 88381 w 1282008"/>
                    <a:gd name="connsiteY0" fmla="*/ 0 h 320939"/>
                    <a:gd name="connsiteX1" fmla="*/ 166564 w 1282008"/>
                    <a:gd name="connsiteY1" fmla="*/ 81583 h 320939"/>
                    <a:gd name="connsiteX2" fmla="*/ 710445 w 1282008"/>
                    <a:gd name="connsiteY2" fmla="*/ 224351 h 320939"/>
                    <a:gd name="connsiteX3" fmla="*/ 1231565 w 1282008"/>
                    <a:gd name="connsiteY3" fmla="*/ 283067 h 320939"/>
                    <a:gd name="connsiteX4" fmla="*/ 1206947 w 1282008"/>
                    <a:gd name="connsiteY4" fmla="*/ 319531 h 320939"/>
                    <a:gd name="connsiteX5" fmla="*/ 747837 w 1282008"/>
                    <a:gd name="connsiteY5" fmla="*/ 234549 h 320939"/>
                    <a:gd name="connsiteX6" fmla="*/ 163165 w 1282008"/>
                    <a:gd name="connsiteY6" fmla="*/ 193758 h 320939"/>
                    <a:gd name="connsiteX7" fmla="*/ 64586 w 1282008"/>
                    <a:gd name="connsiteY7" fmla="*/ 251545 h 320939"/>
                    <a:gd name="connsiteX8" fmla="*/ 0 w 1282008"/>
                    <a:gd name="connsiteY8" fmla="*/ 78183 h 320939"/>
                    <a:gd name="connsiteX0" fmla="*/ 88381 w 1231565"/>
                    <a:gd name="connsiteY0" fmla="*/ 0 h 319531"/>
                    <a:gd name="connsiteX1" fmla="*/ 166564 w 1231565"/>
                    <a:gd name="connsiteY1" fmla="*/ 81583 h 319531"/>
                    <a:gd name="connsiteX2" fmla="*/ 710445 w 1231565"/>
                    <a:gd name="connsiteY2" fmla="*/ 224351 h 319531"/>
                    <a:gd name="connsiteX3" fmla="*/ 1231565 w 1231565"/>
                    <a:gd name="connsiteY3" fmla="*/ 283067 h 319531"/>
                    <a:gd name="connsiteX4" fmla="*/ 1206947 w 1231565"/>
                    <a:gd name="connsiteY4" fmla="*/ 319531 h 319531"/>
                    <a:gd name="connsiteX5" fmla="*/ 747837 w 1231565"/>
                    <a:gd name="connsiteY5" fmla="*/ 234549 h 319531"/>
                    <a:gd name="connsiteX6" fmla="*/ 163165 w 1231565"/>
                    <a:gd name="connsiteY6" fmla="*/ 193758 h 319531"/>
                    <a:gd name="connsiteX7" fmla="*/ 64586 w 1231565"/>
                    <a:gd name="connsiteY7" fmla="*/ 251545 h 319531"/>
                    <a:gd name="connsiteX8" fmla="*/ 0 w 1231565"/>
                    <a:gd name="connsiteY8" fmla="*/ 78183 h 319531"/>
                    <a:gd name="connsiteX0" fmla="*/ 23795 w 1166979"/>
                    <a:gd name="connsiteY0" fmla="*/ 0 h 319531"/>
                    <a:gd name="connsiteX1" fmla="*/ 101978 w 1166979"/>
                    <a:gd name="connsiteY1" fmla="*/ 81583 h 319531"/>
                    <a:gd name="connsiteX2" fmla="*/ 645859 w 1166979"/>
                    <a:gd name="connsiteY2" fmla="*/ 224351 h 319531"/>
                    <a:gd name="connsiteX3" fmla="*/ 1166979 w 1166979"/>
                    <a:gd name="connsiteY3" fmla="*/ 283067 h 319531"/>
                    <a:gd name="connsiteX4" fmla="*/ 1142361 w 1166979"/>
                    <a:gd name="connsiteY4" fmla="*/ 319531 h 319531"/>
                    <a:gd name="connsiteX5" fmla="*/ 683251 w 1166979"/>
                    <a:gd name="connsiteY5" fmla="*/ 234549 h 319531"/>
                    <a:gd name="connsiteX6" fmla="*/ 98579 w 1166979"/>
                    <a:gd name="connsiteY6" fmla="*/ 193758 h 319531"/>
                    <a:gd name="connsiteX7" fmla="*/ 0 w 1166979"/>
                    <a:gd name="connsiteY7" fmla="*/ 251545 h 319531"/>
                    <a:gd name="connsiteX0" fmla="*/ 23795 w 1205467"/>
                    <a:gd name="connsiteY0" fmla="*/ 0 h 347016"/>
                    <a:gd name="connsiteX1" fmla="*/ 101978 w 1205467"/>
                    <a:gd name="connsiteY1" fmla="*/ 81583 h 347016"/>
                    <a:gd name="connsiteX2" fmla="*/ 645859 w 1205467"/>
                    <a:gd name="connsiteY2" fmla="*/ 224351 h 347016"/>
                    <a:gd name="connsiteX3" fmla="*/ 1166979 w 1205467"/>
                    <a:gd name="connsiteY3" fmla="*/ 283067 h 347016"/>
                    <a:gd name="connsiteX4" fmla="*/ 1166542 w 1205467"/>
                    <a:gd name="connsiteY4" fmla="*/ 347016 h 347016"/>
                    <a:gd name="connsiteX5" fmla="*/ 683251 w 1205467"/>
                    <a:gd name="connsiteY5" fmla="*/ 234549 h 347016"/>
                    <a:gd name="connsiteX6" fmla="*/ 98579 w 1205467"/>
                    <a:gd name="connsiteY6" fmla="*/ 193758 h 347016"/>
                    <a:gd name="connsiteX7" fmla="*/ 0 w 1205467"/>
                    <a:gd name="connsiteY7" fmla="*/ 251545 h 347016"/>
                    <a:gd name="connsiteX0" fmla="*/ 23795 w 1166979"/>
                    <a:gd name="connsiteY0" fmla="*/ 0 h 347016"/>
                    <a:gd name="connsiteX1" fmla="*/ 101978 w 1166979"/>
                    <a:gd name="connsiteY1" fmla="*/ 81583 h 347016"/>
                    <a:gd name="connsiteX2" fmla="*/ 645859 w 1166979"/>
                    <a:gd name="connsiteY2" fmla="*/ 224351 h 347016"/>
                    <a:gd name="connsiteX3" fmla="*/ 1166979 w 1166979"/>
                    <a:gd name="connsiteY3" fmla="*/ 283067 h 347016"/>
                    <a:gd name="connsiteX4" fmla="*/ 1166542 w 1166979"/>
                    <a:gd name="connsiteY4" fmla="*/ 347016 h 347016"/>
                    <a:gd name="connsiteX5" fmla="*/ 683251 w 1166979"/>
                    <a:gd name="connsiteY5" fmla="*/ 234549 h 347016"/>
                    <a:gd name="connsiteX6" fmla="*/ 98579 w 1166979"/>
                    <a:gd name="connsiteY6" fmla="*/ 193758 h 347016"/>
                    <a:gd name="connsiteX7" fmla="*/ 0 w 1166979"/>
                    <a:gd name="connsiteY7" fmla="*/ 251545 h 347016"/>
                    <a:gd name="connsiteX0" fmla="*/ 23795 w 1195399"/>
                    <a:gd name="connsiteY0" fmla="*/ 0 h 375786"/>
                    <a:gd name="connsiteX1" fmla="*/ 101978 w 1195399"/>
                    <a:gd name="connsiteY1" fmla="*/ 81583 h 375786"/>
                    <a:gd name="connsiteX2" fmla="*/ 645859 w 1195399"/>
                    <a:gd name="connsiteY2" fmla="*/ 224351 h 375786"/>
                    <a:gd name="connsiteX3" fmla="*/ 1166979 w 1195399"/>
                    <a:gd name="connsiteY3" fmla="*/ 283067 h 375786"/>
                    <a:gd name="connsiteX4" fmla="*/ 1130538 w 1195399"/>
                    <a:gd name="connsiteY4" fmla="*/ 375786 h 375786"/>
                    <a:gd name="connsiteX5" fmla="*/ 683251 w 1195399"/>
                    <a:gd name="connsiteY5" fmla="*/ 234549 h 375786"/>
                    <a:gd name="connsiteX6" fmla="*/ 98579 w 1195399"/>
                    <a:gd name="connsiteY6" fmla="*/ 193758 h 375786"/>
                    <a:gd name="connsiteX7" fmla="*/ 0 w 1195399"/>
                    <a:gd name="connsiteY7" fmla="*/ 251545 h 375786"/>
                    <a:gd name="connsiteX0" fmla="*/ 23795 w 1186611"/>
                    <a:gd name="connsiteY0" fmla="*/ 0 h 376688"/>
                    <a:gd name="connsiteX1" fmla="*/ 101978 w 1186611"/>
                    <a:gd name="connsiteY1" fmla="*/ 81583 h 376688"/>
                    <a:gd name="connsiteX2" fmla="*/ 645859 w 1186611"/>
                    <a:gd name="connsiteY2" fmla="*/ 224351 h 376688"/>
                    <a:gd name="connsiteX3" fmla="*/ 1126671 w 1186611"/>
                    <a:gd name="connsiteY3" fmla="*/ 291681 h 376688"/>
                    <a:gd name="connsiteX4" fmla="*/ 1130538 w 1186611"/>
                    <a:gd name="connsiteY4" fmla="*/ 375786 h 376688"/>
                    <a:gd name="connsiteX5" fmla="*/ 683251 w 1186611"/>
                    <a:gd name="connsiteY5" fmla="*/ 234549 h 376688"/>
                    <a:gd name="connsiteX6" fmla="*/ 98579 w 1186611"/>
                    <a:gd name="connsiteY6" fmla="*/ 193758 h 376688"/>
                    <a:gd name="connsiteX7" fmla="*/ 0 w 1186611"/>
                    <a:gd name="connsiteY7" fmla="*/ 251545 h 376688"/>
                    <a:gd name="connsiteX0" fmla="*/ 23795 w 1186611"/>
                    <a:gd name="connsiteY0" fmla="*/ 0 h 376688"/>
                    <a:gd name="connsiteX1" fmla="*/ 101978 w 1186611"/>
                    <a:gd name="connsiteY1" fmla="*/ 81583 h 376688"/>
                    <a:gd name="connsiteX2" fmla="*/ 645859 w 1186611"/>
                    <a:gd name="connsiteY2" fmla="*/ 224351 h 376688"/>
                    <a:gd name="connsiteX3" fmla="*/ 1126671 w 1186611"/>
                    <a:gd name="connsiteY3" fmla="*/ 291681 h 376688"/>
                    <a:gd name="connsiteX4" fmla="*/ 1130538 w 1186611"/>
                    <a:gd name="connsiteY4" fmla="*/ 375786 h 376688"/>
                    <a:gd name="connsiteX5" fmla="*/ 683251 w 1186611"/>
                    <a:gd name="connsiteY5" fmla="*/ 234549 h 376688"/>
                    <a:gd name="connsiteX6" fmla="*/ 147883 w 1186611"/>
                    <a:gd name="connsiteY6" fmla="*/ 192706 h 376688"/>
                    <a:gd name="connsiteX7" fmla="*/ 0 w 1186611"/>
                    <a:gd name="connsiteY7" fmla="*/ 251545 h 376688"/>
                    <a:gd name="connsiteX0" fmla="*/ 23795 w 1186611"/>
                    <a:gd name="connsiteY0" fmla="*/ 0 h 376688"/>
                    <a:gd name="connsiteX1" fmla="*/ 101978 w 1186611"/>
                    <a:gd name="connsiteY1" fmla="*/ 81583 h 376688"/>
                    <a:gd name="connsiteX2" fmla="*/ 645859 w 1186611"/>
                    <a:gd name="connsiteY2" fmla="*/ 224351 h 376688"/>
                    <a:gd name="connsiteX3" fmla="*/ 1126671 w 1186611"/>
                    <a:gd name="connsiteY3" fmla="*/ 291681 h 376688"/>
                    <a:gd name="connsiteX4" fmla="*/ 1130538 w 1186611"/>
                    <a:gd name="connsiteY4" fmla="*/ 375786 h 376688"/>
                    <a:gd name="connsiteX5" fmla="*/ 683251 w 1186611"/>
                    <a:gd name="connsiteY5" fmla="*/ 234549 h 376688"/>
                    <a:gd name="connsiteX6" fmla="*/ 147883 w 1186611"/>
                    <a:gd name="connsiteY6" fmla="*/ 192706 h 376688"/>
                    <a:gd name="connsiteX7" fmla="*/ 0 w 1186611"/>
                    <a:gd name="connsiteY7" fmla="*/ 251545 h 376688"/>
                    <a:gd name="connsiteX0" fmla="*/ 23795 w 1186611"/>
                    <a:gd name="connsiteY0" fmla="*/ 0 h 376688"/>
                    <a:gd name="connsiteX1" fmla="*/ 101978 w 1186611"/>
                    <a:gd name="connsiteY1" fmla="*/ 81583 h 376688"/>
                    <a:gd name="connsiteX2" fmla="*/ 645859 w 1186611"/>
                    <a:gd name="connsiteY2" fmla="*/ 224351 h 376688"/>
                    <a:gd name="connsiteX3" fmla="*/ 1126671 w 1186611"/>
                    <a:gd name="connsiteY3" fmla="*/ 291681 h 376688"/>
                    <a:gd name="connsiteX4" fmla="*/ 1130538 w 1186611"/>
                    <a:gd name="connsiteY4" fmla="*/ 375786 h 376688"/>
                    <a:gd name="connsiteX5" fmla="*/ 683251 w 1186611"/>
                    <a:gd name="connsiteY5" fmla="*/ 234549 h 376688"/>
                    <a:gd name="connsiteX6" fmla="*/ 147883 w 1186611"/>
                    <a:gd name="connsiteY6" fmla="*/ 192706 h 376688"/>
                    <a:gd name="connsiteX7" fmla="*/ 0 w 1186611"/>
                    <a:gd name="connsiteY7" fmla="*/ 251545 h 37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6611" h="376688">
                      <a:moveTo>
                        <a:pt x="23795" y="0"/>
                      </a:moveTo>
                      <a:cubicBezTo>
                        <a:pt x="11048" y="22095"/>
                        <a:pt x="12702" y="32683"/>
                        <a:pt x="101978" y="81583"/>
                      </a:cubicBezTo>
                      <a:cubicBezTo>
                        <a:pt x="191254" y="130483"/>
                        <a:pt x="475077" y="189335"/>
                        <a:pt x="645859" y="224351"/>
                      </a:cubicBezTo>
                      <a:cubicBezTo>
                        <a:pt x="816641" y="259367"/>
                        <a:pt x="1045891" y="266442"/>
                        <a:pt x="1126671" y="291681"/>
                      </a:cubicBezTo>
                      <a:cubicBezTo>
                        <a:pt x="1207451" y="316920"/>
                        <a:pt x="1204441" y="385308"/>
                        <a:pt x="1130538" y="375786"/>
                      </a:cubicBezTo>
                      <a:cubicBezTo>
                        <a:pt x="1056635" y="366264"/>
                        <a:pt x="847027" y="265062"/>
                        <a:pt x="683251" y="234549"/>
                      </a:cubicBezTo>
                      <a:cubicBezTo>
                        <a:pt x="519475" y="204036"/>
                        <a:pt x="261758" y="189873"/>
                        <a:pt x="147883" y="192706"/>
                      </a:cubicBezTo>
                      <a:cubicBezTo>
                        <a:pt x="34008" y="195539"/>
                        <a:pt x="27194" y="270808"/>
                        <a:pt x="0" y="251545"/>
                      </a:cubicBezTo>
                    </a:path>
                  </a:pathLst>
                </a:custGeom>
                <a:solidFill>
                  <a:sysClr val="window" lastClr="FFFFFF">
                    <a:lumMod val="85000"/>
                  </a:sysClr>
                </a:solidFill>
                <a:ln w="9525"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endParaRPr>
                </a:p>
              </p:txBody>
            </p:sp>
            <p:sp>
              <p:nvSpPr>
                <p:cNvPr id="76" name="Freeform 153">
                  <a:extLst>
                    <a:ext uri="{FF2B5EF4-FFF2-40B4-BE49-F238E27FC236}">
                      <a16:creationId xmlns:a16="http://schemas.microsoft.com/office/drawing/2014/main" id="{F36ED48B-B197-22C9-B77A-54EE7EC27C2A}"/>
                    </a:ext>
                  </a:extLst>
                </p:cNvPr>
                <p:cNvSpPr/>
                <p:nvPr/>
              </p:nvSpPr>
              <p:spPr>
                <a:xfrm rot="2433827">
                  <a:off x="4236553" y="2752736"/>
                  <a:ext cx="585428" cy="185089"/>
                </a:xfrm>
                <a:custGeom>
                  <a:avLst/>
                  <a:gdLst>
                    <a:gd name="connsiteX0" fmla="*/ 4773 w 469898"/>
                    <a:gd name="connsiteY0" fmla="*/ 14959 h 148563"/>
                    <a:gd name="connsiteX1" fmla="*/ 90498 w 469898"/>
                    <a:gd name="connsiteY1" fmla="*/ 45916 h 148563"/>
                    <a:gd name="connsiteX2" fmla="*/ 238135 w 469898"/>
                    <a:gd name="connsiteY2" fmla="*/ 53059 h 148563"/>
                    <a:gd name="connsiteX3" fmla="*/ 435779 w 469898"/>
                    <a:gd name="connsiteY3" fmla="*/ 672 h 148563"/>
                    <a:gd name="connsiteX4" fmla="*/ 452448 w 469898"/>
                    <a:gd name="connsiteY4" fmla="*/ 95922 h 148563"/>
                    <a:gd name="connsiteX5" fmla="*/ 254804 w 469898"/>
                    <a:gd name="connsiteY5" fmla="*/ 57822 h 148563"/>
                    <a:gd name="connsiteX6" fmla="*/ 38110 w 469898"/>
                    <a:gd name="connsiteY6" fmla="*/ 148309 h 148563"/>
                    <a:gd name="connsiteX7" fmla="*/ 4773 w 469898"/>
                    <a:gd name="connsiteY7" fmla="*/ 14959 h 14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9898" h="148563">
                      <a:moveTo>
                        <a:pt x="4773" y="14959"/>
                      </a:moveTo>
                      <a:cubicBezTo>
                        <a:pt x="13504" y="-2107"/>
                        <a:pt x="51604" y="39566"/>
                        <a:pt x="90498" y="45916"/>
                      </a:cubicBezTo>
                      <a:cubicBezTo>
                        <a:pt x="129392" y="52266"/>
                        <a:pt x="180588" y="60600"/>
                        <a:pt x="238135" y="53059"/>
                      </a:cubicBezTo>
                      <a:cubicBezTo>
                        <a:pt x="295682" y="45518"/>
                        <a:pt x="400060" y="-6472"/>
                        <a:pt x="435779" y="672"/>
                      </a:cubicBezTo>
                      <a:cubicBezTo>
                        <a:pt x="471498" y="7816"/>
                        <a:pt x="482610" y="86397"/>
                        <a:pt x="452448" y="95922"/>
                      </a:cubicBezTo>
                      <a:cubicBezTo>
                        <a:pt x="422286" y="105447"/>
                        <a:pt x="323860" y="49091"/>
                        <a:pt x="254804" y="57822"/>
                      </a:cubicBezTo>
                      <a:cubicBezTo>
                        <a:pt x="185748" y="66553"/>
                        <a:pt x="80973" y="153865"/>
                        <a:pt x="38110" y="148309"/>
                      </a:cubicBezTo>
                      <a:cubicBezTo>
                        <a:pt x="-4753" y="142753"/>
                        <a:pt x="-3958" y="32025"/>
                        <a:pt x="4773" y="14959"/>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77" name="Freeform 154">
                  <a:extLst>
                    <a:ext uri="{FF2B5EF4-FFF2-40B4-BE49-F238E27FC236}">
                      <a16:creationId xmlns:a16="http://schemas.microsoft.com/office/drawing/2014/main" id="{DE9B54CA-B325-2968-B223-38C417E57C37}"/>
                    </a:ext>
                  </a:extLst>
                </p:cNvPr>
                <p:cNvSpPr/>
                <p:nvPr/>
              </p:nvSpPr>
              <p:spPr>
                <a:xfrm rot="2433827">
                  <a:off x="3956802" y="3122369"/>
                  <a:ext cx="325762" cy="265566"/>
                </a:xfrm>
                <a:custGeom>
                  <a:avLst/>
                  <a:gdLst>
                    <a:gd name="connsiteX0" fmla="*/ 72105 w 261475"/>
                    <a:gd name="connsiteY0" fmla="*/ 262 h 213159"/>
                    <a:gd name="connsiteX1" fmla="*/ 124493 w 261475"/>
                    <a:gd name="connsiteY1" fmla="*/ 105037 h 213159"/>
                    <a:gd name="connsiteX2" fmla="*/ 257843 w 261475"/>
                    <a:gd name="connsiteY2" fmla="*/ 81225 h 213159"/>
                    <a:gd name="connsiteX3" fmla="*/ 214980 w 261475"/>
                    <a:gd name="connsiteY3" fmla="*/ 212193 h 213159"/>
                    <a:gd name="connsiteX4" fmla="*/ 122111 w 261475"/>
                    <a:gd name="connsiteY4" fmla="*/ 140756 h 213159"/>
                    <a:gd name="connsiteX5" fmla="*/ 668 w 261475"/>
                    <a:gd name="connsiteY5" fmla="*/ 140756 h 213159"/>
                    <a:gd name="connsiteX6" fmla="*/ 72105 w 261475"/>
                    <a:gd name="connsiteY6" fmla="*/ 262 h 21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475" h="213159">
                      <a:moveTo>
                        <a:pt x="72105" y="262"/>
                      </a:moveTo>
                      <a:cubicBezTo>
                        <a:pt x="92743" y="-5691"/>
                        <a:pt x="93537" y="91543"/>
                        <a:pt x="124493" y="105037"/>
                      </a:cubicBezTo>
                      <a:cubicBezTo>
                        <a:pt x="155449" y="118531"/>
                        <a:pt x="242762" y="63366"/>
                        <a:pt x="257843" y="81225"/>
                      </a:cubicBezTo>
                      <a:cubicBezTo>
                        <a:pt x="272924" y="99084"/>
                        <a:pt x="237602" y="202271"/>
                        <a:pt x="214980" y="212193"/>
                      </a:cubicBezTo>
                      <a:cubicBezTo>
                        <a:pt x="192358" y="222115"/>
                        <a:pt x="157830" y="152662"/>
                        <a:pt x="122111" y="140756"/>
                      </a:cubicBezTo>
                      <a:cubicBezTo>
                        <a:pt x="86392" y="128850"/>
                        <a:pt x="8208" y="160997"/>
                        <a:pt x="668" y="140756"/>
                      </a:cubicBezTo>
                      <a:cubicBezTo>
                        <a:pt x="-6872" y="120515"/>
                        <a:pt x="51467" y="6215"/>
                        <a:pt x="72105" y="262"/>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78" name="Freeform 155">
                  <a:extLst>
                    <a:ext uri="{FF2B5EF4-FFF2-40B4-BE49-F238E27FC236}">
                      <a16:creationId xmlns:a16="http://schemas.microsoft.com/office/drawing/2014/main" id="{82D561CA-E67E-873B-6C3B-B5DF6F7276A9}"/>
                    </a:ext>
                  </a:extLst>
                </p:cNvPr>
                <p:cNvSpPr/>
                <p:nvPr/>
              </p:nvSpPr>
              <p:spPr>
                <a:xfrm rot="2433827">
                  <a:off x="3407635" y="3210540"/>
                  <a:ext cx="887045" cy="387511"/>
                </a:xfrm>
                <a:custGeom>
                  <a:avLst/>
                  <a:gdLst>
                    <a:gd name="connsiteX0" fmla="*/ 111369 w 729872"/>
                    <a:gd name="connsiteY0" fmla="*/ 30 h 297754"/>
                    <a:gd name="connsiteX1" fmla="*/ 373307 w 729872"/>
                    <a:gd name="connsiteY1" fmla="*/ 164336 h 297754"/>
                    <a:gd name="connsiteX2" fmla="*/ 709063 w 729872"/>
                    <a:gd name="connsiteY2" fmla="*/ 181005 h 297754"/>
                    <a:gd name="connsiteX3" fmla="*/ 663819 w 729872"/>
                    <a:gd name="connsiteY3" fmla="*/ 297686 h 297754"/>
                    <a:gd name="connsiteX4" fmla="*/ 416169 w 729872"/>
                    <a:gd name="connsiteY4" fmla="*/ 197673 h 297754"/>
                    <a:gd name="connsiteX5" fmla="*/ 13738 w 729872"/>
                    <a:gd name="connsiteY5" fmla="*/ 178623 h 297754"/>
                    <a:gd name="connsiteX6" fmla="*/ 111369 w 729872"/>
                    <a:gd name="connsiteY6" fmla="*/ 30 h 297754"/>
                    <a:gd name="connsiteX0" fmla="*/ 112634 w 731137"/>
                    <a:gd name="connsiteY0" fmla="*/ 14137 h 311861"/>
                    <a:gd name="connsiteX1" fmla="*/ 374572 w 731137"/>
                    <a:gd name="connsiteY1" fmla="*/ 178443 h 311861"/>
                    <a:gd name="connsiteX2" fmla="*/ 710328 w 731137"/>
                    <a:gd name="connsiteY2" fmla="*/ 195112 h 311861"/>
                    <a:gd name="connsiteX3" fmla="*/ 665084 w 731137"/>
                    <a:gd name="connsiteY3" fmla="*/ 311793 h 311861"/>
                    <a:gd name="connsiteX4" fmla="*/ 417434 w 731137"/>
                    <a:gd name="connsiteY4" fmla="*/ 211780 h 311861"/>
                    <a:gd name="connsiteX5" fmla="*/ 15003 w 731137"/>
                    <a:gd name="connsiteY5" fmla="*/ 192730 h 311861"/>
                    <a:gd name="connsiteX6" fmla="*/ 112634 w 731137"/>
                    <a:gd name="connsiteY6" fmla="*/ 14137 h 311861"/>
                    <a:gd name="connsiteX0" fmla="*/ 112634 w 722744"/>
                    <a:gd name="connsiteY0" fmla="*/ 14137 h 311861"/>
                    <a:gd name="connsiteX1" fmla="*/ 374572 w 722744"/>
                    <a:gd name="connsiteY1" fmla="*/ 178443 h 311861"/>
                    <a:gd name="connsiteX2" fmla="*/ 710328 w 722744"/>
                    <a:gd name="connsiteY2" fmla="*/ 195112 h 311861"/>
                    <a:gd name="connsiteX3" fmla="*/ 665084 w 722744"/>
                    <a:gd name="connsiteY3" fmla="*/ 311793 h 311861"/>
                    <a:gd name="connsiteX4" fmla="*/ 417434 w 722744"/>
                    <a:gd name="connsiteY4" fmla="*/ 211780 h 311861"/>
                    <a:gd name="connsiteX5" fmla="*/ 15003 w 722744"/>
                    <a:gd name="connsiteY5" fmla="*/ 192730 h 311861"/>
                    <a:gd name="connsiteX6" fmla="*/ 112634 w 722744"/>
                    <a:gd name="connsiteY6" fmla="*/ 14137 h 311861"/>
                    <a:gd name="connsiteX0" fmla="*/ 112634 w 717601"/>
                    <a:gd name="connsiteY0" fmla="*/ 14137 h 311815"/>
                    <a:gd name="connsiteX1" fmla="*/ 374572 w 717601"/>
                    <a:gd name="connsiteY1" fmla="*/ 178443 h 311815"/>
                    <a:gd name="connsiteX2" fmla="*/ 710328 w 717601"/>
                    <a:gd name="connsiteY2" fmla="*/ 195112 h 311815"/>
                    <a:gd name="connsiteX3" fmla="*/ 665084 w 717601"/>
                    <a:gd name="connsiteY3" fmla="*/ 311793 h 311815"/>
                    <a:gd name="connsiteX4" fmla="*/ 417434 w 717601"/>
                    <a:gd name="connsiteY4" fmla="*/ 211780 h 311815"/>
                    <a:gd name="connsiteX5" fmla="*/ 15003 w 717601"/>
                    <a:gd name="connsiteY5" fmla="*/ 192730 h 311815"/>
                    <a:gd name="connsiteX6" fmla="*/ 112634 w 717601"/>
                    <a:gd name="connsiteY6" fmla="*/ 14137 h 311815"/>
                    <a:gd name="connsiteX0" fmla="*/ 107026 w 711993"/>
                    <a:gd name="connsiteY0" fmla="*/ 13361 h 311039"/>
                    <a:gd name="connsiteX1" fmla="*/ 368964 w 711993"/>
                    <a:gd name="connsiteY1" fmla="*/ 177667 h 311039"/>
                    <a:gd name="connsiteX2" fmla="*/ 704720 w 711993"/>
                    <a:gd name="connsiteY2" fmla="*/ 194336 h 311039"/>
                    <a:gd name="connsiteX3" fmla="*/ 659476 w 711993"/>
                    <a:gd name="connsiteY3" fmla="*/ 311017 h 311039"/>
                    <a:gd name="connsiteX4" fmla="*/ 411826 w 711993"/>
                    <a:gd name="connsiteY4" fmla="*/ 211004 h 311039"/>
                    <a:gd name="connsiteX5" fmla="*/ 9395 w 711993"/>
                    <a:gd name="connsiteY5" fmla="*/ 191954 h 311039"/>
                    <a:gd name="connsiteX6" fmla="*/ 107026 w 711993"/>
                    <a:gd name="connsiteY6" fmla="*/ 13361 h 311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993" h="311039">
                      <a:moveTo>
                        <a:pt x="107026" y="13361"/>
                      </a:moveTo>
                      <a:cubicBezTo>
                        <a:pt x="178861" y="84799"/>
                        <a:pt x="269348" y="147505"/>
                        <a:pt x="368964" y="177667"/>
                      </a:cubicBezTo>
                      <a:cubicBezTo>
                        <a:pt x="468580" y="207829"/>
                        <a:pt x="675351" y="203067"/>
                        <a:pt x="704720" y="194336"/>
                      </a:cubicBezTo>
                      <a:cubicBezTo>
                        <a:pt x="734089" y="185605"/>
                        <a:pt x="665430" y="313002"/>
                        <a:pt x="659476" y="311017"/>
                      </a:cubicBezTo>
                      <a:cubicBezTo>
                        <a:pt x="653522" y="309032"/>
                        <a:pt x="520173" y="230848"/>
                        <a:pt x="411826" y="211004"/>
                      </a:cubicBezTo>
                      <a:cubicBezTo>
                        <a:pt x="303479" y="191160"/>
                        <a:pt x="42335" y="204257"/>
                        <a:pt x="9395" y="191954"/>
                      </a:cubicBezTo>
                      <a:cubicBezTo>
                        <a:pt x="-23545" y="179651"/>
                        <a:pt x="35191" y="-58077"/>
                        <a:pt x="107026" y="13361"/>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79" name="Freeform 156">
                  <a:extLst>
                    <a:ext uri="{FF2B5EF4-FFF2-40B4-BE49-F238E27FC236}">
                      <a16:creationId xmlns:a16="http://schemas.microsoft.com/office/drawing/2014/main" id="{2E1B8392-800B-A414-6F2D-79C44DE83A9E}"/>
                    </a:ext>
                  </a:extLst>
                </p:cNvPr>
                <p:cNvSpPr/>
                <p:nvPr/>
              </p:nvSpPr>
              <p:spPr>
                <a:xfrm rot="2433827">
                  <a:off x="2986359" y="3456330"/>
                  <a:ext cx="1202711" cy="348137"/>
                </a:xfrm>
                <a:custGeom>
                  <a:avLst/>
                  <a:gdLst>
                    <a:gd name="connsiteX0" fmla="*/ 90598 w 968043"/>
                    <a:gd name="connsiteY0" fmla="*/ 7 h 276233"/>
                    <a:gd name="connsiteX1" fmla="*/ 523985 w 968043"/>
                    <a:gd name="connsiteY1" fmla="*/ 180982 h 276233"/>
                    <a:gd name="connsiteX2" fmla="*/ 931179 w 968043"/>
                    <a:gd name="connsiteY2" fmla="*/ 190507 h 276233"/>
                    <a:gd name="connsiteX3" fmla="*/ 902604 w 968043"/>
                    <a:gd name="connsiteY3" fmla="*/ 276232 h 276233"/>
                    <a:gd name="connsiteX4" fmla="*/ 521604 w 968043"/>
                    <a:gd name="connsiteY4" fmla="*/ 192888 h 276233"/>
                    <a:gd name="connsiteX5" fmla="*/ 38210 w 968043"/>
                    <a:gd name="connsiteY5" fmla="*/ 188126 h 276233"/>
                    <a:gd name="connsiteX6" fmla="*/ 90598 w 968043"/>
                    <a:gd name="connsiteY6" fmla="*/ 7 h 276233"/>
                    <a:gd name="connsiteX0" fmla="*/ 90598 w 968043"/>
                    <a:gd name="connsiteY0" fmla="*/ 3170 h 279396"/>
                    <a:gd name="connsiteX1" fmla="*/ 523985 w 968043"/>
                    <a:gd name="connsiteY1" fmla="*/ 184145 h 279396"/>
                    <a:gd name="connsiteX2" fmla="*/ 931179 w 968043"/>
                    <a:gd name="connsiteY2" fmla="*/ 193670 h 279396"/>
                    <a:gd name="connsiteX3" fmla="*/ 902604 w 968043"/>
                    <a:gd name="connsiteY3" fmla="*/ 279395 h 279396"/>
                    <a:gd name="connsiteX4" fmla="*/ 521604 w 968043"/>
                    <a:gd name="connsiteY4" fmla="*/ 196051 h 279396"/>
                    <a:gd name="connsiteX5" fmla="*/ 38210 w 968043"/>
                    <a:gd name="connsiteY5" fmla="*/ 191289 h 279396"/>
                    <a:gd name="connsiteX6" fmla="*/ 90598 w 968043"/>
                    <a:gd name="connsiteY6" fmla="*/ 3170 h 279396"/>
                    <a:gd name="connsiteX0" fmla="*/ 90598 w 965365"/>
                    <a:gd name="connsiteY0" fmla="*/ 3170 h 279435"/>
                    <a:gd name="connsiteX1" fmla="*/ 523985 w 965365"/>
                    <a:gd name="connsiteY1" fmla="*/ 184145 h 279435"/>
                    <a:gd name="connsiteX2" fmla="*/ 931179 w 965365"/>
                    <a:gd name="connsiteY2" fmla="*/ 193670 h 279435"/>
                    <a:gd name="connsiteX3" fmla="*/ 902604 w 965365"/>
                    <a:gd name="connsiteY3" fmla="*/ 279395 h 279435"/>
                    <a:gd name="connsiteX4" fmla="*/ 521604 w 965365"/>
                    <a:gd name="connsiteY4" fmla="*/ 196051 h 279435"/>
                    <a:gd name="connsiteX5" fmla="*/ 38210 w 965365"/>
                    <a:gd name="connsiteY5" fmla="*/ 191289 h 279435"/>
                    <a:gd name="connsiteX6" fmla="*/ 90598 w 965365"/>
                    <a:gd name="connsiteY6" fmla="*/ 3170 h 279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365" h="279435">
                      <a:moveTo>
                        <a:pt x="90598" y="3170"/>
                      </a:moveTo>
                      <a:cubicBezTo>
                        <a:pt x="171560" y="32936"/>
                        <a:pt x="383888" y="152395"/>
                        <a:pt x="523985" y="184145"/>
                      </a:cubicBezTo>
                      <a:cubicBezTo>
                        <a:pt x="664082" y="215895"/>
                        <a:pt x="868076" y="177795"/>
                        <a:pt x="931179" y="193670"/>
                      </a:cubicBezTo>
                      <a:cubicBezTo>
                        <a:pt x="994282" y="209545"/>
                        <a:pt x="961341" y="281379"/>
                        <a:pt x="902604" y="279395"/>
                      </a:cubicBezTo>
                      <a:cubicBezTo>
                        <a:pt x="843867" y="277411"/>
                        <a:pt x="665670" y="210735"/>
                        <a:pt x="521604" y="196051"/>
                      </a:cubicBezTo>
                      <a:cubicBezTo>
                        <a:pt x="377538" y="181367"/>
                        <a:pt x="114013" y="220261"/>
                        <a:pt x="38210" y="191289"/>
                      </a:cubicBezTo>
                      <a:cubicBezTo>
                        <a:pt x="-37593" y="162317"/>
                        <a:pt x="9636" y="-26596"/>
                        <a:pt x="90598" y="3170"/>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0" name="Freeform 157">
                  <a:extLst>
                    <a:ext uri="{FF2B5EF4-FFF2-40B4-BE49-F238E27FC236}">
                      <a16:creationId xmlns:a16="http://schemas.microsoft.com/office/drawing/2014/main" id="{8A839485-1EAC-17FA-8F70-FBE2BB1C4E20}"/>
                    </a:ext>
                  </a:extLst>
                </p:cNvPr>
                <p:cNvSpPr/>
                <p:nvPr/>
              </p:nvSpPr>
              <p:spPr>
                <a:xfrm rot="2433827">
                  <a:off x="2615953" y="3760219"/>
                  <a:ext cx="1282449" cy="297233"/>
                </a:xfrm>
                <a:custGeom>
                  <a:avLst/>
                  <a:gdLst>
                    <a:gd name="connsiteX0" fmla="*/ 49519 w 1092167"/>
                    <a:gd name="connsiteY0" fmla="*/ 230200 h 232817"/>
                    <a:gd name="connsiteX1" fmla="*/ 630544 w 1092167"/>
                    <a:gd name="connsiteY1" fmla="*/ 130187 h 232817"/>
                    <a:gd name="connsiteX2" fmla="*/ 1037738 w 1092167"/>
                    <a:gd name="connsiteY2" fmla="*/ 204006 h 232817"/>
                    <a:gd name="connsiteX3" fmla="*/ 1047263 w 1092167"/>
                    <a:gd name="connsiteY3" fmla="*/ 103994 h 232817"/>
                    <a:gd name="connsiteX4" fmla="*/ 661500 w 1092167"/>
                    <a:gd name="connsiteY4" fmla="*/ 120662 h 232817"/>
                    <a:gd name="connsiteX5" fmla="*/ 104288 w 1092167"/>
                    <a:gd name="connsiteY5" fmla="*/ 1600 h 232817"/>
                    <a:gd name="connsiteX6" fmla="*/ 49519 w 1092167"/>
                    <a:gd name="connsiteY6" fmla="*/ 230200 h 232817"/>
                    <a:gd name="connsiteX0" fmla="*/ 71163 w 1113811"/>
                    <a:gd name="connsiteY0" fmla="*/ 239616 h 242575"/>
                    <a:gd name="connsiteX1" fmla="*/ 652188 w 1113811"/>
                    <a:gd name="connsiteY1" fmla="*/ 139603 h 242575"/>
                    <a:gd name="connsiteX2" fmla="*/ 1059382 w 1113811"/>
                    <a:gd name="connsiteY2" fmla="*/ 213422 h 242575"/>
                    <a:gd name="connsiteX3" fmla="*/ 1068907 w 1113811"/>
                    <a:gd name="connsiteY3" fmla="*/ 113410 h 242575"/>
                    <a:gd name="connsiteX4" fmla="*/ 683144 w 1113811"/>
                    <a:gd name="connsiteY4" fmla="*/ 130078 h 242575"/>
                    <a:gd name="connsiteX5" fmla="*/ 80688 w 1113811"/>
                    <a:gd name="connsiteY5" fmla="*/ 1491 h 242575"/>
                    <a:gd name="connsiteX6" fmla="*/ 71163 w 1113811"/>
                    <a:gd name="connsiteY6" fmla="*/ 239616 h 242575"/>
                    <a:gd name="connsiteX0" fmla="*/ 130380 w 1173028"/>
                    <a:gd name="connsiteY0" fmla="*/ 248913 h 251872"/>
                    <a:gd name="connsiteX1" fmla="*/ 711405 w 1173028"/>
                    <a:gd name="connsiteY1" fmla="*/ 148900 h 251872"/>
                    <a:gd name="connsiteX2" fmla="*/ 1118599 w 1173028"/>
                    <a:gd name="connsiteY2" fmla="*/ 222719 h 251872"/>
                    <a:gd name="connsiteX3" fmla="*/ 1128124 w 1173028"/>
                    <a:gd name="connsiteY3" fmla="*/ 122707 h 251872"/>
                    <a:gd name="connsiteX4" fmla="*/ 742361 w 1173028"/>
                    <a:gd name="connsiteY4" fmla="*/ 139375 h 251872"/>
                    <a:gd name="connsiteX5" fmla="*/ 139905 w 1173028"/>
                    <a:gd name="connsiteY5" fmla="*/ 10788 h 251872"/>
                    <a:gd name="connsiteX6" fmla="*/ 130380 w 1173028"/>
                    <a:gd name="connsiteY6" fmla="*/ 248913 h 251872"/>
                    <a:gd name="connsiteX0" fmla="*/ 0 w 1042648"/>
                    <a:gd name="connsiteY0" fmla="*/ 238125 h 241084"/>
                    <a:gd name="connsiteX1" fmla="*/ 581025 w 1042648"/>
                    <a:gd name="connsiteY1" fmla="*/ 138112 h 241084"/>
                    <a:gd name="connsiteX2" fmla="*/ 988219 w 1042648"/>
                    <a:gd name="connsiteY2" fmla="*/ 211931 h 241084"/>
                    <a:gd name="connsiteX3" fmla="*/ 997744 w 1042648"/>
                    <a:gd name="connsiteY3" fmla="*/ 111919 h 241084"/>
                    <a:gd name="connsiteX4" fmla="*/ 611981 w 1042648"/>
                    <a:gd name="connsiteY4" fmla="*/ 128587 h 241084"/>
                    <a:gd name="connsiteX5" fmla="*/ 9525 w 1042648"/>
                    <a:gd name="connsiteY5" fmla="*/ 0 h 241084"/>
                    <a:gd name="connsiteX6" fmla="*/ 0 w 1042648"/>
                    <a:gd name="connsiteY6" fmla="*/ 238125 h 241084"/>
                    <a:gd name="connsiteX0" fmla="*/ 0 w 997744"/>
                    <a:gd name="connsiteY0" fmla="*/ 238125 h 241084"/>
                    <a:gd name="connsiteX1" fmla="*/ 581025 w 997744"/>
                    <a:gd name="connsiteY1" fmla="*/ 138112 h 241084"/>
                    <a:gd name="connsiteX2" fmla="*/ 988219 w 997744"/>
                    <a:gd name="connsiteY2" fmla="*/ 211931 h 241084"/>
                    <a:gd name="connsiteX3" fmla="*/ 997744 w 997744"/>
                    <a:gd name="connsiteY3" fmla="*/ 111919 h 241084"/>
                    <a:gd name="connsiteX4" fmla="*/ 611981 w 997744"/>
                    <a:gd name="connsiteY4" fmla="*/ 128587 h 241084"/>
                    <a:gd name="connsiteX5" fmla="*/ 9525 w 997744"/>
                    <a:gd name="connsiteY5" fmla="*/ 0 h 241084"/>
                    <a:gd name="connsiteX6" fmla="*/ 0 w 997744"/>
                    <a:gd name="connsiteY6" fmla="*/ 238125 h 241084"/>
                    <a:gd name="connsiteX0" fmla="*/ 0 w 1001073"/>
                    <a:gd name="connsiteY0" fmla="*/ 238125 h 241084"/>
                    <a:gd name="connsiteX1" fmla="*/ 581025 w 1001073"/>
                    <a:gd name="connsiteY1" fmla="*/ 138112 h 241084"/>
                    <a:gd name="connsiteX2" fmla="*/ 988219 w 1001073"/>
                    <a:gd name="connsiteY2" fmla="*/ 211931 h 241084"/>
                    <a:gd name="connsiteX3" fmla="*/ 997744 w 1001073"/>
                    <a:gd name="connsiteY3" fmla="*/ 111919 h 241084"/>
                    <a:gd name="connsiteX4" fmla="*/ 611981 w 1001073"/>
                    <a:gd name="connsiteY4" fmla="*/ 128587 h 241084"/>
                    <a:gd name="connsiteX5" fmla="*/ 9525 w 1001073"/>
                    <a:gd name="connsiteY5" fmla="*/ 0 h 241084"/>
                    <a:gd name="connsiteX6" fmla="*/ 0 w 1001073"/>
                    <a:gd name="connsiteY6" fmla="*/ 238125 h 241084"/>
                    <a:gd name="connsiteX0" fmla="*/ 0 w 1007715"/>
                    <a:gd name="connsiteY0" fmla="*/ 238125 h 241084"/>
                    <a:gd name="connsiteX1" fmla="*/ 581025 w 1007715"/>
                    <a:gd name="connsiteY1" fmla="*/ 138112 h 241084"/>
                    <a:gd name="connsiteX2" fmla="*/ 988219 w 1007715"/>
                    <a:gd name="connsiteY2" fmla="*/ 211931 h 241084"/>
                    <a:gd name="connsiteX3" fmla="*/ 997744 w 1007715"/>
                    <a:gd name="connsiteY3" fmla="*/ 111919 h 241084"/>
                    <a:gd name="connsiteX4" fmla="*/ 611981 w 1007715"/>
                    <a:gd name="connsiteY4" fmla="*/ 128587 h 241084"/>
                    <a:gd name="connsiteX5" fmla="*/ 9525 w 1007715"/>
                    <a:gd name="connsiteY5" fmla="*/ 0 h 241084"/>
                    <a:gd name="connsiteX6" fmla="*/ 0 w 1007715"/>
                    <a:gd name="connsiteY6" fmla="*/ 238125 h 241084"/>
                    <a:gd name="connsiteX0" fmla="*/ 21652 w 1029367"/>
                    <a:gd name="connsiteY0" fmla="*/ 238125 h 238576"/>
                    <a:gd name="connsiteX1" fmla="*/ 602677 w 1029367"/>
                    <a:gd name="connsiteY1" fmla="*/ 138112 h 238576"/>
                    <a:gd name="connsiteX2" fmla="*/ 1009871 w 1029367"/>
                    <a:gd name="connsiteY2" fmla="*/ 211931 h 238576"/>
                    <a:gd name="connsiteX3" fmla="*/ 1019396 w 1029367"/>
                    <a:gd name="connsiteY3" fmla="*/ 111919 h 238576"/>
                    <a:gd name="connsiteX4" fmla="*/ 633633 w 1029367"/>
                    <a:gd name="connsiteY4" fmla="*/ 128587 h 238576"/>
                    <a:gd name="connsiteX5" fmla="*/ 31177 w 1029367"/>
                    <a:gd name="connsiteY5" fmla="*/ 0 h 238576"/>
                    <a:gd name="connsiteX6" fmla="*/ 21652 w 1029367"/>
                    <a:gd name="connsiteY6" fmla="*/ 238125 h 23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9367" h="238576">
                      <a:moveTo>
                        <a:pt x="21652" y="238125"/>
                      </a:moveTo>
                      <a:cubicBezTo>
                        <a:pt x="74040" y="227807"/>
                        <a:pt x="437974" y="142478"/>
                        <a:pt x="602677" y="138112"/>
                      </a:cubicBezTo>
                      <a:cubicBezTo>
                        <a:pt x="767380" y="133746"/>
                        <a:pt x="980900" y="197246"/>
                        <a:pt x="1009871" y="211931"/>
                      </a:cubicBezTo>
                      <a:cubicBezTo>
                        <a:pt x="1038842" y="226616"/>
                        <a:pt x="1029715" y="116285"/>
                        <a:pt x="1019396" y="111919"/>
                      </a:cubicBezTo>
                      <a:cubicBezTo>
                        <a:pt x="1009077" y="107553"/>
                        <a:pt x="790795" y="145653"/>
                        <a:pt x="633633" y="128587"/>
                      </a:cubicBezTo>
                      <a:cubicBezTo>
                        <a:pt x="476471" y="111521"/>
                        <a:pt x="283589" y="69056"/>
                        <a:pt x="31177" y="0"/>
                      </a:cubicBezTo>
                      <a:cubicBezTo>
                        <a:pt x="28002" y="79375"/>
                        <a:pt x="-30736" y="248443"/>
                        <a:pt x="21652" y="238125"/>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1" name="Freeform 158">
                  <a:extLst>
                    <a:ext uri="{FF2B5EF4-FFF2-40B4-BE49-F238E27FC236}">
                      <a16:creationId xmlns:a16="http://schemas.microsoft.com/office/drawing/2014/main" id="{E11831F5-B122-3C99-955F-AA3F0425DC02}"/>
                    </a:ext>
                  </a:extLst>
                </p:cNvPr>
                <p:cNvSpPr/>
                <p:nvPr/>
              </p:nvSpPr>
              <p:spPr>
                <a:xfrm rot="2433827">
                  <a:off x="2447352" y="4056291"/>
                  <a:ext cx="961400" cy="297056"/>
                </a:xfrm>
                <a:custGeom>
                  <a:avLst/>
                  <a:gdLst>
                    <a:gd name="connsiteX0" fmla="*/ 50337 w 821515"/>
                    <a:gd name="connsiteY0" fmla="*/ 17292 h 239768"/>
                    <a:gd name="connsiteX1" fmla="*/ 419363 w 821515"/>
                    <a:gd name="connsiteY1" fmla="*/ 69544 h 239768"/>
                    <a:gd name="connsiteX2" fmla="*/ 772060 w 821515"/>
                    <a:gd name="connsiteY2" fmla="*/ 964 h 239768"/>
                    <a:gd name="connsiteX3" fmla="*/ 785123 w 821515"/>
                    <a:gd name="connsiteY3" fmla="*/ 131592 h 239768"/>
                    <a:gd name="connsiteX4" fmla="*/ 455286 w 821515"/>
                    <a:gd name="connsiteY4" fmla="*/ 79341 h 239768"/>
                    <a:gd name="connsiteX5" fmla="*/ 43806 w 821515"/>
                    <a:gd name="connsiteY5" fmla="*/ 239361 h 239768"/>
                    <a:gd name="connsiteX6" fmla="*/ 50337 w 821515"/>
                    <a:gd name="connsiteY6" fmla="*/ 17292 h 239768"/>
                    <a:gd name="connsiteX0" fmla="*/ 35474 w 806652"/>
                    <a:gd name="connsiteY0" fmla="*/ 17292 h 239768"/>
                    <a:gd name="connsiteX1" fmla="*/ 404500 w 806652"/>
                    <a:gd name="connsiteY1" fmla="*/ 69544 h 239768"/>
                    <a:gd name="connsiteX2" fmla="*/ 757197 w 806652"/>
                    <a:gd name="connsiteY2" fmla="*/ 964 h 239768"/>
                    <a:gd name="connsiteX3" fmla="*/ 770260 w 806652"/>
                    <a:gd name="connsiteY3" fmla="*/ 131592 h 239768"/>
                    <a:gd name="connsiteX4" fmla="*/ 440423 w 806652"/>
                    <a:gd name="connsiteY4" fmla="*/ 79341 h 239768"/>
                    <a:gd name="connsiteX5" fmla="*/ 28943 w 806652"/>
                    <a:gd name="connsiteY5" fmla="*/ 239361 h 239768"/>
                    <a:gd name="connsiteX6" fmla="*/ 35474 w 806652"/>
                    <a:gd name="connsiteY6" fmla="*/ 17292 h 239768"/>
                    <a:gd name="connsiteX0" fmla="*/ 35474 w 790592"/>
                    <a:gd name="connsiteY0" fmla="*/ 16344 h 238820"/>
                    <a:gd name="connsiteX1" fmla="*/ 404500 w 790592"/>
                    <a:gd name="connsiteY1" fmla="*/ 68596 h 238820"/>
                    <a:gd name="connsiteX2" fmla="*/ 757197 w 790592"/>
                    <a:gd name="connsiteY2" fmla="*/ 16 h 238820"/>
                    <a:gd name="connsiteX3" fmla="*/ 770260 w 790592"/>
                    <a:gd name="connsiteY3" fmla="*/ 130644 h 238820"/>
                    <a:gd name="connsiteX4" fmla="*/ 440423 w 790592"/>
                    <a:gd name="connsiteY4" fmla="*/ 78393 h 238820"/>
                    <a:gd name="connsiteX5" fmla="*/ 28943 w 790592"/>
                    <a:gd name="connsiteY5" fmla="*/ 238413 h 238820"/>
                    <a:gd name="connsiteX6" fmla="*/ 35474 w 790592"/>
                    <a:gd name="connsiteY6" fmla="*/ 16344 h 238820"/>
                    <a:gd name="connsiteX0" fmla="*/ 35474 w 785415"/>
                    <a:gd name="connsiteY0" fmla="*/ 16342 h 238818"/>
                    <a:gd name="connsiteX1" fmla="*/ 404500 w 785415"/>
                    <a:gd name="connsiteY1" fmla="*/ 68594 h 238818"/>
                    <a:gd name="connsiteX2" fmla="*/ 757197 w 785415"/>
                    <a:gd name="connsiteY2" fmla="*/ 14 h 238818"/>
                    <a:gd name="connsiteX3" fmla="*/ 770260 w 785415"/>
                    <a:gd name="connsiteY3" fmla="*/ 130642 h 238818"/>
                    <a:gd name="connsiteX4" fmla="*/ 440423 w 785415"/>
                    <a:gd name="connsiteY4" fmla="*/ 78391 h 238818"/>
                    <a:gd name="connsiteX5" fmla="*/ 28943 w 785415"/>
                    <a:gd name="connsiteY5" fmla="*/ 238411 h 238818"/>
                    <a:gd name="connsiteX6" fmla="*/ 35474 w 785415"/>
                    <a:gd name="connsiteY6" fmla="*/ 16342 h 238818"/>
                    <a:gd name="connsiteX0" fmla="*/ 21734 w 771675"/>
                    <a:gd name="connsiteY0" fmla="*/ 16342 h 238434"/>
                    <a:gd name="connsiteX1" fmla="*/ 390760 w 771675"/>
                    <a:gd name="connsiteY1" fmla="*/ 68594 h 238434"/>
                    <a:gd name="connsiteX2" fmla="*/ 743457 w 771675"/>
                    <a:gd name="connsiteY2" fmla="*/ 14 h 238434"/>
                    <a:gd name="connsiteX3" fmla="*/ 756520 w 771675"/>
                    <a:gd name="connsiteY3" fmla="*/ 130642 h 238434"/>
                    <a:gd name="connsiteX4" fmla="*/ 426683 w 771675"/>
                    <a:gd name="connsiteY4" fmla="*/ 78391 h 238434"/>
                    <a:gd name="connsiteX5" fmla="*/ 15203 w 771675"/>
                    <a:gd name="connsiteY5" fmla="*/ 238411 h 238434"/>
                    <a:gd name="connsiteX6" fmla="*/ 21734 w 771675"/>
                    <a:gd name="connsiteY6" fmla="*/ 16342 h 23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675" h="238434">
                      <a:moveTo>
                        <a:pt x="21734" y="16342"/>
                      </a:moveTo>
                      <a:cubicBezTo>
                        <a:pt x="34320" y="11851"/>
                        <a:pt x="270473" y="71315"/>
                        <a:pt x="390760" y="68594"/>
                      </a:cubicBezTo>
                      <a:cubicBezTo>
                        <a:pt x="511047" y="65873"/>
                        <a:pt x="744410" y="1579"/>
                        <a:pt x="743457" y="14"/>
                      </a:cubicBezTo>
                      <a:cubicBezTo>
                        <a:pt x="742504" y="-1551"/>
                        <a:pt x="797410" y="136629"/>
                        <a:pt x="756520" y="130642"/>
                      </a:cubicBezTo>
                      <a:cubicBezTo>
                        <a:pt x="715630" y="124655"/>
                        <a:pt x="550236" y="60430"/>
                        <a:pt x="426683" y="78391"/>
                      </a:cubicBezTo>
                      <a:cubicBezTo>
                        <a:pt x="303130" y="96352"/>
                        <a:pt x="46840" y="235757"/>
                        <a:pt x="15203" y="238411"/>
                      </a:cubicBezTo>
                      <a:cubicBezTo>
                        <a:pt x="-16434" y="241065"/>
                        <a:pt x="9148" y="20833"/>
                        <a:pt x="21734" y="16342"/>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2" name="Freeform 159">
                  <a:extLst>
                    <a:ext uri="{FF2B5EF4-FFF2-40B4-BE49-F238E27FC236}">
                      <a16:creationId xmlns:a16="http://schemas.microsoft.com/office/drawing/2014/main" id="{EEF6DFE6-2F5A-CE4B-33C4-703DFFDE1A6D}"/>
                    </a:ext>
                  </a:extLst>
                </p:cNvPr>
                <p:cNvSpPr/>
                <p:nvPr/>
              </p:nvSpPr>
              <p:spPr>
                <a:xfrm rot="2433827">
                  <a:off x="2528271" y="4349476"/>
                  <a:ext cx="350873" cy="228547"/>
                </a:xfrm>
                <a:custGeom>
                  <a:avLst/>
                  <a:gdLst>
                    <a:gd name="connsiteX0" fmla="*/ 6759 w 290608"/>
                    <a:gd name="connsiteY0" fmla="*/ 8389 h 178235"/>
                    <a:gd name="connsiteX1" fmla="*/ 144872 w 290608"/>
                    <a:gd name="connsiteY1" fmla="*/ 53633 h 178235"/>
                    <a:gd name="connsiteX2" fmla="*/ 240122 w 290608"/>
                    <a:gd name="connsiteY2" fmla="*/ 1245 h 178235"/>
                    <a:gd name="connsiteX3" fmla="*/ 287747 w 290608"/>
                    <a:gd name="connsiteY3" fmla="*/ 117927 h 178235"/>
                    <a:gd name="connsiteX4" fmla="*/ 159159 w 290608"/>
                    <a:gd name="connsiteY4" fmla="*/ 82208 h 178235"/>
                    <a:gd name="connsiteX5" fmla="*/ 35334 w 290608"/>
                    <a:gd name="connsiteY5" fmla="*/ 177458 h 178235"/>
                    <a:gd name="connsiteX6" fmla="*/ 6759 w 290608"/>
                    <a:gd name="connsiteY6" fmla="*/ 8389 h 178235"/>
                    <a:gd name="connsiteX0" fmla="*/ 6759 w 292262"/>
                    <a:gd name="connsiteY0" fmla="*/ 15434 h 185280"/>
                    <a:gd name="connsiteX1" fmla="*/ 144872 w 292262"/>
                    <a:gd name="connsiteY1" fmla="*/ 60678 h 185280"/>
                    <a:gd name="connsiteX2" fmla="*/ 252029 w 292262"/>
                    <a:gd name="connsiteY2" fmla="*/ 1146 h 185280"/>
                    <a:gd name="connsiteX3" fmla="*/ 287747 w 292262"/>
                    <a:gd name="connsiteY3" fmla="*/ 124972 h 185280"/>
                    <a:gd name="connsiteX4" fmla="*/ 159159 w 292262"/>
                    <a:gd name="connsiteY4" fmla="*/ 89253 h 185280"/>
                    <a:gd name="connsiteX5" fmla="*/ 35334 w 292262"/>
                    <a:gd name="connsiteY5" fmla="*/ 184503 h 185280"/>
                    <a:gd name="connsiteX6" fmla="*/ 6759 w 292262"/>
                    <a:gd name="connsiteY6" fmla="*/ 15434 h 185280"/>
                    <a:gd name="connsiteX0" fmla="*/ 6759 w 290558"/>
                    <a:gd name="connsiteY0" fmla="*/ 14306 h 184152"/>
                    <a:gd name="connsiteX1" fmla="*/ 144872 w 290558"/>
                    <a:gd name="connsiteY1" fmla="*/ 59550 h 184152"/>
                    <a:gd name="connsiteX2" fmla="*/ 252029 w 290558"/>
                    <a:gd name="connsiteY2" fmla="*/ 18 h 184152"/>
                    <a:gd name="connsiteX3" fmla="*/ 287747 w 290558"/>
                    <a:gd name="connsiteY3" fmla="*/ 123844 h 184152"/>
                    <a:gd name="connsiteX4" fmla="*/ 159159 w 290558"/>
                    <a:gd name="connsiteY4" fmla="*/ 88125 h 184152"/>
                    <a:gd name="connsiteX5" fmla="*/ 35334 w 290558"/>
                    <a:gd name="connsiteY5" fmla="*/ 183375 h 184152"/>
                    <a:gd name="connsiteX6" fmla="*/ 6759 w 290558"/>
                    <a:gd name="connsiteY6" fmla="*/ 14306 h 184152"/>
                    <a:gd name="connsiteX0" fmla="*/ 426 w 284225"/>
                    <a:gd name="connsiteY0" fmla="*/ 14306 h 184152"/>
                    <a:gd name="connsiteX1" fmla="*/ 138539 w 284225"/>
                    <a:gd name="connsiteY1" fmla="*/ 59550 h 184152"/>
                    <a:gd name="connsiteX2" fmla="*/ 245696 w 284225"/>
                    <a:gd name="connsiteY2" fmla="*/ 18 h 184152"/>
                    <a:gd name="connsiteX3" fmla="*/ 281414 w 284225"/>
                    <a:gd name="connsiteY3" fmla="*/ 123844 h 184152"/>
                    <a:gd name="connsiteX4" fmla="*/ 152826 w 284225"/>
                    <a:gd name="connsiteY4" fmla="*/ 88125 h 184152"/>
                    <a:gd name="connsiteX5" fmla="*/ 29001 w 284225"/>
                    <a:gd name="connsiteY5" fmla="*/ 183375 h 184152"/>
                    <a:gd name="connsiteX6" fmla="*/ 426 w 284225"/>
                    <a:gd name="connsiteY6" fmla="*/ 14306 h 184152"/>
                    <a:gd name="connsiteX0" fmla="*/ 426 w 284225"/>
                    <a:gd name="connsiteY0" fmla="*/ 14306 h 183445"/>
                    <a:gd name="connsiteX1" fmla="*/ 138539 w 284225"/>
                    <a:gd name="connsiteY1" fmla="*/ 59550 h 183445"/>
                    <a:gd name="connsiteX2" fmla="*/ 245696 w 284225"/>
                    <a:gd name="connsiteY2" fmla="*/ 18 h 183445"/>
                    <a:gd name="connsiteX3" fmla="*/ 281414 w 284225"/>
                    <a:gd name="connsiteY3" fmla="*/ 123844 h 183445"/>
                    <a:gd name="connsiteX4" fmla="*/ 152826 w 284225"/>
                    <a:gd name="connsiteY4" fmla="*/ 88125 h 183445"/>
                    <a:gd name="connsiteX5" fmla="*/ 29001 w 284225"/>
                    <a:gd name="connsiteY5" fmla="*/ 183375 h 183445"/>
                    <a:gd name="connsiteX6" fmla="*/ 426 w 284225"/>
                    <a:gd name="connsiteY6" fmla="*/ 14306 h 183445"/>
                    <a:gd name="connsiteX0" fmla="*/ 426 w 281631"/>
                    <a:gd name="connsiteY0" fmla="*/ 14306 h 183445"/>
                    <a:gd name="connsiteX1" fmla="*/ 138539 w 281631"/>
                    <a:gd name="connsiteY1" fmla="*/ 59550 h 183445"/>
                    <a:gd name="connsiteX2" fmla="*/ 245696 w 281631"/>
                    <a:gd name="connsiteY2" fmla="*/ 18 h 183445"/>
                    <a:gd name="connsiteX3" fmla="*/ 281414 w 281631"/>
                    <a:gd name="connsiteY3" fmla="*/ 123844 h 183445"/>
                    <a:gd name="connsiteX4" fmla="*/ 152826 w 281631"/>
                    <a:gd name="connsiteY4" fmla="*/ 88125 h 183445"/>
                    <a:gd name="connsiteX5" fmla="*/ 29001 w 281631"/>
                    <a:gd name="connsiteY5" fmla="*/ 183375 h 183445"/>
                    <a:gd name="connsiteX6" fmla="*/ 426 w 281631"/>
                    <a:gd name="connsiteY6" fmla="*/ 14306 h 183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631" h="183445">
                      <a:moveTo>
                        <a:pt x="426" y="14306"/>
                      </a:moveTo>
                      <a:cubicBezTo>
                        <a:pt x="-7512" y="5575"/>
                        <a:pt x="97661" y="61931"/>
                        <a:pt x="138539" y="59550"/>
                      </a:cubicBezTo>
                      <a:cubicBezTo>
                        <a:pt x="179417" y="57169"/>
                        <a:pt x="248078" y="-1173"/>
                        <a:pt x="245696" y="18"/>
                      </a:cubicBezTo>
                      <a:cubicBezTo>
                        <a:pt x="243314" y="1209"/>
                        <a:pt x="284985" y="121067"/>
                        <a:pt x="281414" y="123844"/>
                      </a:cubicBezTo>
                      <a:cubicBezTo>
                        <a:pt x="277843" y="126621"/>
                        <a:pt x="194895" y="78203"/>
                        <a:pt x="152826" y="88125"/>
                      </a:cubicBezTo>
                      <a:cubicBezTo>
                        <a:pt x="110757" y="98047"/>
                        <a:pt x="27810" y="179406"/>
                        <a:pt x="29001" y="183375"/>
                      </a:cubicBezTo>
                      <a:cubicBezTo>
                        <a:pt x="30192" y="187344"/>
                        <a:pt x="8364" y="23037"/>
                        <a:pt x="426" y="14306"/>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3" name="Freeform 160">
                  <a:extLst>
                    <a:ext uri="{FF2B5EF4-FFF2-40B4-BE49-F238E27FC236}">
                      <a16:creationId xmlns:a16="http://schemas.microsoft.com/office/drawing/2014/main" id="{5D68B86A-C863-1A75-0712-3AC0D9C9E072}"/>
                    </a:ext>
                  </a:extLst>
                </p:cNvPr>
                <p:cNvSpPr/>
                <p:nvPr/>
              </p:nvSpPr>
              <p:spPr>
                <a:xfrm rot="2433827">
                  <a:off x="2055141" y="4824725"/>
                  <a:ext cx="510643" cy="208581"/>
                </a:xfrm>
                <a:custGeom>
                  <a:avLst/>
                  <a:gdLst>
                    <a:gd name="connsiteX0" fmla="*/ 50595 w 424631"/>
                    <a:gd name="connsiteY0" fmla="*/ 1762 h 170405"/>
                    <a:gd name="connsiteX1" fmla="*/ 217282 w 424631"/>
                    <a:gd name="connsiteY1" fmla="*/ 77962 h 170405"/>
                    <a:gd name="connsiteX2" fmla="*/ 403020 w 424631"/>
                    <a:gd name="connsiteY2" fmla="*/ 30337 h 170405"/>
                    <a:gd name="connsiteX3" fmla="*/ 403020 w 424631"/>
                    <a:gd name="connsiteY3" fmla="*/ 154162 h 170405"/>
                    <a:gd name="connsiteX4" fmla="*/ 243476 w 424631"/>
                    <a:gd name="connsiteY4" fmla="*/ 104156 h 170405"/>
                    <a:gd name="connsiteX5" fmla="*/ 12495 w 424631"/>
                    <a:gd name="connsiteY5" fmla="*/ 168449 h 170405"/>
                    <a:gd name="connsiteX6" fmla="*/ 50595 w 424631"/>
                    <a:gd name="connsiteY6" fmla="*/ 1762 h 170405"/>
                    <a:gd name="connsiteX0" fmla="*/ 49174 w 423210"/>
                    <a:gd name="connsiteY0" fmla="*/ 784 h 169427"/>
                    <a:gd name="connsiteX1" fmla="*/ 215861 w 423210"/>
                    <a:gd name="connsiteY1" fmla="*/ 76984 h 169427"/>
                    <a:gd name="connsiteX2" fmla="*/ 401599 w 423210"/>
                    <a:gd name="connsiteY2" fmla="*/ 29359 h 169427"/>
                    <a:gd name="connsiteX3" fmla="*/ 401599 w 423210"/>
                    <a:gd name="connsiteY3" fmla="*/ 153184 h 169427"/>
                    <a:gd name="connsiteX4" fmla="*/ 242055 w 423210"/>
                    <a:gd name="connsiteY4" fmla="*/ 103178 h 169427"/>
                    <a:gd name="connsiteX5" fmla="*/ 11074 w 423210"/>
                    <a:gd name="connsiteY5" fmla="*/ 167471 h 169427"/>
                    <a:gd name="connsiteX6" fmla="*/ 49174 w 423210"/>
                    <a:gd name="connsiteY6" fmla="*/ 784 h 169427"/>
                    <a:gd name="connsiteX0" fmla="*/ 49174 w 413964"/>
                    <a:gd name="connsiteY0" fmla="*/ 784 h 169427"/>
                    <a:gd name="connsiteX1" fmla="*/ 215861 w 413964"/>
                    <a:gd name="connsiteY1" fmla="*/ 76984 h 169427"/>
                    <a:gd name="connsiteX2" fmla="*/ 401599 w 413964"/>
                    <a:gd name="connsiteY2" fmla="*/ 29359 h 169427"/>
                    <a:gd name="connsiteX3" fmla="*/ 401599 w 413964"/>
                    <a:gd name="connsiteY3" fmla="*/ 153184 h 169427"/>
                    <a:gd name="connsiteX4" fmla="*/ 242055 w 413964"/>
                    <a:gd name="connsiteY4" fmla="*/ 103178 h 169427"/>
                    <a:gd name="connsiteX5" fmla="*/ 11074 w 413964"/>
                    <a:gd name="connsiteY5" fmla="*/ 167471 h 169427"/>
                    <a:gd name="connsiteX6" fmla="*/ 49174 w 413964"/>
                    <a:gd name="connsiteY6" fmla="*/ 784 h 169427"/>
                    <a:gd name="connsiteX0" fmla="*/ 49174 w 411851"/>
                    <a:gd name="connsiteY0" fmla="*/ 784 h 169427"/>
                    <a:gd name="connsiteX1" fmla="*/ 215861 w 411851"/>
                    <a:gd name="connsiteY1" fmla="*/ 76984 h 169427"/>
                    <a:gd name="connsiteX2" fmla="*/ 401599 w 411851"/>
                    <a:gd name="connsiteY2" fmla="*/ 29359 h 169427"/>
                    <a:gd name="connsiteX3" fmla="*/ 401599 w 411851"/>
                    <a:gd name="connsiteY3" fmla="*/ 153184 h 169427"/>
                    <a:gd name="connsiteX4" fmla="*/ 242055 w 411851"/>
                    <a:gd name="connsiteY4" fmla="*/ 103178 h 169427"/>
                    <a:gd name="connsiteX5" fmla="*/ 11074 w 411851"/>
                    <a:gd name="connsiteY5" fmla="*/ 167471 h 169427"/>
                    <a:gd name="connsiteX6" fmla="*/ 49174 w 411851"/>
                    <a:gd name="connsiteY6" fmla="*/ 784 h 169427"/>
                    <a:gd name="connsiteX0" fmla="*/ 47194 w 409871"/>
                    <a:gd name="connsiteY0" fmla="*/ 725 h 167419"/>
                    <a:gd name="connsiteX1" fmla="*/ 213881 w 409871"/>
                    <a:gd name="connsiteY1" fmla="*/ 76925 h 167419"/>
                    <a:gd name="connsiteX2" fmla="*/ 399619 w 409871"/>
                    <a:gd name="connsiteY2" fmla="*/ 29300 h 167419"/>
                    <a:gd name="connsiteX3" fmla="*/ 399619 w 409871"/>
                    <a:gd name="connsiteY3" fmla="*/ 153125 h 167419"/>
                    <a:gd name="connsiteX4" fmla="*/ 240075 w 409871"/>
                    <a:gd name="connsiteY4" fmla="*/ 103119 h 167419"/>
                    <a:gd name="connsiteX5" fmla="*/ 9094 w 409871"/>
                    <a:gd name="connsiteY5" fmla="*/ 167412 h 167419"/>
                    <a:gd name="connsiteX6" fmla="*/ 47194 w 409871"/>
                    <a:gd name="connsiteY6" fmla="*/ 725 h 167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871" h="167419">
                      <a:moveTo>
                        <a:pt x="47194" y="725"/>
                      </a:moveTo>
                      <a:cubicBezTo>
                        <a:pt x="71800" y="14219"/>
                        <a:pt x="155144" y="72163"/>
                        <a:pt x="213881" y="76925"/>
                      </a:cubicBezTo>
                      <a:cubicBezTo>
                        <a:pt x="272619" y="81688"/>
                        <a:pt x="397238" y="26125"/>
                        <a:pt x="399619" y="29300"/>
                      </a:cubicBezTo>
                      <a:cubicBezTo>
                        <a:pt x="402000" y="32475"/>
                        <a:pt x="421448" y="152729"/>
                        <a:pt x="399619" y="153125"/>
                      </a:cubicBezTo>
                      <a:cubicBezTo>
                        <a:pt x="377790" y="153521"/>
                        <a:pt x="305162" y="100738"/>
                        <a:pt x="240075" y="103119"/>
                      </a:cubicBezTo>
                      <a:cubicBezTo>
                        <a:pt x="174988" y="105500"/>
                        <a:pt x="36479" y="168205"/>
                        <a:pt x="9094" y="167412"/>
                      </a:cubicBezTo>
                      <a:cubicBezTo>
                        <a:pt x="-18291" y="166619"/>
                        <a:pt x="22588" y="-12769"/>
                        <a:pt x="47194" y="725"/>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4" name="Freeform 161">
                  <a:extLst>
                    <a:ext uri="{FF2B5EF4-FFF2-40B4-BE49-F238E27FC236}">
                      <a16:creationId xmlns:a16="http://schemas.microsoft.com/office/drawing/2014/main" id="{7D8E234A-12ED-128B-8A5B-4865CA7191A6}"/>
                    </a:ext>
                  </a:extLst>
                </p:cNvPr>
                <p:cNvSpPr/>
                <p:nvPr/>
              </p:nvSpPr>
              <p:spPr>
                <a:xfrm rot="2433827">
                  <a:off x="1549556" y="5011395"/>
                  <a:ext cx="1126303" cy="279040"/>
                </a:xfrm>
                <a:custGeom>
                  <a:avLst/>
                  <a:gdLst>
                    <a:gd name="connsiteX0" fmla="*/ 87902 w 925386"/>
                    <a:gd name="connsiteY0" fmla="*/ 1371 h 228646"/>
                    <a:gd name="connsiteX1" fmla="*/ 533196 w 925386"/>
                    <a:gd name="connsiteY1" fmla="*/ 127577 h 228646"/>
                    <a:gd name="connsiteX2" fmla="*/ 826090 w 925386"/>
                    <a:gd name="connsiteY2" fmla="*/ 53758 h 228646"/>
                    <a:gd name="connsiteX3" fmla="*/ 909434 w 925386"/>
                    <a:gd name="connsiteY3" fmla="*/ 165677 h 228646"/>
                    <a:gd name="connsiteX4" fmla="*/ 540340 w 925386"/>
                    <a:gd name="connsiteY4" fmla="*/ 141865 h 228646"/>
                    <a:gd name="connsiteX5" fmla="*/ 37896 w 925386"/>
                    <a:gd name="connsiteY5" fmla="*/ 225208 h 228646"/>
                    <a:gd name="connsiteX6" fmla="*/ 87902 w 925386"/>
                    <a:gd name="connsiteY6" fmla="*/ 1371 h 228646"/>
                    <a:gd name="connsiteX0" fmla="*/ 76099 w 913583"/>
                    <a:gd name="connsiteY0" fmla="*/ 29 h 227304"/>
                    <a:gd name="connsiteX1" fmla="*/ 521393 w 913583"/>
                    <a:gd name="connsiteY1" fmla="*/ 126235 h 227304"/>
                    <a:gd name="connsiteX2" fmla="*/ 814287 w 913583"/>
                    <a:gd name="connsiteY2" fmla="*/ 52416 h 227304"/>
                    <a:gd name="connsiteX3" fmla="*/ 897631 w 913583"/>
                    <a:gd name="connsiteY3" fmla="*/ 164335 h 227304"/>
                    <a:gd name="connsiteX4" fmla="*/ 528537 w 913583"/>
                    <a:gd name="connsiteY4" fmla="*/ 140523 h 227304"/>
                    <a:gd name="connsiteX5" fmla="*/ 26093 w 913583"/>
                    <a:gd name="connsiteY5" fmla="*/ 223866 h 227304"/>
                    <a:gd name="connsiteX6" fmla="*/ 76099 w 913583"/>
                    <a:gd name="connsiteY6" fmla="*/ 29 h 227304"/>
                    <a:gd name="connsiteX0" fmla="*/ 76099 w 920773"/>
                    <a:gd name="connsiteY0" fmla="*/ 29 h 227304"/>
                    <a:gd name="connsiteX1" fmla="*/ 521393 w 920773"/>
                    <a:gd name="connsiteY1" fmla="*/ 126235 h 227304"/>
                    <a:gd name="connsiteX2" fmla="*/ 842862 w 920773"/>
                    <a:gd name="connsiteY2" fmla="*/ 45273 h 227304"/>
                    <a:gd name="connsiteX3" fmla="*/ 897631 w 920773"/>
                    <a:gd name="connsiteY3" fmla="*/ 164335 h 227304"/>
                    <a:gd name="connsiteX4" fmla="*/ 528537 w 920773"/>
                    <a:gd name="connsiteY4" fmla="*/ 140523 h 227304"/>
                    <a:gd name="connsiteX5" fmla="*/ 26093 w 920773"/>
                    <a:gd name="connsiteY5" fmla="*/ 223866 h 227304"/>
                    <a:gd name="connsiteX6" fmla="*/ 76099 w 920773"/>
                    <a:gd name="connsiteY6" fmla="*/ 29 h 227304"/>
                    <a:gd name="connsiteX0" fmla="*/ 76099 w 915014"/>
                    <a:gd name="connsiteY0" fmla="*/ 29 h 227304"/>
                    <a:gd name="connsiteX1" fmla="*/ 521393 w 915014"/>
                    <a:gd name="connsiteY1" fmla="*/ 126235 h 227304"/>
                    <a:gd name="connsiteX2" fmla="*/ 842862 w 915014"/>
                    <a:gd name="connsiteY2" fmla="*/ 45273 h 227304"/>
                    <a:gd name="connsiteX3" fmla="*/ 897631 w 915014"/>
                    <a:gd name="connsiteY3" fmla="*/ 164335 h 227304"/>
                    <a:gd name="connsiteX4" fmla="*/ 528537 w 915014"/>
                    <a:gd name="connsiteY4" fmla="*/ 140523 h 227304"/>
                    <a:gd name="connsiteX5" fmla="*/ 26093 w 915014"/>
                    <a:gd name="connsiteY5" fmla="*/ 223866 h 227304"/>
                    <a:gd name="connsiteX6" fmla="*/ 76099 w 915014"/>
                    <a:gd name="connsiteY6" fmla="*/ 29 h 227304"/>
                    <a:gd name="connsiteX0" fmla="*/ 76099 w 912081"/>
                    <a:gd name="connsiteY0" fmla="*/ 29 h 227304"/>
                    <a:gd name="connsiteX1" fmla="*/ 521393 w 912081"/>
                    <a:gd name="connsiteY1" fmla="*/ 126235 h 227304"/>
                    <a:gd name="connsiteX2" fmla="*/ 842862 w 912081"/>
                    <a:gd name="connsiteY2" fmla="*/ 45273 h 227304"/>
                    <a:gd name="connsiteX3" fmla="*/ 897631 w 912081"/>
                    <a:gd name="connsiteY3" fmla="*/ 164335 h 227304"/>
                    <a:gd name="connsiteX4" fmla="*/ 528537 w 912081"/>
                    <a:gd name="connsiteY4" fmla="*/ 140523 h 227304"/>
                    <a:gd name="connsiteX5" fmla="*/ 26093 w 912081"/>
                    <a:gd name="connsiteY5" fmla="*/ 223866 h 227304"/>
                    <a:gd name="connsiteX6" fmla="*/ 76099 w 912081"/>
                    <a:gd name="connsiteY6" fmla="*/ 29 h 227304"/>
                    <a:gd name="connsiteX0" fmla="*/ 68053 w 904035"/>
                    <a:gd name="connsiteY0" fmla="*/ 25 h 223974"/>
                    <a:gd name="connsiteX1" fmla="*/ 513347 w 904035"/>
                    <a:gd name="connsiteY1" fmla="*/ 126231 h 223974"/>
                    <a:gd name="connsiteX2" fmla="*/ 834816 w 904035"/>
                    <a:gd name="connsiteY2" fmla="*/ 45269 h 223974"/>
                    <a:gd name="connsiteX3" fmla="*/ 889585 w 904035"/>
                    <a:gd name="connsiteY3" fmla="*/ 164331 h 223974"/>
                    <a:gd name="connsiteX4" fmla="*/ 520491 w 904035"/>
                    <a:gd name="connsiteY4" fmla="*/ 140519 h 223974"/>
                    <a:gd name="connsiteX5" fmla="*/ 18047 w 904035"/>
                    <a:gd name="connsiteY5" fmla="*/ 223862 h 223974"/>
                    <a:gd name="connsiteX6" fmla="*/ 68053 w 904035"/>
                    <a:gd name="connsiteY6" fmla="*/ 25 h 22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4035" h="223974">
                      <a:moveTo>
                        <a:pt x="68053" y="25"/>
                      </a:moveTo>
                      <a:cubicBezTo>
                        <a:pt x="91072" y="2803"/>
                        <a:pt x="385553" y="118690"/>
                        <a:pt x="513347" y="126231"/>
                      </a:cubicBezTo>
                      <a:cubicBezTo>
                        <a:pt x="641141" y="133772"/>
                        <a:pt x="807829" y="41300"/>
                        <a:pt x="834816" y="45269"/>
                      </a:cubicBezTo>
                      <a:cubicBezTo>
                        <a:pt x="861803" y="49238"/>
                        <a:pt x="934829" y="172269"/>
                        <a:pt x="889585" y="164331"/>
                      </a:cubicBezTo>
                      <a:cubicBezTo>
                        <a:pt x="844341" y="156393"/>
                        <a:pt x="665747" y="130597"/>
                        <a:pt x="520491" y="140519"/>
                      </a:cubicBezTo>
                      <a:cubicBezTo>
                        <a:pt x="375235" y="150441"/>
                        <a:pt x="71625" y="217909"/>
                        <a:pt x="18047" y="223862"/>
                      </a:cubicBezTo>
                      <a:cubicBezTo>
                        <a:pt x="-35531" y="229815"/>
                        <a:pt x="45034" y="-2753"/>
                        <a:pt x="68053" y="25"/>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5" name="Freeform 162">
                  <a:extLst>
                    <a:ext uri="{FF2B5EF4-FFF2-40B4-BE49-F238E27FC236}">
                      <a16:creationId xmlns:a16="http://schemas.microsoft.com/office/drawing/2014/main" id="{2DB4785C-8DFF-2A23-4117-91026BD8D21E}"/>
                    </a:ext>
                  </a:extLst>
                </p:cNvPr>
                <p:cNvSpPr/>
                <p:nvPr/>
              </p:nvSpPr>
              <p:spPr>
                <a:xfrm rot="2433827">
                  <a:off x="2081516" y="5539305"/>
                  <a:ext cx="534008" cy="93412"/>
                </a:xfrm>
                <a:custGeom>
                  <a:avLst/>
                  <a:gdLst>
                    <a:gd name="connsiteX0" fmla="*/ 428666 w 467628"/>
                    <a:gd name="connsiteY0" fmla="*/ 421 h 85169"/>
                    <a:gd name="connsiteX1" fmla="*/ 41 w 467628"/>
                    <a:gd name="connsiteY1" fmla="*/ 52808 h 85169"/>
                    <a:gd name="connsiteX2" fmla="*/ 402472 w 467628"/>
                    <a:gd name="connsiteY2" fmla="*/ 83764 h 85169"/>
                    <a:gd name="connsiteX3" fmla="*/ 428666 w 467628"/>
                    <a:gd name="connsiteY3" fmla="*/ 421 h 85169"/>
                    <a:gd name="connsiteX0" fmla="*/ 428625 w 467587"/>
                    <a:gd name="connsiteY0" fmla="*/ 421 h 84642"/>
                    <a:gd name="connsiteX1" fmla="*/ 0 w 467587"/>
                    <a:gd name="connsiteY1" fmla="*/ 52808 h 84642"/>
                    <a:gd name="connsiteX2" fmla="*/ 402431 w 467587"/>
                    <a:gd name="connsiteY2" fmla="*/ 83764 h 84642"/>
                    <a:gd name="connsiteX3" fmla="*/ 428625 w 467587"/>
                    <a:gd name="connsiteY3" fmla="*/ 421 h 84642"/>
                    <a:gd name="connsiteX0" fmla="*/ 428625 w 472730"/>
                    <a:gd name="connsiteY0" fmla="*/ 5501 h 89722"/>
                    <a:gd name="connsiteX1" fmla="*/ 0 w 472730"/>
                    <a:gd name="connsiteY1" fmla="*/ 57888 h 89722"/>
                    <a:gd name="connsiteX2" fmla="*/ 402431 w 472730"/>
                    <a:gd name="connsiteY2" fmla="*/ 88844 h 89722"/>
                    <a:gd name="connsiteX3" fmla="*/ 428625 w 472730"/>
                    <a:gd name="connsiteY3" fmla="*/ 5501 h 89722"/>
                    <a:gd name="connsiteX0" fmla="*/ 428625 w 472730"/>
                    <a:gd name="connsiteY0" fmla="*/ 5501 h 90069"/>
                    <a:gd name="connsiteX1" fmla="*/ 0 w 472730"/>
                    <a:gd name="connsiteY1" fmla="*/ 57888 h 90069"/>
                    <a:gd name="connsiteX2" fmla="*/ 402431 w 472730"/>
                    <a:gd name="connsiteY2" fmla="*/ 88844 h 90069"/>
                    <a:gd name="connsiteX3" fmla="*/ 428625 w 472730"/>
                    <a:gd name="connsiteY3" fmla="*/ 5501 h 90069"/>
                    <a:gd name="connsiteX0" fmla="*/ 428625 w 428625"/>
                    <a:gd name="connsiteY0" fmla="*/ 0 h 84568"/>
                    <a:gd name="connsiteX1" fmla="*/ 0 w 428625"/>
                    <a:gd name="connsiteY1" fmla="*/ 52387 h 84568"/>
                    <a:gd name="connsiteX2" fmla="*/ 402431 w 428625"/>
                    <a:gd name="connsiteY2" fmla="*/ 83343 h 84568"/>
                    <a:gd name="connsiteX3" fmla="*/ 428625 w 428625"/>
                    <a:gd name="connsiteY3" fmla="*/ 0 h 84568"/>
                    <a:gd name="connsiteX0" fmla="*/ 428625 w 457444"/>
                    <a:gd name="connsiteY0" fmla="*/ 11 h 61376"/>
                    <a:gd name="connsiteX1" fmla="*/ 0 w 457444"/>
                    <a:gd name="connsiteY1" fmla="*/ 52398 h 61376"/>
                    <a:gd name="connsiteX2" fmla="*/ 416718 w 457444"/>
                    <a:gd name="connsiteY2" fmla="*/ 57160 h 61376"/>
                    <a:gd name="connsiteX3" fmla="*/ 428625 w 457444"/>
                    <a:gd name="connsiteY3" fmla="*/ 11 h 61376"/>
                    <a:gd name="connsiteX0" fmla="*/ 428625 w 457444"/>
                    <a:gd name="connsiteY0" fmla="*/ 8 h 61373"/>
                    <a:gd name="connsiteX1" fmla="*/ 0 w 457444"/>
                    <a:gd name="connsiteY1" fmla="*/ 52395 h 61373"/>
                    <a:gd name="connsiteX2" fmla="*/ 416718 w 457444"/>
                    <a:gd name="connsiteY2" fmla="*/ 57157 h 61373"/>
                    <a:gd name="connsiteX3" fmla="*/ 428625 w 457444"/>
                    <a:gd name="connsiteY3" fmla="*/ 8 h 61373"/>
                    <a:gd name="connsiteX0" fmla="*/ 428625 w 457444"/>
                    <a:gd name="connsiteY0" fmla="*/ 8 h 59291"/>
                    <a:gd name="connsiteX1" fmla="*/ 0 w 457444"/>
                    <a:gd name="connsiteY1" fmla="*/ 52395 h 59291"/>
                    <a:gd name="connsiteX2" fmla="*/ 416718 w 457444"/>
                    <a:gd name="connsiteY2" fmla="*/ 57157 h 59291"/>
                    <a:gd name="connsiteX3" fmla="*/ 428625 w 457444"/>
                    <a:gd name="connsiteY3" fmla="*/ 8 h 59291"/>
                    <a:gd name="connsiteX0" fmla="*/ 428625 w 458167"/>
                    <a:gd name="connsiteY0" fmla="*/ 145 h 75123"/>
                    <a:gd name="connsiteX1" fmla="*/ 0 w 458167"/>
                    <a:gd name="connsiteY1" fmla="*/ 52532 h 75123"/>
                    <a:gd name="connsiteX2" fmla="*/ 419099 w 458167"/>
                    <a:gd name="connsiteY2" fmla="*/ 73962 h 75123"/>
                    <a:gd name="connsiteX3" fmla="*/ 428625 w 458167"/>
                    <a:gd name="connsiteY3" fmla="*/ 145 h 75123"/>
                    <a:gd name="connsiteX0" fmla="*/ 428625 w 440277"/>
                    <a:gd name="connsiteY0" fmla="*/ 1176 h 76154"/>
                    <a:gd name="connsiteX1" fmla="*/ 0 w 440277"/>
                    <a:gd name="connsiteY1" fmla="*/ 53563 h 76154"/>
                    <a:gd name="connsiteX2" fmla="*/ 419099 w 440277"/>
                    <a:gd name="connsiteY2" fmla="*/ 74993 h 76154"/>
                    <a:gd name="connsiteX3" fmla="*/ 428625 w 440277"/>
                    <a:gd name="connsiteY3" fmla="*/ 1176 h 76154"/>
                    <a:gd name="connsiteX0" fmla="*/ 428625 w 428625"/>
                    <a:gd name="connsiteY0" fmla="*/ 0 h 74978"/>
                    <a:gd name="connsiteX1" fmla="*/ 0 w 428625"/>
                    <a:gd name="connsiteY1" fmla="*/ 52387 h 74978"/>
                    <a:gd name="connsiteX2" fmla="*/ 419099 w 428625"/>
                    <a:gd name="connsiteY2" fmla="*/ 73817 h 74978"/>
                    <a:gd name="connsiteX3" fmla="*/ 428625 w 428625"/>
                    <a:gd name="connsiteY3" fmla="*/ 0 h 74978"/>
                    <a:gd name="connsiteX0" fmla="*/ 428625 w 489707"/>
                    <a:gd name="connsiteY0" fmla="*/ 13439 h 88417"/>
                    <a:gd name="connsiteX1" fmla="*/ 0 w 489707"/>
                    <a:gd name="connsiteY1" fmla="*/ 65826 h 88417"/>
                    <a:gd name="connsiteX2" fmla="*/ 419099 w 489707"/>
                    <a:gd name="connsiteY2" fmla="*/ 87256 h 88417"/>
                    <a:gd name="connsiteX3" fmla="*/ 428625 w 489707"/>
                    <a:gd name="connsiteY3" fmla="*/ 13439 h 88417"/>
                    <a:gd name="connsiteX0" fmla="*/ 428625 w 428625"/>
                    <a:gd name="connsiteY0" fmla="*/ 0 h 74978"/>
                    <a:gd name="connsiteX1" fmla="*/ 0 w 428625"/>
                    <a:gd name="connsiteY1" fmla="*/ 52387 h 74978"/>
                    <a:gd name="connsiteX2" fmla="*/ 419099 w 428625"/>
                    <a:gd name="connsiteY2" fmla="*/ 73817 h 74978"/>
                    <a:gd name="connsiteX3" fmla="*/ 428625 w 428625"/>
                    <a:gd name="connsiteY3" fmla="*/ 0 h 74978"/>
                  </a:gdLst>
                  <a:ahLst/>
                  <a:cxnLst>
                    <a:cxn ang="0">
                      <a:pos x="connsiteX0" y="connsiteY0"/>
                    </a:cxn>
                    <a:cxn ang="0">
                      <a:pos x="connsiteX1" y="connsiteY1"/>
                    </a:cxn>
                    <a:cxn ang="0">
                      <a:pos x="connsiteX2" y="connsiteY2"/>
                    </a:cxn>
                    <a:cxn ang="0">
                      <a:pos x="connsiteX3" y="connsiteY3"/>
                    </a:cxn>
                  </a:cxnLst>
                  <a:rect l="l" t="t" r="r" b="b"/>
                  <a:pathLst>
                    <a:path w="428625" h="74978">
                      <a:moveTo>
                        <a:pt x="428625" y="0"/>
                      </a:moveTo>
                      <a:cubicBezTo>
                        <a:pt x="287337" y="48816"/>
                        <a:pt x="-396" y="59928"/>
                        <a:pt x="0" y="52387"/>
                      </a:cubicBezTo>
                      <a:cubicBezTo>
                        <a:pt x="396" y="49610"/>
                        <a:pt x="352424" y="81358"/>
                        <a:pt x="419099" y="73817"/>
                      </a:cubicBezTo>
                      <a:lnTo>
                        <a:pt x="428625" y="0"/>
                      </a:ln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6" name="Freeform 163">
                  <a:extLst>
                    <a:ext uri="{FF2B5EF4-FFF2-40B4-BE49-F238E27FC236}">
                      <a16:creationId xmlns:a16="http://schemas.microsoft.com/office/drawing/2014/main" id="{21096AA1-E136-31D7-459D-8B99B08E7543}"/>
                    </a:ext>
                  </a:extLst>
                </p:cNvPr>
                <p:cNvSpPr/>
                <p:nvPr/>
              </p:nvSpPr>
              <p:spPr>
                <a:xfrm rot="2433827">
                  <a:off x="2138332" y="5859100"/>
                  <a:ext cx="460243" cy="63604"/>
                </a:xfrm>
                <a:custGeom>
                  <a:avLst/>
                  <a:gdLst>
                    <a:gd name="connsiteX0" fmla="*/ 428666 w 467628"/>
                    <a:gd name="connsiteY0" fmla="*/ 421 h 85169"/>
                    <a:gd name="connsiteX1" fmla="*/ 41 w 467628"/>
                    <a:gd name="connsiteY1" fmla="*/ 52808 h 85169"/>
                    <a:gd name="connsiteX2" fmla="*/ 402472 w 467628"/>
                    <a:gd name="connsiteY2" fmla="*/ 83764 h 85169"/>
                    <a:gd name="connsiteX3" fmla="*/ 428666 w 467628"/>
                    <a:gd name="connsiteY3" fmla="*/ 421 h 85169"/>
                    <a:gd name="connsiteX0" fmla="*/ 428625 w 467587"/>
                    <a:gd name="connsiteY0" fmla="*/ 421 h 84642"/>
                    <a:gd name="connsiteX1" fmla="*/ 0 w 467587"/>
                    <a:gd name="connsiteY1" fmla="*/ 52808 h 84642"/>
                    <a:gd name="connsiteX2" fmla="*/ 402431 w 467587"/>
                    <a:gd name="connsiteY2" fmla="*/ 83764 h 84642"/>
                    <a:gd name="connsiteX3" fmla="*/ 428625 w 467587"/>
                    <a:gd name="connsiteY3" fmla="*/ 421 h 84642"/>
                    <a:gd name="connsiteX0" fmla="*/ 428625 w 472730"/>
                    <a:gd name="connsiteY0" fmla="*/ 5501 h 89722"/>
                    <a:gd name="connsiteX1" fmla="*/ 0 w 472730"/>
                    <a:gd name="connsiteY1" fmla="*/ 57888 h 89722"/>
                    <a:gd name="connsiteX2" fmla="*/ 402431 w 472730"/>
                    <a:gd name="connsiteY2" fmla="*/ 88844 h 89722"/>
                    <a:gd name="connsiteX3" fmla="*/ 428625 w 472730"/>
                    <a:gd name="connsiteY3" fmla="*/ 5501 h 89722"/>
                    <a:gd name="connsiteX0" fmla="*/ 428625 w 472730"/>
                    <a:gd name="connsiteY0" fmla="*/ 5501 h 90069"/>
                    <a:gd name="connsiteX1" fmla="*/ 0 w 472730"/>
                    <a:gd name="connsiteY1" fmla="*/ 57888 h 90069"/>
                    <a:gd name="connsiteX2" fmla="*/ 402431 w 472730"/>
                    <a:gd name="connsiteY2" fmla="*/ 88844 h 90069"/>
                    <a:gd name="connsiteX3" fmla="*/ 428625 w 472730"/>
                    <a:gd name="connsiteY3" fmla="*/ 5501 h 90069"/>
                    <a:gd name="connsiteX0" fmla="*/ 428625 w 428625"/>
                    <a:gd name="connsiteY0" fmla="*/ 0 h 84568"/>
                    <a:gd name="connsiteX1" fmla="*/ 0 w 428625"/>
                    <a:gd name="connsiteY1" fmla="*/ 52387 h 84568"/>
                    <a:gd name="connsiteX2" fmla="*/ 402431 w 428625"/>
                    <a:gd name="connsiteY2" fmla="*/ 83343 h 84568"/>
                    <a:gd name="connsiteX3" fmla="*/ 428625 w 428625"/>
                    <a:gd name="connsiteY3" fmla="*/ 0 h 84568"/>
                    <a:gd name="connsiteX0" fmla="*/ 428625 w 457444"/>
                    <a:gd name="connsiteY0" fmla="*/ 11 h 61376"/>
                    <a:gd name="connsiteX1" fmla="*/ 0 w 457444"/>
                    <a:gd name="connsiteY1" fmla="*/ 52398 h 61376"/>
                    <a:gd name="connsiteX2" fmla="*/ 416718 w 457444"/>
                    <a:gd name="connsiteY2" fmla="*/ 57160 h 61376"/>
                    <a:gd name="connsiteX3" fmla="*/ 428625 w 457444"/>
                    <a:gd name="connsiteY3" fmla="*/ 11 h 61376"/>
                    <a:gd name="connsiteX0" fmla="*/ 428625 w 457444"/>
                    <a:gd name="connsiteY0" fmla="*/ 8 h 61373"/>
                    <a:gd name="connsiteX1" fmla="*/ 0 w 457444"/>
                    <a:gd name="connsiteY1" fmla="*/ 52395 h 61373"/>
                    <a:gd name="connsiteX2" fmla="*/ 416718 w 457444"/>
                    <a:gd name="connsiteY2" fmla="*/ 57157 h 61373"/>
                    <a:gd name="connsiteX3" fmla="*/ 428625 w 457444"/>
                    <a:gd name="connsiteY3" fmla="*/ 8 h 61373"/>
                    <a:gd name="connsiteX0" fmla="*/ 428625 w 457444"/>
                    <a:gd name="connsiteY0" fmla="*/ 8 h 59291"/>
                    <a:gd name="connsiteX1" fmla="*/ 0 w 457444"/>
                    <a:gd name="connsiteY1" fmla="*/ 52395 h 59291"/>
                    <a:gd name="connsiteX2" fmla="*/ 416718 w 457444"/>
                    <a:gd name="connsiteY2" fmla="*/ 57157 h 59291"/>
                    <a:gd name="connsiteX3" fmla="*/ 428625 w 457444"/>
                    <a:gd name="connsiteY3" fmla="*/ 8 h 59291"/>
                    <a:gd name="connsiteX0" fmla="*/ 428625 w 458167"/>
                    <a:gd name="connsiteY0" fmla="*/ 145 h 75123"/>
                    <a:gd name="connsiteX1" fmla="*/ 0 w 458167"/>
                    <a:gd name="connsiteY1" fmla="*/ 52532 h 75123"/>
                    <a:gd name="connsiteX2" fmla="*/ 419099 w 458167"/>
                    <a:gd name="connsiteY2" fmla="*/ 73962 h 75123"/>
                    <a:gd name="connsiteX3" fmla="*/ 428625 w 458167"/>
                    <a:gd name="connsiteY3" fmla="*/ 145 h 75123"/>
                    <a:gd name="connsiteX0" fmla="*/ 428625 w 440277"/>
                    <a:gd name="connsiteY0" fmla="*/ 1176 h 76154"/>
                    <a:gd name="connsiteX1" fmla="*/ 0 w 440277"/>
                    <a:gd name="connsiteY1" fmla="*/ 53563 h 76154"/>
                    <a:gd name="connsiteX2" fmla="*/ 419099 w 440277"/>
                    <a:gd name="connsiteY2" fmla="*/ 74993 h 76154"/>
                    <a:gd name="connsiteX3" fmla="*/ 428625 w 440277"/>
                    <a:gd name="connsiteY3" fmla="*/ 1176 h 76154"/>
                    <a:gd name="connsiteX0" fmla="*/ 428625 w 428625"/>
                    <a:gd name="connsiteY0" fmla="*/ 0 h 74978"/>
                    <a:gd name="connsiteX1" fmla="*/ 0 w 428625"/>
                    <a:gd name="connsiteY1" fmla="*/ 52387 h 74978"/>
                    <a:gd name="connsiteX2" fmla="*/ 419099 w 428625"/>
                    <a:gd name="connsiteY2" fmla="*/ 73817 h 74978"/>
                    <a:gd name="connsiteX3" fmla="*/ 428625 w 428625"/>
                    <a:gd name="connsiteY3" fmla="*/ 0 h 74978"/>
                    <a:gd name="connsiteX0" fmla="*/ 428625 w 489707"/>
                    <a:gd name="connsiteY0" fmla="*/ 13439 h 88417"/>
                    <a:gd name="connsiteX1" fmla="*/ 0 w 489707"/>
                    <a:gd name="connsiteY1" fmla="*/ 65826 h 88417"/>
                    <a:gd name="connsiteX2" fmla="*/ 419099 w 489707"/>
                    <a:gd name="connsiteY2" fmla="*/ 87256 h 88417"/>
                    <a:gd name="connsiteX3" fmla="*/ 428625 w 489707"/>
                    <a:gd name="connsiteY3" fmla="*/ 13439 h 88417"/>
                    <a:gd name="connsiteX0" fmla="*/ 428625 w 428625"/>
                    <a:gd name="connsiteY0" fmla="*/ 0 h 74978"/>
                    <a:gd name="connsiteX1" fmla="*/ 0 w 428625"/>
                    <a:gd name="connsiteY1" fmla="*/ 52387 h 74978"/>
                    <a:gd name="connsiteX2" fmla="*/ 419099 w 428625"/>
                    <a:gd name="connsiteY2" fmla="*/ 73817 h 74978"/>
                    <a:gd name="connsiteX3" fmla="*/ 428625 w 428625"/>
                    <a:gd name="connsiteY3" fmla="*/ 0 h 74978"/>
                    <a:gd name="connsiteX0" fmla="*/ 425743 w 473805"/>
                    <a:gd name="connsiteY0" fmla="*/ 35 h 84592"/>
                    <a:gd name="connsiteX1" fmla="*/ 1 w 473805"/>
                    <a:gd name="connsiteY1" fmla="*/ 84144 h 84592"/>
                    <a:gd name="connsiteX2" fmla="*/ 416217 w 473805"/>
                    <a:gd name="connsiteY2" fmla="*/ 73852 h 84592"/>
                    <a:gd name="connsiteX3" fmla="*/ 425743 w 473805"/>
                    <a:gd name="connsiteY3" fmla="*/ 35 h 84592"/>
                    <a:gd name="connsiteX0" fmla="*/ 411324 w 465546"/>
                    <a:gd name="connsiteY0" fmla="*/ 51 h 61682"/>
                    <a:gd name="connsiteX1" fmla="*/ 1 w 465546"/>
                    <a:gd name="connsiteY1" fmla="*/ 61090 h 61682"/>
                    <a:gd name="connsiteX2" fmla="*/ 416217 w 465546"/>
                    <a:gd name="connsiteY2" fmla="*/ 50798 h 61682"/>
                    <a:gd name="connsiteX3" fmla="*/ 411324 w 465546"/>
                    <a:gd name="connsiteY3" fmla="*/ 51 h 61682"/>
                    <a:gd name="connsiteX0" fmla="*/ 411324 w 447380"/>
                    <a:gd name="connsiteY0" fmla="*/ 787 h 62469"/>
                    <a:gd name="connsiteX1" fmla="*/ 1 w 447380"/>
                    <a:gd name="connsiteY1" fmla="*/ 61826 h 62469"/>
                    <a:gd name="connsiteX2" fmla="*/ 416217 w 447380"/>
                    <a:gd name="connsiteY2" fmla="*/ 51534 h 62469"/>
                    <a:gd name="connsiteX3" fmla="*/ 411324 w 447380"/>
                    <a:gd name="connsiteY3" fmla="*/ 787 h 62469"/>
                    <a:gd name="connsiteX0" fmla="*/ 411392 w 447448"/>
                    <a:gd name="connsiteY0" fmla="*/ 787 h 61826"/>
                    <a:gd name="connsiteX1" fmla="*/ 69 w 447448"/>
                    <a:gd name="connsiteY1" fmla="*/ 61826 h 61826"/>
                    <a:gd name="connsiteX2" fmla="*/ 416285 w 447448"/>
                    <a:gd name="connsiteY2" fmla="*/ 51534 h 61826"/>
                    <a:gd name="connsiteX3" fmla="*/ 411392 w 447448"/>
                    <a:gd name="connsiteY3" fmla="*/ 787 h 61826"/>
                    <a:gd name="connsiteX0" fmla="*/ 411323 w 447379"/>
                    <a:gd name="connsiteY0" fmla="*/ 787 h 61826"/>
                    <a:gd name="connsiteX1" fmla="*/ 0 w 447379"/>
                    <a:gd name="connsiteY1" fmla="*/ 61826 h 61826"/>
                    <a:gd name="connsiteX2" fmla="*/ 416216 w 447379"/>
                    <a:gd name="connsiteY2" fmla="*/ 51534 h 61826"/>
                    <a:gd name="connsiteX3" fmla="*/ 411323 w 447379"/>
                    <a:gd name="connsiteY3" fmla="*/ 787 h 61826"/>
                  </a:gdLst>
                  <a:ahLst/>
                  <a:cxnLst>
                    <a:cxn ang="0">
                      <a:pos x="connsiteX0" y="connsiteY0"/>
                    </a:cxn>
                    <a:cxn ang="0">
                      <a:pos x="connsiteX1" y="connsiteY1"/>
                    </a:cxn>
                    <a:cxn ang="0">
                      <a:pos x="connsiteX2" y="connsiteY2"/>
                    </a:cxn>
                    <a:cxn ang="0">
                      <a:pos x="connsiteX3" y="connsiteY3"/>
                    </a:cxn>
                  </a:cxnLst>
                  <a:rect l="l" t="t" r="r" b="b"/>
                  <a:pathLst>
                    <a:path w="447379" h="61826">
                      <a:moveTo>
                        <a:pt x="411323" y="787"/>
                      </a:moveTo>
                      <a:cubicBezTo>
                        <a:pt x="402514" y="8270"/>
                        <a:pt x="5371" y="57832"/>
                        <a:pt x="0" y="61826"/>
                      </a:cubicBezTo>
                      <a:cubicBezTo>
                        <a:pt x="396" y="59049"/>
                        <a:pt x="347662" y="61707"/>
                        <a:pt x="416216" y="51534"/>
                      </a:cubicBezTo>
                      <a:cubicBezTo>
                        <a:pt x="484770" y="41361"/>
                        <a:pt x="420132" y="-6696"/>
                        <a:pt x="411323" y="787"/>
                      </a:cubicBezTo>
                      <a:close/>
                    </a:path>
                  </a:pathLst>
                </a:custGeom>
                <a:solidFill>
                  <a:sysClr val="window" lastClr="FFFFFF">
                    <a:lumMod val="85000"/>
                  </a:sysClr>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7" name="Oval 86">
                  <a:extLst>
                    <a:ext uri="{FF2B5EF4-FFF2-40B4-BE49-F238E27FC236}">
                      <a16:creationId xmlns:a16="http://schemas.microsoft.com/office/drawing/2014/main" id="{2E4BAB3B-75A8-CBC1-C7BC-AE4F74B6F59B}"/>
                    </a:ext>
                  </a:extLst>
                </p:cNvPr>
                <p:cNvSpPr/>
                <p:nvPr/>
              </p:nvSpPr>
              <p:spPr>
                <a:xfrm rot="2433827">
                  <a:off x="4061651" y="1492392"/>
                  <a:ext cx="431839" cy="431839"/>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8" name="Oval 87">
                  <a:extLst>
                    <a:ext uri="{FF2B5EF4-FFF2-40B4-BE49-F238E27FC236}">
                      <a16:creationId xmlns:a16="http://schemas.microsoft.com/office/drawing/2014/main" id="{3DF7220E-27BD-EDD9-D4AF-EE04A472197E}"/>
                    </a:ext>
                  </a:extLst>
                </p:cNvPr>
                <p:cNvSpPr/>
                <p:nvPr/>
              </p:nvSpPr>
              <p:spPr>
                <a:xfrm rot="2433827">
                  <a:off x="4048490" y="2015475"/>
                  <a:ext cx="363788" cy="363788"/>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89" name="Oval 88">
                  <a:extLst>
                    <a:ext uri="{FF2B5EF4-FFF2-40B4-BE49-F238E27FC236}">
                      <a16:creationId xmlns:a16="http://schemas.microsoft.com/office/drawing/2014/main" id="{B0D37A8B-D946-6840-7168-0AC9D824B65C}"/>
                    </a:ext>
                  </a:extLst>
                </p:cNvPr>
                <p:cNvSpPr/>
                <p:nvPr/>
              </p:nvSpPr>
              <p:spPr>
                <a:xfrm rot="2433827">
                  <a:off x="4086062" y="2467617"/>
                  <a:ext cx="311808" cy="311808"/>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0" name="Oval 89">
                  <a:extLst>
                    <a:ext uri="{FF2B5EF4-FFF2-40B4-BE49-F238E27FC236}">
                      <a16:creationId xmlns:a16="http://schemas.microsoft.com/office/drawing/2014/main" id="{263962B5-34FC-214C-A9C9-7BD8AC076347}"/>
                    </a:ext>
                  </a:extLst>
                </p:cNvPr>
                <p:cNvSpPr/>
                <p:nvPr/>
              </p:nvSpPr>
              <p:spPr>
                <a:xfrm rot="2433827">
                  <a:off x="4269350" y="2935817"/>
                  <a:ext cx="259933" cy="259933"/>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1" name="Oval 90">
                  <a:extLst>
                    <a:ext uri="{FF2B5EF4-FFF2-40B4-BE49-F238E27FC236}">
                      <a16:creationId xmlns:a16="http://schemas.microsoft.com/office/drawing/2014/main" id="{49B5B3FE-44DF-A9C9-7BAD-57992F176D3F}"/>
                    </a:ext>
                  </a:extLst>
                </p:cNvPr>
                <p:cNvSpPr/>
                <p:nvPr/>
              </p:nvSpPr>
              <p:spPr>
                <a:xfrm rot="2433827">
                  <a:off x="4672647" y="2923057"/>
                  <a:ext cx="242625" cy="242625"/>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2" name="Oval 91">
                  <a:extLst>
                    <a:ext uri="{FF2B5EF4-FFF2-40B4-BE49-F238E27FC236}">
                      <a16:creationId xmlns:a16="http://schemas.microsoft.com/office/drawing/2014/main" id="{1930ADA6-C805-D3A5-909D-68A3106843A5}"/>
                    </a:ext>
                  </a:extLst>
                </p:cNvPr>
                <p:cNvSpPr/>
                <p:nvPr/>
              </p:nvSpPr>
              <p:spPr>
                <a:xfrm rot="2433827">
                  <a:off x="3863613" y="2897738"/>
                  <a:ext cx="320610" cy="320610"/>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3" name="Oval 92">
                  <a:extLst>
                    <a:ext uri="{FF2B5EF4-FFF2-40B4-BE49-F238E27FC236}">
                      <a16:creationId xmlns:a16="http://schemas.microsoft.com/office/drawing/2014/main" id="{36165F9B-21C8-5CDF-EF74-D95A192660B1}"/>
                    </a:ext>
                  </a:extLst>
                </p:cNvPr>
                <p:cNvSpPr/>
                <p:nvPr/>
              </p:nvSpPr>
              <p:spPr>
                <a:xfrm rot="2433827">
                  <a:off x="3436063" y="2890971"/>
                  <a:ext cx="320610" cy="320610"/>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4" name="Oval 93">
                  <a:extLst>
                    <a:ext uri="{FF2B5EF4-FFF2-40B4-BE49-F238E27FC236}">
                      <a16:creationId xmlns:a16="http://schemas.microsoft.com/office/drawing/2014/main" id="{C20AD5EE-1AC4-FD1F-1445-90794FFF3093}"/>
                    </a:ext>
                  </a:extLst>
                </p:cNvPr>
                <p:cNvSpPr/>
                <p:nvPr/>
              </p:nvSpPr>
              <p:spPr>
                <a:xfrm rot="2433827">
                  <a:off x="2969874" y="2967187"/>
                  <a:ext cx="371720" cy="371720"/>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5" name="Oval 94">
                  <a:extLst>
                    <a:ext uri="{FF2B5EF4-FFF2-40B4-BE49-F238E27FC236}">
                      <a16:creationId xmlns:a16="http://schemas.microsoft.com/office/drawing/2014/main" id="{1E68733A-7DBB-5230-5CC2-4DD903B6C2AA}"/>
                    </a:ext>
                  </a:extLst>
                </p:cNvPr>
                <p:cNvSpPr/>
                <p:nvPr/>
              </p:nvSpPr>
              <p:spPr>
                <a:xfrm rot="2433827">
                  <a:off x="2516415" y="3201187"/>
                  <a:ext cx="441753" cy="441752"/>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6" name="Oval 95">
                  <a:extLst>
                    <a:ext uri="{FF2B5EF4-FFF2-40B4-BE49-F238E27FC236}">
                      <a16:creationId xmlns:a16="http://schemas.microsoft.com/office/drawing/2014/main" id="{F2448880-FD9E-558C-AA05-ACB9C7AC9C52}"/>
                    </a:ext>
                  </a:extLst>
                </p:cNvPr>
                <p:cNvSpPr/>
                <p:nvPr/>
              </p:nvSpPr>
              <p:spPr>
                <a:xfrm rot="2433827">
                  <a:off x="2320556" y="3665780"/>
                  <a:ext cx="371720" cy="371720"/>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7" name="Oval 96">
                  <a:extLst>
                    <a:ext uri="{FF2B5EF4-FFF2-40B4-BE49-F238E27FC236}">
                      <a16:creationId xmlns:a16="http://schemas.microsoft.com/office/drawing/2014/main" id="{09B45BDF-9470-B015-15F8-F707221A4C76}"/>
                    </a:ext>
                  </a:extLst>
                </p:cNvPr>
                <p:cNvSpPr/>
                <p:nvPr/>
              </p:nvSpPr>
              <p:spPr>
                <a:xfrm rot="2433827">
                  <a:off x="2321643" y="4142147"/>
                  <a:ext cx="333535" cy="333534"/>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8" name="Oval 97">
                  <a:extLst>
                    <a:ext uri="{FF2B5EF4-FFF2-40B4-BE49-F238E27FC236}">
                      <a16:creationId xmlns:a16="http://schemas.microsoft.com/office/drawing/2014/main" id="{C89C1AAC-974D-2715-1D3E-267F759B9797}"/>
                    </a:ext>
                  </a:extLst>
                </p:cNvPr>
                <p:cNvSpPr/>
                <p:nvPr/>
              </p:nvSpPr>
              <p:spPr>
                <a:xfrm rot="2433827">
                  <a:off x="2791774" y="4424650"/>
                  <a:ext cx="315294" cy="315294"/>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99" name="Oval 98">
                  <a:extLst>
                    <a:ext uri="{FF2B5EF4-FFF2-40B4-BE49-F238E27FC236}">
                      <a16:creationId xmlns:a16="http://schemas.microsoft.com/office/drawing/2014/main" id="{47E3FC2E-5B14-4DEF-4EF1-CB1129655E56}"/>
                    </a:ext>
                  </a:extLst>
                </p:cNvPr>
                <p:cNvSpPr/>
                <p:nvPr/>
              </p:nvSpPr>
              <p:spPr>
                <a:xfrm rot="2433827">
                  <a:off x="2394785" y="4576000"/>
                  <a:ext cx="311798" cy="311798"/>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0" name="Oval 99">
                  <a:extLst>
                    <a:ext uri="{FF2B5EF4-FFF2-40B4-BE49-F238E27FC236}">
                      <a16:creationId xmlns:a16="http://schemas.microsoft.com/office/drawing/2014/main" id="{99968371-C458-9922-3A03-330B43BFCB88}"/>
                    </a:ext>
                  </a:extLst>
                </p:cNvPr>
                <p:cNvSpPr/>
                <p:nvPr/>
              </p:nvSpPr>
              <p:spPr>
                <a:xfrm rot="2433827">
                  <a:off x="1937532" y="4558028"/>
                  <a:ext cx="311798" cy="311798"/>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1" name="Oval 100">
                  <a:extLst>
                    <a:ext uri="{FF2B5EF4-FFF2-40B4-BE49-F238E27FC236}">
                      <a16:creationId xmlns:a16="http://schemas.microsoft.com/office/drawing/2014/main" id="{2A2FE8C0-A1CA-D2E1-4F2E-0B237EBCDE43}"/>
                    </a:ext>
                  </a:extLst>
                </p:cNvPr>
                <p:cNvSpPr/>
                <p:nvPr/>
              </p:nvSpPr>
              <p:spPr>
                <a:xfrm rot="2433827">
                  <a:off x="1503493" y="4568013"/>
                  <a:ext cx="361604" cy="361601"/>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2" name="Oval 101">
                  <a:extLst>
                    <a:ext uri="{FF2B5EF4-FFF2-40B4-BE49-F238E27FC236}">
                      <a16:creationId xmlns:a16="http://schemas.microsoft.com/office/drawing/2014/main" id="{930A3799-66AE-5E65-CF8A-88B51323513F}"/>
                    </a:ext>
                  </a:extLst>
                </p:cNvPr>
                <p:cNvSpPr/>
                <p:nvPr/>
              </p:nvSpPr>
              <p:spPr>
                <a:xfrm rot="2433827">
                  <a:off x="2411993" y="5025889"/>
                  <a:ext cx="269176" cy="269176"/>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endParaRPr>
                </a:p>
              </p:txBody>
            </p:sp>
            <p:sp>
              <p:nvSpPr>
                <p:cNvPr id="103" name="Oval 102">
                  <a:extLst>
                    <a:ext uri="{FF2B5EF4-FFF2-40B4-BE49-F238E27FC236}">
                      <a16:creationId xmlns:a16="http://schemas.microsoft.com/office/drawing/2014/main" id="{1EA6C0F5-1004-B061-768C-0C89719C3B4E}"/>
                    </a:ext>
                  </a:extLst>
                </p:cNvPr>
                <p:cNvSpPr/>
                <p:nvPr/>
              </p:nvSpPr>
              <p:spPr>
                <a:xfrm rot="2433827">
                  <a:off x="2433283" y="5361776"/>
                  <a:ext cx="243704" cy="243704"/>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4" name="Oval 103">
                  <a:extLst>
                    <a:ext uri="{FF2B5EF4-FFF2-40B4-BE49-F238E27FC236}">
                      <a16:creationId xmlns:a16="http://schemas.microsoft.com/office/drawing/2014/main" id="{8C603145-039D-3490-4692-E417E49CB157}"/>
                    </a:ext>
                  </a:extLst>
                </p:cNvPr>
                <p:cNvSpPr/>
                <p:nvPr/>
              </p:nvSpPr>
              <p:spPr>
                <a:xfrm rot="2433827">
                  <a:off x="2478392" y="5689411"/>
                  <a:ext cx="189275" cy="189275"/>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5" name="Oval 104">
                  <a:extLst>
                    <a:ext uri="{FF2B5EF4-FFF2-40B4-BE49-F238E27FC236}">
                      <a16:creationId xmlns:a16="http://schemas.microsoft.com/office/drawing/2014/main" id="{6A5780AF-28C6-AB60-CD68-221E50278243}"/>
                    </a:ext>
                  </a:extLst>
                </p:cNvPr>
                <p:cNvSpPr/>
                <p:nvPr/>
              </p:nvSpPr>
              <p:spPr>
                <a:xfrm rot="2433827">
                  <a:off x="2468251" y="5956051"/>
                  <a:ext cx="137695" cy="137695"/>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6" name="Oval 105">
                  <a:extLst>
                    <a:ext uri="{FF2B5EF4-FFF2-40B4-BE49-F238E27FC236}">
                      <a16:creationId xmlns:a16="http://schemas.microsoft.com/office/drawing/2014/main" id="{72E6C873-688C-63DC-6A32-8FD3CE2EB006}"/>
                    </a:ext>
                  </a:extLst>
                </p:cNvPr>
                <p:cNvSpPr/>
                <p:nvPr/>
              </p:nvSpPr>
              <p:spPr>
                <a:xfrm rot="2433827">
                  <a:off x="2414780" y="6164087"/>
                  <a:ext cx="110994" cy="110994"/>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7" name="Oval 106">
                  <a:extLst>
                    <a:ext uri="{FF2B5EF4-FFF2-40B4-BE49-F238E27FC236}">
                      <a16:creationId xmlns:a16="http://schemas.microsoft.com/office/drawing/2014/main" id="{E8B6B32A-BCF2-D6B4-31FE-3E6C86A1FE6F}"/>
                    </a:ext>
                  </a:extLst>
                </p:cNvPr>
                <p:cNvSpPr/>
                <p:nvPr/>
              </p:nvSpPr>
              <p:spPr>
                <a:xfrm rot="2433827">
                  <a:off x="4097887" y="3298059"/>
                  <a:ext cx="259933" cy="259933"/>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8" name="Oval 107">
                  <a:extLst>
                    <a:ext uri="{FF2B5EF4-FFF2-40B4-BE49-F238E27FC236}">
                      <a16:creationId xmlns:a16="http://schemas.microsoft.com/office/drawing/2014/main" id="{06E8986D-4957-CD67-DD12-EBD12399E809}"/>
                    </a:ext>
                  </a:extLst>
                </p:cNvPr>
                <p:cNvSpPr/>
                <p:nvPr/>
              </p:nvSpPr>
              <p:spPr>
                <a:xfrm rot="2433827">
                  <a:off x="3995989" y="3705987"/>
                  <a:ext cx="225717" cy="225716"/>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09" name="Oval 108">
                  <a:extLst>
                    <a:ext uri="{FF2B5EF4-FFF2-40B4-BE49-F238E27FC236}">
                      <a16:creationId xmlns:a16="http://schemas.microsoft.com/office/drawing/2014/main" id="{8656F1B1-0DB6-9B62-8016-EA51E68C7D35}"/>
                    </a:ext>
                  </a:extLst>
                </p:cNvPr>
                <p:cNvSpPr/>
                <p:nvPr/>
              </p:nvSpPr>
              <p:spPr>
                <a:xfrm rot="2433827">
                  <a:off x="3859890" y="4029380"/>
                  <a:ext cx="199399" cy="199399"/>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10" name="Oval 109">
                  <a:extLst>
                    <a:ext uri="{FF2B5EF4-FFF2-40B4-BE49-F238E27FC236}">
                      <a16:creationId xmlns:a16="http://schemas.microsoft.com/office/drawing/2014/main" id="{4D771DEC-E175-2D2E-CBE5-27D043860076}"/>
                    </a:ext>
                  </a:extLst>
                </p:cNvPr>
                <p:cNvSpPr/>
                <p:nvPr/>
              </p:nvSpPr>
              <p:spPr>
                <a:xfrm rot="2433827">
                  <a:off x="3630963" y="4293470"/>
                  <a:ext cx="179363" cy="179363"/>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11" name="Oval 110">
                  <a:extLst>
                    <a:ext uri="{FF2B5EF4-FFF2-40B4-BE49-F238E27FC236}">
                      <a16:creationId xmlns:a16="http://schemas.microsoft.com/office/drawing/2014/main" id="{FAD09FA2-6DFD-DAAC-7B8D-BE8B89B7060D}"/>
                    </a:ext>
                  </a:extLst>
                </p:cNvPr>
                <p:cNvSpPr/>
                <p:nvPr/>
              </p:nvSpPr>
              <p:spPr>
                <a:xfrm rot="2433827">
                  <a:off x="3247985" y="4362768"/>
                  <a:ext cx="265838" cy="265838"/>
                </a:xfrm>
                <a:prstGeom prst="ellipse">
                  <a:avLst/>
                </a:prstGeom>
                <a:solidFill>
                  <a:srgbClr val="9EB558"/>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12" name="Oval 111">
                  <a:extLst>
                    <a:ext uri="{FF2B5EF4-FFF2-40B4-BE49-F238E27FC236}">
                      <a16:creationId xmlns:a16="http://schemas.microsoft.com/office/drawing/2014/main" id="{0D274290-B570-899D-C340-B0EC04703073}"/>
                    </a:ext>
                  </a:extLst>
                </p:cNvPr>
                <p:cNvSpPr/>
                <p:nvPr/>
              </p:nvSpPr>
              <p:spPr>
                <a:xfrm rot="2433827">
                  <a:off x="5010427" y="2937626"/>
                  <a:ext cx="183479" cy="183479"/>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13" name="Oval 112">
                  <a:extLst>
                    <a:ext uri="{FF2B5EF4-FFF2-40B4-BE49-F238E27FC236}">
                      <a16:creationId xmlns:a16="http://schemas.microsoft.com/office/drawing/2014/main" id="{F91489CA-C764-BF65-6308-9844360DA2DE}"/>
                    </a:ext>
                  </a:extLst>
                </p:cNvPr>
                <p:cNvSpPr/>
                <p:nvPr/>
              </p:nvSpPr>
              <p:spPr>
                <a:xfrm rot="2433827">
                  <a:off x="5261954" y="2872160"/>
                  <a:ext cx="148098" cy="148098"/>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sp>
              <p:nvSpPr>
                <p:cNvPr id="114" name="Oval 113">
                  <a:extLst>
                    <a:ext uri="{FF2B5EF4-FFF2-40B4-BE49-F238E27FC236}">
                      <a16:creationId xmlns:a16="http://schemas.microsoft.com/office/drawing/2014/main" id="{93CE4E48-11A9-7556-5E09-831302612B94}"/>
                    </a:ext>
                  </a:extLst>
                </p:cNvPr>
                <p:cNvSpPr/>
                <p:nvPr/>
              </p:nvSpPr>
              <p:spPr>
                <a:xfrm rot="2433827">
                  <a:off x="5489354" y="2798090"/>
                  <a:ext cx="111483" cy="111483"/>
                </a:xfrm>
                <a:prstGeom prst="ellipse">
                  <a:avLst/>
                </a:prstGeom>
                <a:solidFill>
                  <a:srgbClr val="C0504D"/>
                </a:solidFill>
                <a:ln w="25400" cap="flat" cmpd="sng" algn="ctr">
                  <a:noFill/>
                  <a:prstDash val="solid"/>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endParaRPr>
                </a:p>
              </p:txBody>
            </p:sp>
          </p:grpSp>
        </p:grpSp>
        <p:sp>
          <p:nvSpPr>
            <p:cNvPr id="64" name="TextBox 63">
              <a:extLst>
                <a:ext uri="{FF2B5EF4-FFF2-40B4-BE49-F238E27FC236}">
                  <a16:creationId xmlns:a16="http://schemas.microsoft.com/office/drawing/2014/main" id="{80471E60-9149-ACD2-B945-0BBD98DB9962}"/>
                </a:ext>
              </a:extLst>
            </p:cNvPr>
            <p:cNvSpPr txBox="1"/>
            <p:nvPr/>
          </p:nvSpPr>
          <p:spPr>
            <a:xfrm rot="16200000">
              <a:off x="5584172" y="1801671"/>
              <a:ext cx="1070927" cy="338554"/>
            </a:xfrm>
            <a:prstGeom prst="rect">
              <a:avLst/>
            </a:prstGeom>
            <a:noFill/>
          </p:spPr>
          <p:txBody>
            <a:bodyPr wrap="square" rtlCol="0">
              <a:sp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rPr>
                <a:t>MIP-Immunization Tracking Record</a:t>
              </a:r>
            </a:p>
          </p:txBody>
        </p:sp>
        <p:cxnSp>
          <p:nvCxnSpPr>
            <p:cNvPr id="65" name="Straight Arrow Connector 64">
              <a:extLst>
                <a:ext uri="{FF2B5EF4-FFF2-40B4-BE49-F238E27FC236}">
                  <a16:creationId xmlns:a16="http://schemas.microsoft.com/office/drawing/2014/main" id="{33B2A314-5AF1-9B3C-663F-B43C75A5AE19}"/>
                </a:ext>
              </a:extLst>
            </p:cNvPr>
            <p:cNvCxnSpPr>
              <a:cxnSpLocks/>
            </p:cNvCxnSpPr>
            <p:nvPr/>
          </p:nvCxnSpPr>
          <p:spPr>
            <a:xfrm flipH="1">
              <a:off x="6258662" y="1656239"/>
              <a:ext cx="14864" cy="802480"/>
            </a:xfrm>
            <a:prstGeom prst="straightConnector1">
              <a:avLst/>
            </a:prstGeom>
            <a:noFill/>
            <a:ln w="19050" cap="flat" cmpd="sng" algn="ctr">
              <a:solidFill>
                <a:srgbClr val="003876"/>
              </a:solidFill>
              <a:prstDash val="solid"/>
              <a:headEnd type="triangle"/>
              <a:tailEnd type="triangle"/>
            </a:ln>
            <a:effectLst/>
          </p:spPr>
        </p:cxnSp>
        <p:sp>
          <p:nvSpPr>
            <p:cNvPr id="66" name="Flowchart: Process 65">
              <a:extLst>
                <a:ext uri="{FF2B5EF4-FFF2-40B4-BE49-F238E27FC236}">
                  <a16:creationId xmlns:a16="http://schemas.microsoft.com/office/drawing/2014/main" id="{945A65C4-E4B9-D62C-51DA-BF8238844B26}"/>
                </a:ext>
              </a:extLst>
            </p:cNvPr>
            <p:cNvSpPr/>
            <p:nvPr/>
          </p:nvSpPr>
          <p:spPr>
            <a:xfrm>
              <a:off x="9158574" y="3467740"/>
              <a:ext cx="1824346" cy="332044"/>
            </a:xfrm>
            <a:prstGeom prst="flowChartProcess">
              <a:avLst/>
            </a:prstGeom>
            <a:solidFill>
              <a:srgbClr val="2759AD"/>
            </a:solidFill>
            <a:ln w="9525" cap="flat" cmpd="sng" algn="ctr">
              <a:noFill/>
              <a:prstDash val="solid"/>
            </a:ln>
            <a:effectLst/>
          </p:spPr>
          <p:txBody>
            <a:bodyPr lIns="0" tIns="0" rIns="0" bIns="91440" anchor="b"/>
            <a:lstStyle/>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endParaRPr kumimoji="0" lang="en-US" sz="1051" b="0" i="0" u="none" strike="noStrike" kern="0" cap="none" spc="0" normalizeH="0" baseline="0" noProof="0" dirty="0">
                <a:ln>
                  <a:noFill/>
                </a:ln>
                <a:solidFill>
                  <a:srgbClr val="000000"/>
                </a:solidFill>
                <a:effectLst/>
                <a:uLnTx/>
                <a:uFillTx/>
              </a:endParaRPr>
            </a:p>
            <a:p>
              <a:pPr marL="0" marR="0" lvl="0" indent="0" algn="ctr" defTabSz="914354" eaLnBrk="0" fontAlgn="auto" latinLnBrk="0" hangingPunct="0">
                <a:lnSpc>
                  <a:spcPct val="100000"/>
                </a:lnSpc>
                <a:spcBef>
                  <a:spcPts val="0"/>
                </a:spcBef>
                <a:spcAft>
                  <a:spcPts val="0"/>
                </a:spcAft>
                <a:buClrTx/>
                <a:buSzTx/>
                <a:buFontTx/>
                <a:buNone/>
                <a:tabLst/>
                <a:defRPr/>
              </a:pPr>
              <a:r>
                <a:rPr kumimoji="0" lang="en-US" sz="1051" b="1" i="0" u="none" strike="noStrike" kern="0" cap="none" spc="0" normalizeH="0" baseline="0" noProof="0" dirty="0">
                  <a:ln>
                    <a:noFill/>
                  </a:ln>
                  <a:solidFill>
                    <a:prstClr val="white"/>
                  </a:solidFill>
                  <a:effectLst/>
                  <a:uLnTx/>
                  <a:uFillTx/>
                </a:rPr>
                <a:t>Data as a Service</a:t>
              </a:r>
              <a:endParaRPr kumimoji="0" lang="en-US" sz="1000" b="1" i="0" u="none" strike="noStrike" kern="0" cap="none" spc="0" normalizeH="0" baseline="0" noProof="0" dirty="0">
                <a:ln>
                  <a:noFill/>
                </a:ln>
                <a:solidFill>
                  <a:prstClr val="white"/>
                </a:solidFill>
                <a:effectLst/>
                <a:uLnTx/>
                <a:uFillTx/>
              </a:endParaRPr>
            </a:p>
          </p:txBody>
        </p:sp>
        <p:cxnSp>
          <p:nvCxnSpPr>
            <p:cNvPr id="67" name="Straight Arrow Connector 66">
              <a:extLst>
                <a:ext uri="{FF2B5EF4-FFF2-40B4-BE49-F238E27FC236}">
                  <a16:creationId xmlns:a16="http://schemas.microsoft.com/office/drawing/2014/main" id="{94E52219-4DDA-CF9A-62C1-5FFFEB4B549F}"/>
                </a:ext>
              </a:extLst>
            </p:cNvPr>
            <p:cNvCxnSpPr>
              <a:cxnSpLocks/>
            </p:cNvCxnSpPr>
            <p:nvPr/>
          </p:nvCxnSpPr>
          <p:spPr>
            <a:xfrm flipH="1">
              <a:off x="7174062" y="3728797"/>
              <a:ext cx="1958722" cy="0"/>
            </a:xfrm>
            <a:prstGeom prst="straightConnector1">
              <a:avLst/>
            </a:prstGeom>
            <a:noFill/>
            <a:ln w="19050" cap="flat" cmpd="sng" algn="ctr">
              <a:solidFill>
                <a:srgbClr val="003876"/>
              </a:solidFill>
              <a:prstDash val="solid"/>
              <a:headEnd type="none" w="med" len="med"/>
              <a:tailEnd type="triangle"/>
            </a:ln>
            <a:effectLst/>
          </p:spPr>
        </p:cxnSp>
        <p:pic>
          <p:nvPicPr>
            <p:cNvPr id="68" name="Picture 67">
              <a:extLst>
                <a:ext uri="{FF2B5EF4-FFF2-40B4-BE49-F238E27FC236}">
                  <a16:creationId xmlns:a16="http://schemas.microsoft.com/office/drawing/2014/main" id="{2F85ED49-9F97-A2D0-5776-6590A20B7E5B}"/>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71359" y="2408722"/>
              <a:ext cx="2391564" cy="2369698"/>
            </a:xfrm>
            <a:prstGeom prst="rect">
              <a:avLst/>
            </a:prstGeom>
          </p:spPr>
        </p:pic>
        <p:sp>
          <p:nvSpPr>
            <p:cNvPr id="69" name="Can 207">
              <a:extLst>
                <a:ext uri="{FF2B5EF4-FFF2-40B4-BE49-F238E27FC236}">
                  <a16:creationId xmlns:a16="http://schemas.microsoft.com/office/drawing/2014/main" id="{565FF92D-07AF-359B-AF1C-E7C875F1A6F2}"/>
                </a:ext>
              </a:extLst>
            </p:cNvPr>
            <p:cNvSpPr/>
            <p:nvPr/>
          </p:nvSpPr>
          <p:spPr>
            <a:xfrm>
              <a:off x="5267761" y="2897980"/>
              <a:ext cx="1440095" cy="1293078"/>
            </a:xfrm>
            <a:prstGeom prst="can">
              <a:avLst>
                <a:gd name="adj" fmla="val 26169"/>
              </a:avLst>
            </a:prstGeom>
            <a:solidFill>
              <a:srgbClr val="0F1C48"/>
            </a:solidFill>
            <a:ln w="25400" cap="flat" cmpd="sng" algn="ctr">
              <a:solidFill>
                <a:srgbClr val="3198D7">
                  <a:lumMod val="40000"/>
                  <a:lumOff val="60000"/>
                </a:srgbClr>
              </a:solidFill>
              <a:prstDash val="solid"/>
            </a:ln>
            <a:effectLst/>
          </p:spPr>
          <p:txBody>
            <a:bodyPr lIns="0" tIns="182880" rIns="0" bIns="0" anchor="ctr"/>
            <a:lstStyle/>
            <a:p>
              <a:pPr marL="0" marR="0" lvl="0" indent="0" algn="ctr" defTabSz="914354"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rPr>
                <a:t>MHS Information Platform (MIP)</a:t>
              </a:r>
              <a:endParaRPr kumimoji="0" lang="en-US" sz="1000" b="1" i="0" u="none" strike="noStrike" kern="0" cap="none" spc="0" normalizeH="0" baseline="0" noProof="0" dirty="0">
                <a:ln>
                  <a:noFill/>
                </a:ln>
                <a:solidFill>
                  <a:prstClr val="white"/>
                </a:solidFill>
                <a:effectLst/>
                <a:uLnTx/>
                <a:uFillTx/>
              </a:endParaRPr>
            </a:p>
            <a:p>
              <a:pPr marL="0" marR="0" lvl="0" indent="0" algn="ctr" defTabSz="914354" eaLnBrk="1" fontAlgn="auto" latinLnBrk="0" hangingPunct="1">
                <a:lnSpc>
                  <a:spcPct val="100000"/>
                </a:lnSpc>
                <a:spcBef>
                  <a:spcPts val="300"/>
                </a:spcBef>
                <a:spcAft>
                  <a:spcPts val="0"/>
                </a:spcAft>
                <a:buClrTx/>
                <a:buSzTx/>
                <a:buFontTx/>
                <a:buNone/>
                <a:tabLst/>
                <a:defRPr/>
              </a:pPr>
              <a:r>
                <a:rPr kumimoji="0" lang="en-US" sz="700" b="0" i="0" u="none" strike="noStrike" kern="0" cap="none" spc="0" normalizeH="0" baseline="0" noProof="0" dirty="0">
                  <a:ln>
                    <a:noFill/>
                  </a:ln>
                  <a:solidFill>
                    <a:prstClr val="white"/>
                  </a:solidFill>
                  <a:effectLst/>
                  <a:uLnTx/>
                  <a:uFillTx/>
                </a:rPr>
                <a:t>(118+ data sources &amp;  growing)</a:t>
              </a:r>
            </a:p>
          </p:txBody>
        </p:sp>
        <p:sp>
          <p:nvSpPr>
            <p:cNvPr id="70" name="Rectangle 69">
              <a:extLst>
                <a:ext uri="{FF2B5EF4-FFF2-40B4-BE49-F238E27FC236}">
                  <a16:creationId xmlns:a16="http://schemas.microsoft.com/office/drawing/2014/main" id="{AA2C9621-6858-2D64-2E10-AE96E5BDD16F}"/>
                </a:ext>
              </a:extLst>
            </p:cNvPr>
            <p:cNvSpPr/>
            <p:nvPr/>
          </p:nvSpPr>
          <p:spPr>
            <a:xfrm>
              <a:off x="7529866" y="2410419"/>
              <a:ext cx="931566" cy="498407"/>
            </a:xfrm>
            <a:prstGeom prst="rect">
              <a:avLst/>
            </a:prstGeom>
            <a:solidFill>
              <a:srgbClr val="575757"/>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rPr>
                <a:t>Joint Longitudinal Viewer</a:t>
              </a:r>
              <a:endParaRPr kumimoji="0" lang="en-US" sz="1100" b="0" i="0" u="none" strike="noStrike" kern="0" cap="none" spc="0" normalizeH="0" baseline="0" noProof="0" dirty="0">
                <a:ln>
                  <a:noFill/>
                </a:ln>
                <a:solidFill>
                  <a:prstClr val="white"/>
                </a:solidFill>
                <a:effectLst/>
                <a:uLnTx/>
                <a:uFillTx/>
              </a:endParaRPr>
            </a:p>
          </p:txBody>
        </p:sp>
      </p:grpSp>
    </p:spTree>
    <p:extLst>
      <p:ext uri="{BB962C8B-B14F-4D97-AF65-F5344CB8AC3E}">
        <p14:creationId xmlns:p14="http://schemas.microsoft.com/office/powerpoint/2010/main" val="3064159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0EBA-144C-8B88-8D6D-DA436EEF316B}"/>
              </a:ext>
            </a:extLst>
          </p:cNvPr>
          <p:cNvSpPr>
            <a:spLocks noGrp="1"/>
          </p:cNvSpPr>
          <p:nvPr>
            <p:ph type="title"/>
          </p:nvPr>
        </p:nvSpPr>
        <p:spPr/>
        <p:txBody>
          <a:bodyPr/>
          <a:lstStyle/>
          <a:p>
            <a:r>
              <a:rPr lang="en-US" dirty="0"/>
              <a:t>Current EIDS PMO Priorities</a:t>
            </a:r>
          </a:p>
        </p:txBody>
      </p:sp>
      <p:sp>
        <p:nvSpPr>
          <p:cNvPr id="3" name="Date Placeholder 2">
            <a:extLst>
              <a:ext uri="{FF2B5EF4-FFF2-40B4-BE49-F238E27FC236}">
                <a16:creationId xmlns:a16="http://schemas.microsoft.com/office/drawing/2014/main" id="{F823B15B-BBE7-F89C-9ED7-1022677F8D19}"/>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EAFCD0FF-03A4-D4CE-EE44-8DF1815271E8}"/>
              </a:ext>
            </a:extLst>
          </p:cNvPr>
          <p:cNvSpPr>
            <a:spLocks noGrp="1"/>
          </p:cNvSpPr>
          <p:nvPr>
            <p:ph type="sldNum" sz="quarter" idx="4"/>
          </p:nvPr>
        </p:nvSpPr>
        <p:spPr/>
        <p:txBody>
          <a:bodyPr/>
          <a:lstStyle/>
          <a:p>
            <a:r>
              <a:rPr lang="en-US"/>
              <a:t>2025 MHS Conference    </a:t>
            </a:r>
            <a:fld id="{54558BDB-F807-4A0D-8BCD-2F5355F4A24C}" type="slidenum">
              <a:rPr lang="en-US" smtClean="0"/>
              <a:pPr/>
              <a:t>20</a:t>
            </a:fld>
            <a:endParaRPr lang="en-US" dirty="0"/>
          </a:p>
        </p:txBody>
      </p:sp>
      <p:pic>
        <p:nvPicPr>
          <p:cNvPr id="54" name="Picture 53" descr="Infographic: Current EIDS P M O Priorities&#10;&#10;1. Getting Data Right&#10;Data Management &#10;Data Architecture &#10;Common Data Model&#10;Data Governance&#10;&#10;2. Stabilize Platform&#10;Cloud-native Applications&#10;Monitoring &amp; Alerts&#10;Performance &amp; Scalability &#10;&#10;3. Cost Effective&#10;Decrease operational cost&#10;Optimize cloud storage&#10;Automate Tasks &#10;&#10;4. Innovation Lab &amp; Space&#10;Foster Creativity and Innovation&#10;Accelerate Prototyping &amp; Testing&#10;Enhance Collaboration&#10;&#10;5. Acquisition &amp; P M Rigor&#10;Improve Project Management Processes&#10;Mature Staff Competency&#10;Increase Transparency &amp; Accountability &#10;&#10;&#10;&#10;&#10;">
            <a:extLst>
              <a:ext uri="{FF2B5EF4-FFF2-40B4-BE49-F238E27FC236}">
                <a16:creationId xmlns:a16="http://schemas.microsoft.com/office/drawing/2014/main" id="{29C62157-1AEC-2156-70E1-FDBF69938A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505" y="1540942"/>
            <a:ext cx="10138990" cy="4869188"/>
          </a:xfrm>
          <a:prstGeom prst="rect">
            <a:avLst/>
          </a:prstGeom>
        </p:spPr>
      </p:pic>
    </p:spTree>
    <p:extLst>
      <p:ext uri="{BB962C8B-B14F-4D97-AF65-F5344CB8AC3E}">
        <p14:creationId xmlns:p14="http://schemas.microsoft.com/office/powerpoint/2010/main" val="1031524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9843-BF09-49A8-6BE0-CDC0D7B658D5}"/>
              </a:ext>
            </a:extLst>
          </p:cNvPr>
          <p:cNvSpPr>
            <a:spLocks noGrp="1"/>
          </p:cNvSpPr>
          <p:nvPr>
            <p:ph type="title"/>
          </p:nvPr>
        </p:nvSpPr>
        <p:spPr/>
        <p:txBody>
          <a:bodyPr/>
          <a:lstStyle/>
          <a:p>
            <a:r>
              <a:rPr lang="en-US" dirty="0"/>
              <a:t>Contributing Factors: </a:t>
            </a:r>
            <a:r>
              <a:rPr lang="en-US" u="sng" dirty="0"/>
              <a:t>Data Quality</a:t>
            </a:r>
          </a:p>
        </p:txBody>
      </p:sp>
      <p:grpSp>
        <p:nvGrpSpPr>
          <p:cNvPr id="32" name="Group 31" descr="Infographic&#10;&#10;Contributing Factors: Data Quality&#10;1. Clinical Factors&#10;Clinical Documentation&#10;Standardization&#10;Patient Identity&#10;Temporal Consistency &#10;&#10;2. Technical Factors:&#10;Completeness&#10;Timeliness&#10;Consistency&#10;Validity &#10;Traceability &#10;&#10;3. Business Factors:&#10;Revenue Cycle&#10;Workflows&#10;Code Mapping&#10;Governance&#10;&#10;">
            <a:extLst>
              <a:ext uri="{FF2B5EF4-FFF2-40B4-BE49-F238E27FC236}">
                <a16:creationId xmlns:a16="http://schemas.microsoft.com/office/drawing/2014/main" id="{AD6BE989-0DAD-4B56-2E7F-BBAFF19B7FAF}"/>
              </a:ext>
            </a:extLst>
          </p:cNvPr>
          <p:cNvGrpSpPr/>
          <p:nvPr/>
        </p:nvGrpSpPr>
        <p:grpSpPr>
          <a:xfrm>
            <a:off x="355904" y="1545350"/>
            <a:ext cx="9837208" cy="3919888"/>
            <a:chOff x="355904" y="1545350"/>
            <a:chExt cx="9837208" cy="3919888"/>
          </a:xfrm>
        </p:grpSpPr>
        <p:graphicFrame>
          <p:nvGraphicFramePr>
            <p:cNvPr id="6" name="Diagram 5">
              <a:extLst>
                <a:ext uri="{FF2B5EF4-FFF2-40B4-BE49-F238E27FC236}">
                  <a16:creationId xmlns:a16="http://schemas.microsoft.com/office/drawing/2014/main" id="{2997FBE0-E359-FAD9-2B96-8162B32A7833}"/>
                </a:ext>
              </a:extLst>
            </p:cNvPr>
            <p:cNvGraphicFramePr/>
            <p:nvPr>
              <p:extLst>
                <p:ext uri="{D42A27DB-BD31-4B8C-83A1-F6EECF244321}">
                  <p14:modId xmlns:p14="http://schemas.microsoft.com/office/powerpoint/2010/main" val="2343612793"/>
                </p:ext>
              </p:extLst>
            </p:nvPr>
          </p:nvGraphicFramePr>
          <p:xfrm>
            <a:off x="355904" y="1908477"/>
            <a:ext cx="4754260" cy="1869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6E41881E-C1BE-76A9-861D-5D62DAD65BA8}"/>
                </a:ext>
              </a:extLst>
            </p:cNvPr>
            <p:cNvSpPr txBox="1"/>
            <p:nvPr/>
          </p:nvSpPr>
          <p:spPr>
            <a:xfrm>
              <a:off x="381003" y="1545350"/>
              <a:ext cx="2210873" cy="33930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Clinical Factors</a:t>
              </a:r>
            </a:p>
          </p:txBody>
        </p:sp>
        <p:sp>
          <p:nvSpPr>
            <p:cNvPr id="8" name="TextBox 7">
              <a:extLst>
                <a:ext uri="{FF2B5EF4-FFF2-40B4-BE49-F238E27FC236}">
                  <a16:creationId xmlns:a16="http://schemas.microsoft.com/office/drawing/2014/main" id="{5238D705-4D22-ACBA-8E79-44DA9DD37F78}"/>
                </a:ext>
              </a:extLst>
            </p:cNvPr>
            <p:cNvSpPr txBox="1"/>
            <p:nvPr/>
          </p:nvSpPr>
          <p:spPr>
            <a:xfrm>
              <a:off x="2735923" y="4871461"/>
              <a:ext cx="1612368" cy="593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Technical Factors</a:t>
              </a:r>
            </a:p>
          </p:txBody>
        </p:sp>
        <p:sp>
          <p:nvSpPr>
            <p:cNvPr id="10" name="TextBox 9">
              <a:extLst>
                <a:ext uri="{FF2B5EF4-FFF2-40B4-BE49-F238E27FC236}">
                  <a16:creationId xmlns:a16="http://schemas.microsoft.com/office/drawing/2014/main" id="{8DF1893F-823E-3A4A-9543-297879DAC073}"/>
                </a:ext>
              </a:extLst>
            </p:cNvPr>
            <p:cNvSpPr txBox="1"/>
            <p:nvPr/>
          </p:nvSpPr>
          <p:spPr>
            <a:xfrm>
              <a:off x="7982239" y="1587673"/>
              <a:ext cx="2210873" cy="33930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Business Factors</a:t>
              </a:r>
            </a:p>
          </p:txBody>
        </p:sp>
        <p:sp>
          <p:nvSpPr>
            <p:cNvPr id="11" name="Rectangle 10">
              <a:extLst>
                <a:ext uri="{FF2B5EF4-FFF2-40B4-BE49-F238E27FC236}">
                  <a16:creationId xmlns:a16="http://schemas.microsoft.com/office/drawing/2014/main" id="{0F19D095-4954-AB2C-B083-BA9287CA20EE}"/>
                </a:ext>
              </a:extLst>
            </p:cNvPr>
            <p:cNvSpPr/>
            <p:nvPr/>
          </p:nvSpPr>
          <p:spPr>
            <a:xfrm>
              <a:off x="3213647" y="4227660"/>
              <a:ext cx="595632" cy="848253"/>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dirty="0">
                  <a:ln w="13462">
                    <a:solidFill>
                      <a:prstClr val="white"/>
                    </a:solidFill>
                    <a:prstDash val="solid"/>
                  </a:ln>
                  <a:solidFill>
                    <a:srgbClr val="575757">
                      <a:lumMod val="85000"/>
                      <a:lumOff val="15000"/>
                    </a:srgbClr>
                  </a:solidFill>
                  <a:effectLst>
                    <a:outerShdw dist="38100" dir="2700000" algn="bl" rotWithShape="0">
                      <a:srgbClr val="B1B3B3"/>
                    </a:outerShdw>
                  </a:effectLst>
                  <a:uLnTx/>
                  <a:uFillTx/>
                </a:rPr>
                <a:t>2</a:t>
              </a:r>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6E010E16-A487-85D7-2B7C-87BFB71C226C}"/>
                </a:ext>
              </a:extLst>
            </p:cNvPr>
            <p:cNvPicPr>
              <a:picLocks noChangeAspect="1"/>
            </p:cNvPicPr>
            <p:nvPr/>
          </p:nvPicPr>
          <p:blipFill>
            <a:blip r:embed="rId8"/>
            <a:stretch>
              <a:fillRect/>
            </a:stretch>
          </p:blipFill>
          <p:spPr>
            <a:xfrm>
              <a:off x="4161044" y="4432101"/>
              <a:ext cx="1131388" cy="1032756"/>
            </a:xfrm>
            <a:prstGeom prst="rect">
              <a:avLst/>
            </a:prstGeom>
          </p:spPr>
        </p:pic>
        <p:pic>
          <p:nvPicPr>
            <p:cNvPr id="13" name="Picture 12" descr="A black background with a black square&#10;&#10;Description automatically generated with medium confidence">
              <a:extLst>
                <a:ext uri="{FF2B5EF4-FFF2-40B4-BE49-F238E27FC236}">
                  <a16:creationId xmlns:a16="http://schemas.microsoft.com/office/drawing/2014/main" id="{47FE27C7-1E7D-2BF2-27EB-0581FD41DCD2}"/>
                </a:ext>
              </a:extLst>
            </p:cNvPr>
            <p:cNvPicPr>
              <a:picLocks noChangeAspect="1"/>
            </p:cNvPicPr>
            <p:nvPr/>
          </p:nvPicPr>
          <p:blipFill>
            <a:blip r:embed="rId9"/>
            <a:stretch>
              <a:fillRect/>
            </a:stretch>
          </p:blipFill>
          <p:spPr>
            <a:xfrm>
              <a:off x="8327259" y="2429189"/>
              <a:ext cx="929263" cy="848252"/>
            </a:xfrm>
            <a:prstGeom prst="rect">
              <a:avLst/>
            </a:prstGeom>
          </p:spPr>
        </p:pic>
        <p:pic>
          <p:nvPicPr>
            <p:cNvPr id="14" name="Picture 13" descr="A black background with a black square&#10;&#10;Description automatically generated with medium confidence">
              <a:extLst>
                <a:ext uri="{FF2B5EF4-FFF2-40B4-BE49-F238E27FC236}">
                  <a16:creationId xmlns:a16="http://schemas.microsoft.com/office/drawing/2014/main" id="{C539A40F-3B76-0E9D-F121-3504969087A1}"/>
                </a:ext>
              </a:extLst>
            </p:cNvPr>
            <p:cNvPicPr>
              <a:picLocks noChangeAspect="1"/>
            </p:cNvPicPr>
            <p:nvPr/>
          </p:nvPicPr>
          <p:blipFill>
            <a:blip r:embed="rId10"/>
            <a:stretch>
              <a:fillRect/>
            </a:stretch>
          </p:blipFill>
          <p:spPr>
            <a:xfrm>
              <a:off x="868770" y="2183595"/>
              <a:ext cx="1047586" cy="956260"/>
            </a:xfrm>
            <a:prstGeom prst="rect">
              <a:avLst/>
            </a:prstGeom>
          </p:spPr>
        </p:pic>
      </p:grpSp>
      <p:sp>
        <p:nvSpPr>
          <p:cNvPr id="15" name="Rectangle 14">
            <a:extLst>
              <a:ext uri="{FF2B5EF4-FFF2-40B4-BE49-F238E27FC236}">
                <a16:creationId xmlns:a16="http://schemas.microsoft.com/office/drawing/2014/main" id="{7877E1F8-BBDC-FFC7-A41C-FEFEF209E751}"/>
              </a:ext>
            </a:extLst>
          </p:cNvPr>
          <p:cNvSpPr/>
          <p:nvPr/>
        </p:nvSpPr>
        <p:spPr>
          <a:xfrm>
            <a:off x="275711" y="1272776"/>
            <a:ext cx="554959" cy="923330"/>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dirty="0">
                <a:ln w="13462">
                  <a:solidFill>
                    <a:prstClr val="white"/>
                  </a:solidFill>
                  <a:prstDash val="solid"/>
                </a:ln>
                <a:solidFill>
                  <a:srgbClr val="575757">
                    <a:lumMod val="85000"/>
                    <a:lumOff val="15000"/>
                  </a:srgbClr>
                </a:solidFill>
                <a:effectLst>
                  <a:outerShdw dist="38100" dir="2700000" algn="bl" rotWithShape="0">
                    <a:srgbClr val="B1B3B3"/>
                  </a:outerShdw>
                </a:effectLst>
                <a:uLnTx/>
                <a:uFillTx/>
              </a:rPr>
              <a:t>1</a:t>
            </a:r>
          </a:p>
        </p:txBody>
      </p:sp>
      <p:graphicFrame>
        <p:nvGraphicFramePr>
          <p:cNvPr id="18" name="Diagram 17">
            <a:extLst>
              <a:ext uri="{FF2B5EF4-FFF2-40B4-BE49-F238E27FC236}">
                <a16:creationId xmlns:a16="http://schemas.microsoft.com/office/drawing/2014/main" id="{1CE12FEA-C7E9-5318-4A5A-9AEF99826B03}"/>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698969287"/>
              </p:ext>
            </p:extLst>
          </p:nvPr>
        </p:nvGraphicFramePr>
        <p:xfrm>
          <a:off x="8096298" y="1989388"/>
          <a:ext cx="4025917" cy="1948673"/>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nvGrpSpPr>
          <p:cNvPr id="31" name="Group 30">
            <a:extLst>
              <a:ext uri="{FF2B5EF4-FFF2-40B4-BE49-F238E27FC236}">
                <a16:creationId xmlns:a16="http://schemas.microsoft.com/office/drawing/2014/main" id="{D6961879-0064-2DDC-83C9-7D50EEB2E6D6}"/>
              </a:ext>
              <a:ext uri="{C183D7F6-B498-43B3-948B-1728B52AA6E4}">
                <adec:decorative xmlns:adec="http://schemas.microsoft.com/office/drawing/2017/decorative" val="1"/>
              </a:ext>
            </a:extLst>
          </p:cNvPr>
          <p:cNvGrpSpPr/>
          <p:nvPr/>
        </p:nvGrpSpPr>
        <p:grpSpPr>
          <a:xfrm>
            <a:off x="4014672" y="3902472"/>
            <a:ext cx="3857636" cy="2420762"/>
            <a:chOff x="4014672" y="3902472"/>
            <a:chExt cx="3857636" cy="2420762"/>
          </a:xfrm>
        </p:grpSpPr>
        <p:sp>
          <p:nvSpPr>
            <p:cNvPr id="19" name="Rectangle: Rounded Corners 18">
              <a:extLst>
                <a:ext uri="{FF2B5EF4-FFF2-40B4-BE49-F238E27FC236}">
                  <a16:creationId xmlns:a16="http://schemas.microsoft.com/office/drawing/2014/main" id="{5C3209CA-C804-62B9-6D18-98E1DACE9204}"/>
                </a:ext>
              </a:extLst>
            </p:cNvPr>
            <p:cNvSpPr/>
            <p:nvPr/>
          </p:nvSpPr>
          <p:spPr>
            <a:xfrm>
              <a:off x="4138217" y="3902472"/>
              <a:ext cx="1183234" cy="2113290"/>
            </a:xfrm>
            <a:prstGeom prst="roundRect">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20" name="Freeform: Shape 19">
              <a:extLst>
                <a:ext uri="{FF2B5EF4-FFF2-40B4-BE49-F238E27FC236}">
                  <a16:creationId xmlns:a16="http://schemas.microsoft.com/office/drawing/2014/main" id="{80277A46-DD0A-2398-2C99-5D910C66E59D}"/>
                </a:ext>
              </a:extLst>
            </p:cNvPr>
            <p:cNvSpPr/>
            <p:nvPr/>
          </p:nvSpPr>
          <p:spPr>
            <a:xfrm>
              <a:off x="4014672" y="4826953"/>
              <a:ext cx="1275751" cy="1267974"/>
            </a:xfrm>
            <a:custGeom>
              <a:avLst/>
              <a:gdLst>
                <a:gd name="connsiteX0" fmla="*/ 0 w 1275751"/>
                <a:gd name="connsiteY0" fmla="*/ 0 h 1267974"/>
                <a:gd name="connsiteX1" fmla="*/ 1275751 w 1275751"/>
                <a:gd name="connsiteY1" fmla="*/ 0 h 1267974"/>
                <a:gd name="connsiteX2" fmla="*/ 1275751 w 1275751"/>
                <a:gd name="connsiteY2" fmla="*/ 1267974 h 1267974"/>
                <a:gd name="connsiteX3" fmla="*/ 0 w 1275751"/>
                <a:gd name="connsiteY3" fmla="*/ 1267974 h 1267974"/>
                <a:gd name="connsiteX4" fmla="*/ 0 w 1275751"/>
                <a:gd name="connsiteY4" fmla="*/ 0 h 12679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5751" h="1267974">
                  <a:moveTo>
                    <a:pt x="0" y="0"/>
                  </a:moveTo>
                  <a:lnTo>
                    <a:pt x="1275751" y="0"/>
                  </a:lnTo>
                  <a:lnTo>
                    <a:pt x="1275751" y="1267974"/>
                  </a:lnTo>
                  <a:lnTo>
                    <a:pt x="0" y="1267974"/>
                  </a:lnTo>
                  <a:lnTo>
                    <a:pt x="0" y="0"/>
                  </a:lnTo>
                  <a:close/>
                </a:path>
              </a:pathLst>
            </a:custGeom>
            <a:noFill/>
            <a:ln>
              <a:noFill/>
            </a:ln>
            <a:effectLst/>
            <a:sp3d/>
          </p:spPr>
          <p:style>
            <a:lnRef idx="2">
              <a:scrgbClr r="0" g="0" b="0"/>
            </a:lnRef>
            <a:fillRef idx="1">
              <a:scrgbClr r="0" g="0" b="0"/>
            </a:fillRef>
            <a:effectRef idx="0">
              <a:scrgbClr r="0" g="0" b="0"/>
            </a:effectRef>
            <a:fontRef idx="minor">
              <a:schemeClr val="lt1"/>
            </a:fontRef>
          </p:style>
          <p:txBody>
            <a:bodyPr spcFirstLastPara="0" vert="horz" wrap="square" lIns="165100" tIns="165100" rIns="165100" bIns="165100" numCol="1" spcCol="1270" anchor="b" anchorCtr="0">
              <a:noAutofit/>
            </a:bodyPr>
            <a:lstStyle/>
            <a:p>
              <a:pPr marL="0" lvl="0" indent="0" algn="l" defTabSz="2889250">
                <a:lnSpc>
                  <a:spcPct val="90000"/>
                </a:lnSpc>
                <a:spcBef>
                  <a:spcPct val="0"/>
                </a:spcBef>
                <a:spcAft>
                  <a:spcPct val="35000"/>
                </a:spcAft>
                <a:buNone/>
              </a:pPr>
              <a:endParaRPr lang="en-US" sz="6500" kern="1200" dirty="0">
                <a:solidFill>
                  <a:sysClr val="window" lastClr="FFFFFF"/>
                </a:solidFill>
                <a:latin typeface="Franklin Gothic Book"/>
                <a:ea typeface="+mn-ea"/>
                <a:cs typeface="+mn-cs"/>
              </a:endParaRPr>
            </a:p>
          </p:txBody>
        </p:sp>
        <p:sp>
          <p:nvSpPr>
            <p:cNvPr id="21" name="Oval 20">
              <a:extLst>
                <a:ext uri="{FF2B5EF4-FFF2-40B4-BE49-F238E27FC236}">
                  <a16:creationId xmlns:a16="http://schemas.microsoft.com/office/drawing/2014/main" id="{8C02399F-B386-A1B3-5D03-E727B162583D}"/>
                </a:ext>
              </a:extLst>
            </p:cNvPr>
            <p:cNvSpPr/>
            <p:nvPr/>
          </p:nvSpPr>
          <p:spPr>
            <a:xfrm>
              <a:off x="5402199" y="3960503"/>
              <a:ext cx="406040" cy="406040"/>
            </a:xfrm>
            <a:prstGeom prst="ellipse">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22" name="Freeform: Shape 21">
              <a:extLst>
                <a:ext uri="{FF2B5EF4-FFF2-40B4-BE49-F238E27FC236}">
                  <a16:creationId xmlns:a16="http://schemas.microsoft.com/office/drawing/2014/main" id="{649DFFE6-E2E9-74AA-BEAF-BD1AA69ACB9D}"/>
                </a:ext>
              </a:extLst>
            </p:cNvPr>
            <p:cNvSpPr/>
            <p:nvPr/>
          </p:nvSpPr>
          <p:spPr>
            <a:xfrm>
              <a:off x="5808240" y="3905253"/>
              <a:ext cx="2064068" cy="406040"/>
            </a:xfrm>
            <a:custGeom>
              <a:avLst/>
              <a:gdLst>
                <a:gd name="connsiteX0" fmla="*/ 0 w 2064068"/>
                <a:gd name="connsiteY0" fmla="*/ 0 h 406040"/>
                <a:gd name="connsiteX1" fmla="*/ 2064068 w 2064068"/>
                <a:gd name="connsiteY1" fmla="*/ 0 h 406040"/>
                <a:gd name="connsiteX2" fmla="*/ 2064068 w 2064068"/>
                <a:gd name="connsiteY2" fmla="*/ 406040 h 406040"/>
                <a:gd name="connsiteX3" fmla="*/ 0 w 2064068"/>
                <a:gd name="connsiteY3" fmla="*/ 406040 h 406040"/>
                <a:gd name="connsiteX4" fmla="*/ 0 w 2064068"/>
                <a:gd name="connsiteY4" fmla="*/ 0 h 406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068" h="406040">
                  <a:moveTo>
                    <a:pt x="0" y="0"/>
                  </a:moveTo>
                  <a:lnTo>
                    <a:pt x="2064068" y="0"/>
                  </a:lnTo>
                  <a:lnTo>
                    <a:pt x="2064068" y="406040"/>
                  </a:lnTo>
                  <a:lnTo>
                    <a:pt x="0" y="40604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2860" tIns="11430" rIns="22860" bIns="1143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Completeness</a:t>
              </a:r>
            </a:p>
            <a:p>
              <a:pPr marL="57150" lvl="1" indent="-57150" algn="l" defTabSz="355600">
                <a:lnSpc>
                  <a:spcPct val="90000"/>
                </a:lnSpc>
                <a:spcBef>
                  <a:spcPct val="0"/>
                </a:spcBef>
                <a:spcAft>
                  <a:spcPct val="15000"/>
                </a:spcAft>
                <a:buChar char="•"/>
              </a:pPr>
              <a:r>
                <a:rPr lang="en-US" sz="800" b="0" i="0" u="none" kern="1200" dirty="0">
                  <a:solidFill>
                    <a:srgbClr val="233344">
                      <a:hueOff val="0"/>
                      <a:satOff val="0"/>
                      <a:lumOff val="0"/>
                      <a:alphaOff val="0"/>
                    </a:srgbClr>
                  </a:solidFill>
                  <a:latin typeface="Franklin Gothic Book"/>
                  <a:ea typeface="+mn-ea"/>
                  <a:cs typeface="+mn-cs"/>
                </a:rPr>
                <a:t>All required fields are populated</a:t>
              </a:r>
            </a:p>
            <a:p>
              <a:pPr marL="57150" lvl="1" indent="-57150" algn="l" defTabSz="355600">
                <a:lnSpc>
                  <a:spcPct val="90000"/>
                </a:lnSpc>
                <a:spcBef>
                  <a:spcPct val="0"/>
                </a:spcBef>
                <a:spcAft>
                  <a:spcPct val="15000"/>
                </a:spcAft>
                <a:buChar char="•"/>
              </a:pPr>
              <a:r>
                <a:rPr lang="en-US" sz="800" b="0" i="0" u="none" kern="1200" dirty="0">
                  <a:solidFill>
                    <a:srgbClr val="233344">
                      <a:hueOff val="0"/>
                      <a:satOff val="0"/>
                      <a:lumOff val="0"/>
                      <a:alphaOff val="0"/>
                    </a:srgbClr>
                  </a:solidFill>
                  <a:latin typeface="Franklin Gothic Book"/>
                  <a:ea typeface="+mn-ea"/>
                  <a:cs typeface="+mn-cs"/>
                </a:rPr>
                <a:t>No critical data is missing</a:t>
              </a:r>
            </a:p>
          </p:txBody>
        </p:sp>
        <p:sp>
          <p:nvSpPr>
            <p:cNvPr id="23" name="Oval 22">
              <a:extLst>
                <a:ext uri="{FF2B5EF4-FFF2-40B4-BE49-F238E27FC236}">
                  <a16:creationId xmlns:a16="http://schemas.microsoft.com/office/drawing/2014/main" id="{464438CE-2409-309B-818C-54031878E738}"/>
                </a:ext>
              </a:extLst>
            </p:cNvPr>
            <p:cNvSpPr/>
            <p:nvPr/>
          </p:nvSpPr>
          <p:spPr>
            <a:xfrm>
              <a:off x="5402199" y="4439631"/>
              <a:ext cx="406040" cy="406040"/>
            </a:xfrm>
            <a:prstGeom prst="ellipse">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24" name="Freeform: Shape 23">
              <a:extLst>
                <a:ext uri="{FF2B5EF4-FFF2-40B4-BE49-F238E27FC236}">
                  <a16:creationId xmlns:a16="http://schemas.microsoft.com/office/drawing/2014/main" id="{B2881397-2D1C-DCBC-AD93-5E8BC96E36F8}"/>
                </a:ext>
              </a:extLst>
            </p:cNvPr>
            <p:cNvSpPr/>
            <p:nvPr/>
          </p:nvSpPr>
          <p:spPr>
            <a:xfrm>
              <a:off x="5808240" y="4394426"/>
              <a:ext cx="2064068" cy="406040"/>
            </a:xfrm>
            <a:custGeom>
              <a:avLst/>
              <a:gdLst>
                <a:gd name="connsiteX0" fmla="*/ 0 w 2064068"/>
                <a:gd name="connsiteY0" fmla="*/ 0 h 406040"/>
                <a:gd name="connsiteX1" fmla="*/ 2064068 w 2064068"/>
                <a:gd name="connsiteY1" fmla="*/ 0 h 406040"/>
                <a:gd name="connsiteX2" fmla="*/ 2064068 w 2064068"/>
                <a:gd name="connsiteY2" fmla="*/ 406040 h 406040"/>
                <a:gd name="connsiteX3" fmla="*/ 0 w 2064068"/>
                <a:gd name="connsiteY3" fmla="*/ 406040 h 406040"/>
                <a:gd name="connsiteX4" fmla="*/ 0 w 2064068"/>
                <a:gd name="connsiteY4" fmla="*/ 0 h 406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068" h="406040">
                  <a:moveTo>
                    <a:pt x="0" y="0"/>
                  </a:moveTo>
                  <a:lnTo>
                    <a:pt x="2064068" y="0"/>
                  </a:lnTo>
                  <a:lnTo>
                    <a:pt x="2064068" y="406040"/>
                  </a:lnTo>
                  <a:lnTo>
                    <a:pt x="0" y="40604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2860" tIns="11430" rIns="22860" bIns="11430" numCol="1" spcCol="1270" anchor="t" anchorCtr="0">
              <a:noAutofit/>
            </a:bodyPr>
            <a:lstStyle/>
            <a:p>
              <a:pPr marL="0" lvl="0" indent="0" algn="l" defTabSz="35560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Timeliness</a:t>
              </a:r>
            </a:p>
            <a:p>
              <a:pPr marL="57150" lvl="1" indent="-57150" algn="l" defTabSz="355600">
                <a:lnSpc>
                  <a:spcPct val="90000"/>
                </a:lnSpc>
                <a:spcBef>
                  <a:spcPct val="0"/>
                </a:spcBef>
                <a:spcAft>
                  <a:spcPct val="15000"/>
                </a:spcAft>
                <a:buChar char="•"/>
              </a:pPr>
              <a:r>
                <a:rPr lang="en-US" sz="800" b="0" i="0" u="none" kern="1200" dirty="0">
                  <a:solidFill>
                    <a:srgbClr val="233344">
                      <a:hueOff val="0"/>
                      <a:satOff val="0"/>
                      <a:lumOff val="0"/>
                      <a:alphaOff val="0"/>
                    </a:srgbClr>
                  </a:solidFill>
                  <a:latin typeface="Franklin Gothic Book"/>
                  <a:ea typeface="+mn-ea"/>
                  <a:cs typeface="+mn-cs"/>
                </a:rPr>
                <a:t>Data is available when needed</a:t>
              </a:r>
            </a:p>
            <a:p>
              <a:pPr marL="57150" lvl="1" indent="-57150" algn="l" defTabSz="355600">
                <a:lnSpc>
                  <a:spcPct val="90000"/>
                </a:lnSpc>
                <a:spcBef>
                  <a:spcPct val="0"/>
                </a:spcBef>
                <a:spcAft>
                  <a:spcPct val="15000"/>
                </a:spcAft>
                <a:buChar char="•"/>
              </a:pPr>
              <a:r>
                <a:rPr lang="en-US" sz="800" b="0" i="0" u="none" kern="1200" dirty="0">
                  <a:solidFill>
                    <a:srgbClr val="233344">
                      <a:hueOff val="0"/>
                      <a:satOff val="0"/>
                      <a:lumOff val="0"/>
                      <a:alphaOff val="0"/>
                    </a:srgbClr>
                  </a:solidFill>
                  <a:latin typeface="Franklin Gothic Book"/>
                  <a:ea typeface="+mn-ea"/>
                  <a:cs typeface="+mn-cs"/>
                </a:rPr>
                <a:t>Up-to-date information</a:t>
              </a:r>
            </a:p>
          </p:txBody>
        </p:sp>
        <p:sp>
          <p:nvSpPr>
            <p:cNvPr id="25" name="Oval 24">
              <a:extLst>
                <a:ext uri="{FF2B5EF4-FFF2-40B4-BE49-F238E27FC236}">
                  <a16:creationId xmlns:a16="http://schemas.microsoft.com/office/drawing/2014/main" id="{85482ADA-02A1-289B-6442-808B2C19F53D}"/>
                </a:ext>
              </a:extLst>
            </p:cNvPr>
            <p:cNvSpPr/>
            <p:nvPr/>
          </p:nvSpPr>
          <p:spPr>
            <a:xfrm>
              <a:off x="5402199" y="4918758"/>
              <a:ext cx="406040" cy="406040"/>
            </a:xfrm>
            <a:prstGeom prst="ellipse">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26" name="Freeform: Shape 25">
              <a:extLst>
                <a:ext uri="{FF2B5EF4-FFF2-40B4-BE49-F238E27FC236}">
                  <a16:creationId xmlns:a16="http://schemas.microsoft.com/office/drawing/2014/main" id="{1FDAE10C-5A64-F404-62C0-318F8877C260}"/>
                </a:ext>
              </a:extLst>
            </p:cNvPr>
            <p:cNvSpPr/>
            <p:nvPr/>
          </p:nvSpPr>
          <p:spPr>
            <a:xfrm>
              <a:off x="5808240" y="4863508"/>
              <a:ext cx="2064068" cy="406040"/>
            </a:xfrm>
            <a:custGeom>
              <a:avLst/>
              <a:gdLst>
                <a:gd name="connsiteX0" fmla="*/ 0 w 2064068"/>
                <a:gd name="connsiteY0" fmla="*/ 0 h 406040"/>
                <a:gd name="connsiteX1" fmla="*/ 2064068 w 2064068"/>
                <a:gd name="connsiteY1" fmla="*/ 0 h 406040"/>
                <a:gd name="connsiteX2" fmla="*/ 2064068 w 2064068"/>
                <a:gd name="connsiteY2" fmla="*/ 406040 h 406040"/>
                <a:gd name="connsiteX3" fmla="*/ 0 w 2064068"/>
                <a:gd name="connsiteY3" fmla="*/ 406040 h 406040"/>
                <a:gd name="connsiteX4" fmla="*/ 0 w 2064068"/>
                <a:gd name="connsiteY4" fmla="*/ 0 h 406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068" h="406040">
                  <a:moveTo>
                    <a:pt x="0" y="0"/>
                  </a:moveTo>
                  <a:lnTo>
                    <a:pt x="2064068" y="0"/>
                  </a:lnTo>
                  <a:lnTo>
                    <a:pt x="2064068" y="406040"/>
                  </a:lnTo>
                  <a:lnTo>
                    <a:pt x="0" y="40604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2860" tIns="11430" rIns="22860" bIns="1143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Consistency</a:t>
              </a: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Data matches across system</a:t>
              </a:r>
              <a:endParaRPr lang="en-US" sz="800" kern="1200" dirty="0">
                <a:solidFill>
                  <a:srgbClr val="575757">
                    <a:hueOff val="0"/>
                    <a:satOff val="0"/>
                    <a:lumOff val="0"/>
                    <a:alphaOff val="0"/>
                  </a:srgbClr>
                </a:solidFill>
                <a:latin typeface="Franklin Gothic Book"/>
                <a:ea typeface="+mn-ea"/>
                <a:cs typeface="+mn-cs"/>
              </a:endParaRP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Uniform formats and definitions.</a:t>
              </a:r>
              <a:endParaRPr lang="en-US" sz="800" kern="1200" dirty="0">
                <a:solidFill>
                  <a:srgbClr val="575757">
                    <a:hueOff val="0"/>
                    <a:satOff val="0"/>
                    <a:lumOff val="0"/>
                    <a:alphaOff val="0"/>
                  </a:srgbClr>
                </a:solidFill>
                <a:latin typeface="Franklin Gothic Book"/>
                <a:ea typeface="+mn-ea"/>
                <a:cs typeface="+mn-cs"/>
              </a:endParaRPr>
            </a:p>
            <a:p>
              <a:pPr marL="57150" lvl="1" indent="-57150" algn="l" defTabSz="355600">
                <a:lnSpc>
                  <a:spcPct val="90000"/>
                </a:lnSpc>
                <a:spcBef>
                  <a:spcPct val="0"/>
                </a:spcBef>
                <a:spcAft>
                  <a:spcPct val="15000"/>
                </a:spcAft>
                <a:buChar char="•"/>
              </a:pPr>
              <a:r>
                <a:rPr lang="en-US" sz="800" kern="1200" dirty="0">
                  <a:solidFill>
                    <a:srgbClr val="575757">
                      <a:hueOff val="0"/>
                      <a:satOff val="0"/>
                      <a:lumOff val="0"/>
                      <a:alphaOff val="0"/>
                    </a:srgbClr>
                  </a:solidFill>
                  <a:latin typeface="Franklin Gothic Book"/>
                  <a:ea typeface="+mn-ea"/>
                  <a:cs typeface="+mn-cs"/>
                </a:rPr>
                <a:t>MHS Common Data model deployed Q4 </a:t>
              </a:r>
              <a:r>
                <a:rPr lang="en-US" sz="800" b="0" i="0" u="none" kern="1200" dirty="0">
                  <a:solidFill>
                    <a:srgbClr val="233344">
                      <a:hueOff val="0"/>
                      <a:satOff val="0"/>
                      <a:lumOff val="0"/>
                      <a:alphaOff val="0"/>
                    </a:srgbClr>
                  </a:solidFill>
                  <a:latin typeface="Franklin Gothic Book"/>
                  <a:ea typeface="+mn-ea"/>
                  <a:cs typeface="+mn-cs"/>
                </a:rPr>
                <a:t>Fy24</a:t>
              </a:r>
            </a:p>
          </p:txBody>
        </p:sp>
        <p:sp>
          <p:nvSpPr>
            <p:cNvPr id="27" name="Oval 26">
              <a:extLst>
                <a:ext uri="{FF2B5EF4-FFF2-40B4-BE49-F238E27FC236}">
                  <a16:creationId xmlns:a16="http://schemas.microsoft.com/office/drawing/2014/main" id="{12123DD1-C152-0249-0B88-BBC0C2A2D36C}"/>
                </a:ext>
              </a:extLst>
            </p:cNvPr>
            <p:cNvSpPr/>
            <p:nvPr/>
          </p:nvSpPr>
          <p:spPr>
            <a:xfrm>
              <a:off x="5402199" y="5397885"/>
              <a:ext cx="406040" cy="406040"/>
            </a:xfrm>
            <a:prstGeom prst="ellipse">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28" name="Freeform: Shape 27">
              <a:extLst>
                <a:ext uri="{FF2B5EF4-FFF2-40B4-BE49-F238E27FC236}">
                  <a16:creationId xmlns:a16="http://schemas.microsoft.com/office/drawing/2014/main" id="{8AA27101-CCAA-9B06-C84D-5F8FFF1D954F}"/>
                </a:ext>
              </a:extLst>
            </p:cNvPr>
            <p:cNvSpPr/>
            <p:nvPr/>
          </p:nvSpPr>
          <p:spPr>
            <a:xfrm>
              <a:off x="5808240" y="5433044"/>
              <a:ext cx="2064068" cy="406040"/>
            </a:xfrm>
            <a:custGeom>
              <a:avLst/>
              <a:gdLst>
                <a:gd name="connsiteX0" fmla="*/ 0 w 2064068"/>
                <a:gd name="connsiteY0" fmla="*/ 0 h 406040"/>
                <a:gd name="connsiteX1" fmla="*/ 2064068 w 2064068"/>
                <a:gd name="connsiteY1" fmla="*/ 0 h 406040"/>
                <a:gd name="connsiteX2" fmla="*/ 2064068 w 2064068"/>
                <a:gd name="connsiteY2" fmla="*/ 406040 h 406040"/>
                <a:gd name="connsiteX3" fmla="*/ 0 w 2064068"/>
                <a:gd name="connsiteY3" fmla="*/ 406040 h 406040"/>
                <a:gd name="connsiteX4" fmla="*/ 0 w 2064068"/>
                <a:gd name="connsiteY4" fmla="*/ 0 h 406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068" h="406040">
                  <a:moveTo>
                    <a:pt x="0" y="0"/>
                  </a:moveTo>
                  <a:lnTo>
                    <a:pt x="2064068" y="0"/>
                  </a:lnTo>
                  <a:lnTo>
                    <a:pt x="2064068" y="406040"/>
                  </a:lnTo>
                  <a:lnTo>
                    <a:pt x="0" y="40604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2860" tIns="11430" rIns="22860" bIns="1143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Validity</a:t>
              </a: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Adheres to predefined rules or ranges</a:t>
              </a:r>
              <a:endParaRPr lang="en-US" sz="800" kern="1200" dirty="0">
                <a:solidFill>
                  <a:srgbClr val="575757">
                    <a:hueOff val="0"/>
                    <a:satOff val="0"/>
                    <a:lumOff val="0"/>
                    <a:alphaOff val="0"/>
                  </a:srgbClr>
                </a:solidFill>
                <a:latin typeface="Franklin Gothic Book"/>
                <a:ea typeface="+mn-ea"/>
                <a:cs typeface="+mn-cs"/>
              </a:endParaRP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Uses correct formats and standards</a:t>
              </a:r>
              <a:endParaRPr lang="en-US" sz="800" kern="1200" dirty="0">
                <a:solidFill>
                  <a:srgbClr val="575757">
                    <a:hueOff val="0"/>
                    <a:satOff val="0"/>
                    <a:lumOff val="0"/>
                    <a:alphaOff val="0"/>
                  </a:srgbClr>
                </a:solidFill>
                <a:latin typeface="Franklin Gothic Book"/>
                <a:ea typeface="+mn-ea"/>
                <a:cs typeface="+mn-cs"/>
              </a:endParaRPr>
            </a:p>
          </p:txBody>
        </p:sp>
        <p:sp>
          <p:nvSpPr>
            <p:cNvPr id="29" name="Oval 28">
              <a:extLst>
                <a:ext uri="{FF2B5EF4-FFF2-40B4-BE49-F238E27FC236}">
                  <a16:creationId xmlns:a16="http://schemas.microsoft.com/office/drawing/2014/main" id="{DF568115-E659-61E1-0D93-FFDE7649053F}"/>
                </a:ext>
              </a:extLst>
            </p:cNvPr>
            <p:cNvSpPr/>
            <p:nvPr/>
          </p:nvSpPr>
          <p:spPr>
            <a:xfrm>
              <a:off x="5402199" y="5877013"/>
              <a:ext cx="406040" cy="406040"/>
            </a:xfrm>
            <a:prstGeom prst="ellipse">
              <a:avLst/>
            </a:prstGeom>
            <a:solidFill>
              <a:srgbClr val="2759AD">
                <a:tint val="50000"/>
                <a:hueOff val="0"/>
                <a:satOff val="0"/>
                <a:lumOff val="0"/>
                <a:alphaOff val="0"/>
              </a:srgbClr>
            </a:solidFill>
            <a:ln w="10795" cap="flat" cmpd="sng" algn="ctr">
              <a:solidFill>
                <a:srgbClr val="2759AD">
                  <a:shade val="80000"/>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2">
                <a:hueOff val="0"/>
                <a:satOff val="0"/>
                <a:lumOff val="0"/>
                <a:alphaOff val="0"/>
              </a:schemeClr>
            </a:fontRef>
          </p:style>
          <p:txBody>
            <a:bodyPr/>
            <a:lstStyle/>
            <a:p>
              <a:endParaRPr lang="en-US"/>
            </a:p>
          </p:txBody>
        </p:sp>
        <p:sp>
          <p:nvSpPr>
            <p:cNvPr id="30" name="Freeform: Shape 29">
              <a:extLst>
                <a:ext uri="{FF2B5EF4-FFF2-40B4-BE49-F238E27FC236}">
                  <a16:creationId xmlns:a16="http://schemas.microsoft.com/office/drawing/2014/main" id="{91EECCDB-84DD-E452-B4AB-E73C06BAE093}"/>
                </a:ext>
              </a:extLst>
            </p:cNvPr>
            <p:cNvSpPr/>
            <p:nvPr/>
          </p:nvSpPr>
          <p:spPr>
            <a:xfrm>
              <a:off x="5808240" y="5917194"/>
              <a:ext cx="2064068" cy="406040"/>
            </a:xfrm>
            <a:custGeom>
              <a:avLst/>
              <a:gdLst>
                <a:gd name="connsiteX0" fmla="*/ 0 w 2064068"/>
                <a:gd name="connsiteY0" fmla="*/ 0 h 406040"/>
                <a:gd name="connsiteX1" fmla="*/ 2064068 w 2064068"/>
                <a:gd name="connsiteY1" fmla="*/ 0 h 406040"/>
                <a:gd name="connsiteX2" fmla="*/ 2064068 w 2064068"/>
                <a:gd name="connsiteY2" fmla="*/ 406040 h 406040"/>
                <a:gd name="connsiteX3" fmla="*/ 0 w 2064068"/>
                <a:gd name="connsiteY3" fmla="*/ 406040 h 406040"/>
                <a:gd name="connsiteX4" fmla="*/ 0 w 2064068"/>
                <a:gd name="connsiteY4" fmla="*/ 0 h 406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4068" h="406040">
                  <a:moveTo>
                    <a:pt x="0" y="0"/>
                  </a:moveTo>
                  <a:lnTo>
                    <a:pt x="2064068" y="0"/>
                  </a:lnTo>
                  <a:lnTo>
                    <a:pt x="2064068" y="406040"/>
                  </a:lnTo>
                  <a:lnTo>
                    <a:pt x="0" y="40604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0320" tIns="10160" rIns="20320" bIns="10160" numCol="1" spcCol="1270" anchor="t" anchorCtr="0">
              <a:noAutofit/>
            </a:bodyPr>
            <a:lstStyle/>
            <a:p>
              <a:pPr marL="0" lvl="0" indent="0" algn="l" defTabSz="400050">
                <a:lnSpc>
                  <a:spcPct val="90000"/>
                </a:lnSpc>
                <a:spcBef>
                  <a:spcPct val="0"/>
                </a:spcBef>
                <a:spcAft>
                  <a:spcPct val="35000"/>
                </a:spcAft>
                <a:buNone/>
              </a:pPr>
              <a:r>
                <a:rPr lang="en-US" sz="900" b="1" kern="1200" dirty="0">
                  <a:solidFill>
                    <a:srgbClr val="575757">
                      <a:hueOff val="0"/>
                      <a:satOff val="0"/>
                      <a:lumOff val="0"/>
                      <a:alphaOff val="0"/>
                    </a:srgbClr>
                  </a:solidFill>
                  <a:latin typeface="Franklin Gothic Book"/>
                  <a:ea typeface="+mn-ea"/>
                  <a:cs typeface="+mn-cs"/>
                </a:rPr>
                <a:t>Traceability</a:t>
              </a: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Source and history are documented</a:t>
              </a:r>
              <a:endParaRPr lang="en-US" sz="800" kern="1200" dirty="0">
                <a:solidFill>
                  <a:srgbClr val="575757">
                    <a:hueOff val="0"/>
                    <a:satOff val="0"/>
                    <a:lumOff val="0"/>
                    <a:alphaOff val="0"/>
                  </a:srgbClr>
                </a:solidFill>
                <a:latin typeface="Franklin Gothic Book"/>
                <a:ea typeface="+mn-ea"/>
                <a:cs typeface="+mn-cs"/>
              </a:endParaRPr>
            </a:p>
            <a:p>
              <a:pPr marL="57150" lvl="1" indent="-57150" algn="l" defTabSz="355600">
                <a:lnSpc>
                  <a:spcPct val="90000"/>
                </a:lnSpc>
                <a:spcBef>
                  <a:spcPct val="0"/>
                </a:spcBef>
                <a:spcAft>
                  <a:spcPct val="15000"/>
                </a:spcAft>
                <a:buChar char="•"/>
              </a:pPr>
              <a:r>
                <a:rPr lang="en-US" sz="800" b="0" i="0" u="none" kern="1200" dirty="0">
                  <a:solidFill>
                    <a:srgbClr val="575757">
                      <a:hueOff val="0"/>
                      <a:satOff val="0"/>
                      <a:lumOff val="0"/>
                      <a:alphaOff val="0"/>
                    </a:srgbClr>
                  </a:solidFill>
                  <a:latin typeface="Franklin Gothic Book"/>
                  <a:ea typeface="+mn-ea"/>
                  <a:cs typeface="+mn-cs"/>
                </a:rPr>
                <a:t>Enables auditing and lineage tracking</a:t>
              </a:r>
              <a:endParaRPr lang="en-US" sz="800" kern="1200" dirty="0">
                <a:solidFill>
                  <a:srgbClr val="575757">
                    <a:hueOff val="0"/>
                    <a:satOff val="0"/>
                    <a:lumOff val="0"/>
                    <a:alphaOff val="0"/>
                  </a:srgbClr>
                </a:solidFill>
                <a:latin typeface="Franklin Gothic Book"/>
                <a:ea typeface="+mn-ea"/>
                <a:cs typeface="+mn-cs"/>
              </a:endParaRPr>
            </a:p>
          </p:txBody>
        </p:sp>
      </p:grpSp>
      <p:sp>
        <p:nvSpPr>
          <p:cNvPr id="16" name="Rectangle 15">
            <a:extLst>
              <a:ext uri="{FF2B5EF4-FFF2-40B4-BE49-F238E27FC236}">
                <a16:creationId xmlns:a16="http://schemas.microsoft.com/office/drawing/2014/main" id="{2187CB88-88EB-1095-EA9E-378C151AAF89}"/>
              </a:ext>
            </a:extLst>
          </p:cNvPr>
          <p:cNvSpPr/>
          <p:nvPr/>
        </p:nvSpPr>
        <p:spPr>
          <a:xfrm>
            <a:off x="7659355" y="1258366"/>
            <a:ext cx="591829" cy="923330"/>
          </a:xfrm>
          <a:prstGeom prst="rect">
            <a:avLst/>
          </a:prstGeom>
          <a:noFill/>
        </p:spPr>
        <p:txBody>
          <a:bodyPr wrap="non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dirty="0">
                <a:ln w="13462">
                  <a:solidFill>
                    <a:prstClr val="white"/>
                  </a:solidFill>
                  <a:prstDash val="solid"/>
                </a:ln>
                <a:solidFill>
                  <a:srgbClr val="575757">
                    <a:lumMod val="85000"/>
                    <a:lumOff val="15000"/>
                  </a:srgbClr>
                </a:solidFill>
                <a:effectLst>
                  <a:outerShdw dist="38100" dir="2700000" algn="bl" rotWithShape="0">
                    <a:srgbClr val="B1B3B3"/>
                  </a:outerShdw>
                </a:effectLst>
                <a:uLnTx/>
                <a:uFillTx/>
              </a:rPr>
              <a:t>3</a:t>
            </a:r>
          </a:p>
        </p:txBody>
      </p:sp>
      <p:sp>
        <p:nvSpPr>
          <p:cNvPr id="3" name="Date Placeholder 2">
            <a:extLst>
              <a:ext uri="{FF2B5EF4-FFF2-40B4-BE49-F238E27FC236}">
                <a16:creationId xmlns:a16="http://schemas.microsoft.com/office/drawing/2014/main" id="{620B6833-8E2B-8D3E-7704-A9F16890FCEC}"/>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5265F14E-E32B-C744-D425-944DE362E0A3}"/>
              </a:ext>
            </a:extLst>
          </p:cNvPr>
          <p:cNvSpPr>
            <a:spLocks noGrp="1"/>
          </p:cNvSpPr>
          <p:nvPr>
            <p:ph type="sldNum" sz="quarter" idx="4"/>
          </p:nvPr>
        </p:nvSpPr>
        <p:spPr/>
        <p:txBody>
          <a:bodyPr/>
          <a:lstStyle/>
          <a:p>
            <a:r>
              <a:rPr lang="en-US"/>
              <a:t>2025 MHS Conference    </a:t>
            </a:r>
            <a:fld id="{54558BDB-F807-4A0D-8BCD-2F5355F4A24C}" type="slidenum">
              <a:rPr lang="en-US" smtClean="0"/>
              <a:pPr/>
              <a:t>21</a:t>
            </a:fld>
            <a:endParaRPr lang="en-US" dirty="0"/>
          </a:p>
        </p:txBody>
      </p:sp>
    </p:spTree>
    <p:extLst>
      <p:ext uri="{BB962C8B-B14F-4D97-AF65-F5344CB8AC3E}">
        <p14:creationId xmlns:p14="http://schemas.microsoft.com/office/powerpoint/2010/main" val="2405222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8340F0C9-D5E1-4507-ACCD-341FD9CB7D0C}"/>
              </a:ext>
            </a:extLst>
          </p:cNvPr>
          <p:cNvPicPr>
            <a:picLocks noChangeAspect="1"/>
          </p:cNvPicPr>
          <p:nvPr/>
        </p:nvPicPr>
        <p:blipFill>
          <a:blip r:embed="rId2">
            <a:extLst>
              <a:ext uri="{28A0092B-C50C-407E-A947-70E740481C1C}">
                <a14:useLocalDpi xmlns:a14="http://schemas.microsoft.com/office/drawing/2010/main" val="0"/>
              </a:ext>
            </a:extLst>
          </a:blip>
          <a:srcRect t="8750"/>
          <a:stretch/>
        </p:blipFill>
        <p:spPr>
          <a:xfrm>
            <a:off x="1532992" y="1029873"/>
            <a:ext cx="8926284" cy="5531151"/>
          </a:xfrm>
          <a:prstGeom prst="rect">
            <a:avLst/>
          </a:prstGeom>
        </p:spPr>
      </p:pic>
      <p:sp>
        <p:nvSpPr>
          <p:cNvPr id="2" name="Title 1">
            <a:extLst>
              <a:ext uri="{FF2B5EF4-FFF2-40B4-BE49-F238E27FC236}">
                <a16:creationId xmlns:a16="http://schemas.microsoft.com/office/drawing/2014/main" id="{FF6B2668-AAC0-323F-73C9-49F1C3B15918}"/>
              </a:ext>
            </a:extLst>
          </p:cNvPr>
          <p:cNvSpPr>
            <a:spLocks noGrp="1"/>
          </p:cNvSpPr>
          <p:nvPr>
            <p:ph type="title"/>
          </p:nvPr>
        </p:nvSpPr>
        <p:spPr/>
        <p:txBody>
          <a:bodyPr/>
          <a:lstStyle/>
          <a:p>
            <a:r>
              <a:rPr lang="en-US" dirty="0"/>
              <a:t>MIP: From Data Sources to Domains to Products </a:t>
            </a:r>
          </a:p>
        </p:txBody>
      </p:sp>
      <p:sp>
        <p:nvSpPr>
          <p:cNvPr id="3" name="Date Placeholder 2">
            <a:extLst>
              <a:ext uri="{FF2B5EF4-FFF2-40B4-BE49-F238E27FC236}">
                <a16:creationId xmlns:a16="http://schemas.microsoft.com/office/drawing/2014/main" id="{B423F19F-DC34-CF5B-FDA5-D94256B69F00}"/>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3B8D3DA8-79BE-C484-C236-CEE8832A4659}"/>
              </a:ext>
            </a:extLst>
          </p:cNvPr>
          <p:cNvSpPr>
            <a:spLocks noGrp="1"/>
          </p:cNvSpPr>
          <p:nvPr>
            <p:ph type="sldNum" sz="quarter" idx="4"/>
          </p:nvPr>
        </p:nvSpPr>
        <p:spPr/>
        <p:txBody>
          <a:bodyPr/>
          <a:lstStyle/>
          <a:p>
            <a:r>
              <a:rPr lang="en-US"/>
              <a:t>2025 MHS Conference    </a:t>
            </a:r>
            <a:fld id="{54558BDB-F807-4A0D-8BCD-2F5355F4A24C}" type="slidenum">
              <a:rPr lang="en-US" smtClean="0"/>
              <a:pPr/>
              <a:t>22</a:t>
            </a:fld>
            <a:endParaRPr lang="en-US" dirty="0"/>
          </a:p>
        </p:txBody>
      </p:sp>
    </p:spTree>
    <p:extLst>
      <p:ext uri="{BB962C8B-B14F-4D97-AF65-F5344CB8AC3E}">
        <p14:creationId xmlns:p14="http://schemas.microsoft.com/office/powerpoint/2010/main" val="2289658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8F4F-B487-0E2D-0BAB-550B4CE660A9}"/>
              </a:ext>
            </a:extLst>
          </p:cNvPr>
          <p:cNvSpPr>
            <a:spLocks noGrp="1"/>
          </p:cNvSpPr>
          <p:nvPr>
            <p:ph type="title"/>
          </p:nvPr>
        </p:nvSpPr>
        <p:spPr/>
        <p:txBody>
          <a:bodyPr/>
          <a:lstStyle/>
          <a:p>
            <a:r>
              <a:rPr lang="en-US" dirty="0"/>
              <a:t>MHS Common Data Model Information and Resources </a:t>
            </a:r>
          </a:p>
        </p:txBody>
      </p:sp>
      <p:sp>
        <p:nvSpPr>
          <p:cNvPr id="5" name="Text Placeholder 1">
            <a:extLst>
              <a:ext uri="{FF2B5EF4-FFF2-40B4-BE49-F238E27FC236}">
                <a16:creationId xmlns:a16="http://schemas.microsoft.com/office/drawing/2014/main" id="{2D7EDBE1-4C1E-8303-49F6-5FCE4A1B1116}"/>
              </a:ext>
            </a:extLst>
          </p:cNvPr>
          <p:cNvSpPr txBox="1">
            <a:spLocks/>
          </p:cNvSpPr>
          <p:nvPr/>
        </p:nvSpPr>
        <p:spPr>
          <a:xfrm>
            <a:off x="629099" y="1560997"/>
            <a:ext cx="10933801" cy="408913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rgbClr val="2759AD"/>
              </a:buClr>
              <a:buFont typeface="Arial" panose="020B0604020202020204" pitchFamily="34" charset="0"/>
              <a:buChar char="​"/>
              <a:defRPr lang="en-US" sz="2000" kern="1200">
                <a:solidFill>
                  <a:srgbClr val="000000"/>
                </a:solidFill>
                <a:latin typeface="+mn-lt"/>
                <a:ea typeface="+mn-ea"/>
                <a:cs typeface="+mn-cs"/>
                <a:sym typeface="Trebuchet MS" panose="020B0603020202020204" pitchFamily="34" charset="0"/>
              </a:defRPr>
            </a:lvl1pPr>
            <a:lvl2pPr marL="284400" indent="-172800" algn="l" defTabSz="914400" rtl="0" eaLnBrk="1" latinLnBrk="0" hangingPunct="1">
              <a:lnSpc>
                <a:spcPct val="100000"/>
              </a:lnSpc>
              <a:spcBef>
                <a:spcPts val="0"/>
              </a:spcBef>
              <a:spcAft>
                <a:spcPts val="0"/>
              </a:spcAft>
              <a:buClr>
                <a:srgbClr val="2759AD"/>
              </a:buClr>
              <a:buFont typeface="Arial" panose="020B0604020202020204" pitchFamily="34" charset="0"/>
              <a:buChar char="•"/>
              <a:defRPr lang="en-US" sz="2000" kern="1200">
                <a:solidFill>
                  <a:srgbClr val="000000"/>
                </a:solidFill>
                <a:latin typeface="+mn-lt"/>
                <a:ea typeface="+mn-ea"/>
                <a:cs typeface="+mn-cs"/>
                <a:sym typeface="Trebuchet MS" panose="020B0603020202020204" pitchFamily="34" charset="0"/>
              </a:defRPr>
            </a:lvl2pPr>
            <a:lvl3pPr marL="511200" indent="-165600" algn="l" defTabSz="914400" rtl="0" eaLnBrk="1" latinLnBrk="0" hangingPunct="1">
              <a:lnSpc>
                <a:spcPct val="100000"/>
              </a:lnSpc>
              <a:spcBef>
                <a:spcPts val="0"/>
              </a:spcBef>
              <a:spcAft>
                <a:spcPts val="0"/>
              </a:spcAft>
              <a:buClr>
                <a:srgbClr val="2759AD"/>
              </a:buClr>
              <a:buFont typeface="Trebuchet MS" panose="020B0603020202020204" pitchFamily="34" charset="0"/>
              <a:buChar char="–"/>
              <a:defRPr lang="en-US" sz="2000" kern="1200">
                <a:solidFill>
                  <a:srgbClr val="000000"/>
                </a:solidFill>
                <a:latin typeface="+mn-lt"/>
                <a:ea typeface="+mn-ea"/>
                <a:cs typeface="+mn-cs"/>
                <a:sym typeface="Trebuchet MS" panose="020B0603020202020204" pitchFamily="34" charset="0"/>
              </a:defRPr>
            </a:lvl3pPr>
            <a:lvl4pPr marL="0" indent="0" algn="l" defTabSz="914400" rtl="0" eaLnBrk="1" latinLnBrk="0" hangingPunct="1">
              <a:lnSpc>
                <a:spcPct val="100000"/>
              </a:lnSpc>
              <a:spcBef>
                <a:spcPts val="0"/>
              </a:spcBef>
              <a:spcAft>
                <a:spcPts val="0"/>
              </a:spcAft>
              <a:buClr>
                <a:srgbClr val="2759AD"/>
              </a:buClr>
              <a:buFont typeface="Arial" panose="020B0604020202020204" pitchFamily="34" charset="0"/>
              <a:buChar char="​"/>
              <a:defRPr lang="en-US" sz="2800" kern="1200">
                <a:solidFill>
                  <a:srgbClr val="2759AD"/>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0"/>
              </a:spcAft>
              <a:buClr>
                <a:srgbClr val="2759AD"/>
              </a:buClr>
              <a:buFont typeface="Arial" panose="020B0604020202020204" pitchFamily="34" charset="0"/>
              <a:buChar char="​"/>
              <a:defRPr lang="en-US" sz="2800" b="1" kern="1200">
                <a:solidFill>
                  <a:srgbClr val="000000"/>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rgbClr val="2759AD"/>
              </a:buClr>
              <a:buFont typeface="Arial" panose="020B0604020202020204" pitchFamily="34" charset="0"/>
              <a:buChar char="•"/>
              <a:defRPr lang="en-US" sz="1600" kern="1200" smtClean="0">
                <a:solidFill>
                  <a:srgbClr val="000000"/>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Clr>
                <a:srgbClr val="2759AD"/>
              </a:buClr>
              <a:buFont typeface="Arial" panose="020B0604020202020204" pitchFamily="34" charset="0"/>
              <a:buChar char="​"/>
              <a:defRPr lang="en-US" sz="4400" kern="1200" baseline="0" smtClean="0">
                <a:solidFill>
                  <a:srgbClr val="000000"/>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Clr>
                <a:srgbClr val="2759AD"/>
              </a:buClr>
              <a:buFont typeface="Arial" panose="020B0604020202020204" pitchFamily="34" charset="0"/>
              <a:buChar char="​"/>
              <a:defRPr lang="en-US" sz="5400" kern="1200" baseline="0" smtClean="0">
                <a:solidFill>
                  <a:srgbClr val="2759AD"/>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Clr>
                <a:srgbClr val="2759AD"/>
              </a:buClr>
              <a:buFont typeface="Arial" panose="020B0604020202020204" pitchFamily="34" charset="0"/>
              <a:buChar char="​"/>
              <a:defRPr lang="en-US" sz="2400" kern="1200" baseline="0" dirty="0">
                <a:solidFill>
                  <a:srgbClr val="2759AD"/>
                </a:solidFill>
                <a:latin typeface="+mn-lt"/>
                <a:ea typeface="+mn-ea"/>
                <a:cs typeface="+mn-cs"/>
                <a:sym typeface="Trebuchet MS" panose="020B0603020202020204" pitchFamily="34" charset="0"/>
              </a:defRPr>
            </a:lvl9pPr>
          </a:lstStyle>
          <a:p>
            <a:pPr marL="342900" marR="0" lvl="0" indent="-342900" algn="l" defTabSz="914400" rtl="0" eaLnBrk="1" fontAlgn="auto" latinLnBrk="0" hangingPunct="1">
              <a:lnSpc>
                <a:spcPct val="110000"/>
              </a:lnSpc>
              <a:spcBef>
                <a:spcPts val="600"/>
              </a:spcBef>
              <a:spcAft>
                <a:spcPts val="0"/>
              </a:spcAft>
              <a:buClr>
                <a:srgbClr val="2759AD"/>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759AD"/>
                </a:solidFill>
                <a:effectLst/>
                <a:uLnTx/>
                <a:uFillTx/>
                <a:latin typeface="Franklin Gothic Book"/>
                <a:ea typeface="+mn-ea"/>
                <a:cs typeface="+mn-cs"/>
                <a:sym typeface="Trebuchet MS" panose="020B0603020202020204" pitchFamily="34" charset="0"/>
                <a:hlinkClick r:id="rId2"/>
              </a:rPr>
              <a:t>https://health.mil/Military-Health-Topics/Technology/PEO-DHMS</a:t>
            </a:r>
            <a:endParaRPr kumimoji="0" lang="en-US" sz="2400" b="0" i="0" u="none" strike="noStrike" kern="1200" cap="none" spc="0" normalizeH="0" baseline="0" noProof="0" dirty="0">
              <a:ln>
                <a:noFill/>
              </a:ln>
              <a:solidFill>
                <a:srgbClr val="2759AD"/>
              </a:solidFill>
              <a:effectLst/>
              <a:uLnTx/>
              <a:uFillTx/>
              <a:latin typeface="Franklin Gothic Book"/>
              <a:ea typeface="+mn-ea"/>
              <a:cs typeface="+mn-cs"/>
              <a:sym typeface="Trebuchet MS" panose="020B0603020202020204" pitchFamily="34" charset="0"/>
            </a:endParaRPr>
          </a:p>
          <a:p>
            <a:pPr marL="342900" marR="0" lvl="0" indent="-342900" algn="l" defTabSz="914400" rtl="0" eaLnBrk="1" fontAlgn="auto" latinLnBrk="0" hangingPunct="1">
              <a:lnSpc>
                <a:spcPct val="110000"/>
              </a:lnSpc>
              <a:spcBef>
                <a:spcPts val="600"/>
              </a:spcBef>
              <a:spcAft>
                <a:spcPts val="0"/>
              </a:spcAft>
              <a:buClr>
                <a:srgbClr val="2759AD"/>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759AD"/>
                </a:solidFill>
                <a:effectLst/>
                <a:uLnTx/>
                <a:uFillTx/>
                <a:latin typeface="Franklin Gothic Book"/>
                <a:ea typeface="+mn-ea"/>
                <a:cs typeface="+mn-cs"/>
                <a:sym typeface="Trebuchet MS" panose="020B0603020202020204" pitchFamily="34" charset="0"/>
              </a:rPr>
              <a:t>https://carepoint.health.mil/sites/MIP/pages/commondatamodel.aspx</a:t>
            </a:r>
          </a:p>
        </p:txBody>
      </p:sp>
      <p:pic>
        <p:nvPicPr>
          <p:cNvPr id="7" name="Picture 6" descr="Screenshot of Military Health System: Common Data Model info sheet&#10;&#10;https://health.mil/Military-Health-Topics/Technology/PEO-DHMS">
            <a:extLst>
              <a:ext uri="{FF2B5EF4-FFF2-40B4-BE49-F238E27FC236}">
                <a16:creationId xmlns:a16="http://schemas.microsoft.com/office/drawing/2014/main" id="{2C36E578-2FE2-A66F-4C94-DD1BAC077956}"/>
              </a:ext>
            </a:extLst>
          </p:cNvPr>
          <p:cNvPicPr>
            <a:picLocks noChangeAspect="1"/>
          </p:cNvPicPr>
          <p:nvPr/>
        </p:nvPicPr>
        <p:blipFill>
          <a:blip r:embed="rId3"/>
          <a:stretch>
            <a:fillRect/>
          </a:stretch>
        </p:blipFill>
        <p:spPr>
          <a:xfrm>
            <a:off x="803101" y="2520582"/>
            <a:ext cx="3199077" cy="4018449"/>
          </a:xfrm>
          <a:prstGeom prst="rect">
            <a:avLst/>
          </a:prstGeom>
        </p:spPr>
      </p:pic>
      <p:pic>
        <p:nvPicPr>
          <p:cNvPr id="6" name="Picture 5" descr="Screenshot of the following website URL:&#10;&#10;https://carepoint.health.mil/sites/MIP/pages/commondatamodel.aspx&#10;">
            <a:extLst>
              <a:ext uri="{FF2B5EF4-FFF2-40B4-BE49-F238E27FC236}">
                <a16:creationId xmlns:a16="http://schemas.microsoft.com/office/drawing/2014/main" id="{D3DEBB5D-1A25-C261-686E-137069B5ABFF}"/>
              </a:ext>
            </a:extLst>
          </p:cNvPr>
          <p:cNvPicPr>
            <a:picLocks noChangeAspect="1"/>
          </p:cNvPicPr>
          <p:nvPr/>
        </p:nvPicPr>
        <p:blipFill>
          <a:blip r:embed="rId4"/>
          <a:stretch>
            <a:fillRect/>
          </a:stretch>
        </p:blipFill>
        <p:spPr>
          <a:xfrm>
            <a:off x="4298364" y="2529869"/>
            <a:ext cx="6968350" cy="3748972"/>
          </a:xfrm>
          <a:prstGeom prst="rect">
            <a:avLst/>
          </a:prstGeom>
        </p:spPr>
      </p:pic>
      <p:sp>
        <p:nvSpPr>
          <p:cNvPr id="3" name="Date Placeholder 2">
            <a:extLst>
              <a:ext uri="{FF2B5EF4-FFF2-40B4-BE49-F238E27FC236}">
                <a16:creationId xmlns:a16="http://schemas.microsoft.com/office/drawing/2014/main" id="{8BBAD8E2-F573-76AE-7A27-B41899EB391A}"/>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9709252B-4F4D-19D7-22FC-E96014887562}"/>
              </a:ext>
            </a:extLst>
          </p:cNvPr>
          <p:cNvSpPr>
            <a:spLocks noGrp="1"/>
          </p:cNvSpPr>
          <p:nvPr>
            <p:ph type="sldNum" sz="quarter" idx="4"/>
          </p:nvPr>
        </p:nvSpPr>
        <p:spPr/>
        <p:txBody>
          <a:bodyPr/>
          <a:lstStyle/>
          <a:p>
            <a:r>
              <a:rPr lang="en-US"/>
              <a:t>2025 MHS Conference    </a:t>
            </a:r>
            <a:fld id="{54558BDB-F807-4A0D-8BCD-2F5355F4A24C}" type="slidenum">
              <a:rPr lang="en-US" smtClean="0"/>
              <a:pPr/>
              <a:t>23</a:t>
            </a:fld>
            <a:endParaRPr lang="en-US" dirty="0"/>
          </a:p>
        </p:txBody>
      </p:sp>
    </p:spTree>
    <p:extLst>
      <p:ext uri="{BB962C8B-B14F-4D97-AF65-F5344CB8AC3E}">
        <p14:creationId xmlns:p14="http://schemas.microsoft.com/office/powerpoint/2010/main" val="190692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02DF-BD1A-7A2B-45E8-FD83871D539F}"/>
              </a:ext>
            </a:extLst>
          </p:cNvPr>
          <p:cNvSpPr>
            <a:spLocks noGrp="1"/>
          </p:cNvSpPr>
          <p:nvPr>
            <p:ph type="title"/>
          </p:nvPr>
        </p:nvSpPr>
        <p:spPr/>
        <p:txBody>
          <a:bodyPr/>
          <a:lstStyle/>
          <a:p>
            <a:r>
              <a:rPr lang="en-US" dirty="0"/>
              <a:t>MHS Common Data Model </a:t>
            </a:r>
          </a:p>
        </p:txBody>
      </p:sp>
      <p:sp>
        <p:nvSpPr>
          <p:cNvPr id="27" name="TextBox 26">
            <a:extLst>
              <a:ext uri="{FF2B5EF4-FFF2-40B4-BE49-F238E27FC236}">
                <a16:creationId xmlns:a16="http://schemas.microsoft.com/office/drawing/2014/main" id="{BBFE868B-FFD7-DDAC-7BA5-C4DE4C94C623}"/>
              </a:ext>
            </a:extLst>
          </p:cNvPr>
          <p:cNvSpPr txBox="1"/>
          <p:nvPr/>
        </p:nvSpPr>
        <p:spPr>
          <a:xfrm>
            <a:off x="252285" y="1371476"/>
            <a:ext cx="2027226" cy="427403"/>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575757"/>
                </a:solidFill>
                <a:effectLst/>
                <a:uLnTx/>
                <a:uFillTx/>
              </a:rPr>
              <a:t>Data Sources</a:t>
            </a:r>
          </a:p>
        </p:txBody>
      </p:sp>
      <p:pic>
        <p:nvPicPr>
          <p:cNvPr id="64" name="Picture 63" descr="Graphic representing Data Sources&#10;&#10;F Y 24:&#10;GENESIS (Direct Care)&#10;TED-I (Purchased Care)&#10;TED-IN (Purchased Care)&#10;&#10;FY25&#10;O M D S (Operational Medicine)&#10;Legacy Health Data&#10;P D W (Pharmacy)">
            <a:extLst>
              <a:ext uri="{FF2B5EF4-FFF2-40B4-BE49-F238E27FC236}">
                <a16:creationId xmlns:a16="http://schemas.microsoft.com/office/drawing/2014/main" id="{E6D69FFA-605E-8786-C902-CFB419FAF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387" y="1628143"/>
            <a:ext cx="2411233" cy="4670800"/>
          </a:xfrm>
          <a:prstGeom prst="rect">
            <a:avLst/>
          </a:prstGeom>
        </p:spPr>
      </p:pic>
      <p:grpSp>
        <p:nvGrpSpPr>
          <p:cNvPr id="5" name="Group 4" descr="Infographic:&#10;&#10;M H S C D M Maps to Standardized Definitions and Vocabulary in the following areas:&#10;&#10;Person:&#10;Person&#10;Location&#10;Care Site&#10;Provider&#10;&#10;Clinical Events: &#10;Visit Occurrence&#10;Condition Occurrence&#10;Observation&#10;Measurement&#10;Procedure Occurrence&#10;Drug Exposure&#10;Device Exposure&#10;&#10;Health Economics:&#10;Cost">
            <a:extLst>
              <a:ext uri="{FF2B5EF4-FFF2-40B4-BE49-F238E27FC236}">
                <a16:creationId xmlns:a16="http://schemas.microsoft.com/office/drawing/2014/main" id="{2646DE08-3C89-EA5B-95FF-91B761BB0CD3}"/>
              </a:ext>
            </a:extLst>
          </p:cNvPr>
          <p:cNvGrpSpPr/>
          <p:nvPr/>
        </p:nvGrpSpPr>
        <p:grpSpPr>
          <a:xfrm>
            <a:off x="4581909" y="1585178"/>
            <a:ext cx="7125677" cy="4097712"/>
            <a:chOff x="4581909" y="1585178"/>
            <a:chExt cx="7125677" cy="4097712"/>
          </a:xfrm>
        </p:grpSpPr>
        <p:grpSp>
          <p:nvGrpSpPr>
            <p:cNvPr id="6" name="Group 5">
              <a:extLst>
                <a:ext uri="{FF2B5EF4-FFF2-40B4-BE49-F238E27FC236}">
                  <a16:creationId xmlns:a16="http://schemas.microsoft.com/office/drawing/2014/main" id="{E545BC68-D8DF-B884-DB00-67577F77720C}"/>
                </a:ext>
              </a:extLst>
            </p:cNvPr>
            <p:cNvGrpSpPr/>
            <p:nvPr/>
          </p:nvGrpSpPr>
          <p:grpSpPr>
            <a:xfrm>
              <a:off x="4792889" y="2345501"/>
              <a:ext cx="2128660" cy="3337389"/>
              <a:chOff x="15798" y="0"/>
              <a:chExt cx="2162791" cy="3797097"/>
            </a:xfrm>
          </p:grpSpPr>
          <p:sp>
            <p:nvSpPr>
              <p:cNvPr id="59" name="Rounded Rectangle 16">
                <a:extLst>
                  <a:ext uri="{FF2B5EF4-FFF2-40B4-BE49-F238E27FC236}">
                    <a16:creationId xmlns:a16="http://schemas.microsoft.com/office/drawing/2014/main" id="{F73197E3-3DCF-43BE-383D-6DF281EF4D25}"/>
                  </a:ext>
                </a:extLst>
              </p:cNvPr>
              <p:cNvSpPr/>
              <p:nvPr/>
            </p:nvSpPr>
            <p:spPr>
              <a:xfrm>
                <a:off x="15798" y="0"/>
                <a:ext cx="2162791" cy="3797097"/>
              </a:xfrm>
              <a:prstGeom prst="roundRect">
                <a:avLst>
                  <a:gd name="adj" fmla="val 10000"/>
                </a:avLst>
              </a:prstGeom>
              <a:solidFill>
                <a:srgbClr val="0D1F3B">
                  <a:tint val="40000"/>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75757">
                      <a:hueOff val="0"/>
                      <a:satOff val="0"/>
                      <a:lumOff val="0"/>
                      <a:alphaOff val="0"/>
                    </a:srgbClr>
                  </a:solidFill>
                  <a:effectLst/>
                  <a:uLnTx/>
                  <a:uFillTx/>
                  <a:latin typeface="Franklin Gothic Book"/>
                  <a:ea typeface="+mn-ea"/>
                  <a:cs typeface="+mn-cs"/>
                </a:endParaRPr>
              </a:p>
            </p:txBody>
          </p:sp>
          <p:sp>
            <p:nvSpPr>
              <p:cNvPr id="60" name="Rounded Rectangle 4">
                <a:extLst>
                  <a:ext uri="{FF2B5EF4-FFF2-40B4-BE49-F238E27FC236}">
                    <a16:creationId xmlns:a16="http://schemas.microsoft.com/office/drawing/2014/main" id="{0C95FE8C-0DF6-6185-0645-96B20BD15C22}"/>
                  </a:ext>
                </a:extLst>
              </p:cNvPr>
              <p:cNvSpPr txBox="1"/>
              <p:nvPr/>
            </p:nvSpPr>
            <p:spPr>
              <a:xfrm>
                <a:off x="15798" y="0"/>
                <a:ext cx="2162791" cy="1139129"/>
              </a:xfrm>
              <a:prstGeom prst="rect">
                <a:avLst/>
              </a:prstGeom>
              <a:noFill/>
              <a:ln>
                <a:noFill/>
              </a:ln>
              <a:effectLst/>
            </p:spPr>
            <p:txBody>
              <a:bodyPr spcFirstLastPara="0" vert="horz" wrap="square" lIns="137160" tIns="137160" rIns="137160" bIns="137160" numCol="1" spcCol="1270" anchor="ctr" anchorCtr="0">
                <a:noAutofit/>
              </a:bodyPr>
              <a:lstStyle/>
              <a:p>
                <a:pPr marL="0" marR="0" lvl="0" indent="0" algn="ctr" defTabSz="1600200" eaLnBrk="1" fontAlgn="auto" latinLnBrk="0" hangingPunct="1">
                  <a:lnSpc>
                    <a:spcPct val="90000"/>
                  </a:lnSpc>
                  <a:spcBef>
                    <a:spcPct val="0"/>
                  </a:spcBef>
                  <a:spcAft>
                    <a:spcPct val="35000"/>
                  </a:spcAft>
                  <a:buClrTx/>
                  <a:buSzTx/>
                  <a:buFontTx/>
                  <a:buNone/>
                  <a:tabLst/>
                  <a:defRPr/>
                </a:pPr>
                <a:r>
                  <a:rPr kumimoji="0" lang="en-US" sz="2800" b="0" i="0" u="none" strike="noStrike" kern="0" cap="none" spc="0" normalizeH="0" baseline="0" noProof="0" dirty="0">
                    <a:ln>
                      <a:noFill/>
                    </a:ln>
                    <a:solidFill>
                      <a:srgbClr val="575757">
                        <a:hueOff val="0"/>
                        <a:satOff val="0"/>
                        <a:lumOff val="0"/>
                        <a:alphaOff val="0"/>
                      </a:srgbClr>
                    </a:solidFill>
                    <a:effectLst/>
                    <a:uLnTx/>
                    <a:uFillTx/>
                    <a:latin typeface="Franklin Gothic Book"/>
                    <a:ea typeface="+mn-ea"/>
                    <a:cs typeface="+mn-cs"/>
                  </a:rPr>
                  <a:t>Person</a:t>
                </a:r>
              </a:p>
            </p:txBody>
          </p:sp>
        </p:grpSp>
        <p:grpSp>
          <p:nvGrpSpPr>
            <p:cNvPr id="7" name="Group 6">
              <a:extLst>
                <a:ext uri="{FF2B5EF4-FFF2-40B4-BE49-F238E27FC236}">
                  <a16:creationId xmlns:a16="http://schemas.microsoft.com/office/drawing/2014/main" id="{55A52A6E-612F-7092-7709-06D0A1A7AAF8}"/>
                </a:ext>
              </a:extLst>
            </p:cNvPr>
            <p:cNvGrpSpPr/>
            <p:nvPr/>
          </p:nvGrpSpPr>
          <p:grpSpPr>
            <a:xfrm>
              <a:off x="4991024" y="3285776"/>
              <a:ext cx="1702928" cy="512104"/>
              <a:chOff x="217110" y="1139221"/>
              <a:chExt cx="1730233" cy="553156"/>
            </a:xfrm>
            <a:solidFill>
              <a:srgbClr val="0D1F3B">
                <a:lumMod val="50000"/>
                <a:lumOff val="50000"/>
              </a:srgbClr>
            </a:solidFill>
          </p:grpSpPr>
          <p:sp>
            <p:nvSpPr>
              <p:cNvPr id="57" name="Rounded Rectangle 14">
                <a:extLst>
                  <a:ext uri="{FF2B5EF4-FFF2-40B4-BE49-F238E27FC236}">
                    <a16:creationId xmlns:a16="http://schemas.microsoft.com/office/drawing/2014/main" id="{9B6F48D6-074E-3D3C-9E8A-B96945D8C597}"/>
                  </a:ext>
                </a:extLst>
              </p:cNvPr>
              <p:cNvSpPr/>
              <p:nvPr/>
            </p:nvSpPr>
            <p:spPr>
              <a:xfrm>
                <a:off x="217110" y="1139221"/>
                <a:ext cx="1730233" cy="553156"/>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58" name="Rounded Rectangle 6">
                <a:extLst>
                  <a:ext uri="{FF2B5EF4-FFF2-40B4-BE49-F238E27FC236}">
                    <a16:creationId xmlns:a16="http://schemas.microsoft.com/office/drawing/2014/main" id="{39352AEC-3AC2-C952-D6AC-41424B688D80}"/>
                  </a:ext>
                </a:extLst>
              </p:cNvPr>
              <p:cNvSpPr txBox="1"/>
              <p:nvPr/>
            </p:nvSpPr>
            <p:spPr>
              <a:xfrm>
                <a:off x="233311" y="1155422"/>
                <a:ext cx="1697831" cy="520754"/>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Person</a:t>
                </a:r>
              </a:p>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srgbClr val="2759AD">
                        <a:lumMod val="20000"/>
                        <a:lumOff val="80000"/>
                      </a:srgbClr>
                    </a:solidFill>
                    <a:effectLst/>
                    <a:uLnTx/>
                    <a:uFillTx/>
                    <a:latin typeface="Franklin Gothic Book"/>
                    <a:ea typeface="+mn-ea"/>
                    <a:cs typeface="+mn-cs"/>
                  </a:rPr>
                  <a:t>(e.g., demographics)</a:t>
                </a:r>
              </a:p>
            </p:txBody>
          </p:sp>
        </p:grpSp>
        <p:grpSp>
          <p:nvGrpSpPr>
            <p:cNvPr id="8" name="Group 7">
              <a:extLst>
                <a:ext uri="{FF2B5EF4-FFF2-40B4-BE49-F238E27FC236}">
                  <a16:creationId xmlns:a16="http://schemas.microsoft.com/office/drawing/2014/main" id="{1690F5F6-AFF1-9209-6C61-22E706526EE8}"/>
                </a:ext>
              </a:extLst>
            </p:cNvPr>
            <p:cNvGrpSpPr/>
            <p:nvPr/>
          </p:nvGrpSpPr>
          <p:grpSpPr>
            <a:xfrm>
              <a:off x="4991024" y="3876666"/>
              <a:ext cx="1702928" cy="512104"/>
              <a:chOff x="217110" y="1777478"/>
              <a:chExt cx="1730233" cy="553156"/>
            </a:xfrm>
            <a:solidFill>
              <a:srgbClr val="0D1F3B">
                <a:lumMod val="50000"/>
                <a:lumOff val="50000"/>
              </a:srgbClr>
            </a:solidFill>
          </p:grpSpPr>
          <p:sp>
            <p:nvSpPr>
              <p:cNvPr id="55" name="Rounded Rectangle 12">
                <a:extLst>
                  <a:ext uri="{FF2B5EF4-FFF2-40B4-BE49-F238E27FC236}">
                    <a16:creationId xmlns:a16="http://schemas.microsoft.com/office/drawing/2014/main" id="{708B00FF-2E84-3251-8076-9D4D49EFCFDF}"/>
                  </a:ext>
                </a:extLst>
              </p:cNvPr>
              <p:cNvSpPr/>
              <p:nvPr/>
            </p:nvSpPr>
            <p:spPr>
              <a:xfrm>
                <a:off x="217110" y="1777478"/>
                <a:ext cx="1730233" cy="553156"/>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56" name="Rounded Rectangle 8">
                <a:extLst>
                  <a:ext uri="{FF2B5EF4-FFF2-40B4-BE49-F238E27FC236}">
                    <a16:creationId xmlns:a16="http://schemas.microsoft.com/office/drawing/2014/main" id="{14E510C4-2D02-49CF-B27A-A7569B01DA4F}"/>
                  </a:ext>
                </a:extLst>
              </p:cNvPr>
              <p:cNvSpPr txBox="1"/>
              <p:nvPr/>
            </p:nvSpPr>
            <p:spPr>
              <a:xfrm>
                <a:off x="233311" y="1793679"/>
                <a:ext cx="1697831" cy="520754"/>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Location</a:t>
                </a:r>
              </a:p>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100" b="0" i="0" u="none" strike="noStrike" kern="0" cap="none" spc="0" normalizeH="0" baseline="0" noProof="0" dirty="0">
                    <a:ln>
                      <a:noFill/>
                    </a:ln>
                    <a:solidFill>
                      <a:srgbClr val="2759AD">
                        <a:lumMod val="20000"/>
                        <a:lumOff val="80000"/>
                      </a:srgbClr>
                    </a:solidFill>
                    <a:effectLst/>
                    <a:uLnTx/>
                    <a:uFillTx/>
                    <a:latin typeface="Franklin Gothic Book"/>
                    <a:ea typeface="+mn-ea"/>
                    <a:cs typeface="+mn-cs"/>
                  </a:rPr>
                  <a:t>(e.g., zip code over time)</a:t>
                </a:r>
              </a:p>
            </p:txBody>
          </p:sp>
        </p:grpSp>
        <p:grpSp>
          <p:nvGrpSpPr>
            <p:cNvPr id="9" name="Group 8">
              <a:extLst>
                <a:ext uri="{FF2B5EF4-FFF2-40B4-BE49-F238E27FC236}">
                  <a16:creationId xmlns:a16="http://schemas.microsoft.com/office/drawing/2014/main" id="{9F0E406A-EFCB-1D07-FAAB-72B6D02E6FF2}"/>
                </a:ext>
              </a:extLst>
            </p:cNvPr>
            <p:cNvGrpSpPr/>
            <p:nvPr/>
          </p:nvGrpSpPr>
          <p:grpSpPr>
            <a:xfrm>
              <a:off x="4991024" y="4467557"/>
              <a:ext cx="1702928" cy="512104"/>
              <a:chOff x="217110" y="2415736"/>
              <a:chExt cx="1730233" cy="553156"/>
            </a:xfrm>
            <a:solidFill>
              <a:srgbClr val="0D1F3B">
                <a:lumMod val="50000"/>
                <a:lumOff val="50000"/>
              </a:srgbClr>
            </a:solidFill>
          </p:grpSpPr>
          <p:sp>
            <p:nvSpPr>
              <p:cNvPr id="53" name="Rounded Rectangle 10">
                <a:extLst>
                  <a:ext uri="{FF2B5EF4-FFF2-40B4-BE49-F238E27FC236}">
                    <a16:creationId xmlns:a16="http://schemas.microsoft.com/office/drawing/2014/main" id="{F2381281-616C-A772-C700-E29B93F03511}"/>
                  </a:ext>
                </a:extLst>
              </p:cNvPr>
              <p:cNvSpPr/>
              <p:nvPr/>
            </p:nvSpPr>
            <p:spPr>
              <a:xfrm>
                <a:off x="217110" y="2415736"/>
                <a:ext cx="1730233" cy="553156"/>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54" name="Rounded Rectangle 10">
                <a:extLst>
                  <a:ext uri="{FF2B5EF4-FFF2-40B4-BE49-F238E27FC236}">
                    <a16:creationId xmlns:a16="http://schemas.microsoft.com/office/drawing/2014/main" id="{AD45E057-3E14-55FD-79C6-FEB35F6CF8AF}"/>
                  </a:ext>
                </a:extLst>
              </p:cNvPr>
              <p:cNvSpPr txBox="1"/>
              <p:nvPr/>
            </p:nvSpPr>
            <p:spPr>
              <a:xfrm>
                <a:off x="233311" y="2431937"/>
                <a:ext cx="1697831" cy="520754"/>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Care Site</a:t>
                </a:r>
              </a:p>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200" b="0" i="0" u="none" strike="noStrike" kern="0" cap="none" spc="0" normalizeH="0" baseline="0" noProof="0" dirty="0">
                    <a:ln>
                      <a:noFill/>
                    </a:ln>
                    <a:solidFill>
                      <a:srgbClr val="2759AD">
                        <a:lumMod val="20000"/>
                        <a:lumOff val="80000"/>
                      </a:srgbClr>
                    </a:solidFill>
                    <a:effectLst/>
                    <a:uLnTx/>
                    <a:uFillTx/>
                    <a:latin typeface="Franklin Gothic Book"/>
                    <a:ea typeface="+mn-ea"/>
                    <a:cs typeface="+mn-cs"/>
                  </a:rPr>
                  <a:t>(e.g., facilities)</a:t>
                </a:r>
              </a:p>
            </p:txBody>
          </p:sp>
        </p:grpSp>
        <p:grpSp>
          <p:nvGrpSpPr>
            <p:cNvPr id="10" name="Group 9">
              <a:extLst>
                <a:ext uri="{FF2B5EF4-FFF2-40B4-BE49-F238E27FC236}">
                  <a16:creationId xmlns:a16="http://schemas.microsoft.com/office/drawing/2014/main" id="{278F0E24-8D6C-7BD9-4CD3-0271A3AFC522}"/>
                </a:ext>
              </a:extLst>
            </p:cNvPr>
            <p:cNvGrpSpPr/>
            <p:nvPr/>
          </p:nvGrpSpPr>
          <p:grpSpPr>
            <a:xfrm>
              <a:off x="4991024" y="5058446"/>
              <a:ext cx="1702928" cy="512104"/>
              <a:chOff x="217110" y="3053993"/>
              <a:chExt cx="1730233" cy="553156"/>
            </a:xfrm>
            <a:solidFill>
              <a:srgbClr val="0D1F3B">
                <a:lumMod val="50000"/>
                <a:lumOff val="50000"/>
              </a:srgbClr>
            </a:solidFill>
          </p:grpSpPr>
          <p:sp>
            <p:nvSpPr>
              <p:cNvPr id="51" name="Rounded Rectangle 8">
                <a:extLst>
                  <a:ext uri="{FF2B5EF4-FFF2-40B4-BE49-F238E27FC236}">
                    <a16:creationId xmlns:a16="http://schemas.microsoft.com/office/drawing/2014/main" id="{84F9B19A-D1B0-0E90-4A1F-69EA45679895}"/>
                  </a:ext>
                </a:extLst>
              </p:cNvPr>
              <p:cNvSpPr/>
              <p:nvPr/>
            </p:nvSpPr>
            <p:spPr>
              <a:xfrm>
                <a:off x="217110" y="3053993"/>
                <a:ext cx="1730233" cy="553156"/>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52" name="Rounded Rectangle 12">
                <a:extLst>
                  <a:ext uri="{FF2B5EF4-FFF2-40B4-BE49-F238E27FC236}">
                    <a16:creationId xmlns:a16="http://schemas.microsoft.com/office/drawing/2014/main" id="{24A3755B-E574-2EBB-6F85-1CE1B52A04B9}"/>
                  </a:ext>
                </a:extLst>
              </p:cNvPr>
              <p:cNvSpPr txBox="1"/>
              <p:nvPr/>
            </p:nvSpPr>
            <p:spPr>
              <a:xfrm>
                <a:off x="233311" y="3070194"/>
                <a:ext cx="1697831" cy="520754"/>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Provider</a:t>
                </a:r>
              </a:p>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200" b="0" i="0" u="none" strike="noStrike" kern="0" cap="none" spc="0" normalizeH="0" baseline="0" noProof="0" dirty="0">
                    <a:ln>
                      <a:noFill/>
                    </a:ln>
                    <a:solidFill>
                      <a:srgbClr val="2759AD">
                        <a:lumMod val="20000"/>
                        <a:lumOff val="80000"/>
                      </a:srgbClr>
                    </a:solidFill>
                    <a:effectLst/>
                    <a:uLnTx/>
                    <a:uFillTx/>
                    <a:latin typeface="Franklin Gothic Book"/>
                    <a:ea typeface="+mn-ea"/>
                    <a:cs typeface="+mn-cs"/>
                  </a:rPr>
                  <a:t>(e.g., provider type)</a:t>
                </a:r>
              </a:p>
            </p:txBody>
          </p:sp>
        </p:grpSp>
        <p:grpSp>
          <p:nvGrpSpPr>
            <p:cNvPr id="11" name="Group 10">
              <a:extLst>
                <a:ext uri="{FF2B5EF4-FFF2-40B4-BE49-F238E27FC236}">
                  <a16:creationId xmlns:a16="http://schemas.microsoft.com/office/drawing/2014/main" id="{26350960-69CD-EB0F-9B40-E08B103AEA20}"/>
                </a:ext>
              </a:extLst>
            </p:cNvPr>
            <p:cNvGrpSpPr/>
            <p:nvPr/>
          </p:nvGrpSpPr>
          <p:grpSpPr>
            <a:xfrm>
              <a:off x="7237400" y="2345501"/>
              <a:ext cx="2128660" cy="3337389"/>
              <a:chOff x="2325832" y="0"/>
              <a:chExt cx="2162791" cy="3797097"/>
            </a:xfrm>
          </p:grpSpPr>
          <p:sp>
            <p:nvSpPr>
              <p:cNvPr id="49" name="Rounded Rectangle 40">
                <a:extLst>
                  <a:ext uri="{FF2B5EF4-FFF2-40B4-BE49-F238E27FC236}">
                    <a16:creationId xmlns:a16="http://schemas.microsoft.com/office/drawing/2014/main" id="{A6232A4F-9FA4-9015-F65C-1DD6A26633CD}"/>
                  </a:ext>
                </a:extLst>
              </p:cNvPr>
              <p:cNvSpPr/>
              <p:nvPr/>
            </p:nvSpPr>
            <p:spPr>
              <a:xfrm>
                <a:off x="2325832" y="0"/>
                <a:ext cx="2162791" cy="3797097"/>
              </a:xfrm>
              <a:prstGeom prst="roundRect">
                <a:avLst>
                  <a:gd name="adj" fmla="val 10000"/>
                </a:avLst>
              </a:prstGeom>
              <a:solidFill>
                <a:srgbClr val="0D1F3B">
                  <a:tint val="40000"/>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75757">
                      <a:hueOff val="0"/>
                      <a:satOff val="0"/>
                      <a:lumOff val="0"/>
                      <a:alphaOff val="0"/>
                    </a:srgbClr>
                  </a:solidFill>
                  <a:effectLst/>
                  <a:uLnTx/>
                  <a:uFillTx/>
                  <a:latin typeface="Franklin Gothic Book"/>
                  <a:ea typeface="+mn-ea"/>
                  <a:cs typeface="+mn-cs"/>
                </a:endParaRPr>
              </a:p>
            </p:txBody>
          </p:sp>
          <p:sp>
            <p:nvSpPr>
              <p:cNvPr id="50" name="Rounded Rectangle 4">
                <a:extLst>
                  <a:ext uri="{FF2B5EF4-FFF2-40B4-BE49-F238E27FC236}">
                    <a16:creationId xmlns:a16="http://schemas.microsoft.com/office/drawing/2014/main" id="{FDC9D536-A184-A4B6-BEB8-284FC9867EF7}"/>
                  </a:ext>
                </a:extLst>
              </p:cNvPr>
              <p:cNvSpPr txBox="1"/>
              <p:nvPr/>
            </p:nvSpPr>
            <p:spPr>
              <a:xfrm>
                <a:off x="2325832" y="0"/>
                <a:ext cx="2162791" cy="1139129"/>
              </a:xfrm>
              <a:prstGeom prst="rect">
                <a:avLst/>
              </a:prstGeom>
              <a:noFill/>
              <a:ln>
                <a:noFill/>
              </a:ln>
              <a:effectLst/>
            </p:spPr>
            <p:txBody>
              <a:bodyPr spcFirstLastPara="0" vert="horz" wrap="square" lIns="118110" tIns="118110" rIns="118110" bIns="118110" numCol="1" spcCol="1270" anchor="ctr" anchorCtr="0">
                <a:noAutofit/>
              </a:bodyPr>
              <a:lstStyle/>
              <a:p>
                <a:pPr marL="0" marR="0" lvl="0" indent="0" algn="ctr" defTabSz="1377950" eaLnBrk="1" fontAlgn="auto" latinLnBrk="0" hangingPunct="1">
                  <a:lnSpc>
                    <a:spcPct val="90000"/>
                  </a:lnSpc>
                  <a:spcBef>
                    <a:spcPct val="0"/>
                  </a:spcBef>
                  <a:spcAft>
                    <a:spcPct val="35000"/>
                  </a:spcAft>
                  <a:buClrTx/>
                  <a:buSzTx/>
                  <a:buFontTx/>
                  <a:buNone/>
                  <a:tabLst/>
                  <a:defRPr/>
                </a:pPr>
                <a:r>
                  <a:rPr kumimoji="0" lang="en-US" sz="2400" b="0" i="0" u="none" strike="noStrike" kern="0" cap="none" spc="0" normalizeH="0" baseline="0" noProof="0" dirty="0">
                    <a:ln>
                      <a:noFill/>
                    </a:ln>
                    <a:solidFill>
                      <a:srgbClr val="575757">
                        <a:hueOff val="0"/>
                        <a:satOff val="0"/>
                        <a:lumOff val="0"/>
                        <a:alphaOff val="0"/>
                      </a:srgbClr>
                    </a:solidFill>
                    <a:effectLst/>
                    <a:uLnTx/>
                    <a:uFillTx/>
                    <a:latin typeface="Franklin Gothic Book"/>
                    <a:ea typeface="+mn-ea"/>
                    <a:cs typeface="+mn-cs"/>
                  </a:rPr>
                  <a:t>Clinical Events</a:t>
                </a:r>
              </a:p>
            </p:txBody>
          </p:sp>
        </p:grpSp>
        <p:grpSp>
          <p:nvGrpSpPr>
            <p:cNvPr id="12" name="Group 11">
              <a:extLst>
                <a:ext uri="{FF2B5EF4-FFF2-40B4-BE49-F238E27FC236}">
                  <a16:creationId xmlns:a16="http://schemas.microsoft.com/office/drawing/2014/main" id="{B801D263-9B78-DD4B-8AB6-14B28F015BD8}"/>
                </a:ext>
              </a:extLst>
            </p:cNvPr>
            <p:cNvGrpSpPr/>
            <p:nvPr/>
          </p:nvGrpSpPr>
          <p:grpSpPr>
            <a:xfrm>
              <a:off x="7450266" y="3299275"/>
              <a:ext cx="1702928" cy="287849"/>
              <a:chOff x="2542111" y="1141446"/>
              <a:chExt cx="1730233" cy="310924"/>
            </a:xfrm>
            <a:solidFill>
              <a:srgbClr val="0D1F3B">
                <a:lumMod val="50000"/>
                <a:lumOff val="50000"/>
              </a:srgbClr>
            </a:solidFill>
          </p:grpSpPr>
          <p:sp>
            <p:nvSpPr>
              <p:cNvPr id="47" name="Rounded Rectangle 38">
                <a:extLst>
                  <a:ext uri="{FF2B5EF4-FFF2-40B4-BE49-F238E27FC236}">
                    <a16:creationId xmlns:a16="http://schemas.microsoft.com/office/drawing/2014/main" id="{F4CF081E-7163-54EC-98DF-B1F6D7C7D839}"/>
                  </a:ext>
                </a:extLst>
              </p:cNvPr>
              <p:cNvSpPr/>
              <p:nvPr/>
            </p:nvSpPr>
            <p:spPr>
              <a:xfrm>
                <a:off x="2542111" y="1141446"/>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48" name="Rounded Rectangle 6">
                <a:extLst>
                  <a:ext uri="{FF2B5EF4-FFF2-40B4-BE49-F238E27FC236}">
                    <a16:creationId xmlns:a16="http://schemas.microsoft.com/office/drawing/2014/main" id="{B6E64CC2-6849-83F4-BF47-7EE14028EDDA}"/>
                  </a:ext>
                </a:extLst>
              </p:cNvPr>
              <p:cNvSpPr txBox="1"/>
              <p:nvPr/>
            </p:nvSpPr>
            <p:spPr>
              <a:xfrm>
                <a:off x="2551218" y="1150553"/>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Visit Occurrence</a:t>
                </a:r>
              </a:p>
            </p:txBody>
          </p:sp>
        </p:grpSp>
        <p:grpSp>
          <p:nvGrpSpPr>
            <p:cNvPr id="13" name="Group 12">
              <a:extLst>
                <a:ext uri="{FF2B5EF4-FFF2-40B4-BE49-F238E27FC236}">
                  <a16:creationId xmlns:a16="http://schemas.microsoft.com/office/drawing/2014/main" id="{4BFD7441-C57E-8184-5465-1F17EAAF87D9}"/>
                </a:ext>
              </a:extLst>
            </p:cNvPr>
            <p:cNvGrpSpPr/>
            <p:nvPr/>
          </p:nvGrpSpPr>
          <p:grpSpPr>
            <a:xfrm>
              <a:off x="7450266" y="3631410"/>
              <a:ext cx="1702928" cy="287849"/>
              <a:chOff x="2542111" y="1500205"/>
              <a:chExt cx="1730233" cy="310924"/>
            </a:xfrm>
            <a:solidFill>
              <a:srgbClr val="0D1F3B">
                <a:lumMod val="50000"/>
                <a:lumOff val="50000"/>
              </a:srgbClr>
            </a:solidFill>
          </p:grpSpPr>
          <p:sp>
            <p:nvSpPr>
              <p:cNvPr id="45" name="Rounded Rectangle 36">
                <a:extLst>
                  <a:ext uri="{FF2B5EF4-FFF2-40B4-BE49-F238E27FC236}">
                    <a16:creationId xmlns:a16="http://schemas.microsoft.com/office/drawing/2014/main" id="{11E85D8F-83F7-BE65-7B17-118CA5D13536}"/>
                  </a:ext>
                </a:extLst>
              </p:cNvPr>
              <p:cNvSpPr/>
              <p:nvPr/>
            </p:nvSpPr>
            <p:spPr>
              <a:xfrm>
                <a:off x="2542111" y="1500205"/>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46" name="Rounded Rectangle 8">
                <a:extLst>
                  <a:ext uri="{FF2B5EF4-FFF2-40B4-BE49-F238E27FC236}">
                    <a16:creationId xmlns:a16="http://schemas.microsoft.com/office/drawing/2014/main" id="{89646808-B76E-BF98-FAF2-755D25387D2E}"/>
                  </a:ext>
                </a:extLst>
              </p:cNvPr>
              <p:cNvSpPr txBox="1"/>
              <p:nvPr/>
            </p:nvSpPr>
            <p:spPr>
              <a:xfrm>
                <a:off x="2551218" y="1509312"/>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Condition Occurrence</a:t>
                </a:r>
              </a:p>
            </p:txBody>
          </p:sp>
        </p:grpSp>
        <p:grpSp>
          <p:nvGrpSpPr>
            <p:cNvPr id="14" name="Group 13">
              <a:extLst>
                <a:ext uri="{FF2B5EF4-FFF2-40B4-BE49-F238E27FC236}">
                  <a16:creationId xmlns:a16="http://schemas.microsoft.com/office/drawing/2014/main" id="{5686E06C-436C-1593-C3E4-197D74D59334}"/>
                </a:ext>
              </a:extLst>
            </p:cNvPr>
            <p:cNvGrpSpPr/>
            <p:nvPr/>
          </p:nvGrpSpPr>
          <p:grpSpPr>
            <a:xfrm>
              <a:off x="7450266" y="3963544"/>
              <a:ext cx="1702928" cy="287849"/>
              <a:chOff x="2542111" y="1858964"/>
              <a:chExt cx="1730233" cy="310924"/>
            </a:xfrm>
            <a:solidFill>
              <a:srgbClr val="0D1F3B">
                <a:lumMod val="50000"/>
                <a:lumOff val="50000"/>
              </a:srgbClr>
            </a:solidFill>
          </p:grpSpPr>
          <p:sp>
            <p:nvSpPr>
              <p:cNvPr id="43" name="Rounded Rectangle 34">
                <a:extLst>
                  <a:ext uri="{FF2B5EF4-FFF2-40B4-BE49-F238E27FC236}">
                    <a16:creationId xmlns:a16="http://schemas.microsoft.com/office/drawing/2014/main" id="{4F86C6FB-B54F-0341-3A86-EB0E7843B559}"/>
                  </a:ext>
                </a:extLst>
              </p:cNvPr>
              <p:cNvSpPr/>
              <p:nvPr/>
            </p:nvSpPr>
            <p:spPr>
              <a:xfrm>
                <a:off x="2542111" y="1858964"/>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44" name="Rounded Rectangle 10">
                <a:extLst>
                  <a:ext uri="{FF2B5EF4-FFF2-40B4-BE49-F238E27FC236}">
                    <a16:creationId xmlns:a16="http://schemas.microsoft.com/office/drawing/2014/main" id="{76C7DF0C-2091-3C1A-784E-91A643C98E8C}"/>
                  </a:ext>
                </a:extLst>
              </p:cNvPr>
              <p:cNvSpPr txBox="1"/>
              <p:nvPr/>
            </p:nvSpPr>
            <p:spPr>
              <a:xfrm>
                <a:off x="2551218" y="1868071"/>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Observation</a:t>
                </a:r>
              </a:p>
            </p:txBody>
          </p:sp>
        </p:grpSp>
        <p:grpSp>
          <p:nvGrpSpPr>
            <p:cNvPr id="15" name="Group 14">
              <a:extLst>
                <a:ext uri="{FF2B5EF4-FFF2-40B4-BE49-F238E27FC236}">
                  <a16:creationId xmlns:a16="http://schemas.microsoft.com/office/drawing/2014/main" id="{49A33EC6-B9B0-8888-3CC2-5F1135B70CC1}"/>
                </a:ext>
              </a:extLst>
            </p:cNvPr>
            <p:cNvGrpSpPr/>
            <p:nvPr/>
          </p:nvGrpSpPr>
          <p:grpSpPr>
            <a:xfrm>
              <a:off x="7450266" y="4295678"/>
              <a:ext cx="1702928" cy="287849"/>
              <a:chOff x="2542111" y="2217723"/>
              <a:chExt cx="1730233" cy="310924"/>
            </a:xfrm>
            <a:solidFill>
              <a:srgbClr val="0D1F3B">
                <a:lumMod val="50000"/>
                <a:lumOff val="50000"/>
              </a:srgbClr>
            </a:solidFill>
          </p:grpSpPr>
          <p:sp>
            <p:nvSpPr>
              <p:cNvPr id="41" name="Rounded Rectangle 32">
                <a:extLst>
                  <a:ext uri="{FF2B5EF4-FFF2-40B4-BE49-F238E27FC236}">
                    <a16:creationId xmlns:a16="http://schemas.microsoft.com/office/drawing/2014/main" id="{F83D4D5E-1303-53CB-1B47-359345DA14AA}"/>
                  </a:ext>
                </a:extLst>
              </p:cNvPr>
              <p:cNvSpPr/>
              <p:nvPr/>
            </p:nvSpPr>
            <p:spPr>
              <a:xfrm>
                <a:off x="2542111" y="2217723"/>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42" name="Rounded Rectangle 12">
                <a:extLst>
                  <a:ext uri="{FF2B5EF4-FFF2-40B4-BE49-F238E27FC236}">
                    <a16:creationId xmlns:a16="http://schemas.microsoft.com/office/drawing/2014/main" id="{C3FF0CC9-E9DC-6180-AB1F-3F89D37BB5DB}"/>
                  </a:ext>
                </a:extLst>
              </p:cNvPr>
              <p:cNvSpPr txBox="1"/>
              <p:nvPr/>
            </p:nvSpPr>
            <p:spPr>
              <a:xfrm>
                <a:off x="2551218" y="2226830"/>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Measurement</a:t>
                </a:r>
              </a:p>
            </p:txBody>
          </p:sp>
        </p:grpSp>
        <p:grpSp>
          <p:nvGrpSpPr>
            <p:cNvPr id="16" name="Group 15">
              <a:extLst>
                <a:ext uri="{FF2B5EF4-FFF2-40B4-BE49-F238E27FC236}">
                  <a16:creationId xmlns:a16="http://schemas.microsoft.com/office/drawing/2014/main" id="{5E28E675-D773-619F-5AAC-F4AB70FD940D}"/>
                </a:ext>
              </a:extLst>
            </p:cNvPr>
            <p:cNvGrpSpPr/>
            <p:nvPr/>
          </p:nvGrpSpPr>
          <p:grpSpPr>
            <a:xfrm>
              <a:off x="7450266" y="4627812"/>
              <a:ext cx="1702928" cy="287849"/>
              <a:chOff x="2542111" y="2576482"/>
              <a:chExt cx="1730233" cy="310924"/>
            </a:xfrm>
            <a:solidFill>
              <a:srgbClr val="0D1F3B">
                <a:lumMod val="50000"/>
                <a:lumOff val="50000"/>
              </a:srgbClr>
            </a:solidFill>
          </p:grpSpPr>
          <p:sp>
            <p:nvSpPr>
              <p:cNvPr id="39" name="Rounded Rectangle 30">
                <a:extLst>
                  <a:ext uri="{FF2B5EF4-FFF2-40B4-BE49-F238E27FC236}">
                    <a16:creationId xmlns:a16="http://schemas.microsoft.com/office/drawing/2014/main" id="{B7F950F4-6E82-9803-E87B-218981B09120}"/>
                  </a:ext>
                </a:extLst>
              </p:cNvPr>
              <p:cNvSpPr/>
              <p:nvPr/>
            </p:nvSpPr>
            <p:spPr>
              <a:xfrm>
                <a:off x="2542111" y="2576482"/>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40" name="Rounded Rectangle 14">
                <a:extLst>
                  <a:ext uri="{FF2B5EF4-FFF2-40B4-BE49-F238E27FC236}">
                    <a16:creationId xmlns:a16="http://schemas.microsoft.com/office/drawing/2014/main" id="{46B33864-8AD1-F886-AC82-9D232D1804D0}"/>
                  </a:ext>
                </a:extLst>
              </p:cNvPr>
              <p:cNvSpPr txBox="1"/>
              <p:nvPr/>
            </p:nvSpPr>
            <p:spPr>
              <a:xfrm>
                <a:off x="2551218" y="2585589"/>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Procedure Occurrence</a:t>
                </a:r>
              </a:p>
            </p:txBody>
          </p:sp>
        </p:grpSp>
        <p:grpSp>
          <p:nvGrpSpPr>
            <p:cNvPr id="17" name="Group 16">
              <a:extLst>
                <a:ext uri="{FF2B5EF4-FFF2-40B4-BE49-F238E27FC236}">
                  <a16:creationId xmlns:a16="http://schemas.microsoft.com/office/drawing/2014/main" id="{D1468590-C2EE-F007-5045-980BE80E5872}"/>
                </a:ext>
              </a:extLst>
            </p:cNvPr>
            <p:cNvGrpSpPr/>
            <p:nvPr/>
          </p:nvGrpSpPr>
          <p:grpSpPr>
            <a:xfrm>
              <a:off x="7450266" y="4959946"/>
              <a:ext cx="1702928" cy="287849"/>
              <a:chOff x="2542111" y="2935241"/>
              <a:chExt cx="1730233" cy="310924"/>
            </a:xfrm>
            <a:solidFill>
              <a:srgbClr val="0D1F3B">
                <a:lumMod val="50000"/>
                <a:lumOff val="50000"/>
              </a:srgbClr>
            </a:solidFill>
          </p:grpSpPr>
          <p:sp>
            <p:nvSpPr>
              <p:cNvPr id="37" name="Rounded Rectangle 28">
                <a:extLst>
                  <a:ext uri="{FF2B5EF4-FFF2-40B4-BE49-F238E27FC236}">
                    <a16:creationId xmlns:a16="http://schemas.microsoft.com/office/drawing/2014/main" id="{70510A10-DB20-9019-DBD1-DB475C0C6B4F}"/>
                  </a:ext>
                </a:extLst>
              </p:cNvPr>
              <p:cNvSpPr/>
              <p:nvPr/>
            </p:nvSpPr>
            <p:spPr>
              <a:xfrm>
                <a:off x="2542111" y="2935241"/>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38" name="Rounded Rectangle 16">
                <a:extLst>
                  <a:ext uri="{FF2B5EF4-FFF2-40B4-BE49-F238E27FC236}">
                    <a16:creationId xmlns:a16="http://schemas.microsoft.com/office/drawing/2014/main" id="{BB9BDB83-22DA-982E-50FE-FF3D6F9926C0}"/>
                  </a:ext>
                </a:extLst>
              </p:cNvPr>
              <p:cNvSpPr txBox="1"/>
              <p:nvPr/>
            </p:nvSpPr>
            <p:spPr>
              <a:xfrm>
                <a:off x="2551218" y="2944348"/>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Drug Exposure</a:t>
                </a:r>
              </a:p>
            </p:txBody>
          </p:sp>
        </p:grpSp>
        <p:grpSp>
          <p:nvGrpSpPr>
            <p:cNvPr id="18" name="Group 17">
              <a:extLst>
                <a:ext uri="{FF2B5EF4-FFF2-40B4-BE49-F238E27FC236}">
                  <a16:creationId xmlns:a16="http://schemas.microsoft.com/office/drawing/2014/main" id="{3C2A6231-60E0-5D4C-7F50-BEEF70D83BB1}"/>
                </a:ext>
              </a:extLst>
            </p:cNvPr>
            <p:cNvGrpSpPr/>
            <p:nvPr/>
          </p:nvGrpSpPr>
          <p:grpSpPr>
            <a:xfrm>
              <a:off x="7450266" y="5292080"/>
              <a:ext cx="1702928" cy="287849"/>
              <a:chOff x="2542111" y="3294000"/>
              <a:chExt cx="1730233" cy="310924"/>
            </a:xfrm>
            <a:solidFill>
              <a:srgbClr val="0D1F3B">
                <a:lumMod val="50000"/>
                <a:lumOff val="50000"/>
              </a:srgbClr>
            </a:solidFill>
          </p:grpSpPr>
          <p:sp>
            <p:nvSpPr>
              <p:cNvPr id="35" name="Rounded Rectangle 26">
                <a:extLst>
                  <a:ext uri="{FF2B5EF4-FFF2-40B4-BE49-F238E27FC236}">
                    <a16:creationId xmlns:a16="http://schemas.microsoft.com/office/drawing/2014/main" id="{B2EED12C-265C-693B-BBC3-366B6F35B0CD}"/>
                  </a:ext>
                </a:extLst>
              </p:cNvPr>
              <p:cNvSpPr/>
              <p:nvPr/>
            </p:nvSpPr>
            <p:spPr>
              <a:xfrm>
                <a:off x="2542111" y="3294000"/>
                <a:ext cx="1730233" cy="310924"/>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36" name="Rounded Rectangle 18">
                <a:extLst>
                  <a:ext uri="{FF2B5EF4-FFF2-40B4-BE49-F238E27FC236}">
                    <a16:creationId xmlns:a16="http://schemas.microsoft.com/office/drawing/2014/main" id="{771E146E-A471-06C7-9968-15C583693B9A}"/>
                  </a:ext>
                </a:extLst>
              </p:cNvPr>
              <p:cNvSpPr txBox="1"/>
              <p:nvPr/>
            </p:nvSpPr>
            <p:spPr>
              <a:xfrm>
                <a:off x="2551218" y="3303107"/>
                <a:ext cx="1712019" cy="292710"/>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Device Exposure</a:t>
                </a:r>
              </a:p>
            </p:txBody>
          </p:sp>
        </p:grpSp>
        <p:grpSp>
          <p:nvGrpSpPr>
            <p:cNvPr id="19" name="Group 18">
              <a:extLst>
                <a:ext uri="{FF2B5EF4-FFF2-40B4-BE49-F238E27FC236}">
                  <a16:creationId xmlns:a16="http://schemas.microsoft.com/office/drawing/2014/main" id="{444135D7-C278-F8FD-154A-3828DCB85A3D}"/>
                </a:ext>
              </a:extLst>
            </p:cNvPr>
            <p:cNvGrpSpPr/>
            <p:nvPr/>
          </p:nvGrpSpPr>
          <p:grpSpPr>
            <a:xfrm>
              <a:off x="9578926" y="2345500"/>
              <a:ext cx="2128660" cy="3337390"/>
              <a:chOff x="4650833" y="0"/>
              <a:chExt cx="2162791" cy="3797097"/>
            </a:xfrm>
          </p:grpSpPr>
          <p:sp>
            <p:nvSpPr>
              <p:cNvPr id="33" name="Rounded Rectangle 46">
                <a:extLst>
                  <a:ext uri="{FF2B5EF4-FFF2-40B4-BE49-F238E27FC236}">
                    <a16:creationId xmlns:a16="http://schemas.microsoft.com/office/drawing/2014/main" id="{D58C7471-0112-EAF2-D19D-3F993DCFD90F}"/>
                  </a:ext>
                </a:extLst>
              </p:cNvPr>
              <p:cNvSpPr/>
              <p:nvPr/>
            </p:nvSpPr>
            <p:spPr>
              <a:xfrm>
                <a:off x="4650833" y="0"/>
                <a:ext cx="2162791" cy="3797097"/>
              </a:xfrm>
              <a:prstGeom prst="roundRect">
                <a:avLst>
                  <a:gd name="adj" fmla="val 10000"/>
                </a:avLst>
              </a:prstGeom>
              <a:solidFill>
                <a:srgbClr val="0D1F3B">
                  <a:tint val="40000"/>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75757">
                      <a:hueOff val="0"/>
                      <a:satOff val="0"/>
                      <a:lumOff val="0"/>
                      <a:alphaOff val="0"/>
                    </a:srgbClr>
                  </a:solidFill>
                  <a:effectLst/>
                  <a:uLnTx/>
                  <a:uFillTx/>
                  <a:latin typeface="Franklin Gothic Book"/>
                  <a:ea typeface="+mn-ea"/>
                  <a:cs typeface="+mn-cs"/>
                </a:endParaRPr>
              </a:p>
            </p:txBody>
          </p:sp>
          <p:sp>
            <p:nvSpPr>
              <p:cNvPr id="34" name="Rounded Rectangle 4">
                <a:extLst>
                  <a:ext uri="{FF2B5EF4-FFF2-40B4-BE49-F238E27FC236}">
                    <a16:creationId xmlns:a16="http://schemas.microsoft.com/office/drawing/2014/main" id="{46AC1FC7-2C0C-E200-A89B-03790BDAE4F2}"/>
                  </a:ext>
                </a:extLst>
              </p:cNvPr>
              <p:cNvSpPr txBox="1"/>
              <p:nvPr/>
            </p:nvSpPr>
            <p:spPr>
              <a:xfrm>
                <a:off x="4650833" y="0"/>
                <a:ext cx="2162791" cy="1139129"/>
              </a:xfrm>
              <a:prstGeom prst="rect">
                <a:avLst/>
              </a:prstGeom>
              <a:noFill/>
              <a:ln>
                <a:noFill/>
              </a:ln>
              <a:effectLst/>
            </p:spPr>
            <p:txBody>
              <a:bodyPr spcFirstLastPara="0" vert="horz" wrap="square" lIns="118110" tIns="118110" rIns="118110" bIns="118110" numCol="1" spcCol="1270" anchor="ctr" anchorCtr="0">
                <a:noAutofit/>
              </a:bodyPr>
              <a:lstStyle/>
              <a:p>
                <a:pPr marL="0" marR="0" lvl="0" indent="0" algn="ctr" defTabSz="1377950" eaLnBrk="1" fontAlgn="auto" latinLnBrk="0" hangingPunct="1">
                  <a:lnSpc>
                    <a:spcPct val="90000"/>
                  </a:lnSpc>
                  <a:spcBef>
                    <a:spcPct val="0"/>
                  </a:spcBef>
                  <a:spcAft>
                    <a:spcPct val="35000"/>
                  </a:spcAft>
                  <a:buClrTx/>
                  <a:buSzTx/>
                  <a:buFontTx/>
                  <a:buNone/>
                  <a:tabLst/>
                  <a:defRPr/>
                </a:pPr>
                <a:r>
                  <a:rPr kumimoji="0" lang="en-US" sz="2400" b="0" i="0" u="none" strike="noStrike" kern="0" cap="none" spc="0" normalizeH="0" baseline="0" noProof="0" dirty="0">
                    <a:ln>
                      <a:noFill/>
                    </a:ln>
                    <a:solidFill>
                      <a:srgbClr val="575757">
                        <a:hueOff val="0"/>
                        <a:satOff val="0"/>
                        <a:lumOff val="0"/>
                        <a:alphaOff val="0"/>
                      </a:srgbClr>
                    </a:solidFill>
                    <a:effectLst/>
                    <a:uLnTx/>
                    <a:uFillTx/>
                    <a:latin typeface="Franklin Gothic Book"/>
                    <a:ea typeface="+mn-ea"/>
                    <a:cs typeface="+mn-cs"/>
                  </a:rPr>
                  <a:t>Health Economics</a:t>
                </a:r>
              </a:p>
            </p:txBody>
          </p:sp>
        </p:grpSp>
        <p:grpSp>
          <p:nvGrpSpPr>
            <p:cNvPr id="20" name="Group 19">
              <a:extLst>
                <a:ext uri="{FF2B5EF4-FFF2-40B4-BE49-F238E27FC236}">
                  <a16:creationId xmlns:a16="http://schemas.microsoft.com/office/drawing/2014/main" id="{97B3F713-5D0A-1528-BF2A-61BCB13650E6}"/>
                </a:ext>
              </a:extLst>
            </p:cNvPr>
            <p:cNvGrpSpPr/>
            <p:nvPr/>
          </p:nvGrpSpPr>
          <p:grpSpPr>
            <a:xfrm>
              <a:off x="9791791" y="3288165"/>
              <a:ext cx="1702928" cy="351676"/>
              <a:chOff x="4867112" y="2183251"/>
              <a:chExt cx="1730233" cy="379867"/>
            </a:xfrm>
            <a:solidFill>
              <a:srgbClr val="0D1F3B">
                <a:lumMod val="50000"/>
                <a:lumOff val="50000"/>
              </a:srgbClr>
            </a:solidFill>
          </p:grpSpPr>
          <p:sp>
            <p:nvSpPr>
              <p:cNvPr id="31" name="Rounded Rectangle 44">
                <a:extLst>
                  <a:ext uri="{FF2B5EF4-FFF2-40B4-BE49-F238E27FC236}">
                    <a16:creationId xmlns:a16="http://schemas.microsoft.com/office/drawing/2014/main" id="{DA5DDD0B-D4C2-C565-7E17-1D4614301C8A}"/>
                  </a:ext>
                </a:extLst>
              </p:cNvPr>
              <p:cNvSpPr/>
              <p:nvPr/>
            </p:nvSpPr>
            <p:spPr>
              <a:xfrm>
                <a:off x="4867112" y="2183251"/>
                <a:ext cx="1730233" cy="379867"/>
              </a:xfrm>
              <a:prstGeom prst="roundRect">
                <a:avLst>
                  <a:gd name="adj" fmla="val 10000"/>
                </a:avLst>
              </a:prstGeom>
              <a:grpFill/>
              <a:ln w="10795" cap="flat" cmpd="sng" algn="ctr">
                <a:solidFill>
                  <a:sysClr val="window" lastClr="FFFFFF">
                    <a:hueOff val="0"/>
                    <a:satOff val="0"/>
                    <a:lumOff val="0"/>
                    <a:alphaOff val="0"/>
                  </a:sysClr>
                </a:solidFill>
                <a:prstDash val="soli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32" name="Rounded Rectangle 6">
                <a:extLst>
                  <a:ext uri="{FF2B5EF4-FFF2-40B4-BE49-F238E27FC236}">
                    <a16:creationId xmlns:a16="http://schemas.microsoft.com/office/drawing/2014/main" id="{02C39D97-32A9-5C76-FF8C-9514C18FC742}"/>
                  </a:ext>
                </a:extLst>
              </p:cNvPr>
              <p:cNvSpPr txBox="1"/>
              <p:nvPr/>
            </p:nvSpPr>
            <p:spPr>
              <a:xfrm>
                <a:off x="4878238" y="2194377"/>
                <a:ext cx="1707981" cy="357615"/>
              </a:xfrm>
              <a:prstGeom prst="rect">
                <a:avLst/>
              </a:prstGeom>
              <a:grpFill/>
              <a:ln>
                <a:noFill/>
              </a:ln>
              <a:effectLst/>
            </p:spPr>
            <p:txBody>
              <a:bodyPr spcFirstLastPara="0" vert="horz" wrap="square" lIns="33020" tIns="24765" rIns="33020" bIns="24765"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r>
                  <a:rPr kumimoji="0" lang="en-US" sz="1300" b="0" i="0" u="none" strike="noStrike" kern="0" cap="none" spc="0" normalizeH="0" baseline="0" noProof="0" dirty="0">
                    <a:ln>
                      <a:noFill/>
                    </a:ln>
                    <a:solidFill>
                      <a:prstClr val="white"/>
                    </a:solidFill>
                    <a:effectLst/>
                    <a:uLnTx/>
                    <a:uFillTx/>
                    <a:latin typeface="Franklin Gothic Book"/>
                    <a:ea typeface="+mn-ea"/>
                    <a:cs typeface="+mn-cs"/>
                  </a:rPr>
                  <a:t>Cost</a:t>
                </a:r>
              </a:p>
            </p:txBody>
          </p:sp>
        </p:grpSp>
        <p:sp>
          <p:nvSpPr>
            <p:cNvPr id="21" name="TextBox 20">
              <a:extLst>
                <a:ext uri="{FF2B5EF4-FFF2-40B4-BE49-F238E27FC236}">
                  <a16:creationId xmlns:a16="http://schemas.microsoft.com/office/drawing/2014/main" id="{D236C4D4-2D89-5E84-42E7-779FBE4C54B8}"/>
                </a:ext>
              </a:extLst>
            </p:cNvPr>
            <p:cNvSpPr txBox="1"/>
            <p:nvPr/>
          </p:nvSpPr>
          <p:spPr>
            <a:xfrm>
              <a:off x="4581909" y="1585178"/>
              <a:ext cx="697057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MHS CDM Maps to Standardized Definitions and Vocabulary in the following areas:</a:t>
              </a:r>
            </a:p>
          </p:txBody>
        </p:sp>
      </p:grpSp>
      <p:sp>
        <p:nvSpPr>
          <p:cNvPr id="28" name="Right Arrow 56">
            <a:extLst>
              <a:ext uri="{FF2B5EF4-FFF2-40B4-BE49-F238E27FC236}">
                <a16:creationId xmlns:a16="http://schemas.microsoft.com/office/drawing/2014/main" id="{BB1585F9-7E14-912E-A278-31C1A602532D}"/>
              </a:ext>
              <a:ext uri="{C183D7F6-B498-43B3-948B-1728B52AA6E4}">
                <adec:decorative xmlns:adec="http://schemas.microsoft.com/office/drawing/2017/decorative" val="1"/>
              </a:ext>
            </a:extLst>
          </p:cNvPr>
          <p:cNvSpPr/>
          <p:nvPr/>
        </p:nvSpPr>
        <p:spPr>
          <a:xfrm>
            <a:off x="3297482" y="3726095"/>
            <a:ext cx="1058073" cy="474897"/>
          </a:xfrm>
          <a:prstGeom prst="rightArrow">
            <a:avLst/>
          </a:prstGeom>
          <a:solidFill>
            <a:srgbClr val="0D1F3B"/>
          </a:solidFill>
          <a:ln w="10795" cap="flat" cmpd="sng" algn="ctr">
            <a:solidFill>
              <a:srgbClr val="0D1F3B">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Franklin Gothic Book"/>
              <a:ea typeface="+mn-ea"/>
              <a:cs typeface="+mn-cs"/>
            </a:endParaRPr>
          </a:p>
        </p:txBody>
      </p:sp>
      <p:sp>
        <p:nvSpPr>
          <p:cNvPr id="3" name="Date Placeholder 2">
            <a:extLst>
              <a:ext uri="{FF2B5EF4-FFF2-40B4-BE49-F238E27FC236}">
                <a16:creationId xmlns:a16="http://schemas.microsoft.com/office/drawing/2014/main" id="{B7CE41BD-668E-2F57-E92A-6F7815437AB0}"/>
              </a:ext>
            </a:extLst>
          </p:cNvPr>
          <p:cNvSpPr>
            <a:spLocks noGrp="1"/>
          </p:cNvSpPr>
          <p:nvPr>
            <p:ph type="dt" sz="half" idx="10"/>
          </p:nvPr>
        </p:nvSpPr>
        <p:spPr>
          <a:xfrm>
            <a:off x="333632" y="6236570"/>
            <a:ext cx="2743200" cy="365125"/>
          </a:xfrm>
        </p:spPr>
        <p:txBody>
          <a:bodyPr/>
          <a:lstStyle/>
          <a:p>
            <a:r>
              <a:rPr lang="en-US" dirty="0"/>
              <a:t>UNCLASSIFIED</a:t>
            </a:r>
          </a:p>
        </p:txBody>
      </p:sp>
      <p:sp>
        <p:nvSpPr>
          <p:cNvPr id="4" name="Slide Number Placeholder 3">
            <a:extLst>
              <a:ext uri="{FF2B5EF4-FFF2-40B4-BE49-F238E27FC236}">
                <a16:creationId xmlns:a16="http://schemas.microsoft.com/office/drawing/2014/main" id="{900D63F5-629D-E530-241E-EF46F9285680}"/>
              </a:ext>
            </a:extLst>
          </p:cNvPr>
          <p:cNvSpPr>
            <a:spLocks noGrp="1"/>
          </p:cNvSpPr>
          <p:nvPr>
            <p:ph type="sldNum" sz="quarter" idx="4"/>
          </p:nvPr>
        </p:nvSpPr>
        <p:spPr/>
        <p:txBody>
          <a:bodyPr/>
          <a:lstStyle/>
          <a:p>
            <a:r>
              <a:rPr lang="en-US"/>
              <a:t>2025 MHS Conference    </a:t>
            </a:r>
            <a:fld id="{54558BDB-F807-4A0D-8BCD-2F5355F4A24C}" type="slidenum">
              <a:rPr lang="en-US" smtClean="0"/>
              <a:pPr/>
              <a:t>24</a:t>
            </a:fld>
            <a:endParaRPr lang="en-US" dirty="0"/>
          </a:p>
        </p:txBody>
      </p:sp>
    </p:spTree>
    <p:extLst>
      <p:ext uri="{BB962C8B-B14F-4D97-AF65-F5344CB8AC3E}">
        <p14:creationId xmlns:p14="http://schemas.microsoft.com/office/powerpoint/2010/main" val="261364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832A-278E-2B02-8C97-8C6919A6C2EE}"/>
              </a:ext>
            </a:extLst>
          </p:cNvPr>
          <p:cNvSpPr>
            <a:spLocks noGrp="1"/>
          </p:cNvSpPr>
          <p:nvPr>
            <p:ph type="title"/>
          </p:nvPr>
        </p:nvSpPr>
        <p:spPr/>
        <p:txBody>
          <a:bodyPr/>
          <a:lstStyle/>
          <a:p>
            <a:r>
              <a:rPr lang="en-US" dirty="0"/>
              <a:t>MHS CDM 3.0</a:t>
            </a:r>
          </a:p>
        </p:txBody>
      </p:sp>
      <p:sp>
        <p:nvSpPr>
          <p:cNvPr id="6" name="TextBox 5">
            <a:extLst>
              <a:ext uri="{FF2B5EF4-FFF2-40B4-BE49-F238E27FC236}">
                <a16:creationId xmlns:a16="http://schemas.microsoft.com/office/drawing/2014/main" id="{B877F082-0CE1-4235-9BBC-CE6CAEF89CD8}"/>
              </a:ext>
            </a:extLst>
          </p:cNvPr>
          <p:cNvSpPr txBox="1"/>
          <p:nvPr/>
        </p:nvSpPr>
        <p:spPr>
          <a:xfrm>
            <a:off x="361124" y="1538753"/>
            <a:ext cx="869359" cy="567860"/>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MHS</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rPr>
              <a:t>GENESIS</a:t>
            </a:r>
          </a:p>
        </p:txBody>
      </p:sp>
      <p:sp>
        <p:nvSpPr>
          <p:cNvPr id="7" name="TextBox 6">
            <a:extLst>
              <a:ext uri="{FF2B5EF4-FFF2-40B4-BE49-F238E27FC236}">
                <a16:creationId xmlns:a16="http://schemas.microsoft.com/office/drawing/2014/main" id="{DD5C02ED-B267-9222-73FF-C729043095A4}"/>
              </a:ext>
            </a:extLst>
          </p:cNvPr>
          <p:cNvSpPr txBox="1"/>
          <p:nvPr/>
        </p:nvSpPr>
        <p:spPr>
          <a:xfrm>
            <a:off x="489623" y="2274640"/>
            <a:ext cx="612361" cy="328761"/>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TED-I</a:t>
            </a:r>
          </a:p>
        </p:txBody>
      </p:sp>
      <p:sp>
        <p:nvSpPr>
          <p:cNvPr id="8" name="TextBox 7">
            <a:extLst>
              <a:ext uri="{FF2B5EF4-FFF2-40B4-BE49-F238E27FC236}">
                <a16:creationId xmlns:a16="http://schemas.microsoft.com/office/drawing/2014/main" id="{EFE2DB1F-7CD4-C390-CFCA-B824C16DA2A2}"/>
              </a:ext>
            </a:extLst>
          </p:cNvPr>
          <p:cNvSpPr txBox="1"/>
          <p:nvPr/>
        </p:nvSpPr>
        <p:spPr>
          <a:xfrm>
            <a:off x="424494" y="2945225"/>
            <a:ext cx="742619" cy="328761"/>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TED-NI</a:t>
            </a:r>
          </a:p>
        </p:txBody>
      </p:sp>
      <p:sp>
        <p:nvSpPr>
          <p:cNvPr id="9" name="TextBox 8">
            <a:extLst>
              <a:ext uri="{FF2B5EF4-FFF2-40B4-BE49-F238E27FC236}">
                <a16:creationId xmlns:a16="http://schemas.microsoft.com/office/drawing/2014/main" id="{A0F414F2-E004-E1AD-B6CE-92480FB2F41A}"/>
              </a:ext>
            </a:extLst>
          </p:cNvPr>
          <p:cNvSpPr txBox="1"/>
          <p:nvPr/>
        </p:nvSpPr>
        <p:spPr>
          <a:xfrm>
            <a:off x="502867" y="4123759"/>
            <a:ext cx="585872" cy="328761"/>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PDW</a:t>
            </a:r>
          </a:p>
        </p:txBody>
      </p:sp>
      <p:sp>
        <p:nvSpPr>
          <p:cNvPr id="10" name="TextBox 9">
            <a:extLst>
              <a:ext uri="{FF2B5EF4-FFF2-40B4-BE49-F238E27FC236}">
                <a16:creationId xmlns:a16="http://schemas.microsoft.com/office/drawing/2014/main" id="{83D93DDB-1A2E-50EA-281D-9A4E3DC3279D}"/>
              </a:ext>
            </a:extLst>
          </p:cNvPr>
          <p:cNvSpPr txBox="1"/>
          <p:nvPr/>
        </p:nvSpPr>
        <p:spPr>
          <a:xfrm>
            <a:off x="462944" y="4806287"/>
            <a:ext cx="665719" cy="328761"/>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TMDS</a:t>
            </a:r>
          </a:p>
        </p:txBody>
      </p:sp>
      <p:pic>
        <p:nvPicPr>
          <p:cNvPr id="11" name="Picture 10">
            <a:extLst>
              <a:ext uri="{FF2B5EF4-FFF2-40B4-BE49-F238E27FC236}">
                <a16:creationId xmlns:a16="http://schemas.microsoft.com/office/drawing/2014/main" id="{A1FE2F56-3AF9-5D70-D6D4-52E313AC1823}"/>
              </a:ext>
              <a:ext uri="{C183D7F6-B498-43B3-948B-1728B52AA6E4}">
                <adec:decorative xmlns:adec="http://schemas.microsoft.com/office/drawing/2017/decorative" val="1"/>
              </a:ext>
            </a:extLst>
          </p:cNvPr>
          <p:cNvPicPr>
            <a:picLocks noChangeAspect="1"/>
          </p:cNvPicPr>
          <p:nvPr/>
        </p:nvPicPr>
        <p:blipFill>
          <a:blip r:embed="rId2"/>
          <a:srcRect l="60134"/>
          <a:stretch/>
        </p:blipFill>
        <p:spPr>
          <a:xfrm>
            <a:off x="4159273" y="3135272"/>
            <a:ext cx="733591" cy="1825243"/>
          </a:xfrm>
          <a:prstGeom prst="rect">
            <a:avLst/>
          </a:prstGeom>
        </p:spPr>
      </p:pic>
      <p:sp>
        <p:nvSpPr>
          <p:cNvPr id="12" name="TextBox 11">
            <a:extLst>
              <a:ext uri="{FF2B5EF4-FFF2-40B4-BE49-F238E27FC236}">
                <a16:creationId xmlns:a16="http://schemas.microsoft.com/office/drawing/2014/main" id="{3980E8C2-B661-1744-F7EF-70F759684BF9}"/>
              </a:ext>
            </a:extLst>
          </p:cNvPr>
          <p:cNvSpPr txBox="1"/>
          <p:nvPr/>
        </p:nvSpPr>
        <p:spPr>
          <a:xfrm>
            <a:off x="444896" y="5401315"/>
            <a:ext cx="701815" cy="328761"/>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OMDS</a:t>
            </a:r>
          </a:p>
        </p:txBody>
      </p:sp>
      <p:pic>
        <p:nvPicPr>
          <p:cNvPr id="13" name="Picture 12">
            <a:extLst>
              <a:ext uri="{FF2B5EF4-FFF2-40B4-BE49-F238E27FC236}">
                <a16:creationId xmlns:a16="http://schemas.microsoft.com/office/drawing/2014/main" id="{554E206A-4ADF-1934-C288-1E4747C6FE4F}"/>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7831" y="5327698"/>
            <a:ext cx="437017" cy="459979"/>
          </a:xfrm>
          <a:prstGeom prst="rect">
            <a:avLst/>
          </a:prstGeom>
        </p:spPr>
      </p:pic>
      <p:sp>
        <p:nvSpPr>
          <p:cNvPr id="14" name="Right Brace 13">
            <a:extLst>
              <a:ext uri="{FF2B5EF4-FFF2-40B4-BE49-F238E27FC236}">
                <a16:creationId xmlns:a16="http://schemas.microsoft.com/office/drawing/2014/main" id="{5484A7FB-931F-D3FA-FAB3-616C5F794B55}"/>
              </a:ext>
              <a:ext uri="{C183D7F6-B498-43B3-948B-1728B52AA6E4}">
                <adec:decorative xmlns:adec="http://schemas.microsoft.com/office/drawing/2017/decorative" val="1"/>
              </a:ext>
            </a:extLst>
          </p:cNvPr>
          <p:cNvSpPr/>
          <p:nvPr/>
        </p:nvSpPr>
        <p:spPr>
          <a:xfrm>
            <a:off x="3714047" y="1491137"/>
            <a:ext cx="420296" cy="4848605"/>
          </a:xfrm>
          <a:prstGeom prst="rightBrace">
            <a:avLst>
              <a:gd name="adj1" fmla="val 0"/>
              <a:gd name="adj2" fmla="val 50000"/>
            </a:avLst>
          </a:prstGeom>
          <a:noFill/>
          <a:ln w="10795" cap="flat" cmpd="sng" algn="ctr">
            <a:solidFill>
              <a:srgbClr val="0D1F3B"/>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ADB60242-6F45-0A28-E622-7644E5CE3B90}"/>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8403" y="5927379"/>
            <a:ext cx="437017" cy="459979"/>
          </a:xfrm>
          <a:prstGeom prst="rect">
            <a:avLst/>
          </a:prstGeom>
        </p:spPr>
      </p:pic>
      <p:pic>
        <p:nvPicPr>
          <p:cNvPr id="16" name="Picture 15">
            <a:extLst>
              <a:ext uri="{FF2B5EF4-FFF2-40B4-BE49-F238E27FC236}">
                <a16:creationId xmlns:a16="http://schemas.microsoft.com/office/drawing/2014/main" id="{3B411866-3219-7B93-92C5-F1A97267AB23}"/>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8927" y="4679217"/>
            <a:ext cx="437017" cy="459979"/>
          </a:xfrm>
          <a:prstGeom prst="rect">
            <a:avLst/>
          </a:prstGeom>
        </p:spPr>
      </p:pic>
      <p:pic>
        <p:nvPicPr>
          <p:cNvPr id="17" name="Picture 16">
            <a:extLst>
              <a:ext uri="{FF2B5EF4-FFF2-40B4-BE49-F238E27FC236}">
                <a16:creationId xmlns:a16="http://schemas.microsoft.com/office/drawing/2014/main" id="{786D4D2A-0C0B-B972-AFBF-3F243361E4BF}"/>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19732" y="4040942"/>
            <a:ext cx="437017" cy="459979"/>
          </a:xfrm>
          <a:prstGeom prst="rect">
            <a:avLst/>
          </a:prstGeom>
        </p:spPr>
      </p:pic>
      <p:pic>
        <p:nvPicPr>
          <p:cNvPr id="18" name="Picture 17">
            <a:extLst>
              <a:ext uri="{FF2B5EF4-FFF2-40B4-BE49-F238E27FC236}">
                <a16:creationId xmlns:a16="http://schemas.microsoft.com/office/drawing/2014/main" id="{33D6873A-0F7C-3A8B-C1BA-29A73FAECD97}"/>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31118" y="3392459"/>
            <a:ext cx="437017" cy="459979"/>
          </a:xfrm>
          <a:prstGeom prst="rect">
            <a:avLst/>
          </a:prstGeom>
        </p:spPr>
      </p:pic>
      <p:pic>
        <p:nvPicPr>
          <p:cNvPr id="19" name="Picture 18">
            <a:extLst>
              <a:ext uri="{FF2B5EF4-FFF2-40B4-BE49-F238E27FC236}">
                <a16:creationId xmlns:a16="http://schemas.microsoft.com/office/drawing/2014/main" id="{9BF2D2CA-5922-3DA0-B347-E82C4B5CD3C8}"/>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7160" y="2867732"/>
            <a:ext cx="437017" cy="459979"/>
          </a:xfrm>
          <a:prstGeom prst="rect">
            <a:avLst/>
          </a:prstGeom>
        </p:spPr>
      </p:pic>
      <p:pic>
        <p:nvPicPr>
          <p:cNvPr id="20" name="Picture 19">
            <a:extLst>
              <a:ext uri="{FF2B5EF4-FFF2-40B4-BE49-F238E27FC236}">
                <a16:creationId xmlns:a16="http://schemas.microsoft.com/office/drawing/2014/main" id="{D7AFC3FF-7850-5732-4D63-CC2D7ABA2FA4}"/>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5291" y="2179436"/>
            <a:ext cx="437017" cy="459979"/>
          </a:xfrm>
          <a:prstGeom prst="rect">
            <a:avLst/>
          </a:prstGeom>
        </p:spPr>
      </p:pic>
      <p:pic>
        <p:nvPicPr>
          <p:cNvPr id="21" name="Picture 20">
            <a:extLst>
              <a:ext uri="{FF2B5EF4-FFF2-40B4-BE49-F238E27FC236}">
                <a16:creationId xmlns:a16="http://schemas.microsoft.com/office/drawing/2014/main" id="{1996CFAC-5E69-6348-DF18-1614040151FF}"/>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1523421" y="1491138"/>
            <a:ext cx="437017" cy="459979"/>
          </a:xfrm>
          <a:prstGeom prst="rect">
            <a:avLst/>
          </a:prstGeom>
        </p:spPr>
      </p:pic>
      <p:sp>
        <p:nvSpPr>
          <p:cNvPr id="22" name="TextBox 21">
            <a:extLst>
              <a:ext uri="{FF2B5EF4-FFF2-40B4-BE49-F238E27FC236}">
                <a16:creationId xmlns:a16="http://schemas.microsoft.com/office/drawing/2014/main" id="{D072F26F-13F2-738D-00B2-B7276F7C9FF9}"/>
              </a:ext>
            </a:extLst>
          </p:cNvPr>
          <p:cNvSpPr txBox="1"/>
          <p:nvPr/>
        </p:nvSpPr>
        <p:spPr>
          <a:xfrm>
            <a:off x="2126983" y="1447800"/>
            <a:ext cx="1136243" cy="567860"/>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759AD"/>
                </a:solidFill>
                <a:effectLst/>
                <a:uLnTx/>
                <a:uFillTx/>
                <a:latin typeface="Calibri" panose="020F0502020204030204"/>
              </a:rPr>
              <a:t>Clinical Notes</a:t>
            </a:r>
          </a:p>
        </p:txBody>
      </p:sp>
      <p:pic>
        <p:nvPicPr>
          <p:cNvPr id="23" name="Picture 22">
            <a:extLst>
              <a:ext uri="{FF2B5EF4-FFF2-40B4-BE49-F238E27FC236}">
                <a16:creationId xmlns:a16="http://schemas.microsoft.com/office/drawing/2014/main" id="{D87BCB18-ED77-7AC1-CDD3-A0B6C041658E}"/>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332896" y="1485919"/>
            <a:ext cx="437017" cy="459979"/>
          </a:xfrm>
          <a:prstGeom prst="rect">
            <a:avLst/>
          </a:prstGeom>
        </p:spPr>
      </p:pic>
      <p:sp>
        <p:nvSpPr>
          <p:cNvPr id="24" name="TextBox 23">
            <a:extLst>
              <a:ext uri="{FF2B5EF4-FFF2-40B4-BE49-F238E27FC236}">
                <a16:creationId xmlns:a16="http://schemas.microsoft.com/office/drawing/2014/main" id="{2056F53C-8D75-0F1B-1C33-66318DE609BA}"/>
              </a:ext>
            </a:extLst>
          </p:cNvPr>
          <p:cNvSpPr txBox="1"/>
          <p:nvPr/>
        </p:nvSpPr>
        <p:spPr>
          <a:xfrm>
            <a:off x="2126983" y="2140147"/>
            <a:ext cx="1136243" cy="328761"/>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2759AD"/>
                </a:solidFill>
                <a:effectLst/>
                <a:uLnTx/>
                <a:uFillTx/>
                <a:latin typeface="Calibri" panose="020F0502020204030204"/>
              </a:rPr>
              <a:t>Death Files</a:t>
            </a:r>
          </a:p>
        </p:txBody>
      </p:sp>
      <p:pic>
        <p:nvPicPr>
          <p:cNvPr id="25" name="Picture 24">
            <a:extLst>
              <a:ext uri="{FF2B5EF4-FFF2-40B4-BE49-F238E27FC236}">
                <a16:creationId xmlns:a16="http://schemas.microsoft.com/office/drawing/2014/main" id="{B463ED22-45E5-6825-26DD-479F536CA534}"/>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316174" y="2132113"/>
            <a:ext cx="437017" cy="459979"/>
          </a:xfrm>
          <a:prstGeom prst="rect">
            <a:avLst/>
          </a:prstGeom>
        </p:spPr>
      </p:pic>
      <p:pic>
        <p:nvPicPr>
          <p:cNvPr id="26" name="Picture 25">
            <a:extLst>
              <a:ext uri="{FF2B5EF4-FFF2-40B4-BE49-F238E27FC236}">
                <a16:creationId xmlns:a16="http://schemas.microsoft.com/office/drawing/2014/main" id="{9860EEFE-7ED9-25AA-049A-BB9E1A1029A2}"/>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299453" y="2778306"/>
            <a:ext cx="437017" cy="459979"/>
          </a:xfrm>
          <a:prstGeom prst="rect">
            <a:avLst/>
          </a:prstGeom>
        </p:spPr>
      </p:pic>
      <p:sp>
        <p:nvSpPr>
          <p:cNvPr id="27" name="TextBox 26">
            <a:extLst>
              <a:ext uri="{FF2B5EF4-FFF2-40B4-BE49-F238E27FC236}">
                <a16:creationId xmlns:a16="http://schemas.microsoft.com/office/drawing/2014/main" id="{AE4F2F6B-8283-C5AA-0EFC-6E963EDF671C}"/>
              </a:ext>
              <a:ext uri="{C183D7F6-B498-43B3-948B-1728B52AA6E4}">
                <adec:decorative xmlns:adec="http://schemas.microsoft.com/office/drawing/2017/decorative" val="1"/>
              </a:ext>
            </a:extLst>
          </p:cNvPr>
          <p:cNvSpPr txBox="1"/>
          <p:nvPr/>
        </p:nvSpPr>
        <p:spPr>
          <a:xfrm>
            <a:off x="2126983" y="2890019"/>
            <a:ext cx="1136243" cy="328761"/>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759AD"/>
                </a:solidFill>
                <a:effectLst/>
                <a:uLnTx/>
                <a:uFillTx/>
                <a:latin typeface="Calibri" panose="020F0502020204030204"/>
              </a:rPr>
              <a:t>PROs</a:t>
            </a:r>
          </a:p>
        </p:txBody>
      </p:sp>
      <p:pic>
        <p:nvPicPr>
          <p:cNvPr id="28" name="Picture 27">
            <a:extLst>
              <a:ext uri="{FF2B5EF4-FFF2-40B4-BE49-F238E27FC236}">
                <a16:creationId xmlns:a16="http://schemas.microsoft.com/office/drawing/2014/main" id="{2493EE85-0226-8B5E-9887-E757E9993316}"/>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282752" y="3346877"/>
            <a:ext cx="437017" cy="459979"/>
          </a:xfrm>
          <a:prstGeom prst="rect">
            <a:avLst/>
          </a:prstGeom>
        </p:spPr>
      </p:pic>
      <p:sp>
        <p:nvSpPr>
          <p:cNvPr id="29" name="TextBox 28">
            <a:extLst>
              <a:ext uri="{FF2B5EF4-FFF2-40B4-BE49-F238E27FC236}">
                <a16:creationId xmlns:a16="http://schemas.microsoft.com/office/drawing/2014/main" id="{72042438-C569-1942-52E1-86C0B615CB82}"/>
              </a:ext>
            </a:extLst>
          </p:cNvPr>
          <p:cNvSpPr txBox="1"/>
          <p:nvPr/>
        </p:nvSpPr>
        <p:spPr>
          <a:xfrm>
            <a:off x="2126983" y="3407561"/>
            <a:ext cx="1136243" cy="567860"/>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759AD"/>
                </a:solidFill>
                <a:effectLst/>
                <a:uLnTx/>
                <a:uFillTx/>
                <a:latin typeface="Calibri" panose="020F0502020204030204"/>
              </a:rPr>
              <a:t>Accession / Waivers</a:t>
            </a:r>
          </a:p>
        </p:txBody>
      </p:sp>
      <p:pic>
        <p:nvPicPr>
          <p:cNvPr id="30" name="Picture 29">
            <a:extLst>
              <a:ext uri="{FF2B5EF4-FFF2-40B4-BE49-F238E27FC236}">
                <a16:creationId xmlns:a16="http://schemas.microsoft.com/office/drawing/2014/main" id="{A55F690E-7D74-20AF-B415-9A1F708C4005}"/>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285035" y="3998921"/>
            <a:ext cx="437017" cy="459979"/>
          </a:xfrm>
          <a:prstGeom prst="rect">
            <a:avLst/>
          </a:prstGeom>
        </p:spPr>
      </p:pic>
      <p:sp>
        <p:nvSpPr>
          <p:cNvPr id="31" name="TextBox 30">
            <a:extLst>
              <a:ext uri="{FF2B5EF4-FFF2-40B4-BE49-F238E27FC236}">
                <a16:creationId xmlns:a16="http://schemas.microsoft.com/office/drawing/2014/main" id="{42AB154A-4466-84E2-AD05-8CBB259DF619}"/>
              </a:ext>
            </a:extLst>
          </p:cNvPr>
          <p:cNvSpPr txBox="1"/>
          <p:nvPr/>
        </p:nvSpPr>
        <p:spPr>
          <a:xfrm>
            <a:off x="2126983" y="4110633"/>
            <a:ext cx="1136243" cy="328761"/>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759AD"/>
                </a:solidFill>
                <a:effectLst/>
                <a:uLnTx/>
                <a:uFillTx/>
                <a:latin typeface="Calibri" panose="020F0502020204030204"/>
              </a:rPr>
              <a:t>ITR</a:t>
            </a:r>
          </a:p>
        </p:txBody>
      </p:sp>
      <p:sp>
        <p:nvSpPr>
          <p:cNvPr id="32" name="Rectangle 31">
            <a:extLst>
              <a:ext uri="{FF2B5EF4-FFF2-40B4-BE49-F238E27FC236}">
                <a16:creationId xmlns:a16="http://schemas.microsoft.com/office/drawing/2014/main" id="{F2FEB6BC-5988-77B4-CF71-DE5ECC1DA80A}"/>
              </a:ext>
              <a:ext uri="{C183D7F6-B498-43B3-948B-1728B52AA6E4}">
                <adec:decorative xmlns:adec="http://schemas.microsoft.com/office/drawing/2017/decorative" val="1"/>
              </a:ext>
            </a:extLst>
          </p:cNvPr>
          <p:cNvSpPr/>
          <p:nvPr/>
        </p:nvSpPr>
        <p:spPr>
          <a:xfrm>
            <a:off x="4804576" y="5023111"/>
            <a:ext cx="6523686" cy="189479"/>
          </a:xfrm>
          <a:prstGeom prst="rect">
            <a:avLst/>
          </a:prstGeom>
          <a:solidFill>
            <a:srgbClr val="0D1F3B"/>
          </a:solidFill>
          <a:ln w="10795" cap="flat" cmpd="sng" algn="ctr">
            <a:no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Triangle 58">
            <a:extLst>
              <a:ext uri="{FF2B5EF4-FFF2-40B4-BE49-F238E27FC236}">
                <a16:creationId xmlns:a16="http://schemas.microsoft.com/office/drawing/2014/main" id="{5C7B512B-86AA-9512-5677-C4B53B864E13}"/>
              </a:ext>
              <a:ext uri="{C183D7F6-B498-43B3-948B-1728B52AA6E4}">
                <adec:decorative xmlns:adec="http://schemas.microsoft.com/office/drawing/2017/decorative" val="1"/>
              </a:ext>
            </a:extLst>
          </p:cNvPr>
          <p:cNvSpPr/>
          <p:nvPr/>
        </p:nvSpPr>
        <p:spPr>
          <a:xfrm rot="5400000">
            <a:off x="11289064" y="4815888"/>
            <a:ext cx="479698" cy="603926"/>
          </a:xfrm>
          <a:prstGeom prst="triangle">
            <a:avLst/>
          </a:prstGeom>
          <a:solidFill>
            <a:srgbClr val="0D1F3B"/>
          </a:solidFill>
          <a:ln w="10795" cap="flat" cmpd="sng" algn="ctr">
            <a:no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Connector 33">
            <a:extLst>
              <a:ext uri="{FF2B5EF4-FFF2-40B4-BE49-F238E27FC236}">
                <a16:creationId xmlns:a16="http://schemas.microsoft.com/office/drawing/2014/main" id="{D27B31CD-3CBA-C1FE-84C9-C3BB1610CFD4}"/>
              </a:ext>
              <a:ext uri="{C183D7F6-B498-43B3-948B-1728B52AA6E4}">
                <adec:decorative xmlns:adec="http://schemas.microsoft.com/office/drawing/2017/decorative" val="1"/>
              </a:ext>
            </a:extLst>
          </p:cNvPr>
          <p:cNvCxnSpPr/>
          <p:nvPr/>
        </p:nvCxnSpPr>
        <p:spPr>
          <a:xfrm>
            <a:off x="4917762" y="4878002"/>
            <a:ext cx="0" cy="563375"/>
          </a:xfrm>
          <a:prstGeom prst="line">
            <a:avLst/>
          </a:prstGeom>
          <a:noFill/>
          <a:ln w="10795" cap="flat" cmpd="sng" algn="ctr">
            <a:solidFill>
              <a:srgbClr val="0D1F3B"/>
            </a:solidFill>
            <a:prstDash val="solid"/>
          </a:ln>
          <a:effectLst/>
        </p:spPr>
      </p:cxnSp>
      <p:cxnSp>
        <p:nvCxnSpPr>
          <p:cNvPr id="35" name="Straight Connector 34">
            <a:extLst>
              <a:ext uri="{FF2B5EF4-FFF2-40B4-BE49-F238E27FC236}">
                <a16:creationId xmlns:a16="http://schemas.microsoft.com/office/drawing/2014/main" id="{B6E5D5DF-159F-27A7-8730-F470FC178DF3}"/>
              </a:ext>
              <a:ext uri="{C183D7F6-B498-43B3-948B-1728B52AA6E4}">
                <adec:decorative xmlns:adec="http://schemas.microsoft.com/office/drawing/2017/decorative" val="1"/>
              </a:ext>
            </a:extLst>
          </p:cNvPr>
          <p:cNvCxnSpPr/>
          <p:nvPr/>
        </p:nvCxnSpPr>
        <p:spPr>
          <a:xfrm>
            <a:off x="10736601" y="4878002"/>
            <a:ext cx="0" cy="563375"/>
          </a:xfrm>
          <a:prstGeom prst="line">
            <a:avLst/>
          </a:prstGeom>
          <a:noFill/>
          <a:ln w="10795" cap="flat" cmpd="sng" algn="ctr">
            <a:solidFill>
              <a:srgbClr val="0D1F3B"/>
            </a:solidFill>
            <a:prstDash val="solid"/>
          </a:ln>
          <a:effectLst/>
        </p:spPr>
      </p:cxnSp>
      <p:cxnSp>
        <p:nvCxnSpPr>
          <p:cNvPr id="36" name="Straight Connector 35">
            <a:extLst>
              <a:ext uri="{FF2B5EF4-FFF2-40B4-BE49-F238E27FC236}">
                <a16:creationId xmlns:a16="http://schemas.microsoft.com/office/drawing/2014/main" id="{2600868A-475C-8996-7149-582DF9FBA0DE}"/>
              </a:ext>
              <a:ext uri="{C183D7F6-B498-43B3-948B-1728B52AA6E4}">
                <adec:decorative xmlns:adec="http://schemas.microsoft.com/office/drawing/2017/decorative" val="1"/>
              </a:ext>
            </a:extLst>
          </p:cNvPr>
          <p:cNvCxnSpPr/>
          <p:nvPr/>
        </p:nvCxnSpPr>
        <p:spPr>
          <a:xfrm>
            <a:off x="7798884" y="4878002"/>
            <a:ext cx="0" cy="563375"/>
          </a:xfrm>
          <a:prstGeom prst="line">
            <a:avLst/>
          </a:prstGeom>
          <a:noFill/>
          <a:ln w="10795" cap="flat" cmpd="sng" algn="ctr">
            <a:solidFill>
              <a:srgbClr val="0D1F3B"/>
            </a:solidFill>
            <a:prstDash val="solid"/>
          </a:ln>
          <a:effectLst/>
        </p:spPr>
      </p:cxnSp>
      <p:cxnSp>
        <p:nvCxnSpPr>
          <p:cNvPr id="37" name="Straight Connector 36">
            <a:extLst>
              <a:ext uri="{FF2B5EF4-FFF2-40B4-BE49-F238E27FC236}">
                <a16:creationId xmlns:a16="http://schemas.microsoft.com/office/drawing/2014/main" id="{FB75FE7C-ADD6-E6D9-F747-79F2CAA84710}"/>
              </a:ext>
              <a:ext uri="{C183D7F6-B498-43B3-948B-1728B52AA6E4}">
                <adec:decorative xmlns:adec="http://schemas.microsoft.com/office/drawing/2017/decorative" val="1"/>
              </a:ext>
            </a:extLst>
          </p:cNvPr>
          <p:cNvCxnSpPr/>
          <p:nvPr/>
        </p:nvCxnSpPr>
        <p:spPr>
          <a:xfrm>
            <a:off x="6365271" y="4863356"/>
            <a:ext cx="0" cy="563375"/>
          </a:xfrm>
          <a:prstGeom prst="line">
            <a:avLst/>
          </a:prstGeom>
          <a:noFill/>
          <a:ln w="10795" cap="flat" cmpd="sng" algn="ctr">
            <a:solidFill>
              <a:srgbClr val="0D1F3B"/>
            </a:solidFill>
            <a:prstDash val="solid"/>
          </a:ln>
          <a:effectLst/>
        </p:spPr>
      </p:cxnSp>
      <p:cxnSp>
        <p:nvCxnSpPr>
          <p:cNvPr id="38" name="Straight Connector 37">
            <a:extLst>
              <a:ext uri="{FF2B5EF4-FFF2-40B4-BE49-F238E27FC236}">
                <a16:creationId xmlns:a16="http://schemas.microsoft.com/office/drawing/2014/main" id="{975CFDAF-84E0-97C9-61E0-389AD0A668D7}"/>
              </a:ext>
              <a:ext uri="{C183D7F6-B498-43B3-948B-1728B52AA6E4}">
                <adec:decorative xmlns:adec="http://schemas.microsoft.com/office/drawing/2017/decorative" val="1"/>
              </a:ext>
            </a:extLst>
          </p:cNvPr>
          <p:cNvCxnSpPr/>
          <p:nvPr/>
        </p:nvCxnSpPr>
        <p:spPr>
          <a:xfrm>
            <a:off x="9304364" y="4863356"/>
            <a:ext cx="0" cy="563375"/>
          </a:xfrm>
          <a:prstGeom prst="line">
            <a:avLst/>
          </a:prstGeom>
          <a:noFill/>
          <a:ln w="10795" cap="flat" cmpd="sng" algn="ctr">
            <a:solidFill>
              <a:srgbClr val="0D1F3B"/>
            </a:solidFill>
            <a:prstDash val="solid"/>
          </a:ln>
          <a:effectLst/>
        </p:spPr>
      </p:cxnSp>
      <p:sp>
        <p:nvSpPr>
          <p:cNvPr id="39" name="TextBox 38">
            <a:extLst>
              <a:ext uri="{FF2B5EF4-FFF2-40B4-BE49-F238E27FC236}">
                <a16:creationId xmlns:a16="http://schemas.microsoft.com/office/drawing/2014/main" id="{760E7E78-D21B-19D1-055D-759F6CF2E8D7}"/>
              </a:ext>
            </a:extLst>
          </p:cNvPr>
          <p:cNvSpPr txBox="1"/>
          <p:nvPr/>
        </p:nvSpPr>
        <p:spPr>
          <a:xfrm>
            <a:off x="4444252" y="5474111"/>
            <a:ext cx="689261"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Oct 2025</a:t>
            </a:r>
          </a:p>
        </p:txBody>
      </p:sp>
      <p:sp>
        <p:nvSpPr>
          <p:cNvPr id="40" name="TextBox 39">
            <a:extLst>
              <a:ext uri="{FF2B5EF4-FFF2-40B4-BE49-F238E27FC236}">
                <a16:creationId xmlns:a16="http://schemas.microsoft.com/office/drawing/2014/main" id="{2C3DB864-CD11-F0D2-D445-3184D3EC8876}"/>
              </a:ext>
              <a:ext uri="{C183D7F6-B498-43B3-948B-1728B52AA6E4}">
                <adec:decorative xmlns:adec="http://schemas.microsoft.com/office/drawing/2017/decorative" val="1"/>
              </a:ext>
            </a:extLst>
          </p:cNvPr>
          <p:cNvSpPr txBox="1"/>
          <p:nvPr/>
        </p:nvSpPr>
        <p:spPr>
          <a:xfrm>
            <a:off x="10408453" y="5421425"/>
            <a:ext cx="744188"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Sept 2026</a:t>
            </a:r>
          </a:p>
        </p:txBody>
      </p:sp>
      <p:sp>
        <p:nvSpPr>
          <p:cNvPr id="41" name="TextBox 40">
            <a:extLst>
              <a:ext uri="{FF2B5EF4-FFF2-40B4-BE49-F238E27FC236}">
                <a16:creationId xmlns:a16="http://schemas.microsoft.com/office/drawing/2014/main" id="{251FFFD3-9533-4ED2-8936-B8DCD8992CCD}"/>
              </a:ext>
              <a:ext uri="{C183D7F6-B498-43B3-948B-1728B52AA6E4}">
                <adec:decorative xmlns:adec="http://schemas.microsoft.com/office/drawing/2017/decorative" val="1"/>
              </a:ext>
            </a:extLst>
          </p:cNvPr>
          <p:cNvSpPr txBox="1"/>
          <p:nvPr/>
        </p:nvSpPr>
        <p:spPr>
          <a:xfrm>
            <a:off x="5141602" y="5876728"/>
            <a:ext cx="2434821" cy="50808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ITR + Clinical Notes</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Death Files/Acc/</a:t>
            </a:r>
            <a:r>
              <a:rPr kumimoji="0" lang="en-US" sz="1400" b="0" i="0" u="none" strike="noStrike" kern="0" cap="none" spc="0" normalizeH="0" baseline="0" noProof="0" dirty="0" err="1">
                <a:ln>
                  <a:noFill/>
                </a:ln>
                <a:solidFill>
                  <a:prstClr val="black"/>
                </a:solidFill>
                <a:effectLst/>
                <a:uLnTx/>
                <a:uFillTx/>
                <a:latin typeface="Calibri" panose="020F0502020204030204"/>
              </a:rPr>
              <a:t>Waiv</a:t>
            </a:r>
            <a:r>
              <a:rPr kumimoji="0" lang="en-US" sz="1400" b="0" i="0" u="none" strike="noStrike" kern="0" cap="none" spc="0" normalizeH="0" baseline="0" noProof="0" dirty="0">
                <a:ln>
                  <a:noFill/>
                </a:ln>
                <a:solidFill>
                  <a:prstClr val="black"/>
                </a:solidFill>
                <a:effectLst/>
                <a:uLnTx/>
                <a:uFillTx/>
                <a:latin typeface="Calibri" panose="020F0502020204030204"/>
              </a:rPr>
              <a:t> Discovery</a:t>
            </a:r>
          </a:p>
        </p:txBody>
      </p:sp>
      <p:sp>
        <p:nvSpPr>
          <p:cNvPr id="42" name="TextBox 41">
            <a:extLst>
              <a:ext uri="{FF2B5EF4-FFF2-40B4-BE49-F238E27FC236}">
                <a16:creationId xmlns:a16="http://schemas.microsoft.com/office/drawing/2014/main" id="{6D4B475D-60BA-ED5A-DC77-6851F4FDE3AE}"/>
              </a:ext>
              <a:ext uri="{C183D7F6-B498-43B3-948B-1728B52AA6E4}">
                <adec:decorative xmlns:adec="http://schemas.microsoft.com/office/drawing/2017/decorative" val="1"/>
              </a:ext>
            </a:extLst>
          </p:cNvPr>
          <p:cNvSpPr txBox="1"/>
          <p:nvPr/>
        </p:nvSpPr>
        <p:spPr>
          <a:xfrm>
            <a:off x="6026531" y="5438724"/>
            <a:ext cx="676706"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Jan 2026</a:t>
            </a:r>
          </a:p>
        </p:txBody>
      </p:sp>
      <p:sp>
        <p:nvSpPr>
          <p:cNvPr id="43" name="TextBox 42">
            <a:extLst>
              <a:ext uri="{FF2B5EF4-FFF2-40B4-BE49-F238E27FC236}">
                <a16:creationId xmlns:a16="http://schemas.microsoft.com/office/drawing/2014/main" id="{9890011C-00EC-A703-1233-B246238B0A9B}"/>
              </a:ext>
              <a:ext uri="{C183D7F6-B498-43B3-948B-1728B52AA6E4}">
                <adec:decorative xmlns:adec="http://schemas.microsoft.com/office/drawing/2017/decorative" val="1"/>
              </a:ext>
            </a:extLst>
          </p:cNvPr>
          <p:cNvSpPr txBox="1"/>
          <p:nvPr/>
        </p:nvSpPr>
        <p:spPr>
          <a:xfrm>
            <a:off x="7436790" y="5443286"/>
            <a:ext cx="758312"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April 2026</a:t>
            </a:r>
          </a:p>
        </p:txBody>
      </p:sp>
      <p:sp>
        <p:nvSpPr>
          <p:cNvPr id="44" name="TextBox 43">
            <a:extLst>
              <a:ext uri="{FF2B5EF4-FFF2-40B4-BE49-F238E27FC236}">
                <a16:creationId xmlns:a16="http://schemas.microsoft.com/office/drawing/2014/main" id="{8B56624C-A2AA-D642-3878-202D63551258}"/>
              </a:ext>
              <a:ext uri="{C183D7F6-B498-43B3-948B-1728B52AA6E4}">
                <adec:decorative xmlns:adec="http://schemas.microsoft.com/office/drawing/2017/decorative" val="1"/>
              </a:ext>
            </a:extLst>
          </p:cNvPr>
          <p:cNvSpPr txBox="1"/>
          <p:nvPr/>
        </p:nvSpPr>
        <p:spPr>
          <a:xfrm>
            <a:off x="9000100" y="5444820"/>
            <a:ext cx="704954"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July 2026</a:t>
            </a:r>
          </a:p>
        </p:txBody>
      </p:sp>
      <p:sp>
        <p:nvSpPr>
          <p:cNvPr id="45" name="TextBox 44">
            <a:extLst>
              <a:ext uri="{FF2B5EF4-FFF2-40B4-BE49-F238E27FC236}">
                <a16:creationId xmlns:a16="http://schemas.microsoft.com/office/drawing/2014/main" id="{DB62D811-721B-00AD-8534-982401BDB9AA}"/>
              </a:ext>
              <a:ext uri="{C183D7F6-B498-43B3-948B-1728B52AA6E4}">
                <adec:decorative xmlns:adec="http://schemas.microsoft.com/office/drawing/2017/decorative" val="1"/>
              </a:ext>
            </a:extLst>
          </p:cNvPr>
          <p:cNvSpPr txBox="1"/>
          <p:nvPr/>
        </p:nvSpPr>
        <p:spPr>
          <a:xfrm>
            <a:off x="4196469" y="4660742"/>
            <a:ext cx="938788" cy="24669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1" i="0" u="none" strike="noStrike" kern="0" cap="none" spc="0" normalizeH="0" baseline="0" noProof="0" dirty="0">
                <a:ln>
                  <a:noFill/>
                </a:ln>
                <a:solidFill>
                  <a:srgbClr val="2759AD"/>
                </a:solidFill>
                <a:effectLst/>
                <a:uLnTx/>
                <a:uFillTx/>
                <a:latin typeface="Calibri" panose="020F0502020204030204"/>
              </a:rPr>
              <a:t>MHS CDM 2.0</a:t>
            </a:r>
          </a:p>
        </p:txBody>
      </p:sp>
      <p:sp>
        <p:nvSpPr>
          <p:cNvPr id="46" name="TextBox 45">
            <a:extLst>
              <a:ext uri="{FF2B5EF4-FFF2-40B4-BE49-F238E27FC236}">
                <a16:creationId xmlns:a16="http://schemas.microsoft.com/office/drawing/2014/main" id="{A1DB3D86-C916-6A85-6295-B64BB5EC45EA}"/>
              </a:ext>
              <a:ext uri="{C183D7F6-B498-43B3-948B-1728B52AA6E4}">
                <adec:decorative xmlns:adec="http://schemas.microsoft.com/office/drawing/2017/decorative" val="1"/>
              </a:ext>
            </a:extLst>
          </p:cNvPr>
          <p:cNvSpPr txBox="1"/>
          <p:nvPr/>
        </p:nvSpPr>
        <p:spPr>
          <a:xfrm>
            <a:off x="10267208" y="4580700"/>
            <a:ext cx="938788" cy="24669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1" i="0" u="none" strike="noStrike" kern="0" cap="none" spc="0" normalizeH="0" baseline="0" noProof="0" dirty="0">
                <a:ln>
                  <a:noFill/>
                </a:ln>
                <a:solidFill>
                  <a:srgbClr val="2759AD"/>
                </a:solidFill>
                <a:effectLst/>
                <a:uLnTx/>
                <a:uFillTx/>
                <a:latin typeface="Calibri" panose="020F0502020204030204"/>
              </a:rPr>
              <a:t>MHS CDM 3.0</a:t>
            </a:r>
          </a:p>
        </p:txBody>
      </p:sp>
      <p:pic>
        <p:nvPicPr>
          <p:cNvPr id="47" name="Picture 46">
            <a:extLst>
              <a:ext uri="{FF2B5EF4-FFF2-40B4-BE49-F238E27FC236}">
                <a16:creationId xmlns:a16="http://schemas.microsoft.com/office/drawing/2014/main" id="{1B84BFC4-CC1B-3FFA-D860-D2F24351FE7F}"/>
              </a:ext>
              <a:ext uri="{C183D7F6-B498-43B3-948B-1728B52AA6E4}">
                <adec:decorative xmlns:adec="http://schemas.microsoft.com/office/drawing/2017/decorative" val="1"/>
              </a:ext>
            </a:extLst>
          </p:cNvPr>
          <p:cNvPicPr>
            <a:picLocks noChangeAspect="1"/>
          </p:cNvPicPr>
          <p:nvPr/>
        </p:nvPicPr>
        <p:blipFill>
          <a:blip r:embed="rId2"/>
          <a:srcRect t="74799" r="76251"/>
          <a:stretch/>
        </p:blipFill>
        <p:spPr>
          <a:xfrm>
            <a:off x="3282752" y="4666117"/>
            <a:ext cx="437017" cy="459979"/>
          </a:xfrm>
          <a:prstGeom prst="rect">
            <a:avLst/>
          </a:prstGeom>
        </p:spPr>
      </p:pic>
      <p:sp>
        <p:nvSpPr>
          <p:cNvPr id="48" name="TextBox 47">
            <a:extLst>
              <a:ext uri="{FF2B5EF4-FFF2-40B4-BE49-F238E27FC236}">
                <a16:creationId xmlns:a16="http://schemas.microsoft.com/office/drawing/2014/main" id="{AB56432A-14C7-2A62-4924-B9F256FCE231}"/>
              </a:ext>
              <a:ext uri="{C183D7F6-B498-43B3-948B-1728B52AA6E4}">
                <adec:decorative xmlns:adec="http://schemas.microsoft.com/office/drawing/2017/decorative" val="1"/>
              </a:ext>
            </a:extLst>
          </p:cNvPr>
          <p:cNvSpPr txBox="1"/>
          <p:nvPr/>
        </p:nvSpPr>
        <p:spPr>
          <a:xfrm>
            <a:off x="2126983" y="4777830"/>
            <a:ext cx="1136243" cy="567860"/>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759AD"/>
                </a:solidFill>
                <a:effectLst/>
                <a:uLnTx/>
                <a:uFillTx/>
                <a:latin typeface="Calibri" panose="020F0502020204030204"/>
              </a:rPr>
              <a:t>Personnel / Financial</a:t>
            </a:r>
          </a:p>
        </p:txBody>
      </p:sp>
      <p:sp>
        <p:nvSpPr>
          <p:cNvPr id="49" name="TextBox 48">
            <a:extLst>
              <a:ext uri="{FF2B5EF4-FFF2-40B4-BE49-F238E27FC236}">
                <a16:creationId xmlns:a16="http://schemas.microsoft.com/office/drawing/2014/main" id="{50F113F7-7C74-C2BD-2F04-A1E4740723D5}"/>
              </a:ext>
              <a:ext uri="{C183D7F6-B498-43B3-948B-1728B52AA6E4}">
                <adec:decorative xmlns:adec="http://schemas.microsoft.com/office/drawing/2017/decorative" val="1"/>
              </a:ext>
            </a:extLst>
          </p:cNvPr>
          <p:cNvSpPr txBox="1"/>
          <p:nvPr/>
        </p:nvSpPr>
        <p:spPr>
          <a:xfrm>
            <a:off x="7382061" y="5200445"/>
            <a:ext cx="331447" cy="268987"/>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rPr>
              <a:t>**</a:t>
            </a: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50" name="TextBox 49">
            <a:extLst>
              <a:ext uri="{FF2B5EF4-FFF2-40B4-BE49-F238E27FC236}">
                <a16:creationId xmlns:a16="http://schemas.microsoft.com/office/drawing/2014/main" id="{B91185BC-97E4-ECA8-38B8-6FC5AFF0422D}"/>
              </a:ext>
              <a:ext uri="{C183D7F6-B498-43B3-948B-1728B52AA6E4}">
                <adec:decorative xmlns:adec="http://schemas.microsoft.com/office/drawing/2017/decorative" val="1"/>
              </a:ext>
            </a:extLst>
          </p:cNvPr>
          <p:cNvSpPr txBox="1"/>
          <p:nvPr/>
        </p:nvSpPr>
        <p:spPr>
          <a:xfrm>
            <a:off x="7318151" y="4235545"/>
            <a:ext cx="982730" cy="567860"/>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2759AD"/>
                </a:solidFill>
                <a:effectLst/>
                <a:uLnTx/>
                <a:uFillTx/>
                <a:latin typeface="Calibri" panose="020F0502020204030204"/>
              </a:rPr>
              <a:t>FY26</a:t>
            </a:r>
          </a:p>
        </p:txBody>
      </p:sp>
      <p:sp>
        <p:nvSpPr>
          <p:cNvPr id="51" name="Isosceles Triangle 50">
            <a:extLst>
              <a:ext uri="{FF2B5EF4-FFF2-40B4-BE49-F238E27FC236}">
                <a16:creationId xmlns:a16="http://schemas.microsoft.com/office/drawing/2014/main" id="{43BFEADE-A477-3966-C11A-D145C3DB66E3}"/>
              </a:ext>
              <a:ext uri="{C183D7F6-B498-43B3-948B-1728B52AA6E4}">
                <adec:decorative xmlns:adec="http://schemas.microsoft.com/office/drawing/2017/decorative" val="1"/>
              </a:ext>
            </a:extLst>
          </p:cNvPr>
          <p:cNvSpPr/>
          <p:nvPr/>
        </p:nvSpPr>
        <p:spPr>
          <a:xfrm>
            <a:off x="5272293" y="5050898"/>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2" name="Isosceles Triangle 51">
            <a:extLst>
              <a:ext uri="{FF2B5EF4-FFF2-40B4-BE49-F238E27FC236}">
                <a16:creationId xmlns:a16="http://schemas.microsoft.com/office/drawing/2014/main" id="{676523FB-E01F-41E3-2B5F-FF1C0E838D5D}"/>
              </a:ext>
              <a:ext uri="{C183D7F6-B498-43B3-948B-1728B52AA6E4}">
                <adec:decorative xmlns:adec="http://schemas.microsoft.com/office/drawing/2017/decorative" val="1"/>
              </a:ext>
            </a:extLst>
          </p:cNvPr>
          <p:cNvSpPr/>
          <p:nvPr/>
        </p:nvSpPr>
        <p:spPr>
          <a:xfrm>
            <a:off x="5860487" y="5053402"/>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3" name="Isosceles Triangle 52">
            <a:extLst>
              <a:ext uri="{FF2B5EF4-FFF2-40B4-BE49-F238E27FC236}">
                <a16:creationId xmlns:a16="http://schemas.microsoft.com/office/drawing/2014/main" id="{F39AFCCC-F6A7-13D3-B8C2-36045E29034E}"/>
              </a:ext>
              <a:ext uri="{C183D7F6-B498-43B3-948B-1728B52AA6E4}">
                <adec:decorative xmlns:adec="http://schemas.microsoft.com/office/drawing/2017/decorative" val="1"/>
              </a:ext>
            </a:extLst>
          </p:cNvPr>
          <p:cNvSpPr/>
          <p:nvPr/>
        </p:nvSpPr>
        <p:spPr>
          <a:xfrm>
            <a:off x="6701824" y="5049955"/>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Isosceles Triangle 53">
            <a:extLst>
              <a:ext uri="{FF2B5EF4-FFF2-40B4-BE49-F238E27FC236}">
                <a16:creationId xmlns:a16="http://schemas.microsoft.com/office/drawing/2014/main" id="{73E56904-2D23-0855-731F-35C9BACB6FC2}"/>
              </a:ext>
              <a:ext uri="{C183D7F6-B498-43B3-948B-1728B52AA6E4}">
                <adec:decorative xmlns:adec="http://schemas.microsoft.com/office/drawing/2017/decorative" val="1"/>
              </a:ext>
            </a:extLst>
          </p:cNvPr>
          <p:cNvSpPr/>
          <p:nvPr/>
        </p:nvSpPr>
        <p:spPr>
          <a:xfrm>
            <a:off x="7290017" y="5052458"/>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5" name="Left Brace 54">
            <a:extLst>
              <a:ext uri="{FF2B5EF4-FFF2-40B4-BE49-F238E27FC236}">
                <a16:creationId xmlns:a16="http://schemas.microsoft.com/office/drawing/2014/main" id="{F7DB5579-E514-CC0B-3A3B-A0D799D5C6EE}"/>
              </a:ext>
              <a:ext uri="{C183D7F6-B498-43B3-948B-1728B52AA6E4}">
                <adec:decorative xmlns:adec="http://schemas.microsoft.com/office/drawing/2017/decorative" val="1"/>
              </a:ext>
            </a:extLst>
          </p:cNvPr>
          <p:cNvSpPr/>
          <p:nvPr/>
        </p:nvSpPr>
        <p:spPr>
          <a:xfrm rot="16200000">
            <a:off x="6181100" y="4359013"/>
            <a:ext cx="293653" cy="2842448"/>
          </a:xfrm>
          <a:prstGeom prst="leftBrace">
            <a:avLst/>
          </a:prstGeom>
          <a:noFill/>
          <a:ln w="9525" cap="flat" cmpd="sng" algn="ctr">
            <a:solidFill>
              <a:srgbClr val="0D1F3B"/>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6" name="Left Brace 55">
            <a:extLst>
              <a:ext uri="{FF2B5EF4-FFF2-40B4-BE49-F238E27FC236}">
                <a16:creationId xmlns:a16="http://schemas.microsoft.com/office/drawing/2014/main" id="{B02A0BE2-287D-4DB0-DCAE-34435997D910}"/>
              </a:ext>
              <a:ext uri="{C183D7F6-B498-43B3-948B-1728B52AA6E4}">
                <adec:decorative xmlns:adec="http://schemas.microsoft.com/office/drawing/2017/decorative" val="1"/>
              </a:ext>
            </a:extLst>
          </p:cNvPr>
          <p:cNvSpPr/>
          <p:nvPr/>
        </p:nvSpPr>
        <p:spPr>
          <a:xfrm rot="16200000">
            <a:off x="9173936" y="4296332"/>
            <a:ext cx="275528" cy="2985938"/>
          </a:xfrm>
          <a:prstGeom prst="leftBrace">
            <a:avLst/>
          </a:prstGeom>
          <a:noFill/>
          <a:ln w="9525" cap="flat" cmpd="sng" algn="ctr">
            <a:solidFill>
              <a:srgbClr val="0D1F3B"/>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7" name="Flowchart: Connector 56">
            <a:extLst>
              <a:ext uri="{FF2B5EF4-FFF2-40B4-BE49-F238E27FC236}">
                <a16:creationId xmlns:a16="http://schemas.microsoft.com/office/drawing/2014/main" id="{BA4BC930-A555-D37B-52C5-27A10EAB7862}"/>
              </a:ext>
              <a:ext uri="{C183D7F6-B498-43B3-948B-1728B52AA6E4}">
                <adec:decorative xmlns:adec="http://schemas.microsoft.com/office/drawing/2017/decorative" val="1"/>
              </a:ext>
            </a:extLst>
          </p:cNvPr>
          <p:cNvSpPr/>
          <p:nvPr/>
        </p:nvSpPr>
        <p:spPr>
          <a:xfrm>
            <a:off x="6266170" y="5012847"/>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8" name="Flowchart: Connector 57">
            <a:extLst>
              <a:ext uri="{FF2B5EF4-FFF2-40B4-BE49-F238E27FC236}">
                <a16:creationId xmlns:a16="http://schemas.microsoft.com/office/drawing/2014/main" id="{A09854CB-7482-D699-7AE9-7CD651F8E6AF}"/>
              </a:ext>
              <a:ext uri="{C183D7F6-B498-43B3-948B-1728B52AA6E4}">
                <adec:decorative xmlns:adec="http://schemas.microsoft.com/office/drawing/2017/decorative" val="1"/>
              </a:ext>
            </a:extLst>
          </p:cNvPr>
          <p:cNvSpPr/>
          <p:nvPr/>
        </p:nvSpPr>
        <p:spPr>
          <a:xfrm>
            <a:off x="7707268" y="5012847"/>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9" name="Flowchart: Connector 58">
            <a:extLst>
              <a:ext uri="{FF2B5EF4-FFF2-40B4-BE49-F238E27FC236}">
                <a16:creationId xmlns:a16="http://schemas.microsoft.com/office/drawing/2014/main" id="{DF92842D-7C52-5958-C2BD-F09D92C9E98C}"/>
              </a:ext>
              <a:ext uri="{C183D7F6-B498-43B3-948B-1728B52AA6E4}">
                <adec:decorative xmlns:adec="http://schemas.microsoft.com/office/drawing/2017/decorative" val="1"/>
              </a:ext>
            </a:extLst>
          </p:cNvPr>
          <p:cNvSpPr/>
          <p:nvPr/>
        </p:nvSpPr>
        <p:spPr>
          <a:xfrm>
            <a:off x="9211524" y="5012847"/>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Flowchart: Connector 59">
            <a:extLst>
              <a:ext uri="{FF2B5EF4-FFF2-40B4-BE49-F238E27FC236}">
                <a16:creationId xmlns:a16="http://schemas.microsoft.com/office/drawing/2014/main" id="{BD4FCAAC-5915-BABF-A666-53CF1DDC54BD}"/>
              </a:ext>
              <a:ext uri="{C183D7F6-B498-43B3-948B-1728B52AA6E4}">
                <adec:decorative xmlns:adec="http://schemas.microsoft.com/office/drawing/2017/decorative" val="1"/>
              </a:ext>
            </a:extLst>
          </p:cNvPr>
          <p:cNvSpPr/>
          <p:nvPr/>
        </p:nvSpPr>
        <p:spPr>
          <a:xfrm>
            <a:off x="10643761" y="5012847"/>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Flowchart: Connector 60">
            <a:extLst>
              <a:ext uri="{FF2B5EF4-FFF2-40B4-BE49-F238E27FC236}">
                <a16:creationId xmlns:a16="http://schemas.microsoft.com/office/drawing/2014/main" id="{FE0A1708-3BE0-80E5-82D2-192DF1EA3DE6}"/>
              </a:ext>
              <a:ext uri="{C183D7F6-B498-43B3-948B-1728B52AA6E4}">
                <adec:decorative xmlns:adec="http://schemas.microsoft.com/office/drawing/2017/decorative" val="1"/>
              </a:ext>
            </a:extLst>
          </p:cNvPr>
          <p:cNvSpPr/>
          <p:nvPr/>
        </p:nvSpPr>
        <p:spPr>
          <a:xfrm>
            <a:off x="4830900" y="5013958"/>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62" name="Graphic 61">
            <a:extLst>
              <a:ext uri="{FF2B5EF4-FFF2-40B4-BE49-F238E27FC236}">
                <a16:creationId xmlns:a16="http://schemas.microsoft.com/office/drawing/2014/main" id="{B25337F8-CC27-A934-0E8F-9570B2286E6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7731" y="2017398"/>
            <a:ext cx="576366" cy="571695"/>
          </a:xfrm>
          <a:prstGeom prst="rect">
            <a:avLst/>
          </a:prstGeom>
        </p:spPr>
      </p:pic>
      <p:pic>
        <p:nvPicPr>
          <p:cNvPr id="63" name="Graphic 62">
            <a:extLst>
              <a:ext uri="{FF2B5EF4-FFF2-40B4-BE49-F238E27FC236}">
                <a16:creationId xmlns:a16="http://schemas.microsoft.com/office/drawing/2014/main" id="{65468FCA-85B6-EDF7-52B4-0B99B07BFDD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2310" y="2709546"/>
            <a:ext cx="576366" cy="571695"/>
          </a:xfrm>
          <a:prstGeom prst="rect">
            <a:avLst/>
          </a:prstGeom>
        </p:spPr>
      </p:pic>
      <p:pic>
        <p:nvPicPr>
          <p:cNvPr id="64" name="Graphic 63">
            <a:extLst>
              <a:ext uri="{FF2B5EF4-FFF2-40B4-BE49-F238E27FC236}">
                <a16:creationId xmlns:a16="http://schemas.microsoft.com/office/drawing/2014/main" id="{F1B0FD3C-3E17-3346-AC98-DFBBA1E2BFA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5291" y="3238285"/>
            <a:ext cx="576366" cy="571695"/>
          </a:xfrm>
          <a:prstGeom prst="rect">
            <a:avLst/>
          </a:prstGeom>
        </p:spPr>
      </p:pic>
      <p:pic>
        <p:nvPicPr>
          <p:cNvPr id="65" name="Graphic 64">
            <a:extLst>
              <a:ext uri="{FF2B5EF4-FFF2-40B4-BE49-F238E27FC236}">
                <a16:creationId xmlns:a16="http://schemas.microsoft.com/office/drawing/2014/main" id="{8A4593D6-8348-04A0-9726-3501E0C0855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8813" y="3868641"/>
            <a:ext cx="576366" cy="571695"/>
          </a:xfrm>
          <a:prstGeom prst="rect">
            <a:avLst/>
          </a:prstGeom>
        </p:spPr>
      </p:pic>
      <p:pic>
        <p:nvPicPr>
          <p:cNvPr id="66" name="Graphic 65">
            <a:extLst>
              <a:ext uri="{FF2B5EF4-FFF2-40B4-BE49-F238E27FC236}">
                <a16:creationId xmlns:a16="http://schemas.microsoft.com/office/drawing/2014/main" id="{6C173F00-05F8-FC6E-D038-41869AE6F3A9}"/>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0672" y="4526039"/>
            <a:ext cx="576366" cy="571695"/>
          </a:xfrm>
          <a:prstGeom prst="rect">
            <a:avLst/>
          </a:prstGeom>
        </p:spPr>
      </p:pic>
      <p:pic>
        <p:nvPicPr>
          <p:cNvPr id="67" name="Graphic 66">
            <a:extLst>
              <a:ext uri="{FF2B5EF4-FFF2-40B4-BE49-F238E27FC236}">
                <a16:creationId xmlns:a16="http://schemas.microsoft.com/office/drawing/2014/main" id="{EBD9943E-2C45-7662-B3D5-3D5B2230CB3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10030" y="5170824"/>
            <a:ext cx="576366" cy="571695"/>
          </a:xfrm>
          <a:prstGeom prst="rect">
            <a:avLst/>
          </a:prstGeom>
        </p:spPr>
      </p:pic>
      <p:pic>
        <p:nvPicPr>
          <p:cNvPr id="68" name="Graphic 67">
            <a:extLst>
              <a:ext uri="{FF2B5EF4-FFF2-40B4-BE49-F238E27FC236}">
                <a16:creationId xmlns:a16="http://schemas.microsoft.com/office/drawing/2014/main" id="{1FC8E011-94E5-3CE4-B932-B3DFAB92E95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16692" y="5763124"/>
            <a:ext cx="576366" cy="571695"/>
          </a:xfrm>
          <a:prstGeom prst="rect">
            <a:avLst/>
          </a:prstGeom>
        </p:spPr>
      </p:pic>
      <p:sp>
        <p:nvSpPr>
          <p:cNvPr id="69" name="Rectangle 68">
            <a:extLst>
              <a:ext uri="{FF2B5EF4-FFF2-40B4-BE49-F238E27FC236}">
                <a16:creationId xmlns:a16="http://schemas.microsoft.com/office/drawing/2014/main" id="{1AB36431-2B6D-18B9-3677-85A2A8DDD945}"/>
              </a:ext>
              <a:ext uri="{C183D7F6-B498-43B3-948B-1728B52AA6E4}">
                <adec:decorative xmlns:adec="http://schemas.microsoft.com/office/drawing/2017/decorative" val="1"/>
              </a:ext>
            </a:extLst>
          </p:cNvPr>
          <p:cNvSpPr/>
          <p:nvPr/>
        </p:nvSpPr>
        <p:spPr>
          <a:xfrm>
            <a:off x="4745380" y="2542554"/>
            <a:ext cx="6523686" cy="189479"/>
          </a:xfrm>
          <a:prstGeom prst="rect">
            <a:avLst/>
          </a:prstGeom>
          <a:solidFill>
            <a:srgbClr val="0D1F3B"/>
          </a:solidFill>
          <a:ln w="10795" cap="flat" cmpd="sng" algn="ctr">
            <a:no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0" name="Triangle 50">
            <a:extLst>
              <a:ext uri="{FF2B5EF4-FFF2-40B4-BE49-F238E27FC236}">
                <a16:creationId xmlns:a16="http://schemas.microsoft.com/office/drawing/2014/main" id="{BF086925-BA0C-B490-7EEC-AA15B0AF00EE}"/>
              </a:ext>
              <a:ext uri="{C183D7F6-B498-43B3-948B-1728B52AA6E4}">
                <adec:decorative xmlns:adec="http://schemas.microsoft.com/office/drawing/2017/decorative" val="1"/>
              </a:ext>
            </a:extLst>
          </p:cNvPr>
          <p:cNvSpPr/>
          <p:nvPr/>
        </p:nvSpPr>
        <p:spPr>
          <a:xfrm rot="5400000">
            <a:off x="11229867" y="2335331"/>
            <a:ext cx="479698" cy="603926"/>
          </a:xfrm>
          <a:prstGeom prst="triangle">
            <a:avLst/>
          </a:prstGeom>
          <a:solidFill>
            <a:srgbClr val="0D1F3B"/>
          </a:solidFill>
          <a:ln w="10795" cap="flat" cmpd="sng" algn="ctr">
            <a:no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71" name="Straight Connector 70">
            <a:extLst>
              <a:ext uri="{FF2B5EF4-FFF2-40B4-BE49-F238E27FC236}">
                <a16:creationId xmlns:a16="http://schemas.microsoft.com/office/drawing/2014/main" id="{09F2B783-72AD-85A1-6769-695262531BE3}"/>
              </a:ext>
              <a:ext uri="{C183D7F6-B498-43B3-948B-1728B52AA6E4}">
                <adec:decorative xmlns:adec="http://schemas.microsoft.com/office/drawing/2017/decorative" val="1"/>
              </a:ext>
            </a:extLst>
          </p:cNvPr>
          <p:cNvCxnSpPr/>
          <p:nvPr/>
        </p:nvCxnSpPr>
        <p:spPr>
          <a:xfrm>
            <a:off x="4745379" y="2397445"/>
            <a:ext cx="0" cy="563375"/>
          </a:xfrm>
          <a:prstGeom prst="line">
            <a:avLst/>
          </a:prstGeom>
          <a:noFill/>
          <a:ln w="10795" cap="flat" cmpd="sng" algn="ctr">
            <a:solidFill>
              <a:srgbClr val="0D1F3B"/>
            </a:solidFill>
            <a:prstDash val="solid"/>
          </a:ln>
          <a:effectLst/>
        </p:spPr>
      </p:cxnSp>
      <p:cxnSp>
        <p:nvCxnSpPr>
          <p:cNvPr id="72" name="Straight Connector 71">
            <a:extLst>
              <a:ext uri="{FF2B5EF4-FFF2-40B4-BE49-F238E27FC236}">
                <a16:creationId xmlns:a16="http://schemas.microsoft.com/office/drawing/2014/main" id="{FB40CCE8-6D7D-C5F8-B6C1-6F6E8B502E26}"/>
              </a:ext>
              <a:ext uri="{C183D7F6-B498-43B3-948B-1728B52AA6E4}">
                <adec:decorative xmlns:adec="http://schemas.microsoft.com/office/drawing/2017/decorative" val="1"/>
              </a:ext>
            </a:extLst>
          </p:cNvPr>
          <p:cNvCxnSpPr/>
          <p:nvPr/>
        </p:nvCxnSpPr>
        <p:spPr>
          <a:xfrm>
            <a:off x="10677404" y="2397445"/>
            <a:ext cx="0" cy="563375"/>
          </a:xfrm>
          <a:prstGeom prst="line">
            <a:avLst/>
          </a:prstGeom>
          <a:noFill/>
          <a:ln w="10795" cap="flat" cmpd="sng" algn="ctr">
            <a:solidFill>
              <a:srgbClr val="0D1F3B"/>
            </a:solidFill>
            <a:prstDash val="solid"/>
          </a:ln>
          <a:effectLst/>
        </p:spPr>
      </p:cxnSp>
      <p:cxnSp>
        <p:nvCxnSpPr>
          <p:cNvPr id="73" name="Straight Connector 72">
            <a:extLst>
              <a:ext uri="{FF2B5EF4-FFF2-40B4-BE49-F238E27FC236}">
                <a16:creationId xmlns:a16="http://schemas.microsoft.com/office/drawing/2014/main" id="{90E656B6-3D95-5A9A-FCBF-0C66618BEA72}"/>
              </a:ext>
              <a:ext uri="{C183D7F6-B498-43B3-948B-1728B52AA6E4}">
                <adec:decorative xmlns:adec="http://schemas.microsoft.com/office/drawing/2017/decorative" val="1"/>
              </a:ext>
            </a:extLst>
          </p:cNvPr>
          <p:cNvCxnSpPr/>
          <p:nvPr/>
        </p:nvCxnSpPr>
        <p:spPr>
          <a:xfrm>
            <a:off x="7739686" y="2397445"/>
            <a:ext cx="0" cy="563375"/>
          </a:xfrm>
          <a:prstGeom prst="line">
            <a:avLst/>
          </a:prstGeom>
          <a:noFill/>
          <a:ln w="10795" cap="flat" cmpd="sng" algn="ctr">
            <a:solidFill>
              <a:srgbClr val="0D1F3B"/>
            </a:solidFill>
            <a:prstDash val="solid"/>
          </a:ln>
          <a:effectLst/>
        </p:spPr>
      </p:cxnSp>
      <p:cxnSp>
        <p:nvCxnSpPr>
          <p:cNvPr id="74" name="Straight Connector 73">
            <a:extLst>
              <a:ext uri="{FF2B5EF4-FFF2-40B4-BE49-F238E27FC236}">
                <a16:creationId xmlns:a16="http://schemas.microsoft.com/office/drawing/2014/main" id="{B0486C61-2A43-547F-0E39-AF218E3E2675}"/>
              </a:ext>
              <a:ext uri="{C183D7F6-B498-43B3-948B-1728B52AA6E4}">
                <adec:decorative xmlns:adec="http://schemas.microsoft.com/office/drawing/2017/decorative" val="1"/>
              </a:ext>
            </a:extLst>
          </p:cNvPr>
          <p:cNvCxnSpPr/>
          <p:nvPr/>
        </p:nvCxnSpPr>
        <p:spPr>
          <a:xfrm>
            <a:off x="9272854" y="2382799"/>
            <a:ext cx="0" cy="563375"/>
          </a:xfrm>
          <a:prstGeom prst="line">
            <a:avLst/>
          </a:prstGeom>
          <a:noFill/>
          <a:ln w="10795" cap="flat" cmpd="sng" algn="ctr">
            <a:solidFill>
              <a:srgbClr val="0D1F3B"/>
            </a:solidFill>
            <a:prstDash val="solid"/>
          </a:ln>
          <a:effectLst/>
        </p:spPr>
      </p:cxnSp>
      <p:sp>
        <p:nvSpPr>
          <p:cNvPr id="75" name="TextBox 74">
            <a:extLst>
              <a:ext uri="{FF2B5EF4-FFF2-40B4-BE49-F238E27FC236}">
                <a16:creationId xmlns:a16="http://schemas.microsoft.com/office/drawing/2014/main" id="{D3E51167-1AF0-9D16-8624-F6A65576AC7D}"/>
              </a:ext>
              <a:ext uri="{C183D7F6-B498-43B3-948B-1728B52AA6E4}">
                <adec:decorative xmlns:adec="http://schemas.microsoft.com/office/drawing/2017/decorative" val="1"/>
              </a:ext>
            </a:extLst>
          </p:cNvPr>
          <p:cNvSpPr txBox="1"/>
          <p:nvPr/>
        </p:nvSpPr>
        <p:spPr>
          <a:xfrm>
            <a:off x="4385055" y="2993554"/>
            <a:ext cx="689261"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Oct 2024</a:t>
            </a:r>
          </a:p>
        </p:txBody>
      </p:sp>
      <p:sp>
        <p:nvSpPr>
          <p:cNvPr id="76" name="TextBox 75">
            <a:extLst>
              <a:ext uri="{FF2B5EF4-FFF2-40B4-BE49-F238E27FC236}">
                <a16:creationId xmlns:a16="http://schemas.microsoft.com/office/drawing/2014/main" id="{4D32E237-6873-6388-98CB-4FB2B3C3B1CA}"/>
              </a:ext>
              <a:ext uri="{C183D7F6-B498-43B3-948B-1728B52AA6E4}">
                <adec:decorative xmlns:adec="http://schemas.microsoft.com/office/drawing/2017/decorative" val="1"/>
              </a:ext>
            </a:extLst>
          </p:cNvPr>
          <p:cNvSpPr txBox="1"/>
          <p:nvPr/>
        </p:nvSpPr>
        <p:spPr>
          <a:xfrm>
            <a:off x="10349255" y="2940868"/>
            <a:ext cx="744188"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Sept 2025</a:t>
            </a:r>
          </a:p>
        </p:txBody>
      </p:sp>
      <p:sp>
        <p:nvSpPr>
          <p:cNvPr id="77" name="TextBox 76">
            <a:extLst>
              <a:ext uri="{FF2B5EF4-FFF2-40B4-BE49-F238E27FC236}">
                <a16:creationId xmlns:a16="http://schemas.microsoft.com/office/drawing/2014/main" id="{FCF635EE-BBEC-0DDD-0335-58A5087B68BC}"/>
              </a:ext>
              <a:ext uri="{C183D7F6-B498-43B3-948B-1728B52AA6E4}">
                <adec:decorative xmlns:adec="http://schemas.microsoft.com/office/drawing/2017/decorative" val="1"/>
              </a:ext>
            </a:extLst>
          </p:cNvPr>
          <p:cNvSpPr txBox="1"/>
          <p:nvPr/>
        </p:nvSpPr>
        <p:spPr>
          <a:xfrm>
            <a:off x="5322879" y="3880453"/>
            <a:ext cx="1858556" cy="50808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PDW + DEERS</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rPr>
              <a:t>OMDS/TMDS Discovery</a:t>
            </a:r>
          </a:p>
        </p:txBody>
      </p:sp>
      <p:sp>
        <p:nvSpPr>
          <p:cNvPr id="78" name="TextBox 77">
            <a:extLst>
              <a:ext uri="{FF2B5EF4-FFF2-40B4-BE49-F238E27FC236}">
                <a16:creationId xmlns:a16="http://schemas.microsoft.com/office/drawing/2014/main" id="{77ED40FD-65C5-032A-BE5A-0DFBDE211849}"/>
              </a:ext>
              <a:ext uri="{C183D7F6-B498-43B3-948B-1728B52AA6E4}">
                <adec:decorative xmlns:adec="http://schemas.microsoft.com/office/drawing/2017/decorative" val="1"/>
              </a:ext>
            </a:extLst>
          </p:cNvPr>
          <p:cNvSpPr txBox="1"/>
          <p:nvPr/>
        </p:nvSpPr>
        <p:spPr>
          <a:xfrm>
            <a:off x="8436756" y="3881434"/>
            <a:ext cx="1657553" cy="717298"/>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panose="020F0502020204030204"/>
              </a:rPr>
              <a:t>TMDS +</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panose="020F0502020204030204"/>
              </a:rPr>
              <a:t>OMDS (HL7 / FHIR) +</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panose="020F0502020204030204"/>
              </a:rPr>
              <a:t>DAVINCI Merge</a:t>
            </a:r>
          </a:p>
        </p:txBody>
      </p:sp>
      <p:sp>
        <p:nvSpPr>
          <p:cNvPr id="79" name="TextBox 78">
            <a:extLst>
              <a:ext uri="{FF2B5EF4-FFF2-40B4-BE49-F238E27FC236}">
                <a16:creationId xmlns:a16="http://schemas.microsoft.com/office/drawing/2014/main" id="{6DFFC1A2-8EFB-9D4F-F368-28AABC7508D0}"/>
              </a:ext>
              <a:ext uri="{C183D7F6-B498-43B3-948B-1728B52AA6E4}">
                <adec:decorative xmlns:adec="http://schemas.microsoft.com/office/drawing/2017/decorative" val="1"/>
              </a:ext>
            </a:extLst>
          </p:cNvPr>
          <p:cNvSpPr txBox="1"/>
          <p:nvPr/>
        </p:nvSpPr>
        <p:spPr>
          <a:xfrm>
            <a:off x="7324062" y="3001893"/>
            <a:ext cx="758312"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April 2025</a:t>
            </a:r>
          </a:p>
        </p:txBody>
      </p:sp>
      <p:sp>
        <p:nvSpPr>
          <p:cNvPr id="80" name="TextBox 79">
            <a:extLst>
              <a:ext uri="{FF2B5EF4-FFF2-40B4-BE49-F238E27FC236}">
                <a16:creationId xmlns:a16="http://schemas.microsoft.com/office/drawing/2014/main" id="{568B8AE8-A454-B608-80C5-5344F23553AD}"/>
              </a:ext>
              <a:ext uri="{C183D7F6-B498-43B3-948B-1728B52AA6E4}">
                <adec:decorative xmlns:adec="http://schemas.microsoft.com/office/drawing/2017/decorative" val="1"/>
              </a:ext>
            </a:extLst>
          </p:cNvPr>
          <p:cNvSpPr txBox="1"/>
          <p:nvPr/>
        </p:nvSpPr>
        <p:spPr>
          <a:xfrm>
            <a:off x="8933517" y="3003425"/>
            <a:ext cx="704954"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rPr>
              <a:t>July 2025</a:t>
            </a:r>
          </a:p>
        </p:txBody>
      </p:sp>
      <p:sp>
        <p:nvSpPr>
          <p:cNvPr id="81" name="TextBox 80">
            <a:extLst>
              <a:ext uri="{FF2B5EF4-FFF2-40B4-BE49-F238E27FC236}">
                <a16:creationId xmlns:a16="http://schemas.microsoft.com/office/drawing/2014/main" id="{BD69BB0C-E276-58ED-8AA5-CC9F32AA0FB6}"/>
              </a:ext>
              <a:ext uri="{C183D7F6-B498-43B3-948B-1728B52AA6E4}">
                <adec:decorative xmlns:adec="http://schemas.microsoft.com/office/drawing/2017/decorative" val="1"/>
              </a:ext>
            </a:extLst>
          </p:cNvPr>
          <p:cNvSpPr txBox="1"/>
          <p:nvPr/>
        </p:nvSpPr>
        <p:spPr>
          <a:xfrm>
            <a:off x="4275985" y="1462334"/>
            <a:ext cx="938788" cy="24669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1" i="0" u="none" strike="noStrike" kern="0" cap="none" spc="0" normalizeH="0" baseline="0" noProof="0" dirty="0">
                <a:ln>
                  <a:noFill/>
                </a:ln>
                <a:solidFill>
                  <a:srgbClr val="2759AD"/>
                </a:solidFill>
                <a:effectLst/>
                <a:uLnTx/>
                <a:uFillTx/>
                <a:latin typeface="Calibri" panose="020F0502020204030204"/>
              </a:rPr>
              <a:t>MHS CDM 1.0</a:t>
            </a:r>
          </a:p>
        </p:txBody>
      </p:sp>
      <p:sp>
        <p:nvSpPr>
          <p:cNvPr id="82" name="TextBox 81">
            <a:extLst>
              <a:ext uri="{FF2B5EF4-FFF2-40B4-BE49-F238E27FC236}">
                <a16:creationId xmlns:a16="http://schemas.microsoft.com/office/drawing/2014/main" id="{3B72FD0D-A9D5-63CA-6965-C920ED58F7ED}"/>
              </a:ext>
              <a:ext uri="{C183D7F6-B498-43B3-948B-1728B52AA6E4}">
                <adec:decorative xmlns:adec="http://schemas.microsoft.com/office/drawing/2017/decorative" val="1"/>
              </a:ext>
            </a:extLst>
          </p:cNvPr>
          <p:cNvSpPr txBox="1"/>
          <p:nvPr/>
        </p:nvSpPr>
        <p:spPr>
          <a:xfrm>
            <a:off x="10229749" y="3730151"/>
            <a:ext cx="938788" cy="24669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1" i="0" u="none" strike="noStrike" kern="0" cap="none" spc="0" normalizeH="0" baseline="0" noProof="0" dirty="0">
                <a:ln>
                  <a:noFill/>
                </a:ln>
                <a:solidFill>
                  <a:srgbClr val="2759AD"/>
                </a:solidFill>
                <a:effectLst/>
                <a:uLnTx/>
                <a:uFillTx/>
                <a:latin typeface="Calibri" panose="020F0502020204030204"/>
              </a:rPr>
              <a:t>MHS CDM 2.0</a:t>
            </a:r>
          </a:p>
        </p:txBody>
      </p:sp>
      <p:sp>
        <p:nvSpPr>
          <p:cNvPr id="83" name="TextBox 82">
            <a:extLst>
              <a:ext uri="{FF2B5EF4-FFF2-40B4-BE49-F238E27FC236}">
                <a16:creationId xmlns:a16="http://schemas.microsoft.com/office/drawing/2014/main" id="{6B8F81D1-6C66-A836-36AD-FF2D3F72AEE3}"/>
              </a:ext>
              <a:ext uri="{C183D7F6-B498-43B3-948B-1728B52AA6E4}">
                <adec:decorative xmlns:adec="http://schemas.microsoft.com/office/drawing/2017/decorative" val="1"/>
              </a:ext>
            </a:extLst>
          </p:cNvPr>
          <p:cNvSpPr txBox="1"/>
          <p:nvPr/>
        </p:nvSpPr>
        <p:spPr>
          <a:xfrm>
            <a:off x="6518908" y="2764633"/>
            <a:ext cx="331447" cy="268987"/>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Calibri" panose="020F0502020204030204"/>
              </a:rPr>
              <a:t>**</a:t>
            </a:r>
            <a:endParaRPr kumimoji="0" lang="en-US" sz="1800" b="0" i="0" u="none" strike="noStrike" kern="0" cap="none" spc="0" normalizeH="0" baseline="0" noProof="0">
              <a:ln>
                <a:noFill/>
              </a:ln>
              <a:solidFill>
                <a:prstClr val="black"/>
              </a:solidFill>
              <a:effectLst/>
              <a:uLnTx/>
              <a:uFillTx/>
              <a:latin typeface="Calibri" panose="020F0502020204030204"/>
            </a:endParaRPr>
          </a:p>
        </p:txBody>
      </p:sp>
      <p:cxnSp>
        <p:nvCxnSpPr>
          <p:cNvPr id="84" name="Straight Connector 83">
            <a:extLst>
              <a:ext uri="{FF2B5EF4-FFF2-40B4-BE49-F238E27FC236}">
                <a16:creationId xmlns:a16="http://schemas.microsoft.com/office/drawing/2014/main" id="{B2CA2F10-F6AF-0207-6597-BB8D822F58C0}"/>
              </a:ext>
              <a:ext uri="{C183D7F6-B498-43B3-948B-1728B52AA6E4}">
                <adec:decorative xmlns:adec="http://schemas.microsoft.com/office/drawing/2017/decorative" val="1"/>
              </a:ext>
            </a:extLst>
          </p:cNvPr>
          <p:cNvCxnSpPr/>
          <p:nvPr/>
        </p:nvCxnSpPr>
        <p:spPr>
          <a:xfrm>
            <a:off x="6232242" y="2382799"/>
            <a:ext cx="0" cy="563375"/>
          </a:xfrm>
          <a:prstGeom prst="line">
            <a:avLst/>
          </a:prstGeom>
          <a:noFill/>
          <a:ln w="10795" cap="flat" cmpd="sng" algn="ctr">
            <a:solidFill>
              <a:srgbClr val="0D1F3B"/>
            </a:solidFill>
            <a:prstDash val="solid"/>
          </a:ln>
          <a:effectLst/>
        </p:spPr>
      </p:cxnSp>
      <p:sp>
        <p:nvSpPr>
          <p:cNvPr id="85" name="TextBox 84">
            <a:extLst>
              <a:ext uri="{FF2B5EF4-FFF2-40B4-BE49-F238E27FC236}">
                <a16:creationId xmlns:a16="http://schemas.microsoft.com/office/drawing/2014/main" id="{D72962FC-912F-6D11-49F4-3BE41D949E7C}"/>
              </a:ext>
              <a:ext uri="{C183D7F6-B498-43B3-948B-1728B52AA6E4}">
                <adec:decorative xmlns:adec="http://schemas.microsoft.com/office/drawing/2017/decorative" val="1"/>
              </a:ext>
            </a:extLst>
          </p:cNvPr>
          <p:cNvSpPr txBox="1"/>
          <p:nvPr/>
        </p:nvSpPr>
        <p:spPr>
          <a:xfrm>
            <a:off x="5913802" y="2997329"/>
            <a:ext cx="676706" cy="254043"/>
          </a:xfrm>
          <a:prstGeom prst="rect">
            <a:avLst/>
          </a:prstGeom>
          <a:noFill/>
        </p:spPr>
        <p:txBody>
          <a:bodyPr wrap="non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panose="020F0502020204030204"/>
              </a:rPr>
              <a:t>Jan 2025</a:t>
            </a:r>
          </a:p>
        </p:txBody>
      </p:sp>
      <p:sp>
        <p:nvSpPr>
          <p:cNvPr id="86" name="TextBox 85">
            <a:extLst>
              <a:ext uri="{FF2B5EF4-FFF2-40B4-BE49-F238E27FC236}">
                <a16:creationId xmlns:a16="http://schemas.microsoft.com/office/drawing/2014/main" id="{C06AE5C7-9839-4BD4-A2E8-28F975DB2A7D}"/>
              </a:ext>
              <a:ext uri="{C183D7F6-B498-43B3-948B-1728B52AA6E4}">
                <adec:decorative xmlns:adec="http://schemas.microsoft.com/office/drawing/2017/decorative" val="1"/>
              </a:ext>
            </a:extLst>
          </p:cNvPr>
          <p:cNvSpPr txBox="1"/>
          <p:nvPr/>
        </p:nvSpPr>
        <p:spPr>
          <a:xfrm>
            <a:off x="5436347" y="1831214"/>
            <a:ext cx="1540710" cy="560762"/>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dirty="0">
                <a:ln>
                  <a:noFill/>
                </a:ln>
                <a:solidFill>
                  <a:prstClr val="black"/>
                </a:solidFill>
                <a:effectLst/>
                <a:uLnTx/>
                <a:uFillTx/>
                <a:latin typeface="Calibri" panose="020F0502020204030204"/>
              </a:rPr>
              <a:t>Q2 Refresh &amp; QA of MHS CDM</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dirty="0">
                <a:ln>
                  <a:noFill/>
                </a:ln>
                <a:solidFill>
                  <a:prstClr val="black"/>
                </a:solidFill>
                <a:effectLst/>
                <a:uLnTx/>
                <a:uFillTx/>
                <a:latin typeface="Calibri" panose="020F0502020204030204"/>
              </a:rPr>
              <a:t>(MHS GENESIS &amp; Tricare)</a:t>
            </a:r>
          </a:p>
        </p:txBody>
      </p:sp>
      <p:sp>
        <p:nvSpPr>
          <p:cNvPr id="87" name="TextBox 86">
            <a:extLst>
              <a:ext uri="{FF2B5EF4-FFF2-40B4-BE49-F238E27FC236}">
                <a16:creationId xmlns:a16="http://schemas.microsoft.com/office/drawing/2014/main" id="{E0B72B66-E5EB-D39E-3BFD-3B943D10B299}"/>
              </a:ext>
              <a:ext uri="{C183D7F6-B498-43B3-948B-1728B52AA6E4}">
                <adec:decorative xmlns:adec="http://schemas.microsoft.com/office/drawing/2017/decorative" val="1"/>
              </a:ext>
            </a:extLst>
          </p:cNvPr>
          <p:cNvSpPr txBox="1"/>
          <p:nvPr/>
        </p:nvSpPr>
        <p:spPr>
          <a:xfrm>
            <a:off x="7087843" y="2058560"/>
            <a:ext cx="1326649" cy="246696"/>
          </a:xfrm>
          <a:prstGeom prst="rect">
            <a:avLst/>
          </a:prstGeom>
          <a:noFill/>
        </p:spPr>
        <p:txBody>
          <a:bodyPr wrap="squar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a:ln>
                  <a:noFill/>
                </a:ln>
                <a:solidFill>
                  <a:prstClr val="black"/>
                </a:solidFill>
                <a:effectLst/>
                <a:uLnTx/>
                <a:uFillTx/>
                <a:latin typeface="Calibri" panose="020F0502020204030204"/>
              </a:rPr>
              <a:t>Q3 Refresh &amp; QA</a:t>
            </a:r>
          </a:p>
        </p:txBody>
      </p:sp>
      <p:sp>
        <p:nvSpPr>
          <p:cNvPr id="88" name="TextBox 87">
            <a:extLst>
              <a:ext uri="{FF2B5EF4-FFF2-40B4-BE49-F238E27FC236}">
                <a16:creationId xmlns:a16="http://schemas.microsoft.com/office/drawing/2014/main" id="{0F2FBE5E-410D-AB27-3EA5-98FF4E126EA6}"/>
              </a:ext>
              <a:ext uri="{C183D7F6-B498-43B3-948B-1728B52AA6E4}">
                <adec:decorative xmlns:adec="http://schemas.microsoft.com/office/drawing/2017/decorative" val="1"/>
              </a:ext>
            </a:extLst>
          </p:cNvPr>
          <p:cNvSpPr txBox="1"/>
          <p:nvPr/>
        </p:nvSpPr>
        <p:spPr>
          <a:xfrm>
            <a:off x="8475995" y="1846471"/>
            <a:ext cx="1579085" cy="560762"/>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dirty="0">
                <a:ln>
                  <a:noFill/>
                </a:ln>
                <a:solidFill>
                  <a:prstClr val="black"/>
                </a:solidFill>
                <a:effectLst/>
                <a:uLnTx/>
                <a:uFillTx/>
                <a:latin typeface="Calibri" panose="020F0502020204030204"/>
              </a:rPr>
              <a:t>Q4 Refresh &amp; QA</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dirty="0">
                <a:ln>
                  <a:noFill/>
                </a:ln>
                <a:solidFill>
                  <a:prstClr val="black"/>
                </a:solidFill>
                <a:effectLst/>
                <a:uLnTx/>
                <a:uFillTx/>
                <a:latin typeface="Calibri" panose="020F0502020204030204"/>
              </a:rPr>
              <a:t>(MHS GENESIS + Tricare + </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dirty="0">
                <a:ln>
                  <a:noFill/>
                </a:ln>
                <a:solidFill>
                  <a:prstClr val="black"/>
                </a:solidFill>
                <a:effectLst/>
                <a:uLnTx/>
                <a:uFillTx/>
                <a:latin typeface="Calibri" panose="020F0502020204030204"/>
              </a:rPr>
              <a:t>DEERS + PDW)</a:t>
            </a:r>
          </a:p>
        </p:txBody>
      </p:sp>
      <p:sp>
        <p:nvSpPr>
          <p:cNvPr id="89" name="TextBox 88">
            <a:extLst>
              <a:ext uri="{FF2B5EF4-FFF2-40B4-BE49-F238E27FC236}">
                <a16:creationId xmlns:a16="http://schemas.microsoft.com/office/drawing/2014/main" id="{28CF99C8-5CA6-6AAB-6839-C5C0E9F5B015}"/>
              </a:ext>
              <a:ext uri="{C183D7F6-B498-43B3-948B-1728B52AA6E4}">
                <adec:decorative xmlns:adec="http://schemas.microsoft.com/office/drawing/2017/decorative" val="1"/>
              </a:ext>
            </a:extLst>
          </p:cNvPr>
          <p:cNvSpPr txBox="1"/>
          <p:nvPr/>
        </p:nvSpPr>
        <p:spPr>
          <a:xfrm>
            <a:off x="10145181" y="2057513"/>
            <a:ext cx="1094154" cy="246696"/>
          </a:xfrm>
          <a:prstGeom prst="rect">
            <a:avLst/>
          </a:prstGeom>
          <a:noFill/>
        </p:spPr>
        <p:txBody>
          <a:bodyPr wrap="none" rtlCol="0">
            <a:spAutoFit/>
          </a:body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sz="1051" b="0" i="0" u="none" strike="noStrike" kern="0" cap="none" spc="0" normalizeH="0" baseline="0" noProof="0">
                <a:ln>
                  <a:noFill/>
                </a:ln>
                <a:solidFill>
                  <a:prstClr val="black"/>
                </a:solidFill>
                <a:effectLst/>
                <a:uLnTx/>
                <a:uFillTx/>
                <a:latin typeface="Calibri" panose="020F0502020204030204"/>
              </a:rPr>
              <a:t>Q1 Refresh &amp; QA</a:t>
            </a:r>
          </a:p>
        </p:txBody>
      </p:sp>
      <p:sp>
        <p:nvSpPr>
          <p:cNvPr id="90" name="Isosceles Triangle 89">
            <a:extLst>
              <a:ext uri="{FF2B5EF4-FFF2-40B4-BE49-F238E27FC236}">
                <a16:creationId xmlns:a16="http://schemas.microsoft.com/office/drawing/2014/main" id="{7FF28B4D-ACC1-823D-2B03-AC4859CAC25B}"/>
              </a:ext>
              <a:ext uri="{C183D7F6-B498-43B3-948B-1728B52AA6E4}">
                <adec:decorative xmlns:adec="http://schemas.microsoft.com/office/drawing/2017/decorative" val="1"/>
              </a:ext>
            </a:extLst>
          </p:cNvPr>
          <p:cNvSpPr/>
          <p:nvPr/>
        </p:nvSpPr>
        <p:spPr>
          <a:xfrm>
            <a:off x="8122624" y="2567839"/>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Isosceles Triangle 90">
            <a:extLst>
              <a:ext uri="{FF2B5EF4-FFF2-40B4-BE49-F238E27FC236}">
                <a16:creationId xmlns:a16="http://schemas.microsoft.com/office/drawing/2014/main" id="{E1DE5DD3-E0AD-D3E5-A675-2FE3317E59E7}"/>
              </a:ext>
              <a:ext uri="{C183D7F6-B498-43B3-948B-1728B52AA6E4}">
                <adec:decorative xmlns:adec="http://schemas.microsoft.com/office/drawing/2017/decorative" val="1"/>
              </a:ext>
            </a:extLst>
          </p:cNvPr>
          <p:cNvSpPr/>
          <p:nvPr/>
        </p:nvSpPr>
        <p:spPr>
          <a:xfrm>
            <a:off x="8710818" y="2570342"/>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2" name="Isosceles Triangle 91">
            <a:extLst>
              <a:ext uri="{FF2B5EF4-FFF2-40B4-BE49-F238E27FC236}">
                <a16:creationId xmlns:a16="http://schemas.microsoft.com/office/drawing/2014/main" id="{892A34AD-4CC2-4A17-556B-B82C37D86BA8}"/>
              </a:ext>
              <a:ext uri="{C183D7F6-B498-43B3-948B-1728B52AA6E4}">
                <adec:decorative xmlns:adec="http://schemas.microsoft.com/office/drawing/2017/decorative" val="1"/>
              </a:ext>
            </a:extLst>
          </p:cNvPr>
          <p:cNvSpPr/>
          <p:nvPr/>
        </p:nvSpPr>
        <p:spPr>
          <a:xfrm>
            <a:off x="9640965" y="2567839"/>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3" name="Isosceles Triangle 92">
            <a:extLst>
              <a:ext uri="{FF2B5EF4-FFF2-40B4-BE49-F238E27FC236}">
                <a16:creationId xmlns:a16="http://schemas.microsoft.com/office/drawing/2014/main" id="{89F5AFD4-C90A-930B-7A52-2AAE597A397A}"/>
              </a:ext>
              <a:ext uri="{C183D7F6-B498-43B3-948B-1728B52AA6E4}">
                <adec:decorative xmlns:adec="http://schemas.microsoft.com/office/drawing/2017/decorative" val="1"/>
              </a:ext>
            </a:extLst>
          </p:cNvPr>
          <p:cNvSpPr/>
          <p:nvPr/>
        </p:nvSpPr>
        <p:spPr>
          <a:xfrm>
            <a:off x="10229158" y="2570342"/>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4" name="Left Brace 93">
            <a:extLst>
              <a:ext uri="{FF2B5EF4-FFF2-40B4-BE49-F238E27FC236}">
                <a16:creationId xmlns:a16="http://schemas.microsoft.com/office/drawing/2014/main" id="{4A456A29-B0A3-6E11-FFAA-A83ACD5042A6}"/>
              </a:ext>
              <a:ext uri="{C183D7F6-B498-43B3-948B-1728B52AA6E4}">
                <adec:decorative xmlns:adec="http://schemas.microsoft.com/office/drawing/2017/decorative" val="1"/>
              </a:ext>
            </a:extLst>
          </p:cNvPr>
          <p:cNvSpPr/>
          <p:nvPr/>
        </p:nvSpPr>
        <p:spPr>
          <a:xfrm rot="16200000">
            <a:off x="6103994" y="1935935"/>
            <a:ext cx="252215" cy="2944573"/>
          </a:xfrm>
          <a:prstGeom prst="leftBrace">
            <a:avLst/>
          </a:prstGeom>
          <a:noFill/>
          <a:ln w="9525" cap="flat" cmpd="sng" algn="ctr">
            <a:solidFill>
              <a:srgbClr val="0D1F3B"/>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95" name="Left Brace 94">
            <a:extLst>
              <a:ext uri="{FF2B5EF4-FFF2-40B4-BE49-F238E27FC236}">
                <a16:creationId xmlns:a16="http://schemas.microsoft.com/office/drawing/2014/main" id="{FF2C2DC2-63CA-2E92-21FE-34BE4136DCB5}"/>
              </a:ext>
              <a:ext uri="{C183D7F6-B498-43B3-948B-1728B52AA6E4}">
                <adec:decorative xmlns:adec="http://schemas.microsoft.com/office/drawing/2017/decorative" val="1"/>
              </a:ext>
            </a:extLst>
          </p:cNvPr>
          <p:cNvSpPr/>
          <p:nvPr/>
        </p:nvSpPr>
        <p:spPr>
          <a:xfrm rot="16200000">
            <a:off x="9089067" y="1973085"/>
            <a:ext cx="289213" cy="2907273"/>
          </a:xfrm>
          <a:prstGeom prst="leftBrace">
            <a:avLst/>
          </a:prstGeom>
          <a:noFill/>
          <a:ln w="9525" cap="flat" cmpd="sng" algn="ctr">
            <a:solidFill>
              <a:srgbClr val="0D1F3B"/>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96" name="Flowchart: Connector 95">
            <a:extLst>
              <a:ext uri="{FF2B5EF4-FFF2-40B4-BE49-F238E27FC236}">
                <a16:creationId xmlns:a16="http://schemas.microsoft.com/office/drawing/2014/main" id="{C19DE0D7-85A3-8CC2-E7AB-E3EE05AAD80A}"/>
              </a:ext>
              <a:ext uri="{C183D7F6-B498-43B3-948B-1728B52AA6E4}">
                <adec:decorative xmlns:adec="http://schemas.microsoft.com/office/drawing/2017/decorative" val="1"/>
              </a:ext>
            </a:extLst>
          </p:cNvPr>
          <p:cNvSpPr/>
          <p:nvPr/>
        </p:nvSpPr>
        <p:spPr>
          <a:xfrm>
            <a:off x="6149930" y="2530826"/>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7" name="Flowchart: Connector 96">
            <a:extLst>
              <a:ext uri="{FF2B5EF4-FFF2-40B4-BE49-F238E27FC236}">
                <a16:creationId xmlns:a16="http://schemas.microsoft.com/office/drawing/2014/main" id="{A3BA9210-27D2-DE05-25F5-D9946D5420CA}"/>
              </a:ext>
              <a:ext uri="{C183D7F6-B498-43B3-948B-1728B52AA6E4}">
                <adec:decorative xmlns:adec="http://schemas.microsoft.com/office/drawing/2017/decorative" val="1"/>
              </a:ext>
            </a:extLst>
          </p:cNvPr>
          <p:cNvSpPr/>
          <p:nvPr/>
        </p:nvSpPr>
        <p:spPr>
          <a:xfrm>
            <a:off x="7645701" y="2530826"/>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8" name="Flowchart: Connector 97">
            <a:extLst>
              <a:ext uri="{FF2B5EF4-FFF2-40B4-BE49-F238E27FC236}">
                <a16:creationId xmlns:a16="http://schemas.microsoft.com/office/drawing/2014/main" id="{6BACED57-1269-586B-5CFD-CDB8A4A1C6EF}"/>
              </a:ext>
              <a:ext uri="{C183D7F6-B498-43B3-948B-1728B52AA6E4}">
                <adec:decorative xmlns:adec="http://schemas.microsoft.com/office/drawing/2017/decorative" val="1"/>
              </a:ext>
            </a:extLst>
          </p:cNvPr>
          <p:cNvSpPr/>
          <p:nvPr/>
        </p:nvSpPr>
        <p:spPr>
          <a:xfrm>
            <a:off x="9177426" y="2530826"/>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9" name="Flowchart: Connector 98">
            <a:extLst>
              <a:ext uri="{FF2B5EF4-FFF2-40B4-BE49-F238E27FC236}">
                <a16:creationId xmlns:a16="http://schemas.microsoft.com/office/drawing/2014/main" id="{341A131F-2E6B-968F-B97F-B851B42A4172}"/>
              </a:ext>
              <a:ext uri="{C183D7F6-B498-43B3-948B-1728B52AA6E4}">
                <adec:decorative xmlns:adec="http://schemas.microsoft.com/office/drawing/2017/decorative" val="1"/>
              </a:ext>
            </a:extLst>
          </p:cNvPr>
          <p:cNvSpPr/>
          <p:nvPr/>
        </p:nvSpPr>
        <p:spPr>
          <a:xfrm>
            <a:off x="10580759" y="2530826"/>
            <a:ext cx="185680" cy="207930"/>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0" name="Isosceles Triangle 99">
            <a:extLst>
              <a:ext uri="{FF2B5EF4-FFF2-40B4-BE49-F238E27FC236}">
                <a16:creationId xmlns:a16="http://schemas.microsoft.com/office/drawing/2014/main" id="{98C8FDAA-56C7-F155-DBCA-CB89CD919DA7}"/>
              </a:ext>
              <a:ext uri="{C183D7F6-B498-43B3-948B-1728B52AA6E4}">
                <adec:decorative xmlns:adec="http://schemas.microsoft.com/office/drawing/2017/decorative" val="1"/>
              </a:ext>
            </a:extLst>
          </p:cNvPr>
          <p:cNvSpPr/>
          <p:nvPr/>
        </p:nvSpPr>
        <p:spPr>
          <a:xfrm>
            <a:off x="7108911" y="2567933"/>
            <a:ext cx="147661" cy="133904"/>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1" name="Isosceles Triangle 100">
            <a:extLst>
              <a:ext uri="{FF2B5EF4-FFF2-40B4-BE49-F238E27FC236}">
                <a16:creationId xmlns:a16="http://schemas.microsoft.com/office/drawing/2014/main" id="{8AF3456E-AF98-004E-04D2-FB2FE7B0BDA0}"/>
              </a:ext>
              <a:ext uri="{C183D7F6-B498-43B3-948B-1728B52AA6E4}">
                <adec:decorative xmlns:adec="http://schemas.microsoft.com/office/drawing/2017/decorative" val="1"/>
              </a:ext>
            </a:extLst>
          </p:cNvPr>
          <p:cNvSpPr/>
          <p:nvPr/>
        </p:nvSpPr>
        <p:spPr>
          <a:xfrm>
            <a:off x="9418328" y="588432"/>
            <a:ext cx="150827" cy="137893"/>
          </a:xfrm>
          <a:prstGeom prst="triangle">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2" name="Flowchart: Connector 101">
            <a:extLst>
              <a:ext uri="{FF2B5EF4-FFF2-40B4-BE49-F238E27FC236}">
                <a16:creationId xmlns:a16="http://schemas.microsoft.com/office/drawing/2014/main" id="{3A1592E2-CBB0-5078-C537-C9DF90E891B6}"/>
              </a:ext>
              <a:ext uri="{C183D7F6-B498-43B3-948B-1728B52AA6E4}">
                <adec:decorative xmlns:adec="http://schemas.microsoft.com/office/drawing/2017/decorative" val="1"/>
              </a:ext>
            </a:extLst>
          </p:cNvPr>
          <p:cNvSpPr/>
          <p:nvPr/>
        </p:nvSpPr>
        <p:spPr>
          <a:xfrm>
            <a:off x="9398910" y="224991"/>
            <a:ext cx="189661" cy="214124"/>
          </a:xfrm>
          <a:prstGeom prst="flowChartConnector">
            <a:avLst/>
          </a:prstGeom>
          <a:solidFill>
            <a:schemeClr val="accent4">
              <a:lumMod val="75000"/>
              <a:lumOff val="25000"/>
            </a:schemeClr>
          </a:solidFill>
          <a:ln w="10795" cap="flat" cmpd="sng" algn="ctr">
            <a:solidFill>
              <a:srgbClr val="0D1F3B">
                <a:shade val="15000"/>
              </a:srgbClr>
            </a:solidFill>
            <a:prstDash val="solid"/>
          </a:ln>
          <a:effectLst/>
        </p:spPr>
        <p:txBody>
          <a:bodyPr rtlCol="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A3B43AD0-0B9E-E2E2-5224-1F5451E71008}"/>
              </a:ext>
              <a:ext uri="{C183D7F6-B498-43B3-948B-1728B52AA6E4}">
                <adec:decorative xmlns:adec="http://schemas.microsoft.com/office/drawing/2017/decorative" val="1"/>
              </a:ext>
            </a:extLst>
          </p:cNvPr>
          <p:cNvSpPr txBox="1"/>
          <p:nvPr/>
        </p:nvSpPr>
        <p:spPr>
          <a:xfrm>
            <a:off x="9539199" y="537722"/>
            <a:ext cx="2509842" cy="276999"/>
          </a:xfrm>
          <a:prstGeom prst="rect">
            <a:avLst/>
          </a:prstGeom>
          <a:noFill/>
        </p:spPr>
        <p:txBody>
          <a:bodyPr wrap="square" rtlCol="0">
            <a:spAutoFit/>
          </a:bodyPr>
          <a:lstStyle/>
          <a:p>
            <a:pPr defTabSz="457189"/>
            <a:r>
              <a:rPr lang="en-US" sz="1200" b="1" dirty="0">
                <a:solidFill>
                  <a:prstClr val="black"/>
                </a:solidFill>
                <a:latin typeface="Calibri" panose="020F0502020204030204"/>
              </a:rPr>
              <a:t>Monthly Refreshes of MHS CDM</a:t>
            </a:r>
          </a:p>
        </p:txBody>
      </p:sp>
      <p:sp>
        <p:nvSpPr>
          <p:cNvPr id="104" name="TextBox 103">
            <a:extLst>
              <a:ext uri="{FF2B5EF4-FFF2-40B4-BE49-F238E27FC236}">
                <a16:creationId xmlns:a16="http://schemas.microsoft.com/office/drawing/2014/main" id="{6B7DCF03-D57A-9D42-0CCF-363D483FAD40}"/>
              </a:ext>
              <a:ext uri="{C183D7F6-B498-43B3-948B-1728B52AA6E4}">
                <adec:decorative xmlns:adec="http://schemas.microsoft.com/office/drawing/2017/decorative" val="1"/>
              </a:ext>
            </a:extLst>
          </p:cNvPr>
          <p:cNvSpPr txBox="1"/>
          <p:nvPr/>
        </p:nvSpPr>
        <p:spPr>
          <a:xfrm>
            <a:off x="9539198" y="220037"/>
            <a:ext cx="2420829" cy="276999"/>
          </a:xfrm>
          <a:prstGeom prst="rect">
            <a:avLst/>
          </a:prstGeom>
          <a:noFill/>
        </p:spPr>
        <p:txBody>
          <a:bodyPr wrap="square" rtlCol="0">
            <a:spAutoFit/>
          </a:bodyPr>
          <a:lstStyle/>
          <a:p>
            <a:pPr defTabSz="457189"/>
            <a:r>
              <a:rPr lang="en-US" sz="1200" b="1" dirty="0">
                <a:solidFill>
                  <a:prstClr val="black"/>
                </a:solidFill>
                <a:latin typeface="Calibri" panose="020F0502020204030204"/>
              </a:rPr>
              <a:t>Quarterly Refreshes of MHS CDM</a:t>
            </a:r>
          </a:p>
        </p:txBody>
      </p:sp>
      <p:sp>
        <p:nvSpPr>
          <p:cNvPr id="3" name="Date Placeholder 2">
            <a:extLst>
              <a:ext uri="{FF2B5EF4-FFF2-40B4-BE49-F238E27FC236}">
                <a16:creationId xmlns:a16="http://schemas.microsoft.com/office/drawing/2014/main" id="{6DF31185-F912-4363-BD33-926D30738F49}"/>
              </a:ext>
              <a:ext uri="{C183D7F6-B498-43B3-948B-1728B52AA6E4}">
                <adec:decorative xmlns:adec="http://schemas.microsoft.com/office/drawing/2017/decorative" val="1"/>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F03CF797-2C5E-99C3-8EF3-E4F079121FB3}"/>
              </a:ext>
              <a:ext uri="{C183D7F6-B498-43B3-948B-1728B52AA6E4}">
                <adec:decorative xmlns:adec="http://schemas.microsoft.com/office/drawing/2017/decorative" val="1"/>
              </a:ext>
            </a:extLst>
          </p:cNvPr>
          <p:cNvSpPr>
            <a:spLocks noGrp="1"/>
          </p:cNvSpPr>
          <p:nvPr>
            <p:ph type="sldNum" sz="quarter" idx="4"/>
          </p:nvPr>
        </p:nvSpPr>
        <p:spPr/>
        <p:txBody>
          <a:bodyPr/>
          <a:lstStyle/>
          <a:p>
            <a:r>
              <a:rPr lang="en-US"/>
              <a:t>2025 MHS Conference    </a:t>
            </a:r>
            <a:fld id="{54558BDB-F807-4A0D-8BCD-2F5355F4A24C}" type="slidenum">
              <a:rPr lang="en-US" smtClean="0"/>
              <a:pPr/>
              <a:t>25</a:t>
            </a:fld>
            <a:endParaRPr lang="en-US" dirty="0"/>
          </a:p>
        </p:txBody>
      </p:sp>
    </p:spTree>
    <p:extLst>
      <p:ext uri="{BB962C8B-B14F-4D97-AF65-F5344CB8AC3E}">
        <p14:creationId xmlns:p14="http://schemas.microsoft.com/office/powerpoint/2010/main" val="2580467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961A-930A-02D9-5B40-0F9C5AED2144}"/>
              </a:ext>
            </a:extLst>
          </p:cNvPr>
          <p:cNvSpPr>
            <a:spLocks noGrp="1"/>
          </p:cNvSpPr>
          <p:nvPr>
            <p:ph type="title"/>
          </p:nvPr>
        </p:nvSpPr>
        <p:spPr/>
        <p:txBody>
          <a:bodyPr/>
          <a:lstStyle/>
          <a:p>
            <a:r>
              <a:rPr lang="en-US" dirty="0"/>
              <a:t>MIP Target State Architecture </a:t>
            </a:r>
          </a:p>
        </p:txBody>
      </p:sp>
      <p:sp>
        <p:nvSpPr>
          <p:cNvPr id="3" name="Date Placeholder 2">
            <a:extLst>
              <a:ext uri="{FF2B5EF4-FFF2-40B4-BE49-F238E27FC236}">
                <a16:creationId xmlns:a16="http://schemas.microsoft.com/office/drawing/2014/main" id="{14A15883-3CD1-06F0-6730-BB995191C1B3}"/>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C76B9096-7545-94B7-AB95-F45E099473CF}"/>
              </a:ext>
            </a:extLst>
          </p:cNvPr>
          <p:cNvSpPr>
            <a:spLocks noGrp="1"/>
          </p:cNvSpPr>
          <p:nvPr>
            <p:ph type="sldNum" sz="quarter" idx="4"/>
          </p:nvPr>
        </p:nvSpPr>
        <p:spPr/>
        <p:txBody>
          <a:bodyPr/>
          <a:lstStyle/>
          <a:p>
            <a:r>
              <a:rPr lang="en-US"/>
              <a:t>2025 MHS Conference    </a:t>
            </a:r>
            <a:fld id="{54558BDB-F807-4A0D-8BCD-2F5355F4A24C}" type="slidenum">
              <a:rPr lang="en-US" smtClean="0"/>
              <a:pPr/>
              <a:t>26</a:t>
            </a:fld>
            <a:endParaRPr lang="en-US" dirty="0"/>
          </a:p>
        </p:txBody>
      </p:sp>
      <p:grpSp>
        <p:nvGrpSpPr>
          <p:cNvPr id="5" name="Group 4" descr="Graphical section, please see internal groups for more information. ">
            <a:extLst>
              <a:ext uri="{FF2B5EF4-FFF2-40B4-BE49-F238E27FC236}">
                <a16:creationId xmlns:a16="http://schemas.microsoft.com/office/drawing/2014/main" id="{AAC3815B-0BCC-4890-5094-4EF9A4E02EDA}"/>
              </a:ext>
            </a:extLst>
          </p:cNvPr>
          <p:cNvGrpSpPr/>
          <p:nvPr/>
        </p:nvGrpSpPr>
        <p:grpSpPr>
          <a:xfrm>
            <a:off x="279918" y="935759"/>
            <a:ext cx="11826011" cy="5404690"/>
            <a:chOff x="315403" y="938092"/>
            <a:chExt cx="11515473" cy="5230899"/>
          </a:xfrm>
        </p:grpSpPr>
        <p:sp>
          <p:nvSpPr>
            <p:cNvPr id="6" name="Google Shape;5989;p97">
              <a:extLst>
                <a:ext uri="{FF2B5EF4-FFF2-40B4-BE49-F238E27FC236}">
                  <a16:creationId xmlns:a16="http://schemas.microsoft.com/office/drawing/2014/main" id="{9D3EBD1A-4CBE-58B3-B5A6-FDCEDC73A8F7}"/>
                </a:ext>
              </a:extLst>
            </p:cNvPr>
            <p:cNvSpPr/>
            <p:nvPr/>
          </p:nvSpPr>
          <p:spPr>
            <a:xfrm>
              <a:off x="5939542" y="5120671"/>
              <a:ext cx="4759148" cy="794700"/>
            </a:xfrm>
            <a:prstGeom prst="rect">
              <a:avLst/>
            </a:prstGeom>
            <a:noFill/>
            <a:ln>
              <a:noFill/>
            </a:ln>
          </p:spPr>
          <p:txBody>
            <a:bodyPr spcFirstLastPara="1" wrap="square" lIns="91425" tIns="45700" rIns="91425" bIns="45700" anchor="ctr" anchorCtr="0">
              <a:noAutofit/>
            </a:bodyPr>
            <a:lstStyle/>
            <a:p>
              <a:pPr marL="0" marR="0" lvl="0" indent="0" algn="ctr" defTabSz="914377" eaLnBrk="1" fontAlgn="auto" latinLnBrk="0" hangingPunct="1">
                <a:lnSpc>
                  <a:spcPct val="100000"/>
                </a:lnSpc>
                <a:spcBef>
                  <a:spcPts val="0"/>
                </a:spcBef>
                <a:spcAft>
                  <a:spcPts val="0"/>
                </a:spcAft>
                <a:buClr>
                  <a:srgbClr val="102069"/>
                </a:buClr>
                <a:buSzPts val="1400"/>
                <a:buFontTx/>
                <a:buNone/>
                <a:tabLst/>
                <a:defRPr/>
              </a:pPr>
              <a:r>
                <a:rPr kumimoji="0" lang="en-US" sz="1400" b="0" i="0" u="none" strike="noStrike" kern="0" cap="none" spc="0" normalizeH="0" baseline="0" noProof="0" dirty="0">
                  <a:ln>
                    <a:noFill/>
                  </a:ln>
                  <a:solidFill>
                    <a:srgbClr val="2759AD"/>
                  </a:solidFill>
                  <a:effectLst/>
                  <a:uLnTx/>
                  <a:uFillTx/>
                  <a:ea typeface="Arial"/>
                  <a:cs typeface="Arial"/>
                  <a:sym typeface="Arial"/>
                </a:rPr>
                <a:t>The Target State Data Architecture for PMO EIDS future D&amp;A platform capabilities and how they fit together to satisfy all stakeholder use cases</a:t>
              </a:r>
              <a:endParaRPr kumimoji="0" sz="1400" b="1" i="0" u="none" strike="noStrike" kern="0" cap="none" spc="0" normalizeH="0" baseline="0" noProof="0" dirty="0">
                <a:ln>
                  <a:noFill/>
                </a:ln>
                <a:solidFill>
                  <a:srgbClr val="2759AD"/>
                </a:solidFill>
                <a:effectLst/>
                <a:uLnTx/>
                <a:uFillTx/>
                <a:ea typeface="Arial"/>
                <a:cs typeface="Arial"/>
                <a:sym typeface="Arial"/>
              </a:endParaRPr>
            </a:p>
          </p:txBody>
        </p:sp>
        <p:pic>
          <p:nvPicPr>
            <p:cNvPr id="7" name="Google Shape;5990;p97" descr="This graphic represents a comprehensive data management and analytics framework. It is divided into several major sections:&#10;&#10;Source: This section identifies various data streams and sources, including clinical and operational data, scientific data, and external data inputs.&#10;&#10;Curate &amp; Enrich: This phase involves processing data through platforms and algorithms to standardize, de-identify, and secure the information. It includes steps like normalization and metadata management.&#10;&#10;Organize: This area focuses on structuring data within a logical data warehouse. It encompasses a data lake, data zones (raw, curated), and various storage methods. It also includes traditional and historical reporting, master and reference data management, and virtualization.&#10;&#10;Analyze: This section is dedicated to various analytical tools and environments, such as information portals, analytics workbenches, and data science laboratories. It emphasizes advanced analytics, machine learning, and artificial intelligence applications.&#10;&#10;Consume: This final section outlines the end-users of the data, ranging from external and casual users to analysts, data scientists, and data engineers. It also includes model management and business applications.">
              <a:extLst>
                <a:ext uri="{FF2B5EF4-FFF2-40B4-BE49-F238E27FC236}">
                  <a16:creationId xmlns:a16="http://schemas.microsoft.com/office/drawing/2014/main" id="{2836E9FA-76F8-1D46-9EDE-ECB89D90F607}"/>
                </a:ext>
              </a:extLst>
            </p:cNvPr>
            <p:cNvPicPr preferRelativeResize="0"/>
            <p:nvPr/>
          </p:nvPicPr>
          <p:blipFill rotWithShape="1">
            <a:blip r:embed="rId3">
              <a:alphaModFix/>
            </a:blip>
            <a:srcRect/>
            <a:stretch/>
          </p:blipFill>
          <p:spPr>
            <a:xfrm>
              <a:off x="5007423" y="2006955"/>
              <a:ext cx="6823453" cy="3103229"/>
            </a:xfrm>
            <a:prstGeom prst="rect">
              <a:avLst/>
            </a:prstGeom>
            <a:noFill/>
            <a:ln>
              <a:noFill/>
            </a:ln>
          </p:spPr>
        </p:pic>
        <p:sp>
          <p:nvSpPr>
            <p:cNvPr id="8" name="Google Shape;5988;p97">
              <a:extLst>
                <a:ext uri="{FF2B5EF4-FFF2-40B4-BE49-F238E27FC236}">
                  <a16:creationId xmlns:a16="http://schemas.microsoft.com/office/drawing/2014/main" id="{F7485D7D-5A12-380F-B9FE-870A17D3823F}"/>
                </a:ext>
              </a:extLst>
            </p:cNvPr>
            <p:cNvSpPr txBox="1"/>
            <p:nvPr/>
          </p:nvSpPr>
          <p:spPr>
            <a:xfrm>
              <a:off x="4907216" y="1680090"/>
              <a:ext cx="6823800" cy="246221"/>
            </a:xfrm>
            <a:prstGeom prst="rect">
              <a:avLst/>
            </a:prstGeom>
            <a:noFill/>
            <a:ln>
              <a:noFill/>
            </a:ln>
          </p:spPr>
          <p:txBody>
            <a:bodyPr spcFirstLastPara="1" wrap="square" lIns="0" tIns="0" rIns="0" bIns="0" anchor="t" anchorCtr="0">
              <a:spAutoFit/>
            </a:bodyPr>
            <a:lstStyle/>
            <a:p>
              <a:pPr marL="0" marR="0" lvl="0" indent="0" algn="ctr" defTabSz="914377" eaLnBrk="1" fontAlgn="auto" latinLnBrk="0" hangingPunct="1">
                <a:lnSpc>
                  <a:spcPct val="100000"/>
                </a:lnSpc>
                <a:spcBef>
                  <a:spcPts val="0"/>
                </a:spcBef>
                <a:spcAft>
                  <a:spcPts val="0"/>
                </a:spcAft>
                <a:buClr>
                  <a:srgbClr val="102069"/>
                </a:buClr>
                <a:buSzPts val="1200"/>
                <a:buFontTx/>
                <a:buNone/>
                <a:tabLst/>
                <a:defRPr/>
              </a:pPr>
              <a:r>
                <a:rPr kumimoji="0" lang="en-US" sz="1600" b="1" i="1" u="sng" strike="noStrike" kern="0" cap="none" spc="0" normalizeH="0" baseline="0" noProof="0" dirty="0">
                  <a:ln>
                    <a:noFill/>
                  </a:ln>
                  <a:solidFill>
                    <a:srgbClr val="2759AD"/>
                  </a:solidFill>
                  <a:effectLst/>
                  <a:uLnTx/>
                  <a:uFillTx/>
                  <a:ea typeface="Arial Black"/>
                  <a:cs typeface="Arial Black"/>
                  <a:sym typeface="Arial Black"/>
                </a:rPr>
                <a:t>Target State Data Architecture</a:t>
              </a:r>
              <a:endParaRPr kumimoji="0" sz="2400" b="0" i="0" u="none" strike="noStrike" kern="0" cap="none" spc="0" normalizeH="0" baseline="0" noProof="0" dirty="0">
                <a:ln>
                  <a:noFill/>
                </a:ln>
                <a:solidFill>
                  <a:srgbClr val="2759AD"/>
                </a:solidFill>
                <a:effectLst/>
                <a:uLnTx/>
                <a:uFillTx/>
              </a:endParaRPr>
            </a:p>
          </p:txBody>
        </p:sp>
        <p:grpSp>
          <p:nvGrpSpPr>
            <p:cNvPr id="9" name="Google Shape;5984;p97" descr="Key Benefits for the Federal Digital Health:&#10;Allows PMO EIDS to seamlessly integrate, access and share a diverse set of data (structured, unstructured, internal and external) within a single cohesive environment&#10;Supports a broad range of users – from business users to data scientists and external consumers&#10;Provides self-service access to high trust, governed data&#10;Enables traditional reporting and dashboarding capabilities (which are the primary need of PMO EIDS data consumers)&#10;Enables analysts to explore a broad set of data and provides analytics tools for preparing and analyzing it &#10;Enables AI/ML use cases and requirements (including NLP) – including operationalization and governance of AI/ML models  &#10;Enables users to quickly understand what data is available, what it means and how to find it (Data Catalog)&#10;Ensures seamless (and where possible, automated) compliance with data governance policy and provisions data access to those who have appropriate permissions&#10;Provides PMO EIDS business applications the benefits of leveraging analytics and PMO EIDS master data&#10;">
              <a:extLst>
                <a:ext uri="{FF2B5EF4-FFF2-40B4-BE49-F238E27FC236}">
                  <a16:creationId xmlns:a16="http://schemas.microsoft.com/office/drawing/2014/main" id="{9508B68C-D336-AEB8-998C-3EF9DF316F79}"/>
                </a:ext>
              </a:extLst>
            </p:cNvPr>
            <p:cNvGrpSpPr/>
            <p:nvPr/>
          </p:nvGrpSpPr>
          <p:grpSpPr>
            <a:xfrm>
              <a:off x="315403" y="938092"/>
              <a:ext cx="4646299" cy="5230899"/>
              <a:chOff x="448067" y="1355020"/>
              <a:chExt cx="4546092" cy="5398800"/>
            </a:xfrm>
            <a:solidFill>
              <a:srgbClr val="2759AD"/>
            </a:solidFill>
          </p:grpSpPr>
          <p:sp>
            <p:nvSpPr>
              <p:cNvPr id="10" name="Google Shape;5985;p97">
                <a:extLst>
                  <a:ext uri="{FF2B5EF4-FFF2-40B4-BE49-F238E27FC236}">
                    <a16:creationId xmlns:a16="http://schemas.microsoft.com/office/drawing/2014/main" id="{FCA70A0D-B06A-3B38-FB68-7A03C3F90E56}"/>
                  </a:ext>
                </a:extLst>
              </p:cNvPr>
              <p:cNvSpPr/>
              <p:nvPr/>
            </p:nvSpPr>
            <p:spPr>
              <a:xfrm>
                <a:off x="448067" y="1355020"/>
                <a:ext cx="4546092" cy="5398800"/>
              </a:xfrm>
              <a:prstGeom prst="rect">
                <a:avLst/>
              </a:prstGeom>
              <a:grpFill/>
              <a:ln>
                <a:noFill/>
              </a:ln>
            </p:spPr>
            <p:txBody>
              <a:bodyPr spcFirstLastPara="1" wrap="square" lIns="91425" tIns="45700" rIns="91425" bIns="45700" anchor="ctr" anchorCtr="0">
                <a:noAutofit/>
              </a:bodyPr>
              <a:lstStyle/>
              <a:p>
                <a:pPr marL="0" marR="0" lvl="0" indent="0" algn="ctr" defTabSz="914377" eaLnBrk="1" fontAlgn="auto" latinLnBrk="0" hangingPunct="1">
                  <a:lnSpc>
                    <a:spcPct val="100000"/>
                  </a:lnSpc>
                  <a:spcBef>
                    <a:spcPts val="0"/>
                  </a:spcBef>
                  <a:spcAft>
                    <a:spcPts val="0"/>
                  </a:spcAft>
                  <a:buClr>
                    <a:prstClr val="white"/>
                  </a:buClr>
                  <a:buSzPts val="1600"/>
                  <a:buFontTx/>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1" name="Google Shape;5986;p97">
                <a:extLst>
                  <a:ext uri="{FF2B5EF4-FFF2-40B4-BE49-F238E27FC236}">
                    <a16:creationId xmlns:a16="http://schemas.microsoft.com/office/drawing/2014/main" id="{75B77CF3-97A3-31C3-4107-71E4AB6E7524}"/>
                  </a:ext>
                </a:extLst>
              </p:cNvPr>
              <p:cNvSpPr txBox="1"/>
              <p:nvPr/>
            </p:nvSpPr>
            <p:spPr>
              <a:xfrm>
                <a:off x="610739" y="1462672"/>
                <a:ext cx="4383420" cy="349380"/>
              </a:xfrm>
              <a:prstGeom prst="rect">
                <a:avLst/>
              </a:prstGeom>
              <a:grpFill/>
              <a:ln>
                <a:noFill/>
              </a:ln>
            </p:spPr>
            <p:txBody>
              <a:bodyPr spcFirstLastPara="1" wrap="square" lIns="0" tIns="45700" rIns="91425" bIns="45700" anchor="t" anchorCtr="0">
                <a:spAutoFit/>
              </a:bodyPr>
              <a:lstStyle/>
              <a:p>
                <a:pPr marL="0" marR="0" lvl="0" indent="0" defTabSz="914377" eaLnBrk="1" fontAlgn="auto" latinLnBrk="0" hangingPunct="1">
                  <a:lnSpc>
                    <a:spcPct val="100000"/>
                  </a:lnSpc>
                  <a:spcBef>
                    <a:spcPts val="0"/>
                  </a:spcBef>
                  <a:spcAft>
                    <a:spcPts val="0"/>
                  </a:spcAft>
                  <a:buClr>
                    <a:srgbClr val="FFFFFF"/>
                  </a:buClr>
                  <a:buSzPts val="1400"/>
                  <a:buFontTx/>
                  <a:buNone/>
                  <a:tabLst/>
                  <a:defRPr/>
                </a:pPr>
                <a:r>
                  <a:rPr kumimoji="0" lang="en-US" sz="1600" b="1" i="0" u="none" strike="noStrike" kern="0" cap="none" spc="0" normalizeH="0" baseline="0" noProof="0" dirty="0">
                    <a:ln>
                      <a:noFill/>
                    </a:ln>
                    <a:solidFill>
                      <a:srgbClr val="FFFFFF"/>
                    </a:solidFill>
                    <a:effectLst/>
                    <a:uLnTx/>
                    <a:uFillTx/>
                    <a:ea typeface="Arial"/>
                    <a:cs typeface="Arial"/>
                    <a:sym typeface="Arial"/>
                  </a:rPr>
                  <a:t>Key Benefits for the Federal Digital Health Hub:</a:t>
                </a:r>
                <a:endParaRPr kumimoji="0" sz="2000" b="0" i="0" u="none" strike="noStrike" kern="0" cap="none" spc="0" normalizeH="0" baseline="0" noProof="0" dirty="0">
                  <a:ln>
                    <a:noFill/>
                  </a:ln>
                  <a:solidFill>
                    <a:prstClr val="black"/>
                  </a:solidFill>
                  <a:effectLst/>
                  <a:uLnTx/>
                  <a:uFillTx/>
                </a:endParaRPr>
              </a:p>
            </p:txBody>
          </p:sp>
          <p:sp>
            <p:nvSpPr>
              <p:cNvPr id="12" name="Google Shape;5987;p97">
                <a:extLst>
                  <a:ext uri="{FF2B5EF4-FFF2-40B4-BE49-F238E27FC236}">
                    <a16:creationId xmlns:a16="http://schemas.microsoft.com/office/drawing/2014/main" id="{7327FA1D-AFA7-5176-9CE0-C8239CB4F62A}"/>
                  </a:ext>
                </a:extLst>
              </p:cNvPr>
              <p:cNvSpPr txBox="1"/>
              <p:nvPr/>
            </p:nvSpPr>
            <p:spPr>
              <a:xfrm>
                <a:off x="552776" y="1801141"/>
                <a:ext cx="4244023" cy="4460459"/>
              </a:xfrm>
              <a:prstGeom prst="rect">
                <a:avLst/>
              </a:prstGeom>
              <a:grpFill/>
              <a:ln>
                <a:noFill/>
              </a:ln>
            </p:spPr>
            <p:txBody>
              <a:bodyPr spcFirstLastPara="1" wrap="square" lIns="0" tIns="0" rIns="0" bIns="0" anchor="t" anchorCtr="0">
                <a:spAutoFit/>
              </a:bodyPr>
              <a:lstStyle/>
              <a:p>
                <a:pPr marL="285744" marR="0" lvl="0" indent="-285744" defTabSz="914377" eaLnBrk="1" fontAlgn="auto" latinLnBrk="0" hangingPunct="1">
                  <a:lnSpc>
                    <a:spcPct val="100000"/>
                  </a:lnSpc>
                  <a:spcBef>
                    <a:spcPts val="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Allows EIDS to seamlessly integrate, access and share a diverse set of data (structured, unstructured, internal and external) within a single cohesive environment</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Supports a broad range of users – from business users to data scientists and external consumers</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Provides self-service access to high trust, governed data</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Enables traditional reporting and dashboarding capabilities (which are the primary need of PMO EIDS data consumers)</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Enables analysts to explore a broad set of data and provides analytics tools for preparing and analyzing it </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Enables AI/ML use cases and requirements (including NLP) – including operationalization and governance of AI/ML models  </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Enables users to quickly understand what data is available, what it means and how to find it (Data Catalog)</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Ensures seamless (and where possible, automated) compliance with data governance policy and provisions data access to those who have appropriate permissions</a:t>
                </a:r>
                <a:endParaRPr kumimoji="0" sz="1251" b="0" i="0" u="none" strike="noStrike" kern="0" cap="none" spc="0" normalizeH="0" baseline="0" noProof="0" dirty="0">
                  <a:ln>
                    <a:noFill/>
                  </a:ln>
                  <a:solidFill>
                    <a:prstClr val="black"/>
                  </a:solidFill>
                  <a:effectLst/>
                  <a:uLnTx/>
                  <a:uFillTx/>
                </a:endParaRPr>
              </a:p>
              <a:p>
                <a:pPr marL="285744" marR="0" lvl="0" indent="-285744" defTabSz="914377" eaLnBrk="1" fontAlgn="auto" latinLnBrk="0" hangingPunct="1">
                  <a:lnSpc>
                    <a:spcPct val="100000"/>
                  </a:lnSpc>
                  <a:spcBef>
                    <a:spcPts val="600"/>
                  </a:spcBef>
                  <a:spcAft>
                    <a:spcPts val="0"/>
                  </a:spcAft>
                  <a:buClr>
                    <a:srgbClr val="FFFFFF"/>
                  </a:buClr>
                  <a:buSzPts val="1150"/>
                  <a:buFont typeface="Noto Sans Symbols"/>
                  <a:buChar char="✔"/>
                  <a:tabLst/>
                  <a:defRPr/>
                </a:pPr>
                <a:r>
                  <a:rPr kumimoji="0" lang="en-US" sz="1251" b="0" i="0" u="none" strike="noStrike" kern="0" cap="none" spc="0" normalizeH="0" baseline="0" noProof="0" dirty="0">
                    <a:ln>
                      <a:noFill/>
                    </a:ln>
                    <a:solidFill>
                      <a:srgbClr val="FFFFFF"/>
                    </a:solidFill>
                    <a:effectLst/>
                    <a:uLnTx/>
                    <a:uFillTx/>
                    <a:ea typeface="Century Gothic"/>
                    <a:cs typeface="Century Gothic"/>
                    <a:sym typeface="Century Gothic"/>
                  </a:rPr>
                  <a:t>Provides PMO EIDS business applications the benefits of leveraging analytics and PMO EIDS master data</a:t>
                </a:r>
                <a:endParaRPr kumimoji="0" sz="1251" b="0" i="0" u="none" strike="noStrike" kern="0" cap="none" spc="0" normalizeH="0" baseline="0" noProof="0" dirty="0">
                  <a:ln>
                    <a:noFill/>
                  </a:ln>
                  <a:solidFill>
                    <a:prstClr val="black"/>
                  </a:solidFill>
                  <a:effectLst/>
                  <a:uLnTx/>
                  <a:uFillTx/>
                </a:endParaRPr>
              </a:p>
            </p:txBody>
          </p:sp>
        </p:grpSp>
      </p:grpSp>
    </p:spTree>
    <p:extLst>
      <p:ext uri="{BB962C8B-B14F-4D97-AF65-F5344CB8AC3E}">
        <p14:creationId xmlns:p14="http://schemas.microsoft.com/office/powerpoint/2010/main" val="4063410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extLst>
              <a:ext uri="{FF2B5EF4-FFF2-40B4-BE49-F238E27FC236}">
                <a16:creationId xmlns:a16="http://schemas.microsoft.com/office/drawing/2014/main" id="{EF0D615F-529E-1D73-3251-F9E72F5516DD}"/>
              </a:ext>
            </a:extLst>
          </p:cNvPr>
          <p:cNvPicPr>
            <a:picLocks noChangeAspect="1"/>
          </p:cNvPicPr>
          <p:nvPr/>
        </p:nvPicPr>
        <p:blipFill rotWithShape="1">
          <a:blip r:embed="rId2"/>
          <a:srcRect t="22619"/>
          <a:stretch/>
        </p:blipFill>
        <p:spPr>
          <a:xfrm>
            <a:off x="323025" y="3703576"/>
            <a:ext cx="11469752" cy="2810662"/>
          </a:xfrm>
          <a:prstGeom prst="rect">
            <a:avLst/>
          </a:prstGeom>
        </p:spPr>
      </p:pic>
      <p:sp>
        <p:nvSpPr>
          <p:cNvPr id="2" name="Title 1">
            <a:extLst>
              <a:ext uri="{FF2B5EF4-FFF2-40B4-BE49-F238E27FC236}">
                <a16:creationId xmlns:a16="http://schemas.microsoft.com/office/drawing/2014/main" id="{F04A913D-E11E-0D08-DD62-F15BD27028D4}"/>
              </a:ext>
            </a:extLst>
          </p:cNvPr>
          <p:cNvSpPr>
            <a:spLocks noGrp="1"/>
          </p:cNvSpPr>
          <p:nvPr>
            <p:ph type="title"/>
          </p:nvPr>
        </p:nvSpPr>
        <p:spPr/>
        <p:txBody>
          <a:bodyPr/>
          <a:lstStyle/>
          <a:p>
            <a:r>
              <a:rPr lang="en-US" dirty="0"/>
              <a:t>2024 by the Numbers: </a:t>
            </a:r>
            <a:br>
              <a:rPr lang="en-US" dirty="0"/>
            </a:br>
            <a:r>
              <a:rPr lang="en-US" dirty="0"/>
              <a:t>NLP on MHS GENESIS Clinical Notes</a:t>
            </a:r>
          </a:p>
        </p:txBody>
      </p:sp>
      <p:sp>
        <p:nvSpPr>
          <p:cNvPr id="3" name="Date Placeholder 2">
            <a:extLst>
              <a:ext uri="{FF2B5EF4-FFF2-40B4-BE49-F238E27FC236}">
                <a16:creationId xmlns:a16="http://schemas.microsoft.com/office/drawing/2014/main" id="{BDD18132-FC8C-7820-A78B-8C277E258F06}"/>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A763527C-C9A2-232D-667C-6031A7EFF635}"/>
              </a:ext>
            </a:extLst>
          </p:cNvPr>
          <p:cNvSpPr>
            <a:spLocks noGrp="1"/>
          </p:cNvSpPr>
          <p:nvPr>
            <p:ph type="sldNum" sz="quarter" idx="4"/>
          </p:nvPr>
        </p:nvSpPr>
        <p:spPr/>
        <p:txBody>
          <a:bodyPr/>
          <a:lstStyle/>
          <a:p>
            <a:r>
              <a:rPr lang="en-US"/>
              <a:t>2025 MHS Conference    </a:t>
            </a:r>
            <a:fld id="{54558BDB-F807-4A0D-8BCD-2F5355F4A24C}" type="slidenum">
              <a:rPr lang="en-US" smtClean="0"/>
              <a:pPr/>
              <a:t>27</a:t>
            </a:fld>
            <a:endParaRPr lang="en-US" dirty="0"/>
          </a:p>
        </p:txBody>
      </p:sp>
      <p:grpSp>
        <p:nvGrpSpPr>
          <p:cNvPr id="6" name="Group 5" descr="Infographic:&#10;&#10;2024 by the Numbers: N L P on M H S GENESIS Clinical Notes&#10;&#10;Clinical Notes processed with National Language Processing: 36M+&#10;&#10;N L P Annotations: 3.6B">
            <a:extLst>
              <a:ext uri="{FF2B5EF4-FFF2-40B4-BE49-F238E27FC236}">
                <a16:creationId xmlns:a16="http://schemas.microsoft.com/office/drawing/2014/main" id="{D54506BD-F393-F25A-1DC0-D97B72161EEB}"/>
              </a:ext>
            </a:extLst>
          </p:cNvPr>
          <p:cNvGrpSpPr/>
          <p:nvPr/>
        </p:nvGrpSpPr>
        <p:grpSpPr>
          <a:xfrm>
            <a:off x="965783" y="2035316"/>
            <a:ext cx="9930817" cy="1572783"/>
            <a:chOff x="421497" y="2084108"/>
            <a:chExt cx="9289871" cy="1572783"/>
          </a:xfrm>
        </p:grpSpPr>
        <p:grpSp>
          <p:nvGrpSpPr>
            <p:cNvPr id="7" name="Group 6">
              <a:extLst>
                <a:ext uri="{FF2B5EF4-FFF2-40B4-BE49-F238E27FC236}">
                  <a16:creationId xmlns:a16="http://schemas.microsoft.com/office/drawing/2014/main" id="{FB07D211-ED75-23AD-3623-BB2CB488D824}"/>
                </a:ext>
              </a:extLst>
            </p:cNvPr>
            <p:cNvGrpSpPr/>
            <p:nvPr/>
          </p:nvGrpSpPr>
          <p:grpSpPr>
            <a:xfrm>
              <a:off x="6574349" y="2121278"/>
              <a:ext cx="3137019" cy="1535613"/>
              <a:chOff x="6574349" y="2121278"/>
              <a:chExt cx="3137019" cy="1535613"/>
            </a:xfrm>
          </p:grpSpPr>
          <p:sp>
            <p:nvSpPr>
              <p:cNvPr id="12" name="TextBox 11">
                <a:extLst>
                  <a:ext uri="{FF2B5EF4-FFF2-40B4-BE49-F238E27FC236}">
                    <a16:creationId xmlns:a16="http://schemas.microsoft.com/office/drawing/2014/main" id="{DEE8428F-A92B-F398-43F2-7F14F29C33E1}"/>
                  </a:ext>
                </a:extLst>
              </p:cNvPr>
              <p:cNvSpPr txBox="1"/>
              <p:nvPr/>
            </p:nvSpPr>
            <p:spPr>
              <a:xfrm>
                <a:off x="7378535" y="3287559"/>
                <a:ext cx="179869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NLP Annotations</a:t>
                </a:r>
              </a:p>
            </p:txBody>
          </p:sp>
          <p:sp>
            <p:nvSpPr>
              <p:cNvPr id="13" name="TextBox 12">
                <a:extLst>
                  <a:ext uri="{FF2B5EF4-FFF2-40B4-BE49-F238E27FC236}">
                    <a16:creationId xmlns:a16="http://schemas.microsoft.com/office/drawing/2014/main" id="{69D467D6-3C33-A4D6-CB48-C1CEA6A57B7E}"/>
                  </a:ext>
                </a:extLst>
              </p:cNvPr>
              <p:cNvSpPr txBox="1"/>
              <p:nvPr/>
            </p:nvSpPr>
            <p:spPr>
              <a:xfrm>
                <a:off x="7809885" y="2121278"/>
                <a:ext cx="1901483" cy="110799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600" b="0" i="0" u="none" strike="noStrike" kern="0" cap="none" spc="0" normalizeH="0" baseline="0" noProof="0" dirty="0">
                    <a:ln>
                      <a:noFill/>
                    </a:ln>
                    <a:solidFill>
                      <a:srgbClr val="C00000"/>
                    </a:solidFill>
                    <a:effectLst/>
                    <a:uLnTx/>
                    <a:uFillTx/>
                  </a:rPr>
                  <a:t>3.6B</a:t>
                </a:r>
              </a:p>
            </p:txBody>
          </p:sp>
          <p:pic>
            <p:nvPicPr>
              <p:cNvPr id="14" name="Picture 13" descr="A black background with a black square&#10;&#10;Description automatically generated with medium confidence">
                <a:extLst>
                  <a:ext uri="{FF2B5EF4-FFF2-40B4-BE49-F238E27FC236}">
                    <a16:creationId xmlns:a16="http://schemas.microsoft.com/office/drawing/2014/main" id="{516DCD1A-166A-96EE-6C6F-A1B0B275301B}"/>
                  </a:ext>
                </a:extLst>
              </p:cNvPr>
              <p:cNvPicPr>
                <a:picLocks noChangeAspect="1"/>
              </p:cNvPicPr>
              <p:nvPr/>
            </p:nvPicPr>
            <p:blipFill>
              <a:blip r:embed="rId3"/>
              <a:stretch>
                <a:fillRect/>
              </a:stretch>
            </p:blipFill>
            <p:spPr>
              <a:xfrm>
                <a:off x="6574349" y="2158448"/>
                <a:ext cx="1033655" cy="1033655"/>
              </a:xfrm>
              <a:prstGeom prst="rect">
                <a:avLst/>
              </a:prstGeom>
            </p:spPr>
          </p:pic>
        </p:grpSp>
        <p:grpSp>
          <p:nvGrpSpPr>
            <p:cNvPr id="8" name="Group 7">
              <a:extLst>
                <a:ext uri="{FF2B5EF4-FFF2-40B4-BE49-F238E27FC236}">
                  <a16:creationId xmlns:a16="http://schemas.microsoft.com/office/drawing/2014/main" id="{FE1FF862-873C-89DC-A799-A0AC6818B65E}"/>
                </a:ext>
              </a:extLst>
            </p:cNvPr>
            <p:cNvGrpSpPr/>
            <p:nvPr/>
          </p:nvGrpSpPr>
          <p:grpSpPr>
            <a:xfrm>
              <a:off x="421497" y="2084108"/>
              <a:ext cx="6201634" cy="1535788"/>
              <a:chOff x="421497" y="2084108"/>
              <a:chExt cx="6201634" cy="1535788"/>
            </a:xfrm>
          </p:grpSpPr>
          <p:sp>
            <p:nvSpPr>
              <p:cNvPr id="9" name="TextBox 8">
                <a:extLst>
                  <a:ext uri="{FF2B5EF4-FFF2-40B4-BE49-F238E27FC236}">
                    <a16:creationId xmlns:a16="http://schemas.microsoft.com/office/drawing/2014/main" id="{61FAF6AD-9E47-329F-85E0-38DD2191E003}"/>
                  </a:ext>
                </a:extLst>
              </p:cNvPr>
              <p:cNvSpPr txBox="1"/>
              <p:nvPr/>
            </p:nvSpPr>
            <p:spPr>
              <a:xfrm>
                <a:off x="421497" y="3250564"/>
                <a:ext cx="620163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75757"/>
                    </a:solidFill>
                    <a:effectLst/>
                    <a:uLnTx/>
                    <a:uFillTx/>
                  </a:rPr>
                  <a:t>Clinical Notes processed with National Language Processing</a:t>
                </a:r>
              </a:p>
            </p:txBody>
          </p:sp>
          <p:sp>
            <p:nvSpPr>
              <p:cNvPr id="10" name="TextBox 9">
                <a:extLst>
                  <a:ext uri="{FF2B5EF4-FFF2-40B4-BE49-F238E27FC236}">
                    <a16:creationId xmlns:a16="http://schemas.microsoft.com/office/drawing/2014/main" id="{4C6202E2-9931-05D3-8FA6-60EAF531EA46}"/>
                  </a:ext>
                </a:extLst>
              </p:cNvPr>
              <p:cNvSpPr txBox="1"/>
              <p:nvPr/>
            </p:nvSpPr>
            <p:spPr>
              <a:xfrm>
                <a:off x="2135382" y="2084108"/>
                <a:ext cx="2361544" cy="110799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600" b="0" i="0" u="none" strike="noStrike" kern="0" cap="none" spc="0" normalizeH="0" baseline="0" noProof="0" dirty="0">
                    <a:ln>
                      <a:noFill/>
                    </a:ln>
                    <a:solidFill>
                      <a:srgbClr val="C00000"/>
                    </a:solidFill>
                    <a:effectLst/>
                    <a:uLnTx/>
                    <a:uFillTx/>
                  </a:rPr>
                  <a:t>36M+</a:t>
                </a: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36278107-F8E3-662E-EA21-19EE7299C0DA}"/>
                  </a:ext>
                </a:extLst>
              </p:cNvPr>
              <p:cNvPicPr>
                <a:picLocks noChangeAspect="1"/>
              </p:cNvPicPr>
              <p:nvPr/>
            </p:nvPicPr>
            <p:blipFill>
              <a:blip r:embed="rId3"/>
              <a:stretch>
                <a:fillRect/>
              </a:stretch>
            </p:blipFill>
            <p:spPr>
              <a:xfrm>
                <a:off x="899846" y="2121278"/>
                <a:ext cx="1033655" cy="1033655"/>
              </a:xfrm>
              <a:prstGeom prst="rect">
                <a:avLst/>
              </a:prstGeom>
            </p:spPr>
          </p:pic>
        </p:grpSp>
      </p:grpSp>
    </p:spTree>
    <p:extLst>
      <p:ext uri="{BB962C8B-B14F-4D97-AF65-F5344CB8AC3E}">
        <p14:creationId xmlns:p14="http://schemas.microsoft.com/office/powerpoint/2010/main" val="406123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54FE2-C186-4621-E2E1-CC622FBEB927}"/>
              </a:ext>
            </a:extLst>
          </p:cNvPr>
          <p:cNvSpPr>
            <a:spLocks noGrp="1"/>
          </p:cNvSpPr>
          <p:nvPr>
            <p:ph type="title"/>
          </p:nvPr>
        </p:nvSpPr>
        <p:spPr/>
        <p:txBody>
          <a:bodyPr/>
          <a:lstStyle/>
          <a:p>
            <a:r>
              <a:rPr lang="en-US" dirty="0"/>
              <a:t>Key Takeaways </a:t>
            </a:r>
          </a:p>
        </p:txBody>
      </p:sp>
      <p:sp>
        <p:nvSpPr>
          <p:cNvPr id="6" name="Content Placeholder 5">
            <a:extLst>
              <a:ext uri="{FF2B5EF4-FFF2-40B4-BE49-F238E27FC236}">
                <a16:creationId xmlns:a16="http://schemas.microsoft.com/office/drawing/2014/main" id="{1E8F24C8-7539-62A8-4857-00A43C2EA196}"/>
              </a:ext>
            </a:extLst>
          </p:cNvPr>
          <p:cNvSpPr>
            <a:spLocks noGrp="1"/>
          </p:cNvSpPr>
          <p:nvPr>
            <p:ph idx="1"/>
          </p:nvPr>
        </p:nvSpPr>
        <p:spPr>
          <a:xfrm>
            <a:off x="627797" y="1605272"/>
            <a:ext cx="10931857" cy="4639318"/>
          </a:xfrm>
        </p:spPr>
        <p:txBody>
          <a:bodyPr>
            <a:normAutofit fontScale="92500" lnSpcReduction="10000"/>
          </a:bodyPr>
          <a:lstStyle/>
          <a:p>
            <a:pPr marL="0" indent="0">
              <a:buNone/>
            </a:pPr>
            <a:r>
              <a:rPr lang="en-US" sz="1700" dirty="0"/>
              <a:t>The MIP enables data knowledge action for military medicine by providing:</a:t>
            </a:r>
          </a:p>
          <a:p>
            <a:r>
              <a:rPr lang="en-US" sz="1500" dirty="0"/>
              <a:t>Connection to external systems, data feeds, and data exchanges; capabilities for customers through the data, logic, and presentation layers; underpinned by data security, compliance, and role-based access control (RBAC)</a:t>
            </a:r>
          </a:p>
          <a:p>
            <a:r>
              <a:rPr lang="en-US" sz="1500" dirty="0"/>
              <a:t>Core Data Products:</a:t>
            </a:r>
          </a:p>
          <a:p>
            <a:pPr lvl="1"/>
            <a:r>
              <a:rPr lang="en-US" sz="1400" dirty="0"/>
              <a:t>Data as a Service - Provide standardized data products (i.e., creating usable data sets) made accessible and available via a user-friendly data marketplace/catalogue</a:t>
            </a:r>
          </a:p>
          <a:p>
            <a:pPr lvl="1"/>
            <a:r>
              <a:rPr lang="en-US" sz="1400" dirty="0"/>
              <a:t>Analytics and as Service - Provide scalable analytics tools and capabilities to support BI/AI/ML</a:t>
            </a:r>
          </a:p>
          <a:p>
            <a:pPr lvl="1"/>
            <a:r>
              <a:rPr lang="en-US" sz="1400" dirty="0"/>
              <a:t>Data Applications as a Service - Design and deploy data applications that have a custom UI/UX interface to support MHS clinical and </a:t>
            </a:r>
            <a:br>
              <a:rPr lang="en-US" sz="1400" dirty="0"/>
            </a:br>
            <a:r>
              <a:rPr lang="en-US" sz="1400" dirty="0"/>
              <a:t>operational decision</a:t>
            </a:r>
          </a:p>
          <a:p>
            <a:pPr marL="0" indent="0">
              <a:buNone/>
            </a:pPr>
            <a:r>
              <a:rPr lang="en-US" sz="1700" dirty="0"/>
              <a:t>Governance and Priorities – Documented and Assumptive Demand vs Capacity </a:t>
            </a:r>
          </a:p>
          <a:p>
            <a:r>
              <a:rPr lang="en-US" sz="1500" dirty="0"/>
              <a:t>Internal Platform demand (development, data management, data science, AI/ML etc.) to keep up with the continuous technological pace </a:t>
            </a:r>
          </a:p>
          <a:p>
            <a:r>
              <a:rPr lang="en-US" sz="1500" dirty="0"/>
              <a:t>External Customer demand – Lack of Governance and Prioritization (HA, DHA + suborganizations, COCOMS / OJSS, DOD, Services, VA, etc.)</a:t>
            </a:r>
          </a:p>
          <a:p>
            <a:r>
              <a:rPr lang="en-US" sz="1500" dirty="0"/>
              <a:t>Internal PEO demand and tradeoffs </a:t>
            </a:r>
          </a:p>
          <a:p>
            <a:pPr marL="0" indent="0">
              <a:buNone/>
            </a:pPr>
            <a:r>
              <a:rPr lang="en-US" sz="1700" dirty="0"/>
              <a:t>EIDS priorities include data accuracy &amp; validity, stabilizing the platform, maintaining cost efficiencies, and creating an innovation space in line with overarching DOD VAULTIS data strategy (Visible, Accessible, Understandable, Linked, Trustworthy, Interoperable, Secure)</a:t>
            </a:r>
          </a:p>
          <a:p>
            <a:pPr marL="0" indent="0">
              <a:buNone/>
            </a:pPr>
            <a:r>
              <a:rPr lang="en-US" sz="1700" dirty="0"/>
              <a:t>EIDS is constantly looking to help our customers solve challenges by leveraging data as a strategic asset through external use cases such as clinical, readiness, surveillance, research, federal and connections to external systems</a:t>
            </a:r>
          </a:p>
        </p:txBody>
      </p:sp>
      <p:sp>
        <p:nvSpPr>
          <p:cNvPr id="3" name="Date Placeholder 2">
            <a:extLst>
              <a:ext uri="{FF2B5EF4-FFF2-40B4-BE49-F238E27FC236}">
                <a16:creationId xmlns:a16="http://schemas.microsoft.com/office/drawing/2014/main" id="{BB459539-5733-2A8C-12A8-977516E51D95}"/>
              </a:ext>
            </a:extLst>
          </p:cNvPr>
          <p:cNvSpPr>
            <a:spLocks noGrp="1"/>
          </p:cNvSpPr>
          <p:nvPr>
            <p:ph type="dt" sz="half" idx="2"/>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32F0569A-559D-0871-5CF6-492A26D00937}"/>
              </a:ext>
            </a:extLst>
          </p:cNvPr>
          <p:cNvSpPr>
            <a:spLocks noGrp="1"/>
          </p:cNvSpPr>
          <p:nvPr>
            <p:ph type="sldNum" sz="quarter" idx="4"/>
          </p:nvPr>
        </p:nvSpPr>
        <p:spPr/>
        <p:txBody>
          <a:bodyPr/>
          <a:lstStyle/>
          <a:p>
            <a:r>
              <a:rPr lang="en-US"/>
              <a:t>2025 MHS Conference    </a:t>
            </a:r>
            <a:fld id="{54558BDB-F807-4A0D-8BCD-2F5355F4A24C}" type="slidenum">
              <a:rPr lang="en-US" smtClean="0"/>
              <a:pPr/>
              <a:t>28</a:t>
            </a:fld>
            <a:endParaRPr lang="en-US" dirty="0"/>
          </a:p>
        </p:txBody>
      </p:sp>
    </p:spTree>
    <p:extLst>
      <p:ext uri="{BB962C8B-B14F-4D97-AF65-F5344CB8AC3E}">
        <p14:creationId xmlns:p14="http://schemas.microsoft.com/office/powerpoint/2010/main" val="501314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D37B-7522-E3EB-1BDF-6311E734C90D}"/>
              </a:ext>
            </a:extLst>
          </p:cNvPr>
          <p:cNvSpPr>
            <a:spLocks noGrp="1"/>
          </p:cNvSpPr>
          <p:nvPr>
            <p:ph type="title"/>
          </p:nvPr>
        </p:nvSpPr>
        <p:spPr/>
        <p:txBody>
          <a:bodyPr/>
          <a:lstStyle/>
          <a:p>
            <a:r>
              <a:rPr lang="en-US" dirty="0"/>
              <a:t>Conclusion </a:t>
            </a:r>
          </a:p>
        </p:txBody>
      </p:sp>
      <p:sp>
        <p:nvSpPr>
          <p:cNvPr id="3" name="Date Placeholder 2">
            <a:extLst>
              <a:ext uri="{FF2B5EF4-FFF2-40B4-BE49-F238E27FC236}">
                <a16:creationId xmlns:a16="http://schemas.microsoft.com/office/drawing/2014/main" id="{D4D06D0F-0E9D-5325-BE6F-1D02E69FEDC5}"/>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38DD2273-9A12-1408-F3CC-7CFCAF38736F}"/>
              </a:ext>
            </a:extLst>
          </p:cNvPr>
          <p:cNvSpPr>
            <a:spLocks noGrp="1"/>
          </p:cNvSpPr>
          <p:nvPr>
            <p:ph type="sldNum" sz="quarter" idx="4"/>
          </p:nvPr>
        </p:nvSpPr>
        <p:spPr>
          <a:xfrm>
            <a:off x="9152990" y="6260380"/>
            <a:ext cx="2743200" cy="365125"/>
          </a:xfrm>
        </p:spPr>
        <p:txBody>
          <a:bodyPr/>
          <a:lstStyle/>
          <a:p>
            <a:r>
              <a:rPr lang="en-US" dirty="0"/>
              <a:t>2025 MHS Conference    </a:t>
            </a:r>
            <a:fld id="{54558BDB-F807-4A0D-8BCD-2F5355F4A24C}" type="slidenum">
              <a:rPr lang="en-US" smtClean="0"/>
              <a:pPr/>
              <a:t>29</a:t>
            </a:fld>
            <a:endParaRPr lang="en-US" dirty="0"/>
          </a:p>
        </p:txBody>
      </p:sp>
      <p:grpSp>
        <p:nvGrpSpPr>
          <p:cNvPr id="5" name="Group 4" descr="Infographic representing the MIP Capabilities including:&#10;&#10;Applications&#10;Analytics / B I Workbench&#10;Precision Medicine &#10;Core Platform Services &#10;Information Platform&#10;Complex Registries ">
            <a:extLst>
              <a:ext uri="{FF2B5EF4-FFF2-40B4-BE49-F238E27FC236}">
                <a16:creationId xmlns:a16="http://schemas.microsoft.com/office/drawing/2014/main" id="{74E40183-56FE-255B-463B-27D92907227A}"/>
              </a:ext>
            </a:extLst>
          </p:cNvPr>
          <p:cNvGrpSpPr/>
          <p:nvPr/>
        </p:nvGrpSpPr>
        <p:grpSpPr>
          <a:xfrm>
            <a:off x="1183432" y="1477055"/>
            <a:ext cx="9500119" cy="3846608"/>
            <a:chOff x="3413261" y="1286258"/>
            <a:chExt cx="8212877" cy="4775091"/>
          </a:xfrm>
        </p:grpSpPr>
        <p:pic>
          <p:nvPicPr>
            <p:cNvPr id="6" name="Picture 5" descr="Graphical user interface, diagram, application&#10;&#10;Description automatically generated">
              <a:extLst>
                <a:ext uri="{FF2B5EF4-FFF2-40B4-BE49-F238E27FC236}">
                  <a16:creationId xmlns:a16="http://schemas.microsoft.com/office/drawing/2014/main" id="{7B8A211C-C0AE-D391-23E5-4C8BCADF43E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157" r="26455"/>
            <a:stretch/>
          </p:blipFill>
          <p:spPr>
            <a:xfrm>
              <a:off x="3413261" y="1286258"/>
              <a:ext cx="8212877" cy="4775091"/>
            </a:xfrm>
            <a:prstGeom prst="rect">
              <a:avLst/>
            </a:prstGeom>
            <a:ln>
              <a:noFill/>
            </a:ln>
            <a:effectLst>
              <a:outerShdw blurRad="292100" dist="139700" dir="2700000" algn="tl" rotWithShape="0">
                <a:srgbClr val="333333">
                  <a:alpha val="65000"/>
                </a:srgbClr>
              </a:outerShdw>
            </a:effectLst>
          </p:spPr>
        </p:pic>
        <p:sp>
          <p:nvSpPr>
            <p:cNvPr id="7" name="TextBox 31">
              <a:extLst>
                <a:ext uri="{FF2B5EF4-FFF2-40B4-BE49-F238E27FC236}">
                  <a16:creationId xmlns:a16="http://schemas.microsoft.com/office/drawing/2014/main" id="{04FC2D19-F02E-1126-8DA5-4742CFB3B623}"/>
                </a:ext>
              </a:extLst>
            </p:cNvPr>
            <p:cNvSpPr txBox="1">
              <a:spLocks noChangeArrowheads="1"/>
            </p:cNvSpPr>
            <p:nvPr/>
          </p:nvSpPr>
          <p:spPr bwMode="auto">
            <a:xfrm>
              <a:off x="3454400" y="3850070"/>
              <a:ext cx="1957138" cy="1005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36000">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ctr" eaLnBrk="1" hangingPunct="1"/>
              <a:r>
                <a:rPr lang="en-US" altLang="zh-CN" b="1" dirty="0">
                  <a:solidFill>
                    <a:srgbClr val="575757"/>
                  </a:solidFill>
                  <a:latin typeface="Calibri"/>
                  <a:ea typeface="Lato Black" pitchFamily="34" charset="0"/>
                  <a:cs typeface="Lato Black" pitchFamily="34" charset="0"/>
                </a:rPr>
                <a:t>130+ </a:t>
              </a:r>
            </a:p>
            <a:p>
              <a:pPr algn="ctr" eaLnBrk="1" hangingPunct="1"/>
              <a:r>
                <a:rPr lang="en-US" altLang="zh-CN" sz="2400" dirty="0">
                  <a:solidFill>
                    <a:srgbClr val="575757"/>
                  </a:solidFill>
                  <a:latin typeface="Calibri"/>
                  <a:ea typeface="Lato Black" pitchFamily="34" charset="0"/>
                  <a:cs typeface="Lato Black" pitchFamily="34" charset="0"/>
                </a:rPr>
                <a:t>data sources</a:t>
              </a:r>
              <a:endParaRPr lang="en-US" altLang="zh-CN" b="1" dirty="0">
                <a:solidFill>
                  <a:srgbClr val="575757"/>
                </a:solidFill>
                <a:latin typeface="Calibri"/>
                <a:ea typeface="Lato Black" pitchFamily="34" charset="0"/>
                <a:cs typeface="Lato Black" pitchFamily="34" charset="0"/>
              </a:endParaRPr>
            </a:p>
          </p:txBody>
        </p:sp>
      </p:grpSp>
      <p:grpSp>
        <p:nvGrpSpPr>
          <p:cNvPr id="8" name="Group 7">
            <a:extLst>
              <a:ext uri="{FF2B5EF4-FFF2-40B4-BE49-F238E27FC236}">
                <a16:creationId xmlns:a16="http://schemas.microsoft.com/office/drawing/2014/main" id="{62DEFF5D-54E4-5694-4537-7A845B047EBC}"/>
              </a:ext>
              <a:ext uri="{C183D7F6-B498-43B3-948B-1728B52AA6E4}">
                <adec:decorative xmlns:adec="http://schemas.microsoft.com/office/drawing/2017/decorative" val="1"/>
              </a:ext>
            </a:extLst>
          </p:cNvPr>
          <p:cNvGrpSpPr/>
          <p:nvPr/>
        </p:nvGrpSpPr>
        <p:grpSpPr>
          <a:xfrm>
            <a:off x="1752603" y="5380945"/>
            <a:ext cx="8212876" cy="1103489"/>
            <a:chOff x="1621136" y="5718013"/>
            <a:chExt cx="8212876" cy="1103489"/>
          </a:xfrm>
        </p:grpSpPr>
        <p:sp>
          <p:nvSpPr>
            <p:cNvPr id="9" name="Rectangle: Rounded Corners 8">
              <a:extLst>
                <a:ext uri="{FF2B5EF4-FFF2-40B4-BE49-F238E27FC236}">
                  <a16:creationId xmlns:a16="http://schemas.microsoft.com/office/drawing/2014/main" id="{589593E3-A98F-2C9C-173B-4B84656FC20D}"/>
                </a:ext>
              </a:extLst>
            </p:cNvPr>
            <p:cNvSpPr/>
            <p:nvPr/>
          </p:nvSpPr>
          <p:spPr>
            <a:xfrm>
              <a:off x="2986928" y="5732632"/>
              <a:ext cx="1992851" cy="1087187"/>
            </a:xfrm>
            <a:prstGeom prst="roundRect">
              <a:avLst/>
            </a:prstGeom>
            <a:gradFill flip="none" rotWithShape="1">
              <a:gsLst>
                <a:gs pos="0">
                  <a:srgbClr val="0D1F3B">
                    <a:tint val="66000"/>
                    <a:satMod val="160000"/>
                  </a:srgbClr>
                </a:gs>
                <a:gs pos="50000">
                  <a:srgbClr val="0D1F3B">
                    <a:tint val="44500"/>
                    <a:satMod val="160000"/>
                  </a:srgbClr>
                </a:gs>
                <a:gs pos="100000">
                  <a:srgbClr val="D9DCE4"/>
                </a:gs>
              </a:gsLst>
              <a:lin ang="5400000" scaled="1"/>
              <a:tileRect/>
            </a:gradFill>
            <a:ln w="12700" cap="rnd" cmpd="sng" algn="ctr">
              <a:solidFill>
                <a:srgbClr val="00B050">
                  <a:lumMod val="60000"/>
                  <a:lumOff val="40000"/>
                </a:srgbClr>
              </a:solidFill>
              <a:prstDash val="sysDot"/>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Data as a Service (DaaS) - </a:t>
              </a:r>
              <a:r>
                <a:rPr kumimoji="0" lang="en-US" sz="1200" b="0" i="1" u="none" strike="noStrike" kern="0" cap="none" spc="0" normalizeH="0" baseline="0" noProof="0" dirty="0">
                  <a:ln>
                    <a:noFill/>
                  </a:ln>
                  <a:solidFill>
                    <a:srgbClr val="2759AD"/>
                  </a:solidFill>
                  <a:effectLst/>
                  <a:uLnTx/>
                  <a:uFillTx/>
                  <a:latin typeface="Franklin Gothic Book"/>
                  <a:ea typeface="+mn-ea"/>
                  <a:cs typeface="+mn-cs"/>
                </a:rPr>
                <a:t>Ex: MHS Common Data Model, JOMIS Patient Data Seeding, Real time Readiness integration </a:t>
              </a:r>
            </a:p>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900" b="0" i="0" u="none" strike="noStrike" kern="0" cap="none" spc="0" normalizeH="0" baseline="0" noProof="0" dirty="0">
                <a:ln>
                  <a:noFill/>
                </a:ln>
                <a:solidFill>
                  <a:srgbClr val="575757"/>
                </a:solidFill>
                <a:effectLst/>
                <a:highlight>
                  <a:srgbClr val="FFFF00"/>
                </a:highlight>
                <a:uLnTx/>
                <a:uFillTx/>
                <a:latin typeface="Franklin Gothic Book"/>
                <a:ea typeface="+mn-ea"/>
                <a:cs typeface="+mn-cs"/>
              </a:endParaRPr>
            </a:p>
            <a:p>
              <a:pPr marL="171450" marR="0" lvl="0" indent="-171450" defTabSz="914400" eaLnBrk="1" fontAlgn="auto" latinLnBrk="0" hangingPunct="1">
                <a:lnSpc>
                  <a:spcPct val="90000"/>
                </a:lnSpc>
                <a:spcBef>
                  <a:spcPts val="0"/>
                </a:spcBef>
                <a:spcAft>
                  <a:spcPts val="100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0" name="Rectangle: Rounded Corners 9">
              <a:extLst>
                <a:ext uri="{FF2B5EF4-FFF2-40B4-BE49-F238E27FC236}">
                  <a16:creationId xmlns:a16="http://schemas.microsoft.com/office/drawing/2014/main" id="{4C46F321-64E8-6A49-024A-3AEAAEA02A0A}"/>
                </a:ext>
              </a:extLst>
            </p:cNvPr>
            <p:cNvSpPr/>
            <p:nvPr/>
          </p:nvSpPr>
          <p:spPr>
            <a:xfrm>
              <a:off x="5011366" y="5760180"/>
              <a:ext cx="2196999" cy="1059639"/>
            </a:xfrm>
            <a:prstGeom prst="roundRect">
              <a:avLst/>
            </a:prstGeom>
            <a:gradFill flip="none" rotWithShape="1">
              <a:gsLst>
                <a:gs pos="0">
                  <a:srgbClr val="0D1F3B">
                    <a:tint val="66000"/>
                    <a:satMod val="160000"/>
                  </a:srgbClr>
                </a:gs>
                <a:gs pos="50000">
                  <a:srgbClr val="0D1F3B">
                    <a:tint val="44500"/>
                    <a:satMod val="160000"/>
                  </a:srgbClr>
                </a:gs>
                <a:gs pos="100000">
                  <a:srgbClr val="D9DCE4"/>
                </a:gs>
              </a:gsLst>
              <a:lin ang="5400000" scaled="1"/>
              <a:tileRect/>
            </a:gradFill>
            <a:ln w="12700" cap="rnd" cmpd="sng" algn="ctr">
              <a:noFill/>
              <a:prstDash val="sysDot"/>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Data Science &amp; Analytics enabler – </a:t>
              </a:r>
              <a:r>
                <a:rPr kumimoji="0" lang="en-US" sz="1200" b="0" i="1" u="none" strike="noStrike" kern="0" cap="none" spc="0" normalizeH="0" baseline="0" noProof="0" dirty="0">
                  <a:ln>
                    <a:noFill/>
                  </a:ln>
                  <a:solidFill>
                    <a:srgbClr val="2759AD"/>
                  </a:solidFill>
                  <a:effectLst/>
                  <a:uLnTx/>
                  <a:uFillTx/>
                  <a:latin typeface="Franklin Gothic Book"/>
                  <a:ea typeface="+mn-ea"/>
                  <a:cs typeface="+mn-cs"/>
                </a:rPr>
                <a:t>Ex: Analytics Workbench, pre-built AI/ML models, 400+ data visualization and metrics, MILPER/CIVPER analytics </a:t>
              </a:r>
              <a:endParaRPr kumimoji="0" lang="en-US" sz="1200" b="0" i="0" u="none" strike="noStrike" kern="0" cap="none" spc="0" normalizeH="0" baseline="0" noProof="0" dirty="0">
                <a:ln>
                  <a:noFill/>
                </a:ln>
                <a:solidFill>
                  <a:srgbClr val="575757"/>
                </a:solidFill>
                <a:effectLst/>
                <a:uLnTx/>
                <a:uFillTx/>
                <a:latin typeface="Franklin Gothic Book"/>
                <a:ea typeface="+mn-ea"/>
                <a:cs typeface="+mn-cs"/>
              </a:endParaRPr>
            </a:p>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1" i="0" u="none" strike="noStrike" kern="0" cap="none" spc="0" normalizeH="0" baseline="0" noProof="0" dirty="0">
                <a:ln>
                  <a:noFill/>
                </a:ln>
                <a:solidFill>
                  <a:srgbClr val="575757"/>
                </a:solidFill>
                <a:effectLst/>
                <a:uLnTx/>
                <a:uFillTx/>
                <a:latin typeface="Franklin Gothic Book"/>
                <a:ea typeface="+mn-ea"/>
                <a:cs typeface="+mn-cs"/>
              </a:endParaRPr>
            </a:p>
            <a:p>
              <a:pPr marL="0" marR="0" lvl="0" indent="0" algn="ctr" defTabSz="914400" eaLnBrk="1" fontAlgn="auto" latinLnBrk="0" hangingPunct="1">
                <a:lnSpc>
                  <a:spcPct val="90000"/>
                </a:lnSpc>
                <a:spcBef>
                  <a:spcPts val="0"/>
                </a:spcBef>
                <a:spcAft>
                  <a:spcPts val="1000"/>
                </a:spcAft>
                <a:buClrTx/>
                <a:buSzTx/>
                <a:buFontTx/>
                <a:buNone/>
                <a:tabLst/>
                <a:defRPr/>
              </a:pPr>
              <a:endParaRPr kumimoji="0" lang="en-US" sz="1200" b="1"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1" name="Rectangle: Rounded Corners 10">
              <a:extLst>
                <a:ext uri="{FF2B5EF4-FFF2-40B4-BE49-F238E27FC236}">
                  <a16:creationId xmlns:a16="http://schemas.microsoft.com/office/drawing/2014/main" id="{37D7E3E5-9D90-5F6D-A673-B047058ECC62}"/>
                </a:ext>
              </a:extLst>
            </p:cNvPr>
            <p:cNvSpPr/>
            <p:nvPr/>
          </p:nvSpPr>
          <p:spPr>
            <a:xfrm>
              <a:off x="7239952" y="5734315"/>
              <a:ext cx="2594060" cy="1087187"/>
            </a:xfrm>
            <a:prstGeom prst="roundRect">
              <a:avLst/>
            </a:prstGeom>
            <a:gradFill flip="none" rotWithShape="1">
              <a:gsLst>
                <a:gs pos="0">
                  <a:srgbClr val="0D1F3B">
                    <a:tint val="66000"/>
                    <a:satMod val="160000"/>
                  </a:srgbClr>
                </a:gs>
                <a:gs pos="50000">
                  <a:srgbClr val="0D1F3B">
                    <a:tint val="44500"/>
                    <a:satMod val="160000"/>
                  </a:srgbClr>
                </a:gs>
                <a:gs pos="100000">
                  <a:srgbClr val="D9DCE4"/>
                </a:gs>
              </a:gsLst>
              <a:lin ang="5400000" scaled="1"/>
              <a:tileRect/>
            </a:gradFill>
            <a:ln w="12700" cap="rnd" cmpd="sng" algn="ctr">
              <a:noFill/>
              <a:prstDash val="sysDot"/>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Franklin Gothic Book"/>
                  <a:ea typeface="+mn-ea"/>
                  <a:cs typeface="+mn-cs"/>
                </a:rPr>
                <a:t>Data Applications as a Service – </a:t>
              </a:r>
              <a:r>
                <a:rPr kumimoji="0" lang="en-US" sz="1200" b="0" i="1" u="none" strike="noStrike" kern="0" cap="none" spc="0" normalizeH="0" baseline="0" noProof="0" dirty="0">
                  <a:ln>
                    <a:noFill/>
                  </a:ln>
                  <a:solidFill>
                    <a:srgbClr val="2759AD"/>
                  </a:solidFill>
                  <a:effectLst/>
                  <a:uLnTx/>
                  <a:uFillTx/>
                  <a:latin typeface="Franklin Gothic Book"/>
                  <a:ea typeface="+mn-ea"/>
                  <a:cs typeface="+mn-cs"/>
                </a:rPr>
                <a:t>Ex: Joint Longitudinal Viewer/DES, Digital Biobank, Patient facing questionnaires, Complex Registries, Essence, J4 contracting repository </a:t>
              </a:r>
              <a:endParaRPr kumimoji="0" lang="en-US" sz="1200" b="1" i="0" u="none" strike="noStrike" kern="0" cap="none" spc="0" normalizeH="0" baseline="0" noProof="0" dirty="0">
                <a:ln>
                  <a:noFill/>
                </a:ln>
                <a:solidFill>
                  <a:srgbClr val="575757"/>
                </a:solidFill>
                <a:effectLst/>
                <a:uLnTx/>
                <a:uFillTx/>
                <a:latin typeface="Franklin Gothic Book"/>
                <a:ea typeface="+mn-ea"/>
                <a:cs typeface="+mn-cs"/>
              </a:endParaRPr>
            </a:p>
          </p:txBody>
        </p:sp>
        <p:sp>
          <p:nvSpPr>
            <p:cNvPr id="12" name="Rectangle 11">
              <a:extLst>
                <a:ext uri="{FF2B5EF4-FFF2-40B4-BE49-F238E27FC236}">
                  <a16:creationId xmlns:a16="http://schemas.microsoft.com/office/drawing/2014/main" id="{781020D3-A039-1D6A-08E9-8B2806A3BFE9}"/>
                </a:ext>
              </a:extLst>
            </p:cNvPr>
            <p:cNvSpPr/>
            <p:nvPr/>
          </p:nvSpPr>
          <p:spPr>
            <a:xfrm>
              <a:off x="1621136" y="5718013"/>
              <a:ext cx="1334205" cy="1101808"/>
            </a:xfrm>
            <a:prstGeom prst="rect">
              <a:avLst/>
            </a:prstGeom>
            <a:solidFill>
              <a:srgbClr val="1E3F7A"/>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0"/>
                </a:spcBef>
                <a:spcAft>
                  <a:spcPts val="1000"/>
                </a:spcAft>
                <a:buClrTx/>
                <a:buSzTx/>
                <a:buFontTx/>
                <a:buNone/>
                <a:tabLst/>
                <a:defRPr/>
              </a:pPr>
              <a:r>
                <a:rPr kumimoji="0" lang="en-US" sz="1200" b="1" i="0" u="none" strike="noStrike" kern="0" cap="none" spc="5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Core Data Products</a:t>
              </a:r>
            </a:p>
          </p:txBody>
        </p:sp>
      </p:grpSp>
      <p:sp>
        <p:nvSpPr>
          <p:cNvPr id="13" name="TextBox 12">
            <a:extLst>
              <a:ext uri="{FF2B5EF4-FFF2-40B4-BE49-F238E27FC236}">
                <a16:creationId xmlns:a16="http://schemas.microsoft.com/office/drawing/2014/main" id="{18247E82-E65F-D739-2FBE-37533305A143}"/>
              </a:ext>
            </a:extLst>
          </p:cNvPr>
          <p:cNvSpPr txBox="1"/>
          <p:nvPr/>
        </p:nvSpPr>
        <p:spPr>
          <a:xfrm>
            <a:off x="676881" y="620716"/>
            <a:ext cx="11153995" cy="97710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bg1"/>
                </a:solidFill>
                <a:effectLst/>
                <a:uLnTx/>
                <a:uFillTx/>
                <a:latin typeface="Franklin Gothic Book"/>
                <a:ea typeface="+mn-ea"/>
                <a:cs typeface="+mn-cs"/>
              </a:rPr>
              <a:t>The MIP as the D</a:t>
            </a:r>
            <a:r>
              <a:rPr kumimoji="0" lang="en-US" sz="1800" b="0" i="0" u="none" strike="noStrike" kern="0" cap="none" spc="0" normalizeH="0" baseline="0" noProof="0" dirty="0">
                <a:ln>
                  <a:noFill/>
                </a:ln>
                <a:solidFill>
                  <a:schemeClr val="bg1"/>
                </a:solidFill>
                <a:effectLst/>
                <a:uLnTx/>
                <a:uFillTx/>
                <a:latin typeface="Franklin Gothic Book"/>
                <a:ea typeface="+mn-ea"/>
                <a:cs typeface="+mn-cs"/>
              </a:rPr>
              <a:t>igital Health Hub integrating disparate data and unlocking new knowledge and insights to accelerate innovation by providing </a:t>
            </a:r>
            <a:r>
              <a:rPr kumimoji="0" lang="en-US" sz="1800" b="1" i="1" u="none" strike="noStrike" kern="0" cap="none" spc="0" normalizeH="0" baseline="0" noProof="0" dirty="0">
                <a:ln>
                  <a:noFill/>
                </a:ln>
                <a:solidFill>
                  <a:schemeClr val="bg1"/>
                </a:solidFill>
                <a:effectLst/>
                <a:uLnTx/>
                <a:uFillTx/>
                <a:latin typeface="Franklin Gothic Book"/>
                <a:ea typeface="+mn-ea"/>
                <a:cs typeface="+mn-cs"/>
              </a:rPr>
              <a:t>Data Products and Services.</a:t>
            </a:r>
          </a:p>
        </p:txBody>
      </p:sp>
    </p:spTree>
    <p:extLst>
      <p:ext uri="{BB962C8B-B14F-4D97-AF65-F5344CB8AC3E}">
        <p14:creationId xmlns:p14="http://schemas.microsoft.com/office/powerpoint/2010/main" val="2891958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218DD8-065D-859A-0741-6F77753B4FED}"/>
              </a:ext>
            </a:extLst>
          </p:cNvPr>
          <p:cNvSpPr>
            <a:spLocks noGrp="1"/>
          </p:cNvSpPr>
          <p:nvPr>
            <p:ph type="title"/>
          </p:nvPr>
        </p:nvSpPr>
        <p:spPr/>
        <p:txBody>
          <a:bodyPr/>
          <a:lstStyle/>
          <a:p>
            <a:r>
              <a:rPr lang="en-US" dirty="0"/>
              <a:t>REQUIRED - Continuing Education Placeholder</a:t>
            </a:r>
          </a:p>
        </p:txBody>
      </p:sp>
      <p:sp>
        <p:nvSpPr>
          <p:cNvPr id="7" name="Content Placeholder 6">
            <a:extLst>
              <a:ext uri="{FF2B5EF4-FFF2-40B4-BE49-F238E27FC236}">
                <a16:creationId xmlns:a16="http://schemas.microsoft.com/office/drawing/2014/main" id="{0549B77D-8226-FB48-185C-0188F08D21E6}"/>
              </a:ext>
            </a:extLst>
          </p:cNvPr>
          <p:cNvSpPr>
            <a:spLocks noGrp="1"/>
          </p:cNvSpPr>
          <p:nvPr>
            <p:ph idx="1"/>
          </p:nvPr>
        </p:nvSpPr>
        <p:spPr/>
        <p:txBody>
          <a:bodyPr/>
          <a:lstStyle/>
          <a:p>
            <a:r>
              <a:rPr lang="en-US" dirty="0"/>
              <a:t>This slide will be added later if the session is accredited for CEU</a:t>
            </a:r>
          </a:p>
        </p:txBody>
      </p:sp>
      <p:sp>
        <p:nvSpPr>
          <p:cNvPr id="4" name="Date Placeholder 3">
            <a:extLst>
              <a:ext uri="{FF2B5EF4-FFF2-40B4-BE49-F238E27FC236}">
                <a16:creationId xmlns:a16="http://schemas.microsoft.com/office/drawing/2014/main" id="{C7CEF329-9EFF-5171-238E-84AFE283C0EF}"/>
              </a:ext>
            </a:extLst>
          </p:cNvPr>
          <p:cNvSpPr>
            <a:spLocks noGrp="1"/>
          </p:cNvSpPr>
          <p:nvPr>
            <p:ph type="dt" sz="half" idx="2"/>
          </p:nvPr>
        </p:nvSpPr>
        <p:spPr/>
        <p:txBody>
          <a:bodyPr/>
          <a:lstStyle/>
          <a:p>
            <a:r>
              <a:rPr lang="en-US"/>
              <a:t>UNCLASSIFIED</a:t>
            </a:r>
            <a:endParaRPr lang="en-US" dirty="0"/>
          </a:p>
        </p:txBody>
      </p:sp>
      <p:sp>
        <p:nvSpPr>
          <p:cNvPr id="5" name="Slide Number Placeholder 4">
            <a:extLst>
              <a:ext uri="{FF2B5EF4-FFF2-40B4-BE49-F238E27FC236}">
                <a16:creationId xmlns:a16="http://schemas.microsoft.com/office/drawing/2014/main" id="{E94D87CD-4294-C280-2D9D-011E1DA57BAC}"/>
              </a:ext>
            </a:extLst>
          </p:cNvPr>
          <p:cNvSpPr>
            <a:spLocks noGrp="1"/>
          </p:cNvSpPr>
          <p:nvPr>
            <p:ph type="sldNum" sz="quarter" idx="4"/>
          </p:nvPr>
        </p:nvSpPr>
        <p:spPr/>
        <p:txBody>
          <a:bodyPr/>
          <a:lstStyle/>
          <a:p>
            <a:r>
              <a:rPr lang="en-US"/>
              <a:t>2025 MHS Conference    </a:t>
            </a:r>
            <a:fld id="{54558BDB-F807-4A0D-8BCD-2F5355F4A24C}" type="slidenum">
              <a:rPr lang="en-US" smtClean="0"/>
              <a:pPr/>
              <a:t>30</a:t>
            </a:fld>
            <a:endParaRPr lang="en-US" dirty="0"/>
          </a:p>
        </p:txBody>
      </p:sp>
    </p:spTree>
    <p:extLst>
      <p:ext uri="{BB962C8B-B14F-4D97-AF65-F5344CB8AC3E}">
        <p14:creationId xmlns:p14="http://schemas.microsoft.com/office/powerpoint/2010/main" val="887913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A8F714-161A-28D1-C19A-FC980E71FAD9}"/>
              </a:ext>
            </a:extLst>
          </p:cNvPr>
          <p:cNvSpPr>
            <a:spLocks noGrp="1"/>
          </p:cNvSpPr>
          <p:nvPr>
            <p:ph type="title"/>
          </p:nvPr>
        </p:nvSpPr>
        <p:spPr/>
        <p:txBody>
          <a:bodyPr/>
          <a:lstStyle/>
          <a:p>
            <a:r>
              <a:rPr lang="en-US" dirty="0"/>
              <a:t>Contact</a:t>
            </a:r>
          </a:p>
        </p:txBody>
      </p:sp>
      <p:sp>
        <p:nvSpPr>
          <p:cNvPr id="5" name="Title 2">
            <a:extLst>
              <a:ext uri="{FF2B5EF4-FFF2-40B4-BE49-F238E27FC236}">
                <a16:creationId xmlns:a16="http://schemas.microsoft.com/office/drawing/2014/main" id="{19A23B75-97E2-5319-AEF1-B5E13521F47A}"/>
              </a:ext>
            </a:extLst>
          </p:cNvPr>
          <p:cNvSpPr txBox="1">
            <a:spLocks/>
          </p:cNvSpPr>
          <p:nvPr/>
        </p:nvSpPr>
        <p:spPr>
          <a:xfrm>
            <a:off x="1491973" y="2941647"/>
            <a:ext cx="3675905" cy="535384"/>
          </a:xfrm>
          <a:prstGeom prst="rect">
            <a:avLst/>
          </a:prstGeom>
          <a:effectLst/>
        </p:spPr>
        <p:txBody>
          <a:bodyPr vert="horz" wrap="square" lIns="0" tIns="0" rIns="0" bIns="0" rtlCol="0" anchor="t" anchorCtr="0">
            <a:noAutofit/>
          </a:bodyPr>
          <a:lstStyle>
            <a:lvl1pPr algn="l" defTabSz="914318" rtl="0" eaLnBrk="1" latinLnBrk="0" hangingPunct="1">
              <a:lnSpc>
                <a:spcPct val="100000"/>
              </a:lnSpc>
              <a:spcBef>
                <a:spcPct val="0"/>
              </a:spcBef>
              <a:buNone/>
              <a:defRPr sz="3600" b="1" i="0" kern="1200" spc="0" baseline="0">
                <a:solidFill>
                  <a:srgbClr val="232B65"/>
                </a:solidFill>
                <a:latin typeface="Century Gothic" panose="020B0502020202020204" pitchFamily="34" charset="0"/>
                <a:ea typeface="+mj-ea"/>
                <a:cs typeface="Times New Roman" panose="02020603050405020304" pitchFamily="18" charset="0"/>
              </a:defRPr>
            </a:lvl1pPr>
          </a:lstStyle>
          <a:p>
            <a:r>
              <a:rPr lang="en-US" sz="1800" dirty="0">
                <a:solidFill>
                  <a:srgbClr val="004050"/>
                </a:solidFill>
                <a:latin typeface="+mn-lt"/>
              </a:rPr>
              <a:t>Mr. Chris Nichols</a:t>
            </a:r>
          </a:p>
          <a:p>
            <a:r>
              <a:rPr lang="en-US" sz="1800" b="0" dirty="0">
                <a:solidFill>
                  <a:srgbClr val="004050"/>
                </a:solidFill>
                <a:latin typeface="+mn-lt"/>
              </a:rPr>
              <a:t>Program Manager, EIDS </a:t>
            </a:r>
          </a:p>
        </p:txBody>
      </p:sp>
      <p:sp>
        <p:nvSpPr>
          <p:cNvPr id="7" name="Title 2">
            <a:extLst>
              <a:ext uri="{FF2B5EF4-FFF2-40B4-BE49-F238E27FC236}">
                <a16:creationId xmlns:a16="http://schemas.microsoft.com/office/drawing/2014/main" id="{CBD098F3-DD7D-F1F8-E518-E3E0D43C19F3}"/>
              </a:ext>
            </a:extLst>
          </p:cNvPr>
          <p:cNvSpPr txBox="1">
            <a:spLocks/>
          </p:cNvSpPr>
          <p:nvPr/>
        </p:nvSpPr>
        <p:spPr>
          <a:xfrm>
            <a:off x="1906108" y="3631945"/>
            <a:ext cx="3261770" cy="114106"/>
          </a:xfrm>
          <a:prstGeom prst="rect">
            <a:avLst/>
          </a:prstGeom>
          <a:effectLst/>
        </p:spPr>
        <p:txBody>
          <a:bodyPr vert="horz" wrap="square" lIns="0" tIns="0" rIns="0" bIns="0" rtlCol="0" anchor="t" anchorCtr="0">
            <a:noAutofit/>
          </a:bodyPr>
          <a:lstStyle>
            <a:lvl1pPr algn="l" defTabSz="914318" rtl="0" eaLnBrk="1" latinLnBrk="0" hangingPunct="1">
              <a:lnSpc>
                <a:spcPct val="100000"/>
              </a:lnSpc>
              <a:spcBef>
                <a:spcPct val="0"/>
              </a:spcBef>
              <a:buNone/>
              <a:defRPr sz="3600" b="1" i="0" kern="1200" spc="0" baseline="0">
                <a:solidFill>
                  <a:srgbClr val="232B65"/>
                </a:solidFill>
                <a:latin typeface="Century Gothic" panose="020B0502020202020204" pitchFamily="34" charset="0"/>
                <a:ea typeface="+mj-ea"/>
                <a:cs typeface="Times New Roman" panose="02020603050405020304" pitchFamily="18" charset="0"/>
              </a:defRPr>
            </a:lvl1pPr>
          </a:lstStyle>
          <a:p>
            <a:r>
              <a:rPr lang="en-US" sz="1800" u="sng" dirty="0">
                <a:solidFill>
                  <a:srgbClr val="467886"/>
                </a:solidFill>
                <a:effectLst/>
                <a:latin typeface="Calibri" panose="020F0502020204030204" pitchFamily="34" charset="0"/>
                <a:ea typeface="Aptos" panose="020B0004020202020204" pitchFamily="34" charset="0"/>
                <a:hlinkClick r:id="rId2"/>
              </a:rPr>
              <a:t>chris.e.nichols.civ@health.mil</a:t>
            </a:r>
            <a:r>
              <a:rPr lang="en-US" sz="1800" dirty="0">
                <a:effectLst/>
                <a:latin typeface="Calibri" panose="020F0502020204030204" pitchFamily="34" charset="0"/>
                <a:ea typeface="Aptos" panose="020B0004020202020204" pitchFamily="34" charset="0"/>
              </a:rPr>
              <a:t> </a:t>
            </a:r>
            <a:endParaRPr lang="en-US" sz="1800" b="0" dirty="0">
              <a:solidFill>
                <a:srgbClr val="004050"/>
              </a:solidFill>
              <a:latin typeface="+mn-lt"/>
            </a:endParaRPr>
          </a:p>
        </p:txBody>
      </p:sp>
      <p:sp>
        <p:nvSpPr>
          <p:cNvPr id="9" name="Date Placeholder 8">
            <a:extLst>
              <a:ext uri="{FF2B5EF4-FFF2-40B4-BE49-F238E27FC236}">
                <a16:creationId xmlns:a16="http://schemas.microsoft.com/office/drawing/2014/main" id="{1864BECA-629F-9F5A-66CF-2530520B6F2D}"/>
              </a:ext>
            </a:extLst>
          </p:cNvPr>
          <p:cNvSpPr>
            <a:spLocks noGrp="1"/>
          </p:cNvSpPr>
          <p:nvPr>
            <p:ph type="dt" sz="half" idx="10"/>
          </p:nvPr>
        </p:nvSpPr>
        <p:spPr/>
        <p:txBody>
          <a:bodyPr/>
          <a:lstStyle/>
          <a:p>
            <a:r>
              <a:rPr lang="en-US"/>
              <a:t>UNCLASSIFIED</a:t>
            </a:r>
            <a:endParaRPr lang="en-US" dirty="0"/>
          </a:p>
        </p:txBody>
      </p:sp>
      <p:sp>
        <p:nvSpPr>
          <p:cNvPr id="4" name="Slide Number Placeholder 3">
            <a:extLst>
              <a:ext uri="{FF2B5EF4-FFF2-40B4-BE49-F238E27FC236}">
                <a16:creationId xmlns:a16="http://schemas.microsoft.com/office/drawing/2014/main" id="{86ACD2EC-DE50-1F49-55FF-7E6E1CC824F7}"/>
              </a:ext>
            </a:extLst>
          </p:cNvPr>
          <p:cNvSpPr>
            <a:spLocks noGrp="1"/>
          </p:cNvSpPr>
          <p:nvPr>
            <p:ph type="sldNum" sz="quarter" idx="4"/>
          </p:nvPr>
        </p:nvSpPr>
        <p:spPr/>
        <p:txBody>
          <a:bodyPr/>
          <a:lstStyle/>
          <a:p>
            <a:r>
              <a:rPr lang="en-US"/>
              <a:t>2025 MHS Conference    </a:t>
            </a:r>
            <a:fld id="{54558BDB-F807-4A0D-8BCD-2F5355F4A24C}" type="slidenum">
              <a:rPr lang="en-US" smtClean="0"/>
              <a:pPr/>
              <a:t>31</a:t>
            </a:fld>
            <a:endParaRPr lang="en-US" dirty="0"/>
          </a:p>
        </p:txBody>
      </p:sp>
      <p:sp>
        <p:nvSpPr>
          <p:cNvPr id="6" name="Shape 2836">
            <a:extLst>
              <a:ext uri="{FF2B5EF4-FFF2-40B4-BE49-F238E27FC236}">
                <a16:creationId xmlns:a16="http://schemas.microsoft.com/office/drawing/2014/main" id="{3073B21E-CD9C-F58B-3FAC-2DDDDC7092C9}"/>
              </a:ext>
              <a:ext uri="{C183D7F6-B498-43B3-948B-1728B52AA6E4}">
                <adec:decorative xmlns:adec="http://schemas.microsoft.com/office/drawing/2017/decorative" val="1"/>
              </a:ext>
            </a:extLst>
          </p:cNvPr>
          <p:cNvSpPr/>
          <p:nvPr/>
        </p:nvSpPr>
        <p:spPr>
          <a:xfrm>
            <a:off x="1491973" y="3688998"/>
            <a:ext cx="312614" cy="227356"/>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rgbClr val="004050"/>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dirty="0">
              <a:solidFill>
                <a:srgbClr val="061828"/>
              </a:solidFill>
              <a:ea typeface="Open Sans Regular" charset="0"/>
              <a:cs typeface="Open Sans Regular" charset="0"/>
            </a:endParaRPr>
          </a:p>
        </p:txBody>
      </p:sp>
    </p:spTree>
    <p:extLst>
      <p:ext uri="{BB962C8B-B14F-4D97-AF65-F5344CB8AC3E}">
        <p14:creationId xmlns:p14="http://schemas.microsoft.com/office/powerpoint/2010/main" val="125483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2468-F391-3761-9A72-D5E74252F1BE}"/>
              </a:ext>
            </a:extLst>
          </p:cNvPr>
          <p:cNvSpPr>
            <a:spLocks noGrp="1"/>
          </p:cNvSpPr>
          <p:nvPr>
            <p:ph type="ctrTitle"/>
          </p:nvPr>
        </p:nvSpPr>
        <p:spPr>
          <a:xfrm>
            <a:off x="381000" y="3782128"/>
            <a:ext cx="11430000" cy="1740798"/>
          </a:xfrm>
        </p:spPr>
        <p:txBody>
          <a:bodyPr/>
          <a:lstStyle/>
          <a:p>
            <a:r>
              <a:rPr lang="en-US" dirty="0"/>
              <a:t>Thank You!</a:t>
            </a:r>
          </a:p>
        </p:txBody>
      </p:sp>
    </p:spTree>
    <p:extLst>
      <p:ext uri="{BB962C8B-B14F-4D97-AF65-F5344CB8AC3E}">
        <p14:creationId xmlns:p14="http://schemas.microsoft.com/office/powerpoint/2010/main" val="29865010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22.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23.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24.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25.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heme/theme1.xml><?xml version="1.0" encoding="utf-8"?>
<a:theme xmlns:a="http://schemas.openxmlformats.org/drawingml/2006/main" name="Office Theme">
  <a:themeElements>
    <a:clrScheme name="MHS Conference">
      <a:dk1>
        <a:srgbClr val="233344"/>
      </a:dk1>
      <a:lt1>
        <a:srgbClr val="FFFFFF"/>
      </a:lt1>
      <a:dk2>
        <a:srgbClr val="233344"/>
      </a:dk2>
      <a:lt2>
        <a:srgbClr val="FFFFFF"/>
      </a:lt2>
      <a:accent1>
        <a:srgbClr val="80000A"/>
      </a:accent1>
      <a:accent2>
        <a:srgbClr val="007391"/>
      </a:accent2>
      <a:accent3>
        <a:srgbClr val="004050"/>
      </a:accent3>
      <a:accent4>
        <a:srgbClr val="505E00"/>
      </a:accent4>
      <a:accent5>
        <a:srgbClr val="6680A7"/>
      </a:accent5>
      <a:accent6>
        <a:srgbClr val="394D6C"/>
      </a:accent6>
      <a:hlink>
        <a:srgbClr val="00A7C1"/>
      </a:hlink>
      <a:folHlink>
        <a:srgbClr val="007391"/>
      </a:folHlink>
    </a:clrScheme>
    <a:fontScheme name="Franklin Gothic">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ustom 3">
      <a:dk1>
        <a:srgbClr val="233344"/>
      </a:dk1>
      <a:lt1>
        <a:srgbClr val="FFFFFF"/>
      </a:lt1>
      <a:dk2>
        <a:srgbClr val="233344"/>
      </a:dk2>
      <a:lt2>
        <a:srgbClr val="FFFFFF"/>
      </a:lt2>
      <a:accent1>
        <a:srgbClr val="80000A"/>
      </a:accent1>
      <a:accent2>
        <a:srgbClr val="007391"/>
      </a:accent2>
      <a:accent3>
        <a:srgbClr val="004050"/>
      </a:accent3>
      <a:accent4>
        <a:srgbClr val="505E00"/>
      </a:accent4>
      <a:accent5>
        <a:srgbClr val="6680A7"/>
      </a:accent5>
      <a:accent6>
        <a:srgbClr val="394D6C"/>
      </a:accent6>
      <a:hlink>
        <a:srgbClr val="00A7C1"/>
      </a:hlink>
      <a:folHlink>
        <a:srgbClr val="007391"/>
      </a:folHlink>
    </a:clrScheme>
    <a:fontScheme name="Franklin Gothic">
      <a:majorFont>
        <a:latin typeface="Franklin Gothic Medium"/>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DHMS Grid 16:9 - 18813">
  <a:themeElements>
    <a:clrScheme name="Gridbase">
      <a:dk1>
        <a:srgbClr val="575757"/>
      </a:dk1>
      <a:lt1>
        <a:sysClr val="window" lastClr="FFFFFF"/>
      </a:lt1>
      <a:dk2>
        <a:srgbClr val="2759AD"/>
      </a:dk2>
      <a:lt2>
        <a:srgbClr val="F2F2F2"/>
      </a:lt2>
      <a:accent1>
        <a:srgbClr val="0D1F3B"/>
      </a:accent1>
      <a:accent2>
        <a:srgbClr val="122A52"/>
      </a:accent2>
      <a:accent3>
        <a:srgbClr val="FFE18B"/>
      </a:accent3>
      <a:accent4>
        <a:srgbClr val="CADFF2"/>
      </a:accent4>
      <a:accent5>
        <a:srgbClr val="B1B3B3"/>
      </a:accent5>
      <a:accent6>
        <a:srgbClr val="00B050"/>
      </a:accent6>
      <a:hlink>
        <a:srgbClr val="0079F2"/>
      </a:hlink>
      <a:folHlink>
        <a:srgbClr val="00B5E2"/>
      </a:folHlink>
    </a:clrScheme>
    <a:fontScheme name="GG">
      <a:majorFont>
        <a:latin typeface="Franklin Gothic Medium"/>
        <a:ea typeface=""/>
        <a:cs typeface=""/>
      </a:majorFont>
      <a:minorFont>
        <a:latin typeface="Franklin Gothic Book"/>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2F2F2"/>
        </a:solidFill>
        <a:ln w="9525" cap="rnd" cmpd="sng" algn="ctr">
          <a:solidFill>
            <a:srgbClr val="F2F2F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kern="0" dirty="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cmpd="sng" algn="ctr">
          <a:solidFill>
            <a:srgbClr val="C02B25"/>
          </a:solidFill>
          <a:prstDash val="solid"/>
          <a:round/>
          <a:headEnd type="none" w="med" len="med"/>
          <a:tailEnd type="none" w="med" len="med"/>
        </a:ln>
      </a:spPr>
      <a:bodyPr/>
      <a:lst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kern="0" dirty="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InputTemplate [Read-Only]" id="{57B747CB-DAD0-4F1C-9031-70FF832A07CA}" vid="{9DA3F986-D798-4FA6-ABC2-B9EDF94ACFE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Gridbase">
    <a:dk1>
      <a:srgbClr val="575757"/>
    </a:dk1>
    <a:lt1>
      <a:sysClr val="window" lastClr="FFFFFF"/>
    </a:lt1>
    <a:dk2>
      <a:srgbClr val="2759AD"/>
    </a:dk2>
    <a:lt2>
      <a:srgbClr val="F2F2F2"/>
    </a:lt2>
    <a:accent1>
      <a:srgbClr val="0D1F3B"/>
    </a:accent1>
    <a:accent2>
      <a:srgbClr val="122A52"/>
    </a:accent2>
    <a:accent3>
      <a:srgbClr val="FFE18B"/>
    </a:accent3>
    <a:accent4>
      <a:srgbClr val="CADFF2"/>
    </a:accent4>
    <a:accent5>
      <a:srgbClr val="B1B3B3"/>
    </a:accent5>
    <a:accent6>
      <a:srgbClr val="00B050"/>
    </a:accent6>
    <a:hlink>
      <a:srgbClr val="0079F2"/>
    </a:hlink>
    <a:folHlink>
      <a:srgbClr val="00B5E2"/>
    </a:folHlink>
  </a:clrScheme>
</a:themeOverride>
</file>

<file path=ppt/theme/themeOverride2.xml><?xml version="1.0" encoding="utf-8"?>
<a:themeOverride xmlns:a="http://schemas.openxmlformats.org/drawingml/2006/main">
  <a:clrScheme name="Gridbase">
    <a:dk1>
      <a:srgbClr val="575757"/>
    </a:dk1>
    <a:lt1>
      <a:sysClr val="window" lastClr="FFFFFF"/>
    </a:lt1>
    <a:dk2>
      <a:srgbClr val="2759AD"/>
    </a:dk2>
    <a:lt2>
      <a:srgbClr val="F2F2F2"/>
    </a:lt2>
    <a:accent1>
      <a:srgbClr val="0D1F3B"/>
    </a:accent1>
    <a:accent2>
      <a:srgbClr val="122A52"/>
    </a:accent2>
    <a:accent3>
      <a:srgbClr val="FFE18B"/>
    </a:accent3>
    <a:accent4>
      <a:srgbClr val="CADFF2"/>
    </a:accent4>
    <a:accent5>
      <a:srgbClr val="B1B3B3"/>
    </a:accent5>
    <a:accent6>
      <a:srgbClr val="00B050"/>
    </a:accent6>
    <a:hlink>
      <a:srgbClr val="0079F2"/>
    </a:hlink>
    <a:folHlink>
      <a:srgbClr val="00B5E2"/>
    </a:folHlink>
  </a:clrScheme>
</a:themeOverride>
</file>

<file path=ppt/theme/themeOverride3.xml><?xml version="1.0" encoding="utf-8"?>
<a:themeOverride xmlns:a="http://schemas.openxmlformats.org/drawingml/2006/main">
  <a:clrScheme name="Gridbase">
    <a:dk1>
      <a:srgbClr val="575757"/>
    </a:dk1>
    <a:lt1>
      <a:sysClr val="window" lastClr="FFFFFF"/>
    </a:lt1>
    <a:dk2>
      <a:srgbClr val="2759AD"/>
    </a:dk2>
    <a:lt2>
      <a:srgbClr val="F2F2F2"/>
    </a:lt2>
    <a:accent1>
      <a:srgbClr val="0D1F3B"/>
    </a:accent1>
    <a:accent2>
      <a:srgbClr val="122A52"/>
    </a:accent2>
    <a:accent3>
      <a:srgbClr val="FFE18B"/>
    </a:accent3>
    <a:accent4>
      <a:srgbClr val="CADFF2"/>
    </a:accent4>
    <a:accent5>
      <a:srgbClr val="B1B3B3"/>
    </a:accent5>
    <a:accent6>
      <a:srgbClr val="00B050"/>
    </a:accent6>
    <a:hlink>
      <a:srgbClr val="0079F2"/>
    </a:hlink>
    <a:folHlink>
      <a:srgbClr val="00B5E2"/>
    </a:folHlink>
  </a:clrScheme>
</a:themeOverride>
</file>

<file path=ppt/theme/themeOverride4.xml><?xml version="1.0" encoding="utf-8"?>
<a:themeOverride xmlns:a="http://schemas.openxmlformats.org/drawingml/2006/main">
  <a:clrScheme name="Gridbase">
    <a:dk1>
      <a:srgbClr val="575757"/>
    </a:dk1>
    <a:lt1>
      <a:sysClr val="window" lastClr="FFFFFF"/>
    </a:lt1>
    <a:dk2>
      <a:srgbClr val="2759AD"/>
    </a:dk2>
    <a:lt2>
      <a:srgbClr val="F2F2F2"/>
    </a:lt2>
    <a:accent1>
      <a:srgbClr val="0D1F3B"/>
    </a:accent1>
    <a:accent2>
      <a:srgbClr val="122A52"/>
    </a:accent2>
    <a:accent3>
      <a:srgbClr val="FFE18B"/>
    </a:accent3>
    <a:accent4>
      <a:srgbClr val="CADFF2"/>
    </a:accent4>
    <a:accent5>
      <a:srgbClr val="B1B3B3"/>
    </a:accent5>
    <a:accent6>
      <a:srgbClr val="00B050"/>
    </a:accent6>
    <a:hlink>
      <a:srgbClr val="0079F2"/>
    </a:hlink>
    <a:folHlink>
      <a:srgbClr val="00B5E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IID xmlns="e510ea7f-27b9-42ff-bc5c-4e22225ff79f" xsi:nil="true"/>
    <lcf76f155ced4ddcb4097134ff3c332f xmlns="e510ea7f-27b9-42ff-bc5c-4e22225ff79f">
      <Terms xmlns="http://schemas.microsoft.com/office/infopath/2007/PartnerControls"/>
    </lcf76f155ced4ddcb4097134ff3c332f>
    <Notes xmlns="e510ea7f-27b9-42ff-bc5c-4e22225ff79f" xsi:nil="true"/>
    <DocType xmlns="e510ea7f-27b9-42ff-bc5c-4e22225ff79f" xsi:nil="true"/>
    <CFSRef xmlns="e510ea7f-27b9-42ff-bc5c-4e22225ff79f" xsi:nil="true"/>
    <Org xmlns="e510ea7f-27b9-42ff-bc5c-4e22225ff79f">EIDS</Org>
    <Doc_x0020_Status xmlns="e510ea7f-27b9-42ff-bc5c-4e22225ff79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1CF5DBF3BF9D4FBDA790605A243934" ma:contentTypeVersion="18" ma:contentTypeDescription="Create a new document." ma:contentTypeScope="" ma:versionID="9f8674616f64cee984f6ce53d453ed98">
  <xsd:schema xmlns:xsd="http://www.w3.org/2001/XMLSchema" xmlns:xs="http://www.w3.org/2001/XMLSchema" xmlns:p="http://schemas.microsoft.com/office/2006/metadata/properties" xmlns:ns2="e510ea7f-27b9-42ff-bc5c-4e22225ff79f" targetNamespace="http://schemas.microsoft.com/office/2006/metadata/properties" ma:root="true" ma:fieldsID="844748d9882a492e18156b320dcbfa26" ns2:_="">
    <xsd:import namespace="e510ea7f-27b9-42ff-bc5c-4e22225ff79f"/>
    <xsd:element name="properties">
      <xsd:complexType>
        <xsd:sequence>
          <xsd:element name="documentManagement">
            <xsd:complexType>
              <xsd:all>
                <xsd:element ref="ns2:PIID" minOccurs="0"/>
                <xsd:element ref="ns2:Org" minOccurs="0"/>
                <xsd:element ref="ns2:CFSRef"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Doc_x0020_Status" minOccurs="0"/>
                <xsd:element ref="ns2:MediaLengthInSeconds" minOccurs="0"/>
                <xsd:element ref="ns2:MediaServiceLocation" minOccurs="0"/>
                <xsd:element ref="ns2:DocType"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10ea7f-27b9-42ff-bc5c-4e22225ff79f" elementFormDefault="qualified">
    <xsd:import namespace="http://schemas.microsoft.com/office/2006/documentManagement/types"/>
    <xsd:import namespace="http://schemas.microsoft.com/office/infopath/2007/PartnerControls"/>
    <xsd:element name="PIID" ma:index="8" nillable="true" ma:displayName="PIID" ma:indexed="true" ma:internalName="PIID">
      <xsd:simpleType>
        <xsd:restriction base="dms:Text">
          <xsd:maxLength value="255"/>
        </xsd:restriction>
      </xsd:simpleType>
    </xsd:element>
    <xsd:element name="Org" ma:index="9" nillable="true" ma:displayName="Org" ma:format="Dropdown" ma:indexed="true" ma:internalName="Org">
      <xsd:simpleType>
        <xsd:restriction base="dms:Choice">
          <xsd:enumeration value="DHMSM"/>
          <xsd:enumeration value="EIDS"/>
          <xsd:enumeration value="FEHRM"/>
          <xsd:enumeration value="JOMIS"/>
          <xsd:enumeration value="PEO"/>
          <xsd:enumeration value="All"/>
          <xsd:enumeration value="N/A"/>
        </xsd:restriction>
      </xsd:simpleType>
    </xsd:element>
    <xsd:element name="CFSRef" ma:index="10" nillable="true" ma:displayName="CFS Reference" ma:format="Dropdown" ma:indexed="true" ma:internalName="CFSRef">
      <xsd:simpleType>
        <xsd:restriction base="dms:Choice">
          <xsd:enumeration value="A - Planning and Requirements Documentation"/>
          <xsd:enumeration value="B - Approval and Determinations"/>
          <xsd:enumeration value="C - Solicitation Phase"/>
          <xsd:enumeration value="D - Evaluation Phase"/>
          <xsd:enumeration value="E - Award Phase"/>
          <xsd:enumeration value="F - Contract"/>
          <xsd:enumeration value="G - Post Award"/>
          <xsd:enumeration value="N/A"/>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fe196db-0334-4477-9bbc-2f8ce82265de"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Doc_x0020_Status" ma:index="21" nillable="true" ma:displayName="Doc Status" ma:format="Dropdown" ma:internalName="Doc_x0020_Status">
      <xsd:simpleType>
        <xsd:restriction base="dms:Choice">
          <xsd:enumeration value="01 Draft"/>
          <xsd:enumeration value="02 Final"/>
          <xsd:enumeration value="X Archive"/>
        </xsd:restriction>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DocType" ma:index="24" nillable="true" ma:displayName="DocType" ma:format="Dropdown" ma:indexed="true" ma:internalName="DocType">
      <xsd:simpleType>
        <xsd:restriction base="dms:Choice">
          <xsd:enumeration value="Budget Estimate Submission (BES)"/>
          <xsd:enumeration value="Design Mockup"/>
          <xsd:enumeration value="Email"/>
          <xsd:enumeration value="Executive Reporting"/>
          <xsd:enumeration value="Guidance (General)"/>
          <xsd:enumeration value="IGCE"/>
          <xsd:enumeration value="Information Paper"/>
          <xsd:enumeration value="Job Aid"/>
          <xsd:enumeration value="LCCE"/>
          <xsd:enumeration value="Meeting Minutes"/>
          <xsd:enumeration value="MFR"/>
          <xsd:enumeration value="MOU/MOA"/>
          <xsd:enumeration value="Notice of Intent"/>
          <xsd:enumeration value="Org Chart"/>
          <xsd:enumeration value="Plan"/>
          <xsd:enumeration value="Policy-Directive"/>
          <xsd:enumeration value="Policy-MW"/>
          <xsd:enumeration value="President's Budget (PB)"/>
          <xsd:enumeration value="Process-BOI"/>
          <xsd:enumeration value="Process-SOP"/>
          <xsd:enumeration value="Program Objective Memorandum (POM)"/>
          <xsd:enumeration value="PWS"/>
          <xsd:enumeration value="Questionnaire"/>
          <xsd:enumeration value="Recording"/>
          <xsd:enumeration value="Report"/>
          <xsd:enumeration value="RFI"/>
          <xsd:enumeration value="RFP"/>
          <xsd:enumeration value="ROM"/>
          <xsd:enumeration value="Spend Plan"/>
          <xsd:enumeration value="Tasker"/>
          <xsd:enumeration value="Tracker"/>
          <xsd:enumeration value="Training"/>
        </xsd:restriction>
      </xsd:simpleType>
    </xsd:element>
    <xsd:element name="Notes" ma:index="25" nillable="true" ma:displayName="Notes" ma:format="Dropdown" ma:internalName="Note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540371-E9D8-40A3-9428-881D58C26876}">
  <ds:schemaRefs>
    <ds:schemaRef ds:uri="http://schemas.microsoft.com/sharepoint/v3/contenttype/forms"/>
  </ds:schemaRefs>
</ds:datastoreItem>
</file>

<file path=customXml/itemProps2.xml><?xml version="1.0" encoding="utf-8"?>
<ds:datastoreItem xmlns:ds="http://schemas.openxmlformats.org/officeDocument/2006/customXml" ds:itemID="{4F02F214-52AE-4618-99C1-593FD143434C}">
  <ds:schemaRefs>
    <ds:schemaRef ds:uri="http://schemas.microsoft.com/office/2006/documentManagement/types"/>
    <ds:schemaRef ds:uri="http://schemas.openxmlformats.org/package/2006/metadata/core-properties"/>
    <ds:schemaRef ds:uri="http://purl.org/dc/elements/1.1/"/>
    <ds:schemaRef ds:uri="http://purl.org/dc/terms/"/>
    <ds:schemaRef ds:uri="http://purl.org/dc/dcmitype/"/>
    <ds:schemaRef ds:uri="http://schemas.microsoft.com/office/infopath/2007/PartnerControls"/>
    <ds:schemaRef ds:uri="0f523646-bf82-44cc-94ab-3004ba861848"/>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99B42C1-2728-4EB0-B48F-F49324101A5F}"/>
</file>

<file path=docMetadata/LabelInfo.xml><?xml version="1.0" encoding="utf-8"?>
<clbl:labelList xmlns:clbl="http://schemas.microsoft.com/office/2020/mipLabelMetadata">
  <clbl:label id="{8903a443-af33-4ed4-acf5-ee613bcb2f59}" enabled="0" method="" siteId="{8903a443-af33-4ed4-acf5-ee613bcb2f59}" removed="1"/>
</clbl:labelList>
</file>

<file path=docProps/app.xml><?xml version="1.0" encoding="utf-8"?>
<Properties xmlns="http://schemas.openxmlformats.org/officeDocument/2006/extended-properties" xmlns:vt="http://schemas.openxmlformats.org/officeDocument/2006/docPropsVTypes">
  <Template/>
  <TotalTime>23468</TotalTime>
  <Words>3946</Words>
  <Application>Microsoft Office PowerPoint</Application>
  <PresentationFormat>Widescreen</PresentationFormat>
  <Paragraphs>698</Paragraphs>
  <Slides>32</Slides>
  <Notes>7</Notes>
  <HiddenSlides>0</HiddenSlides>
  <MMClips>0</MMClips>
  <ScaleCrop>false</ScaleCrop>
  <HeadingPairs>
    <vt:vector size="4" baseType="variant">
      <vt:variant>
        <vt:lpstr>Theme</vt:lpstr>
      </vt:variant>
      <vt:variant>
        <vt:i4>4</vt:i4>
      </vt:variant>
      <vt:variant>
        <vt:lpstr>Slide Titles</vt:lpstr>
      </vt:variant>
      <vt:variant>
        <vt:i4>32</vt:i4>
      </vt:variant>
    </vt:vector>
  </HeadingPairs>
  <TitlesOfParts>
    <vt:vector size="36" baseType="lpstr">
      <vt:lpstr>Office Theme</vt:lpstr>
      <vt:lpstr>1_Office Theme</vt:lpstr>
      <vt:lpstr>1_Custom Design</vt:lpstr>
      <vt:lpstr>1_DHMS Grid 16:9 - 18813</vt:lpstr>
      <vt:lpstr>MHS Information Platform (MIP) Overview of Data Products and Services</vt:lpstr>
      <vt:lpstr>Conflict of Interest/Disclosure</vt:lpstr>
      <vt:lpstr>Speaker Introduction</vt:lpstr>
      <vt:lpstr>Learning Objectives</vt:lpstr>
      <vt:lpstr>Scale of MHS Data </vt:lpstr>
      <vt:lpstr>Complexity of Current Data Ecosystem</vt:lpstr>
      <vt:lpstr>What is Driving Prioritization for Military Health? </vt:lpstr>
      <vt:lpstr>How Do We Organizationally Manage the Data Demand? </vt:lpstr>
      <vt:lpstr>Evolution of EIDS and the MIP </vt:lpstr>
      <vt:lpstr>MIP Services at the Intersection of Data...</vt:lpstr>
      <vt:lpstr>MHS Information Platform</vt:lpstr>
      <vt:lpstr>MIP Offerings: Data Products and Services</vt:lpstr>
      <vt:lpstr>Data Products: Data Apps as a Service</vt:lpstr>
      <vt:lpstr>Data Products: Data as a Service </vt:lpstr>
      <vt:lpstr>Data Products: Analytics as a Service  </vt:lpstr>
      <vt:lpstr>Data Products Enabler: Platform Service &amp; Portfolio Management  </vt:lpstr>
      <vt:lpstr>Data Services: Data &amp; Analytics Advisory </vt:lpstr>
      <vt:lpstr>Data Services: MIP Customer Support</vt:lpstr>
      <vt:lpstr>MIP Data Flow and Usage </vt:lpstr>
      <vt:lpstr>Current EIDS PMO Priorities</vt:lpstr>
      <vt:lpstr>Contributing Factors: Data Quality</vt:lpstr>
      <vt:lpstr>MIP: From Data Sources to Domains to Products </vt:lpstr>
      <vt:lpstr>MHS Common Data Model Information and Resources </vt:lpstr>
      <vt:lpstr>MHS Common Data Model </vt:lpstr>
      <vt:lpstr>MHS CDM 3.0</vt:lpstr>
      <vt:lpstr>MIP Target State Architecture </vt:lpstr>
      <vt:lpstr>2024 by the Numbers:  NLP on MHS GENESIS Clinical Notes</vt:lpstr>
      <vt:lpstr>Key Takeaways </vt:lpstr>
      <vt:lpstr>Conclusion </vt:lpstr>
      <vt:lpstr>REQUIRED - Continuing Education Placeholder</vt:lpstr>
      <vt:lpstr>Contact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Jillian Giorgio</dc:creator>
  <cp:lastModifiedBy>Bickerstaff, Elizabeth A CIV DHA PEO DHMS (USA)</cp:lastModifiedBy>
  <cp:revision>113</cp:revision>
  <dcterms:created xsi:type="dcterms:W3CDTF">2024-05-02T14:39:53Z</dcterms:created>
  <dcterms:modified xsi:type="dcterms:W3CDTF">2025-06-12T19:37:36Z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0x010100631CF5DBF3BF9D4FBDA790605A243934</vt:lpwstr>
  </property>
  <property fmtid="{D5CDD505-2E9C-101B-9397-08002B2CF9AE}" pid="3" name="MediaServiceImageTags">
    <vt:lpwstr/>
  </property>
</Properties>
</file>