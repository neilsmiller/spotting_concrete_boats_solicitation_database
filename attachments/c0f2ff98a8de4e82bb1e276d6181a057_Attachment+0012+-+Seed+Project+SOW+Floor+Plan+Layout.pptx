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61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9F0"/>
    <a:srgbClr val="AAB7EC"/>
    <a:srgbClr val="A7BFEF"/>
    <a:srgbClr val="B1C6F1"/>
    <a:srgbClr val="BFC5F3"/>
    <a:srgbClr val="98A2EC"/>
    <a:srgbClr val="9BC4E9"/>
    <a:srgbClr val="FDFCC7"/>
    <a:srgbClr val="FCFAB8"/>
    <a:srgbClr val="FBE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60" d="100"/>
          <a:sy n="60" d="100"/>
        </p:scale>
        <p:origin x="749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0T13:42:47.9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12201 726,'4'-6,"1"0,-1-1,0 1,-1-1,0 0,0 0,0 0,-1-1,2-8,11-30,-2 19,-2-1,0 0,10-49,-17 60,1 1,1 0,12-24,-12 29,0 0,-2 0,1 0,-1-1,-1 1,0-1,-1 0,2-21,-4 30,0 1,0 0,0-1,-1 1,1 0,-1-1,1 1,-1 0,0 0,0-1,0 1,0 0,-1 0,1 0,0 1,-1-1,1 0,-1 0,0 1,0-1,1 1,-1-1,0 1,0 0,-3-1,-4-2,0 1,-1 0,0 0,-17-2,6 2,-87-22,-159-60,242 77,-1 1,-1 1,1 1,-49-3,-108 10,74 1,38-2,20 2,1-3,-1-3,-71-11,116 12,0 1,0 0,1 0,-1 0,0 1,0 0,0 0,0 1,-7 1,10-1,1 0,0 0,0 0,0 0,0 1,0-1,0 1,0-1,0 1,0 0,1 0,-1-1,1 1,-1 0,1 1,0-1,0 0,0 0,0 0,0 1,0-1,1 0,-1 1,1-1,-1 4,-3 29,2 0,1 1,5 41,-1-45,-2 0,-1 0,-2 0,-8 48,8-66,-1-1,0 0,-1-1,0 1,-1-1,-1 0,0 0,0 0,-1-1,-1 0,-8 10,-47 49,46-50,0 0,-2-1,-34 27,42-36,0 0,0 1,1 0,1 0,0 2,0-1,1 1,1 0,-9 21,4-11,-26 41,26-46,1 0,-11 27,12-24,-22 34,22-37,0 1,2 0,0 1,1 0,2 0,-6 30,7-36,-7 52,-4 18,-23 82,34-142,-1 12,1 0,1 46,0 12,0-74,0 1,-2-1,0 0,-15 37,-43 72,59-120,-38 60,26-45,-21 44,29-52,-1 0,-1-1,0 0,0-1,-17 17,-71 64,37-37,46-45,-1-1,-31 20,28-20,-31 25,9 3,20-20,-45 34,44-38,1 0,0 2,1 0,1 1,1 1,-18 25,24-30,-1-1,0 0,-1-1,-30 22,-18 17,35-26,1 2,-39 53,51-64,0-1,-2 0,0-1,-1 0,0-1,-36 21,-36 29,37-22,25-21,-34 35,36-28,16-18,0 1,-1-1,0-1,-13 10,-80 53,95-66,0 1,0-1,0 1,1 1,-9 10,9-9,-1 0,0-1,-1 0,-9 7,-46 26,38-26,0 2,1 1,-29 28,35-30,0-1,0-1,-2-1,0 0,0-1,-43 15,50-19,-1 1,1 0,1 1,0 0,0 1,-12 15,7-9,-37 29,-94 45,114-67,2 0,-2-2,-64 32,67-38,1 1,-42 31,0-1,-35 24,-30 17,0 2,36-22,84-58,-33 12,38-17,0 0,1 1,0 1,0-1,-18 15,20-14,1 0,-2-1,1 0,-1-1,0 0,-21 7,17-7,1 0,-1 2,-16 9,16-8,0-1,0-1,0 0,-1-1,1-1,-1 0,-18 1,10-1,1 1,-29 10,-118 37,-22 8,174-53,0-2,-26 4,31-7,0 1,0 0,1 1,-1 0,1 1,-22 11,-8 13,20-13,-1 0,-1-1,0-2,-1 0,0-2,-1-1,-28 8,19-12,-40 1,56-6,0 0,0 1,0 1,0 1,1 0,-1 2,1 0,-28 14,30-11,0-1,0 0,-1-1,0-1,0 0,-1-2,0 0,0 0,0-2,-29 1,-9-3,12 0,0 1,1 2,-61 13,42 0,24-6,-67 10,88-17,0 1,1 0,-1 2,1-1,0 2,0 0,-26 17,0-1,26-17,0 0,0-1,-1 0,1-2,-30 4,-14 2,-25 11,43-8,-78 9,-14-4,65-7,-85 2,111-12,-25-1,1 2,-1 4,-75 16,67-6,1-3,-2-3,-120-1,-222-10,388 4,-60 10,1 1,-191 25,174-20,0-4,-113-1,185-12,1 2,-65 15,66-11,-28 8,39-8,-1-2,-30 3,-12 1,-75 18,88-14,-1-3,-93 6,-26-18,-82 3,172 11,47-4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D220A-E4E7-4073-B126-3F3F5BEEA29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EDAE-7CA8-43C3-A948-E66807940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5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ADAE-00FB-8511-D044-5348178ED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45A51-457B-E42F-81E6-23F415E4F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3492C-5474-E973-A4DC-890385B1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C8A4B-A938-3D6B-2F14-7929C469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44432-6385-86A4-2CF3-21477621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7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FF21C-0D1B-C36D-08CE-1F634AB3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7271B-208E-1BED-EBA5-6DF79C81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E7CEF-B804-B8A0-5371-96F95D6B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F2C1-5AB7-82FE-FD78-9C079037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49B6-1F5F-B0A9-FB5C-396198AD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8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1CCC-196A-22A3-C2E3-CA3504E7E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1E6F4-32A2-4C16-0C73-5521DC43A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5F24A-DC07-09B5-61F8-4FC7FD0A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D23C3-9FD8-E29A-E51B-2FD8200F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1B990-8C3C-8CD0-7E4A-3B14C264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1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37F5-4502-4588-B98A-6398DCA8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D7913-D613-4FF1-77D1-41E3D32DF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783F-C0E7-C096-7A11-376131D0F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89D4D-E369-0AC1-125C-4E6E60D4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2BE2D-B97D-6E68-88C2-F2E5141C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D1EBE-B49E-5CAB-8074-F417C7EF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1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5C32-37B2-9CC7-EEB1-816E6056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21950-7A23-0456-F1A4-A34769B8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F25BE-EFF8-B2A2-A07E-14C3D7DF7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B4F255-6A66-5419-931A-D001B9993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D501B-1B54-893E-8994-28C78DA92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31415-48E6-90BC-5157-723976335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0966B-44FD-0F5E-035D-6AB60EB9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51FB51-7C69-173F-F854-8B96702B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40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100A-7F55-C5FC-51AD-0B738940B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4A8249-243F-F276-1055-6A1392AAF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428A9-B371-1282-548E-00F2DD60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01929-3479-BE5A-4AEA-BF0E3820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7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7EAB7-3FA7-46B1-67EC-163C4029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EF1BA-B5D4-1480-FC84-8D96CA63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289DB-B2EE-B256-5370-AFA8AEEB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5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C5FC-5408-1751-0441-3BA581989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4640F-41EE-FE53-85EB-AF1B0FC0D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EB0DA-067A-F695-ED07-67D360016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E2E39-F3CE-6A63-3922-12A062DC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BC842-8CAB-AA27-0658-45C35EBE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1911D-F884-2C89-7A31-71499DE8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0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C1D5-8DCD-5524-711E-63312543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F605B-523A-3B88-3996-B3519D0EE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13B2B-C22C-3900-15AA-3C185B805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1868F-6E4F-22A0-BDD5-5D025732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C5BB6-26B9-D0E9-82AE-8DE231D6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BB3FD-D8A3-74D1-93AE-95B5B72F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9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8E29-C465-1026-93DD-BAFA4CA2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2F4E1-CD65-EE82-5821-55E640E35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E46CD-B476-B885-C6DA-60A2F08C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B2235-427E-4155-15F9-C354457E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3B501-62A7-E56E-6117-752569A3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C655F-2CEE-2248-25BE-B6BA96AD8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53CF5-CFC7-20BA-E3F4-C5EA66450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2B20-ED8A-63C0-CEBB-BB9C940D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EB79C-3951-4594-A4E1-9D3FA7B5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F7E70-A852-BA73-FED0-C80A169B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52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A8C9F-DA53-B293-D3C8-AB2AA638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506BF-1CF8-CF23-857C-1D0D45166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63164-E9A1-D773-AA4C-874D3C143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F570D-F350-4059-AD88-728F05BACC3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FD55C-887A-6EFD-7264-9DD18399C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5C1B2-C7AC-75F5-BFF1-024488C8C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3BB1F-C193-413C-BCEA-CBA3618CC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1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86B5D-9E4A-EB65-84BB-E5178B357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429" y="107584"/>
            <a:ext cx="9144000" cy="6722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D1D111-8EFA-3AA1-0D20-F8461064A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125" y="1773383"/>
            <a:ext cx="739204" cy="17775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450A80-9112-458F-FC05-DDD12F53A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690" y="1378527"/>
            <a:ext cx="739204" cy="10086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033897-528E-AA72-9055-A5E1A28F6AC9}"/>
              </a:ext>
            </a:extLst>
          </p:cNvPr>
          <p:cNvSpPr txBox="1"/>
          <p:nvPr/>
        </p:nvSpPr>
        <p:spPr>
          <a:xfrm>
            <a:off x="7909907" y="1773383"/>
            <a:ext cx="888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Kitchen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E438B-6AEA-DF98-BC96-5FDBF9205A88}"/>
              </a:ext>
            </a:extLst>
          </p:cNvPr>
          <p:cNvSpPr txBox="1"/>
          <p:nvPr/>
        </p:nvSpPr>
        <p:spPr>
          <a:xfrm>
            <a:off x="8946549" y="1773383"/>
            <a:ext cx="1018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Conference</a:t>
            </a:r>
          </a:p>
          <a:p>
            <a:r>
              <a:rPr lang="en-US" sz="1400" b="1" dirty="0"/>
              <a:t> Room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B98BF-DC7E-DD98-5387-7C6C9205033E}"/>
              </a:ext>
            </a:extLst>
          </p:cNvPr>
          <p:cNvSpPr txBox="1"/>
          <p:nvPr/>
        </p:nvSpPr>
        <p:spPr>
          <a:xfrm>
            <a:off x="4419601" y="1605838"/>
            <a:ext cx="11506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Standard Office</a:t>
            </a:r>
          </a:p>
        </p:txBody>
      </p:sp>
    </p:spTree>
    <p:extLst>
      <p:ext uri="{BB962C8B-B14F-4D97-AF65-F5344CB8AC3E}">
        <p14:creationId xmlns:p14="http://schemas.microsoft.com/office/powerpoint/2010/main" val="387557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F7F3B-F69B-A2A7-CE3D-578F99199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04" y="66599"/>
            <a:ext cx="10074068" cy="672480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09853D-AF19-1F85-FF12-6431F4FF8414}"/>
              </a:ext>
            </a:extLst>
          </p:cNvPr>
          <p:cNvCxnSpPr>
            <a:cxnSpLocks/>
          </p:cNvCxnSpPr>
          <p:nvPr/>
        </p:nvCxnSpPr>
        <p:spPr>
          <a:xfrm flipH="1">
            <a:off x="4687560" y="603432"/>
            <a:ext cx="1230640" cy="88246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02C15F-1139-5FC5-4504-86E95927ABD2}"/>
              </a:ext>
            </a:extLst>
          </p:cNvPr>
          <p:cNvCxnSpPr>
            <a:cxnSpLocks/>
          </p:cNvCxnSpPr>
          <p:nvPr/>
        </p:nvCxnSpPr>
        <p:spPr>
          <a:xfrm flipV="1">
            <a:off x="2527300" y="637582"/>
            <a:ext cx="664953" cy="200933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EEA591-ACF1-8280-0154-1E5C9528E210}"/>
              </a:ext>
            </a:extLst>
          </p:cNvPr>
          <p:cNvSpPr txBox="1"/>
          <p:nvPr/>
        </p:nvSpPr>
        <p:spPr>
          <a:xfrm>
            <a:off x="1907414" y="2646918"/>
            <a:ext cx="2569678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Building being Renovated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6F28D9-DDA9-841A-14CA-E755BF3EC486}"/>
              </a:ext>
            </a:extLst>
          </p:cNvPr>
          <p:cNvSpPr txBox="1"/>
          <p:nvPr/>
        </p:nvSpPr>
        <p:spPr>
          <a:xfrm>
            <a:off x="4850980" y="234100"/>
            <a:ext cx="2569678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New ADA Parking Area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B46BCD-44BB-FFD6-0B6F-9A8C9B13B732}"/>
              </a:ext>
            </a:extLst>
          </p:cNvPr>
          <p:cNvCxnSpPr>
            <a:cxnSpLocks/>
          </p:cNvCxnSpPr>
          <p:nvPr/>
        </p:nvCxnSpPr>
        <p:spPr>
          <a:xfrm flipV="1">
            <a:off x="3576847" y="3651586"/>
            <a:ext cx="664953" cy="200933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AFCC8F-B8CF-7E4A-3512-35251F30E84D}"/>
              </a:ext>
            </a:extLst>
          </p:cNvPr>
          <p:cNvSpPr txBox="1"/>
          <p:nvPr/>
        </p:nvSpPr>
        <p:spPr>
          <a:xfrm>
            <a:off x="2527300" y="5630876"/>
            <a:ext cx="2569678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Laydown Area available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C5C0B9-DF7E-A05D-3713-A401DB8E7327}"/>
              </a:ext>
            </a:extLst>
          </p:cNvPr>
          <p:cNvCxnSpPr>
            <a:cxnSpLocks/>
          </p:cNvCxnSpPr>
          <p:nvPr/>
        </p:nvCxnSpPr>
        <p:spPr>
          <a:xfrm>
            <a:off x="6096000" y="770933"/>
            <a:ext cx="3139038" cy="5953868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15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40A55E-8280-30BA-AD9F-50F714087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7779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3F3079-60F9-9930-7ABB-A78E48FEC3AB}"/>
                  </a:ext>
                </a:extLst>
              </p14:cNvPr>
              <p14:cNvContentPartPr/>
              <p14:nvPr/>
            </p14:nvContentPartPr>
            <p14:xfrm>
              <a:off x="725640" y="3358420"/>
              <a:ext cx="4456080" cy="2224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3F3079-60F9-9930-7ABB-A78E48FEC3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1640" y="3250420"/>
                <a:ext cx="4563720" cy="24404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4DC9D9-262C-269C-1525-5F8540C9C82F}"/>
              </a:ext>
            </a:extLst>
          </p:cNvPr>
          <p:cNvSpPr txBox="1"/>
          <p:nvPr/>
        </p:nvSpPr>
        <p:spPr>
          <a:xfrm>
            <a:off x="5626100" y="800100"/>
            <a:ext cx="1983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Hauling Route</a:t>
            </a:r>
          </a:p>
        </p:txBody>
      </p:sp>
    </p:spTree>
    <p:extLst>
      <p:ext uri="{BB962C8B-B14F-4D97-AF65-F5344CB8AC3E}">
        <p14:creationId xmlns:p14="http://schemas.microsoft.com/office/powerpoint/2010/main" val="294281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18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Army Golden Master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Mcdermott, Raymond J CIV USARMY ID-SUSTAINMENT (USA)</dc:creator>
  <cp:lastModifiedBy>Mcdermott, Raymond J CIV USARMY ID-SUSTAINMENT (USA)</cp:lastModifiedBy>
  <cp:revision>12</cp:revision>
  <dcterms:created xsi:type="dcterms:W3CDTF">2025-05-13T16:20:12Z</dcterms:created>
  <dcterms:modified xsi:type="dcterms:W3CDTF">2026-04-20T13:47:25Z</dcterms:modified>
</cp:coreProperties>
</file>