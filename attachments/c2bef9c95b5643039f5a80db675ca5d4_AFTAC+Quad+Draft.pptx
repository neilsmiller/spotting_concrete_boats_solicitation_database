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05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5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0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8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47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1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6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7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68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82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0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5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  <a:stCxn id="17" idx="2"/>
          </p:cNvCxnSpPr>
          <p:nvPr/>
        </p:nvCxnSpPr>
        <p:spPr>
          <a:xfrm>
            <a:off x="6063916" y="1077832"/>
            <a:ext cx="0" cy="54352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25643" y="3224463"/>
            <a:ext cx="109727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5643" y="1193138"/>
            <a:ext cx="52778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concise (1-2 sentence) description of the goal of the effort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12-pt font)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Effort: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description of the technology proposed for investigations and methods to be used during the course of investigation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12-pt font).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4147" y="1539497"/>
            <a:ext cx="43474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Photograph or graphic illustration of concept or technology.  Any text must be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12-pt font.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307" y="3455076"/>
            <a:ext cx="54061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statement that identifies the net advantages of the proposed technology over current practices and competing technologies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12-pt font)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Bulleted list of technical or scientific challenges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12-pt font)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Maturity of Technology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Description of the current maturity of the proposed technology with respect to the Technology Readiness Level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12-pt font).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4758" y="3455076"/>
            <a:ext cx="54863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Goals and Milestones by Fiscal Year (FY):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Bulleted list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12-pt font)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  (e.g., study, written reports, prototype device, or proof of prototype testing)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Funding ($K):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of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12-pt font).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Name, email, phone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12-pt font).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803449"/>
              </p:ext>
            </p:extLst>
          </p:nvPr>
        </p:nvGraphicFramePr>
        <p:xfrm>
          <a:off x="9087853" y="5000444"/>
          <a:ext cx="2149641" cy="6029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6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7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1</a:t>
                      </a:r>
                    </a:p>
                  </a:txBody>
                  <a:tcPr marL="57631" marR="57631" marT="28815" marB="2881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2</a:t>
                      </a:r>
                    </a:p>
                  </a:txBody>
                  <a:tcPr marL="57631" marR="57631" marT="28815" marB="2881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7631" marR="57631" marT="28815" marB="288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7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 marL="57631" marR="57631" marT="28815" marB="2881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 marL="57631" marR="57631" marT="28815" marB="2881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 marL="57631" marR="57631" marT="28815" marB="288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760663" y="154502"/>
            <a:ext cx="4606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CSO FA702224SC001</a:t>
            </a:r>
            <a:b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b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</a:p>
        </p:txBody>
      </p:sp>
    </p:spTree>
    <p:extLst>
      <p:ext uri="{BB962C8B-B14F-4D97-AF65-F5344CB8AC3E}">
        <p14:creationId xmlns:p14="http://schemas.microsoft.com/office/powerpoint/2010/main" val="365638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204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U.S Air Force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RIISMA, MICHELLE L GG-12 USAF ACC AFTAC/PKA</dc:creator>
  <cp:lastModifiedBy>KETTELL, SHAWNA L CIV USAF ACC AFTAC/AMIC Det 2 OL/PK</cp:lastModifiedBy>
  <cp:revision>6</cp:revision>
  <cp:lastPrinted>2024-06-27T19:22:45Z</cp:lastPrinted>
  <dcterms:created xsi:type="dcterms:W3CDTF">2017-03-27T13:29:16Z</dcterms:created>
  <dcterms:modified xsi:type="dcterms:W3CDTF">2024-06-27T20:23:46Z</dcterms:modified>
</cp:coreProperties>
</file>