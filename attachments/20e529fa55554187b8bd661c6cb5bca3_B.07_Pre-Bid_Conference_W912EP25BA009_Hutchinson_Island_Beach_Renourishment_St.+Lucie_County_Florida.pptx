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670" r:id="rId2"/>
  </p:sldMasterIdLst>
  <p:notesMasterIdLst>
    <p:notesMasterId r:id="rId16"/>
  </p:notesMasterIdLst>
  <p:sldIdLst>
    <p:sldId id="325" r:id="rId3"/>
    <p:sldId id="311" r:id="rId4"/>
    <p:sldId id="332" r:id="rId5"/>
    <p:sldId id="312" r:id="rId6"/>
    <p:sldId id="328" r:id="rId7"/>
    <p:sldId id="317" r:id="rId8"/>
    <p:sldId id="329" r:id="rId9"/>
    <p:sldId id="331" r:id="rId10"/>
    <p:sldId id="313" r:id="rId11"/>
    <p:sldId id="327" r:id="rId12"/>
    <p:sldId id="314" r:id="rId13"/>
    <p:sldId id="323" r:id="rId14"/>
    <p:sldId id="33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ONZALEZAQUINO, Griselle CIV USARMY CESAJ (USA)" initials="GGCUC(" lastIdx="6" clrIdx="0">
    <p:extLst>
      <p:ext uri="{19B8F6BF-5375-455C-9EA6-DF929625EA0E}">
        <p15:presenceInfo xmlns:p15="http://schemas.microsoft.com/office/powerpoint/2012/main" userId="GONZALEZAQUINO, Griselle CIV USARMY CESAJ (USA)" providerId="None"/>
      </p:ext>
    </p:extLst>
  </p:cmAuthor>
  <p:cmAuthor id="2" name="Nazario Castillo, Anelis I CIV USARMY CESAJ (USA)" initials="NCAICUC(" lastIdx="6" clrIdx="1">
    <p:extLst>
      <p:ext uri="{19B8F6BF-5375-455C-9EA6-DF929625EA0E}">
        <p15:presenceInfo xmlns:p15="http://schemas.microsoft.com/office/powerpoint/2012/main" userId="Nazario Castillo, Anelis I CIV USARMY CESAJ (USA)" providerId="None"/>
      </p:ext>
    </p:extLst>
  </p:cmAuthor>
  <p:cmAuthor id="3" name="Thompson, Tedra N CIV USARMY CESAJ (USA)" initials="TTNCUC(" lastIdx="4" clrIdx="2">
    <p:extLst>
      <p:ext uri="{19B8F6BF-5375-455C-9EA6-DF929625EA0E}">
        <p15:presenceInfo xmlns:p15="http://schemas.microsoft.com/office/powerpoint/2012/main" userId="S::Tedra.N.Thompson@usace.army.mil::a7f96a15-bafc-4f77-96c8-59b74190753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F12628-859A-40BE-87E7-0B7E9BE493EF}" v="4" dt="2025-08-05T13:50:12.2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64" autoAdjust="0"/>
    <p:restoredTop sz="90170" autoAdjust="0"/>
  </p:normalViewPr>
  <p:slideViewPr>
    <p:cSldViewPr snapToGrid="0">
      <p:cViewPr>
        <p:scale>
          <a:sx n="70" d="100"/>
          <a:sy n="70" d="100"/>
        </p:scale>
        <p:origin x="38"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ad, Meredith C CIV USARMY USACE (USA)" userId="1541487f-f85a-4c6c-8ab9-46a06d069333" providerId="ADAL" clId="{36F12628-859A-40BE-87E7-0B7E9BE493EF}"/>
    <pc:docChg chg="undo custSel addSld modSld">
      <pc:chgData name="Coad, Meredith C CIV USARMY USACE (USA)" userId="1541487f-f85a-4c6c-8ab9-46a06d069333" providerId="ADAL" clId="{36F12628-859A-40BE-87E7-0B7E9BE493EF}" dt="2025-08-05T13:51:20.230" v="477" actId="20577"/>
      <pc:docMkLst>
        <pc:docMk/>
      </pc:docMkLst>
      <pc:sldChg chg="addSp delSp modSp mod">
        <pc:chgData name="Coad, Meredith C CIV USARMY USACE (USA)" userId="1541487f-f85a-4c6c-8ab9-46a06d069333" providerId="ADAL" clId="{36F12628-859A-40BE-87E7-0B7E9BE493EF}" dt="2025-08-04T15:26:42.244" v="275" actId="20577"/>
        <pc:sldMkLst>
          <pc:docMk/>
          <pc:sldMk cId="1226536712" sldId="312"/>
        </pc:sldMkLst>
        <pc:spChg chg="add del mod">
          <ac:chgData name="Coad, Meredith C CIV USARMY USACE (USA)" userId="1541487f-f85a-4c6c-8ab9-46a06d069333" providerId="ADAL" clId="{36F12628-859A-40BE-87E7-0B7E9BE493EF}" dt="2025-08-04T15:26:42.244" v="275" actId="20577"/>
          <ac:spMkLst>
            <pc:docMk/>
            <pc:sldMk cId="1226536712" sldId="312"/>
            <ac:spMk id="3" creationId="{496375FC-2D4F-4A70-ACA9-4698AB6DC525}"/>
          </ac:spMkLst>
        </pc:spChg>
        <pc:spChg chg="add del mod">
          <ac:chgData name="Coad, Meredith C CIV USARMY USACE (USA)" userId="1541487f-f85a-4c6c-8ab9-46a06d069333" providerId="ADAL" clId="{36F12628-859A-40BE-87E7-0B7E9BE493EF}" dt="2025-08-04T15:12:26.675" v="173" actId="478"/>
          <ac:spMkLst>
            <pc:docMk/>
            <pc:sldMk cId="1226536712" sldId="312"/>
            <ac:spMk id="5" creationId="{DF016620-82DF-7081-3FA0-7D6E3BC65D41}"/>
          </ac:spMkLst>
        </pc:spChg>
        <pc:picChg chg="del">
          <ac:chgData name="Coad, Meredith C CIV USARMY USACE (USA)" userId="1541487f-f85a-4c6c-8ab9-46a06d069333" providerId="ADAL" clId="{36F12628-859A-40BE-87E7-0B7E9BE493EF}" dt="2025-08-04T15:22:45.779" v="215" actId="478"/>
          <ac:picMkLst>
            <pc:docMk/>
            <pc:sldMk cId="1226536712" sldId="312"/>
            <ac:picMk id="6" creationId="{1F678291-4E0A-C98A-C53A-7FFE7F953E0E}"/>
          </ac:picMkLst>
        </pc:picChg>
        <pc:picChg chg="add mod">
          <ac:chgData name="Coad, Meredith C CIV USARMY USACE (USA)" userId="1541487f-f85a-4c6c-8ab9-46a06d069333" providerId="ADAL" clId="{36F12628-859A-40BE-87E7-0B7E9BE493EF}" dt="2025-08-04T15:25:57.052" v="256" actId="1076"/>
          <ac:picMkLst>
            <pc:docMk/>
            <pc:sldMk cId="1226536712" sldId="312"/>
            <ac:picMk id="8" creationId="{21290035-DDCB-2C6D-2E9A-BEADB827C5A1}"/>
          </ac:picMkLst>
        </pc:picChg>
      </pc:sldChg>
      <pc:sldChg chg="modSp mod">
        <pc:chgData name="Coad, Meredith C CIV USARMY USACE (USA)" userId="1541487f-f85a-4c6c-8ab9-46a06d069333" providerId="ADAL" clId="{36F12628-859A-40BE-87E7-0B7E9BE493EF}" dt="2025-08-04T15:37:02.432" v="350" actId="20577"/>
        <pc:sldMkLst>
          <pc:docMk/>
          <pc:sldMk cId="2362270387" sldId="313"/>
        </pc:sldMkLst>
        <pc:spChg chg="mod">
          <ac:chgData name="Coad, Meredith C CIV USARMY USACE (USA)" userId="1541487f-f85a-4c6c-8ab9-46a06d069333" providerId="ADAL" clId="{36F12628-859A-40BE-87E7-0B7E9BE493EF}" dt="2025-08-04T15:37:02.432" v="350" actId="20577"/>
          <ac:spMkLst>
            <pc:docMk/>
            <pc:sldMk cId="2362270387" sldId="313"/>
            <ac:spMk id="2" creationId="{180A421C-2530-4D18-82F2-B91A5B9B7703}"/>
          </ac:spMkLst>
        </pc:spChg>
      </pc:sldChg>
      <pc:sldChg chg="modSp mod">
        <pc:chgData name="Coad, Meredith C CIV USARMY USACE (USA)" userId="1541487f-f85a-4c6c-8ab9-46a06d069333" providerId="ADAL" clId="{36F12628-859A-40BE-87E7-0B7E9BE493EF}" dt="2025-08-04T15:38:01.481" v="371" actId="20577"/>
        <pc:sldMkLst>
          <pc:docMk/>
          <pc:sldMk cId="3927196270" sldId="314"/>
        </pc:sldMkLst>
        <pc:spChg chg="mod">
          <ac:chgData name="Coad, Meredith C CIV USARMY USACE (USA)" userId="1541487f-f85a-4c6c-8ab9-46a06d069333" providerId="ADAL" clId="{36F12628-859A-40BE-87E7-0B7E9BE493EF}" dt="2025-08-04T15:38:01.481" v="371" actId="20577"/>
          <ac:spMkLst>
            <pc:docMk/>
            <pc:sldMk cId="3927196270" sldId="314"/>
            <ac:spMk id="6" creationId="{D06EAAD3-BE24-8E8D-4E9D-59985C6FF458}"/>
          </ac:spMkLst>
        </pc:spChg>
      </pc:sldChg>
      <pc:sldChg chg="modSp mod">
        <pc:chgData name="Coad, Meredith C CIV USARMY USACE (USA)" userId="1541487f-f85a-4c6c-8ab9-46a06d069333" providerId="ADAL" clId="{36F12628-859A-40BE-87E7-0B7E9BE493EF}" dt="2025-08-04T15:27:56.870" v="287" actId="20577"/>
        <pc:sldMkLst>
          <pc:docMk/>
          <pc:sldMk cId="2896229411" sldId="317"/>
        </pc:sldMkLst>
        <pc:spChg chg="mod">
          <ac:chgData name="Coad, Meredith C CIV USARMY USACE (USA)" userId="1541487f-f85a-4c6c-8ab9-46a06d069333" providerId="ADAL" clId="{36F12628-859A-40BE-87E7-0B7E9BE493EF}" dt="2025-08-04T15:27:56.870" v="287" actId="20577"/>
          <ac:spMkLst>
            <pc:docMk/>
            <pc:sldMk cId="2896229411" sldId="317"/>
            <ac:spMk id="3" creationId="{496375FC-2D4F-4A70-ACA9-4698AB6DC525}"/>
          </ac:spMkLst>
        </pc:spChg>
      </pc:sldChg>
      <pc:sldChg chg="modSp mod">
        <pc:chgData name="Coad, Meredith C CIV USARMY USACE (USA)" userId="1541487f-f85a-4c6c-8ab9-46a06d069333" providerId="ADAL" clId="{36F12628-859A-40BE-87E7-0B7E9BE493EF}" dt="2025-08-04T17:53:05.125" v="425" actId="20577"/>
        <pc:sldMkLst>
          <pc:docMk/>
          <pc:sldMk cId="2565957247" sldId="325"/>
        </pc:sldMkLst>
        <pc:spChg chg="mod">
          <ac:chgData name="Coad, Meredith C CIV USARMY USACE (USA)" userId="1541487f-f85a-4c6c-8ab9-46a06d069333" providerId="ADAL" clId="{36F12628-859A-40BE-87E7-0B7E9BE493EF}" dt="2025-08-04T15:08:24.018" v="76" actId="20577"/>
          <ac:spMkLst>
            <pc:docMk/>
            <pc:sldMk cId="2565957247" sldId="325"/>
            <ac:spMk id="3" creationId="{5599BEA4-F81F-42A8-ADBC-3CBE6C965BF8}"/>
          </ac:spMkLst>
        </pc:spChg>
        <pc:spChg chg="mod">
          <ac:chgData name="Coad, Meredith C CIV USARMY USACE (USA)" userId="1541487f-f85a-4c6c-8ab9-46a06d069333" providerId="ADAL" clId="{36F12628-859A-40BE-87E7-0B7E9BE493EF}" dt="2025-08-04T17:53:05.125" v="425" actId="20577"/>
          <ac:spMkLst>
            <pc:docMk/>
            <pc:sldMk cId="2565957247" sldId="325"/>
            <ac:spMk id="6" creationId="{85FF0217-D779-0DFF-87FE-C1E35B6C6086}"/>
          </ac:spMkLst>
        </pc:spChg>
        <pc:spChg chg="mod">
          <ac:chgData name="Coad, Meredith C CIV USARMY USACE (USA)" userId="1541487f-f85a-4c6c-8ab9-46a06d069333" providerId="ADAL" clId="{36F12628-859A-40BE-87E7-0B7E9BE493EF}" dt="2025-08-04T15:07:28.636" v="16" actId="20577"/>
          <ac:spMkLst>
            <pc:docMk/>
            <pc:sldMk cId="2565957247" sldId="325"/>
            <ac:spMk id="8" creationId="{00000000-0000-0000-0000-000000000000}"/>
          </ac:spMkLst>
        </pc:spChg>
      </pc:sldChg>
      <pc:sldChg chg="modSp mod">
        <pc:chgData name="Coad, Meredith C CIV USARMY USACE (USA)" userId="1541487f-f85a-4c6c-8ab9-46a06d069333" providerId="ADAL" clId="{36F12628-859A-40BE-87E7-0B7E9BE493EF}" dt="2025-08-04T15:32:13.138" v="308" actId="20577"/>
        <pc:sldMkLst>
          <pc:docMk/>
          <pc:sldMk cId="4208809409" sldId="329"/>
        </pc:sldMkLst>
        <pc:spChg chg="mod">
          <ac:chgData name="Coad, Meredith C CIV USARMY USACE (USA)" userId="1541487f-f85a-4c6c-8ab9-46a06d069333" providerId="ADAL" clId="{36F12628-859A-40BE-87E7-0B7E9BE493EF}" dt="2025-08-04T15:32:13.138" v="308" actId="20577"/>
          <ac:spMkLst>
            <pc:docMk/>
            <pc:sldMk cId="4208809409" sldId="329"/>
            <ac:spMk id="3" creationId="{496375FC-2D4F-4A70-ACA9-4698AB6DC525}"/>
          </ac:spMkLst>
        </pc:spChg>
      </pc:sldChg>
      <pc:sldChg chg="modSp mod">
        <pc:chgData name="Coad, Meredith C CIV USARMY USACE (USA)" userId="1541487f-f85a-4c6c-8ab9-46a06d069333" providerId="ADAL" clId="{36F12628-859A-40BE-87E7-0B7E9BE493EF}" dt="2025-08-04T15:33:56.786" v="322" actId="20577"/>
        <pc:sldMkLst>
          <pc:docMk/>
          <pc:sldMk cId="2452040608" sldId="331"/>
        </pc:sldMkLst>
        <pc:spChg chg="mod">
          <ac:chgData name="Coad, Meredith C CIV USARMY USACE (USA)" userId="1541487f-f85a-4c6c-8ab9-46a06d069333" providerId="ADAL" clId="{36F12628-859A-40BE-87E7-0B7E9BE493EF}" dt="2025-08-04T15:33:56.786" v="322" actId="20577"/>
          <ac:spMkLst>
            <pc:docMk/>
            <pc:sldMk cId="2452040608" sldId="331"/>
            <ac:spMk id="3" creationId="{496375FC-2D4F-4A70-ACA9-4698AB6DC525}"/>
          </ac:spMkLst>
        </pc:spChg>
      </pc:sldChg>
      <pc:sldChg chg="modSp add mod">
        <pc:chgData name="Coad, Meredith C CIV USARMY USACE (USA)" userId="1541487f-f85a-4c6c-8ab9-46a06d069333" providerId="ADAL" clId="{36F12628-859A-40BE-87E7-0B7E9BE493EF}" dt="2025-08-05T13:51:20.230" v="477" actId="20577"/>
        <pc:sldMkLst>
          <pc:docMk/>
          <pc:sldMk cId="2497240594" sldId="333"/>
        </pc:sldMkLst>
        <pc:spChg chg="mod">
          <ac:chgData name="Coad, Meredith C CIV USARMY USACE (USA)" userId="1541487f-f85a-4c6c-8ab9-46a06d069333" providerId="ADAL" clId="{36F12628-859A-40BE-87E7-0B7E9BE493EF}" dt="2025-08-05T13:50:20.728" v="442" actId="20577"/>
          <ac:spMkLst>
            <pc:docMk/>
            <pc:sldMk cId="2497240594" sldId="333"/>
            <ac:spMk id="2" creationId="{08DF5F4E-D69E-FF57-4F6B-E51FD90CE156}"/>
          </ac:spMkLst>
        </pc:spChg>
        <pc:spChg chg="mod">
          <ac:chgData name="Coad, Meredith C CIV USARMY USACE (USA)" userId="1541487f-f85a-4c6c-8ab9-46a06d069333" providerId="ADAL" clId="{36F12628-859A-40BE-87E7-0B7E9BE493EF}" dt="2025-08-05T13:51:20.230" v="477" actId="20577"/>
          <ac:spMkLst>
            <pc:docMk/>
            <pc:sldMk cId="2497240594" sldId="333"/>
            <ac:spMk id="3" creationId="{6D6C32AD-F114-CA0E-79D0-8B70DF26B47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1AE0AA-AF3B-4A36-B494-817B46A62485}" type="datetimeFigureOut">
              <a:rPr lang="en-US" smtClean="0"/>
              <a:t>8/5/2025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CCAEE7-4ED0-4161-9AE1-5E549DD28D16}" type="slidenum">
              <a:rPr lang="en-US" smtClean="0"/>
              <a:t>‹#›</a:t>
            </a:fld>
            <a:endParaRPr lang="en-US"/>
          </a:p>
        </p:txBody>
      </p:sp>
    </p:spTree>
    <p:extLst>
      <p:ext uri="{BB962C8B-B14F-4D97-AF65-F5344CB8AC3E}">
        <p14:creationId xmlns:p14="http://schemas.microsoft.com/office/powerpoint/2010/main" val="40383481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3A86D8-1D95-4DFF-A26B-8F86AC3AC58E}" type="slidenum">
              <a:rPr lang="en-US" smtClean="0"/>
              <a:t>1</a:t>
            </a:fld>
            <a:endParaRPr lang="en-US"/>
          </a:p>
        </p:txBody>
      </p:sp>
    </p:spTree>
    <p:extLst>
      <p:ext uri="{BB962C8B-B14F-4D97-AF65-F5344CB8AC3E}">
        <p14:creationId xmlns:p14="http://schemas.microsoft.com/office/powerpoint/2010/main" val="3666632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Background 2">
    <p:bg>
      <p:bgPr>
        <a:solidFill>
          <a:schemeClr val="bg2"/>
        </a:solidFill>
        <a:effectLst/>
      </p:bgPr>
    </p:bg>
    <p:spTree>
      <p:nvGrpSpPr>
        <p:cNvPr id="1" name=""/>
        <p:cNvGrpSpPr/>
        <p:nvPr/>
      </p:nvGrpSpPr>
      <p:grpSpPr>
        <a:xfrm>
          <a:off x="0" y="0"/>
          <a:ext cx="0" cy="0"/>
          <a:chOff x="0" y="0"/>
          <a:chExt cx="0" cy="0"/>
        </a:xfrm>
      </p:grpSpPr>
      <p:sp>
        <p:nvSpPr>
          <p:cNvPr id="5" name="Rounded Rectangle 4"/>
          <p:cNvSpPr/>
          <p:nvPr userDrawn="1"/>
        </p:nvSpPr>
        <p:spPr>
          <a:xfrm>
            <a:off x="759220" y="411167"/>
            <a:ext cx="10804129" cy="5207409"/>
          </a:xfrm>
          <a:prstGeom prst="roundRect">
            <a:avLst>
              <a:gd name="adj" fmla="val 255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ext Placeholder 8"/>
          <p:cNvSpPr>
            <a:spLocks noGrp="1"/>
          </p:cNvSpPr>
          <p:nvPr userDrawn="1">
            <p:ph type="body" sz="quarter" idx="12"/>
          </p:nvPr>
        </p:nvSpPr>
        <p:spPr>
          <a:xfrm>
            <a:off x="609602" y="3200405"/>
            <a:ext cx="9144001" cy="1562099"/>
          </a:xfrm>
          <a:prstGeom prst="rect">
            <a:avLst/>
          </a:prstGeom>
        </p:spPr>
        <p:txBody>
          <a:bodyPr/>
          <a:lstStyle>
            <a:lvl1pPr>
              <a:defRPr/>
            </a:lvl1pPr>
          </a:lstStyle>
          <a:p>
            <a:pPr lvl="0"/>
            <a:r>
              <a:rPr lang="en-US"/>
              <a:t>Click to edit Master text styles</a:t>
            </a:r>
          </a:p>
        </p:txBody>
      </p:sp>
      <p:sp>
        <p:nvSpPr>
          <p:cNvPr id="2" name="Title 1"/>
          <p:cNvSpPr>
            <a:spLocks noGrp="1"/>
          </p:cNvSpPr>
          <p:nvPr userDrawn="1">
            <p:ph type="title"/>
          </p:nvPr>
        </p:nvSpPr>
        <p:spPr>
          <a:xfrm>
            <a:off x="609600" y="419100"/>
            <a:ext cx="9144000" cy="2552700"/>
          </a:xfrm>
          <a:prstGeom prst="rect">
            <a:avLst/>
          </a:prstGeom>
        </p:spPr>
        <p:txBody>
          <a:bodyPr/>
          <a:lstStyle/>
          <a:p>
            <a:r>
              <a:rPr lang="en-US"/>
              <a:t>Click to edit Master title style</a:t>
            </a:r>
            <a:endParaRPr lang="en-US" dirty="0"/>
          </a:p>
        </p:txBody>
      </p:sp>
      <p:sp>
        <p:nvSpPr>
          <p:cNvPr id="3" name="Slide Number Placeholder 2"/>
          <p:cNvSpPr>
            <a:spLocks noGrp="1"/>
          </p:cNvSpPr>
          <p:nvPr userDrawn="1">
            <p:ph type="sldNum" sz="quarter" idx="10"/>
          </p:nvPr>
        </p:nvSpPr>
        <p:spPr/>
        <p:txBody>
          <a:bodyPr/>
          <a:lstStyle/>
          <a:p>
            <a:fld id="{0D0E9D3B-CB56-40AE-B0A9-8DA5E1AEFDB7}" type="slidenum">
              <a:rPr lang="en-US" smtClean="0"/>
              <a:pPr/>
              <a:t>‹#›</a:t>
            </a:fld>
            <a:endParaRPr lang="en-US" dirty="0"/>
          </a:p>
        </p:txBody>
      </p:sp>
      <p:sp>
        <p:nvSpPr>
          <p:cNvPr id="4" name="Footer Placeholder 3"/>
          <p:cNvSpPr>
            <a:spLocks noGrp="1"/>
          </p:cNvSpPr>
          <p:nvPr userDrawn="1">
            <p:ph type="ftr" sz="quarter" idx="11"/>
          </p:nvPr>
        </p:nvSpPr>
        <p:spPr/>
        <p:txBody>
          <a:bodyPr/>
          <a:lstStyle/>
          <a:p>
            <a:r>
              <a:rPr lang="en-US"/>
              <a:t>File Name</a:t>
            </a:r>
            <a:endParaRPr lang="en-US" dirty="0"/>
          </a:p>
        </p:txBody>
      </p:sp>
      <p:sp>
        <p:nvSpPr>
          <p:cNvPr id="10" name="TextBox 9"/>
          <p:cNvSpPr txBox="1"/>
          <p:nvPr userDrawn="1"/>
        </p:nvSpPr>
        <p:spPr>
          <a:xfrm>
            <a:off x="633354" y="5679733"/>
            <a:ext cx="5755217" cy="507831"/>
          </a:xfrm>
          <a:prstGeom prst="rect">
            <a:avLst/>
          </a:prstGeom>
          <a:noFill/>
        </p:spPr>
        <p:txBody>
          <a:bodyPr wrap="square">
            <a:spAutoFit/>
          </a:bodyPr>
          <a:lstStyle/>
          <a:p>
            <a:r>
              <a:rPr lang="en-US" altLang="en-US" sz="900" i="1" dirty="0"/>
              <a:t>“</a:t>
            </a:r>
            <a:r>
              <a:rPr lang="en-US" sz="900" i="1" dirty="0">
                <a:solidFill>
                  <a:srgbClr val="000000"/>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900" i="1" dirty="0">
                <a:solidFill>
                  <a:srgbClr val="000000"/>
                </a:solidFill>
              </a:rPr>
              <a:t>”</a:t>
            </a:r>
            <a:endParaRPr lang="en-US" sz="900" i="1" dirty="0">
              <a:solidFill>
                <a:srgbClr val="000000"/>
              </a:solidFill>
            </a:endParaRPr>
          </a:p>
        </p:txBody>
      </p:sp>
    </p:spTree>
    <p:extLst>
      <p:ext uri="{BB962C8B-B14F-4D97-AF65-F5344CB8AC3E}">
        <p14:creationId xmlns:p14="http://schemas.microsoft.com/office/powerpoint/2010/main" val="2690917665"/>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 Background 2">
    <p:bg>
      <p:bgPr>
        <a:solidFill>
          <a:schemeClr val="bg2"/>
        </a:solidFill>
        <a:effectLst/>
      </p:bgPr>
    </p:bg>
    <p:spTree>
      <p:nvGrpSpPr>
        <p:cNvPr id="1" name=""/>
        <p:cNvGrpSpPr/>
        <p:nvPr/>
      </p:nvGrpSpPr>
      <p:grpSpPr>
        <a:xfrm>
          <a:off x="0" y="0"/>
          <a:ext cx="0" cy="0"/>
          <a:chOff x="0" y="0"/>
          <a:chExt cx="0" cy="0"/>
        </a:xfrm>
      </p:grpSpPr>
      <p:sp>
        <p:nvSpPr>
          <p:cNvPr id="5" name="Rounded Rectangle 4"/>
          <p:cNvSpPr/>
          <p:nvPr userDrawn="1"/>
        </p:nvSpPr>
        <p:spPr>
          <a:xfrm>
            <a:off x="626540" y="427037"/>
            <a:ext cx="10804129" cy="5207409"/>
          </a:xfrm>
          <a:prstGeom prst="roundRect">
            <a:avLst>
              <a:gd name="adj" fmla="val 255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ext Placeholder 8"/>
          <p:cNvSpPr>
            <a:spLocks noGrp="1"/>
          </p:cNvSpPr>
          <p:nvPr userDrawn="1">
            <p:ph type="body" sz="quarter" idx="12"/>
          </p:nvPr>
        </p:nvSpPr>
        <p:spPr>
          <a:xfrm>
            <a:off x="609602" y="3200405"/>
            <a:ext cx="9144001" cy="1562099"/>
          </a:xfrm>
          <a:prstGeom prst="rect">
            <a:avLst/>
          </a:prstGeom>
        </p:spPr>
        <p:txBody>
          <a:bodyPr/>
          <a:lstStyle>
            <a:lvl1pPr>
              <a:defRPr/>
            </a:lvl1pPr>
          </a:lstStyle>
          <a:p>
            <a:pPr lvl="0"/>
            <a:r>
              <a:rPr lang="en-US"/>
              <a:t>Click to edit Master text styles</a:t>
            </a:r>
          </a:p>
        </p:txBody>
      </p:sp>
      <p:sp>
        <p:nvSpPr>
          <p:cNvPr id="2" name="Title 1"/>
          <p:cNvSpPr>
            <a:spLocks noGrp="1"/>
          </p:cNvSpPr>
          <p:nvPr userDrawn="1">
            <p:ph type="title"/>
          </p:nvPr>
        </p:nvSpPr>
        <p:spPr>
          <a:xfrm>
            <a:off x="609600" y="419100"/>
            <a:ext cx="9144000" cy="2552700"/>
          </a:xfrm>
          <a:prstGeom prst="rect">
            <a:avLst/>
          </a:prstGeom>
        </p:spPr>
        <p:txBody>
          <a:bodyPr/>
          <a:lstStyle/>
          <a:p>
            <a:r>
              <a:rPr lang="en-US"/>
              <a:t>Click to edit Master title style</a:t>
            </a:r>
            <a:endParaRPr lang="en-US" dirty="0"/>
          </a:p>
        </p:txBody>
      </p:sp>
      <p:sp>
        <p:nvSpPr>
          <p:cNvPr id="3" name="Slide Number Placeholder 2"/>
          <p:cNvSpPr>
            <a:spLocks noGrp="1"/>
          </p:cNvSpPr>
          <p:nvPr userDrawn="1">
            <p:ph type="sldNum" sz="quarter" idx="10"/>
          </p:nvPr>
        </p:nvSpPr>
        <p:spPr/>
        <p:txBody>
          <a:bodyPr/>
          <a:lstStyle/>
          <a:p>
            <a:fld id="{0D0E9D3B-CB56-40AE-B0A9-8DA5E1AEFDB7}" type="slidenum">
              <a:rPr lang="en-US" smtClean="0"/>
              <a:pPr/>
              <a:t>‹#›</a:t>
            </a:fld>
            <a:endParaRPr lang="en-US" dirty="0"/>
          </a:p>
        </p:txBody>
      </p:sp>
      <p:sp>
        <p:nvSpPr>
          <p:cNvPr id="4" name="Footer Placeholder 3"/>
          <p:cNvSpPr>
            <a:spLocks noGrp="1"/>
          </p:cNvSpPr>
          <p:nvPr userDrawn="1">
            <p:ph type="ftr" sz="quarter" idx="11"/>
          </p:nvPr>
        </p:nvSpPr>
        <p:spPr/>
        <p:txBody>
          <a:bodyPr/>
          <a:lstStyle/>
          <a:p>
            <a:r>
              <a:rPr lang="en-US" dirty="0"/>
              <a:t>File Name</a:t>
            </a:r>
          </a:p>
        </p:txBody>
      </p:sp>
    </p:spTree>
    <p:extLst>
      <p:ext uri="{BB962C8B-B14F-4D97-AF65-F5344CB8AC3E}">
        <p14:creationId xmlns:p14="http://schemas.microsoft.com/office/powerpoint/2010/main" val="387437758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Background 2 80%">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11" name="Rounded Rectangle 10"/>
          <p:cNvSpPr/>
          <p:nvPr userDrawn="1"/>
        </p:nvSpPr>
        <p:spPr>
          <a:xfrm>
            <a:off x="609600" y="419100"/>
            <a:ext cx="10979888" cy="5207409"/>
          </a:xfrm>
          <a:prstGeom prst="roundRect">
            <a:avLst>
              <a:gd name="adj" fmla="val 25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ext Placeholder 8"/>
          <p:cNvSpPr>
            <a:spLocks noGrp="1"/>
          </p:cNvSpPr>
          <p:nvPr userDrawn="1">
            <p:ph type="body" sz="quarter" idx="12"/>
          </p:nvPr>
        </p:nvSpPr>
        <p:spPr>
          <a:xfrm>
            <a:off x="609602" y="3200405"/>
            <a:ext cx="9144001" cy="1562099"/>
          </a:xfrm>
          <a:prstGeom prst="rect">
            <a:avLst/>
          </a:prstGeom>
        </p:spPr>
        <p:txBody>
          <a:bodyPr/>
          <a:lstStyle>
            <a:lvl1pPr>
              <a:defRPr/>
            </a:lvl1pPr>
          </a:lstStyle>
          <a:p>
            <a:pPr lvl="0"/>
            <a:r>
              <a:rPr lang="en-US"/>
              <a:t>Click to edit Master text styles</a:t>
            </a:r>
          </a:p>
        </p:txBody>
      </p:sp>
      <p:sp>
        <p:nvSpPr>
          <p:cNvPr id="2" name="Title 1"/>
          <p:cNvSpPr>
            <a:spLocks noGrp="1"/>
          </p:cNvSpPr>
          <p:nvPr userDrawn="1">
            <p:ph type="title"/>
          </p:nvPr>
        </p:nvSpPr>
        <p:spPr>
          <a:xfrm>
            <a:off x="609600" y="419100"/>
            <a:ext cx="9144000" cy="2552700"/>
          </a:xfrm>
          <a:prstGeom prst="rect">
            <a:avLst/>
          </a:prstGeom>
        </p:spPr>
        <p:txBody>
          <a:bodyPr/>
          <a:lstStyle/>
          <a:p>
            <a:r>
              <a:rPr lang="en-US"/>
              <a:t>Click to edit Master title style</a:t>
            </a:r>
            <a:endParaRPr lang="en-US" dirty="0"/>
          </a:p>
        </p:txBody>
      </p:sp>
      <p:sp>
        <p:nvSpPr>
          <p:cNvPr id="3" name="Slide Number Placeholder 2"/>
          <p:cNvSpPr>
            <a:spLocks noGrp="1"/>
          </p:cNvSpPr>
          <p:nvPr userDrawn="1">
            <p:ph type="sldNum" sz="quarter" idx="10"/>
          </p:nvPr>
        </p:nvSpPr>
        <p:spPr/>
        <p:txBody>
          <a:bodyPr/>
          <a:lstStyle>
            <a:lvl1pPr>
              <a:defRPr>
                <a:solidFill>
                  <a:schemeClr val="tx1">
                    <a:lumMod val="50000"/>
                    <a:lumOff val="50000"/>
                  </a:schemeClr>
                </a:solidFill>
              </a:defRPr>
            </a:lvl1pPr>
          </a:lstStyle>
          <a:p>
            <a:fld id="{0D0E9D3B-CB56-40AE-B0A9-8DA5E1AEFDB7}" type="slidenum">
              <a:rPr lang="en-US" smtClean="0"/>
              <a:pPr/>
              <a:t>‹#›</a:t>
            </a:fld>
            <a:endParaRPr lang="en-US" dirty="0"/>
          </a:p>
        </p:txBody>
      </p:sp>
      <p:sp>
        <p:nvSpPr>
          <p:cNvPr id="4" name="Footer Placeholder 3"/>
          <p:cNvSpPr>
            <a:spLocks noGrp="1"/>
          </p:cNvSpPr>
          <p:nvPr userDrawn="1">
            <p:ph type="ftr" sz="quarter" idx="11"/>
          </p:nvPr>
        </p:nvSpPr>
        <p:spPr/>
        <p:txBody>
          <a:bodyPr/>
          <a:lstStyle>
            <a:lvl1pPr>
              <a:defRPr>
                <a:solidFill>
                  <a:schemeClr val="tx1">
                    <a:lumMod val="50000"/>
                    <a:lumOff val="50000"/>
                  </a:schemeClr>
                </a:solidFill>
              </a:defRPr>
            </a:lvl1pPr>
          </a:lstStyle>
          <a:p>
            <a:r>
              <a:rPr lang="en-US"/>
              <a:t>File Name</a:t>
            </a:r>
            <a:endParaRPr lang="en-US" dirty="0"/>
          </a:p>
        </p:txBody>
      </p:sp>
      <p:sp>
        <p:nvSpPr>
          <p:cNvPr id="12" name="TextBox 11"/>
          <p:cNvSpPr txBox="1"/>
          <p:nvPr userDrawn="1"/>
        </p:nvSpPr>
        <p:spPr>
          <a:xfrm>
            <a:off x="609600" y="5626509"/>
            <a:ext cx="5755217" cy="507831"/>
          </a:xfrm>
          <a:prstGeom prst="rect">
            <a:avLst/>
          </a:prstGeom>
          <a:noFill/>
        </p:spPr>
        <p:txBody>
          <a:bodyPr wrap="square">
            <a:spAutoFit/>
          </a:bodyPr>
          <a:lstStyle/>
          <a:p>
            <a:r>
              <a:rPr lang="en-US" altLang="en-US" sz="900" i="1" dirty="0"/>
              <a:t>“</a:t>
            </a:r>
            <a:r>
              <a:rPr lang="en-US" sz="900" i="1" dirty="0">
                <a:solidFill>
                  <a:srgbClr val="000000"/>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900" i="1" dirty="0">
                <a:solidFill>
                  <a:srgbClr val="000000"/>
                </a:solidFill>
              </a:rPr>
              <a:t>”</a:t>
            </a:r>
            <a:endParaRPr lang="en-US" sz="900" i="1" dirty="0">
              <a:solidFill>
                <a:srgbClr val="000000"/>
              </a:solidFill>
            </a:endParaRPr>
          </a:p>
        </p:txBody>
      </p:sp>
    </p:spTree>
    <p:extLst>
      <p:ext uri="{BB962C8B-B14F-4D97-AF65-F5344CB8AC3E}">
        <p14:creationId xmlns:p14="http://schemas.microsoft.com/office/powerpoint/2010/main" val="937948145"/>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 Background 2 80%">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11" name="Rounded Rectangle 10"/>
          <p:cNvSpPr/>
          <p:nvPr userDrawn="1"/>
        </p:nvSpPr>
        <p:spPr>
          <a:xfrm>
            <a:off x="609600" y="411167"/>
            <a:ext cx="11001153" cy="5207409"/>
          </a:xfrm>
          <a:prstGeom prst="roundRect">
            <a:avLst>
              <a:gd name="adj" fmla="val 25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ext Placeholder 8"/>
          <p:cNvSpPr>
            <a:spLocks noGrp="1"/>
          </p:cNvSpPr>
          <p:nvPr userDrawn="1">
            <p:ph type="body" sz="quarter" idx="12"/>
          </p:nvPr>
        </p:nvSpPr>
        <p:spPr>
          <a:xfrm>
            <a:off x="609602" y="3200405"/>
            <a:ext cx="9144001" cy="1562099"/>
          </a:xfrm>
          <a:prstGeom prst="rect">
            <a:avLst/>
          </a:prstGeom>
        </p:spPr>
        <p:txBody>
          <a:bodyPr/>
          <a:lstStyle>
            <a:lvl1pPr>
              <a:defRPr/>
            </a:lvl1pPr>
          </a:lstStyle>
          <a:p>
            <a:pPr lvl="0"/>
            <a:r>
              <a:rPr lang="en-US"/>
              <a:t>Click to edit Master text styles</a:t>
            </a:r>
          </a:p>
        </p:txBody>
      </p:sp>
      <p:sp>
        <p:nvSpPr>
          <p:cNvPr id="2" name="Title 1"/>
          <p:cNvSpPr>
            <a:spLocks noGrp="1"/>
          </p:cNvSpPr>
          <p:nvPr userDrawn="1">
            <p:ph type="title"/>
          </p:nvPr>
        </p:nvSpPr>
        <p:spPr>
          <a:xfrm>
            <a:off x="609600" y="419100"/>
            <a:ext cx="9144000" cy="2552700"/>
          </a:xfrm>
          <a:prstGeom prst="rect">
            <a:avLst/>
          </a:prstGeom>
        </p:spPr>
        <p:txBody>
          <a:bodyPr/>
          <a:lstStyle/>
          <a:p>
            <a:r>
              <a:rPr lang="en-US"/>
              <a:t>Click to edit Master title style</a:t>
            </a:r>
            <a:endParaRPr lang="en-US" dirty="0"/>
          </a:p>
        </p:txBody>
      </p:sp>
      <p:sp>
        <p:nvSpPr>
          <p:cNvPr id="3" name="Slide Number Placeholder 2"/>
          <p:cNvSpPr>
            <a:spLocks noGrp="1"/>
          </p:cNvSpPr>
          <p:nvPr userDrawn="1">
            <p:ph type="sldNum" sz="quarter" idx="10"/>
          </p:nvPr>
        </p:nvSpPr>
        <p:spPr/>
        <p:txBody>
          <a:bodyPr/>
          <a:lstStyle>
            <a:lvl1pPr>
              <a:defRPr>
                <a:solidFill>
                  <a:schemeClr val="tx1">
                    <a:lumMod val="50000"/>
                    <a:lumOff val="50000"/>
                  </a:schemeClr>
                </a:solidFill>
              </a:defRPr>
            </a:lvl1pPr>
          </a:lstStyle>
          <a:p>
            <a:fld id="{0D0E9D3B-CB56-40AE-B0A9-8DA5E1AEFDB7}" type="slidenum">
              <a:rPr lang="en-US" smtClean="0"/>
              <a:pPr/>
              <a:t>‹#›</a:t>
            </a:fld>
            <a:endParaRPr lang="en-US" dirty="0"/>
          </a:p>
        </p:txBody>
      </p:sp>
      <p:sp>
        <p:nvSpPr>
          <p:cNvPr id="4" name="Footer Placeholder 3"/>
          <p:cNvSpPr>
            <a:spLocks noGrp="1"/>
          </p:cNvSpPr>
          <p:nvPr userDrawn="1">
            <p:ph type="ftr" sz="quarter" idx="11"/>
          </p:nvPr>
        </p:nvSpPr>
        <p:spPr/>
        <p:txBody>
          <a:bodyPr/>
          <a:lstStyle>
            <a:lvl1pPr>
              <a:defRPr>
                <a:solidFill>
                  <a:schemeClr val="tx1">
                    <a:lumMod val="50000"/>
                    <a:lumOff val="50000"/>
                  </a:schemeClr>
                </a:solidFill>
              </a:defRPr>
            </a:lvl1pPr>
          </a:lstStyle>
          <a:p>
            <a:r>
              <a:rPr lang="en-US"/>
              <a:t>File Name</a:t>
            </a:r>
            <a:endParaRPr lang="en-US" dirty="0"/>
          </a:p>
        </p:txBody>
      </p:sp>
    </p:spTree>
    <p:extLst>
      <p:ext uri="{BB962C8B-B14F-4D97-AF65-F5344CB8AC3E}">
        <p14:creationId xmlns:p14="http://schemas.microsoft.com/office/powerpoint/2010/main" val="15159968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Background 1 15%">
    <p:bg>
      <p:bgPr>
        <a:solidFill>
          <a:schemeClr val="bg1">
            <a:lumMod val="85000"/>
          </a:schemeClr>
        </a:solidFill>
        <a:effectLst/>
      </p:bgPr>
    </p:bg>
    <p:spTree>
      <p:nvGrpSpPr>
        <p:cNvPr id="1" name=""/>
        <p:cNvGrpSpPr/>
        <p:nvPr/>
      </p:nvGrpSpPr>
      <p:grpSpPr>
        <a:xfrm>
          <a:off x="0" y="0"/>
          <a:ext cx="0" cy="0"/>
          <a:chOff x="0" y="0"/>
          <a:chExt cx="0" cy="0"/>
        </a:xfrm>
      </p:grpSpPr>
      <p:sp>
        <p:nvSpPr>
          <p:cNvPr id="10" name="Rounded Rectangle 9"/>
          <p:cNvSpPr/>
          <p:nvPr userDrawn="1"/>
        </p:nvSpPr>
        <p:spPr>
          <a:xfrm>
            <a:off x="759220" y="411167"/>
            <a:ext cx="10804129" cy="5207409"/>
          </a:xfrm>
          <a:prstGeom prst="roundRect">
            <a:avLst>
              <a:gd name="adj" fmla="val 255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ext Placeholder 8"/>
          <p:cNvSpPr>
            <a:spLocks noGrp="1"/>
          </p:cNvSpPr>
          <p:nvPr>
            <p:ph type="body" sz="quarter" idx="12"/>
          </p:nvPr>
        </p:nvSpPr>
        <p:spPr>
          <a:xfrm>
            <a:off x="609602" y="3200405"/>
            <a:ext cx="9144001" cy="1562099"/>
          </a:xfrm>
          <a:prstGeom prst="rect">
            <a:avLst/>
          </a:prstGeom>
        </p:spPr>
        <p:txBody>
          <a:bodyPr/>
          <a:lstStyle>
            <a:lvl1pPr>
              <a:defRPr/>
            </a:lvl1pPr>
          </a:lstStyle>
          <a:p>
            <a:pPr lvl="0"/>
            <a:r>
              <a:rPr lang="en-US"/>
              <a:t>Click to edit Master text styles</a:t>
            </a:r>
          </a:p>
        </p:txBody>
      </p:sp>
      <p:sp>
        <p:nvSpPr>
          <p:cNvPr id="2" name="Title 1"/>
          <p:cNvSpPr>
            <a:spLocks noGrp="1"/>
          </p:cNvSpPr>
          <p:nvPr>
            <p:ph type="title"/>
          </p:nvPr>
        </p:nvSpPr>
        <p:spPr>
          <a:xfrm>
            <a:off x="609600" y="419100"/>
            <a:ext cx="9144000" cy="2552700"/>
          </a:xfrm>
          <a:prstGeom prst="rect">
            <a:avLst/>
          </a:prstGeo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a:defRPr>
                <a:solidFill>
                  <a:schemeClr val="tx1">
                    <a:lumMod val="50000"/>
                    <a:lumOff val="50000"/>
                  </a:schemeClr>
                </a:solidFill>
              </a:defRPr>
            </a:lvl1pPr>
          </a:lstStyle>
          <a:p>
            <a:fld id="{0D0E9D3B-CB56-40AE-B0A9-8DA5E1AEFDB7}" type="slidenum">
              <a:rPr lang="en-US" smtClean="0"/>
              <a:pPr/>
              <a:t>‹#›</a:t>
            </a:fld>
            <a:endParaRPr lang="en-US" dirty="0"/>
          </a:p>
        </p:txBody>
      </p:sp>
      <p:sp>
        <p:nvSpPr>
          <p:cNvPr id="4" name="Footer Placeholder 3"/>
          <p:cNvSpPr>
            <a:spLocks noGrp="1"/>
          </p:cNvSpPr>
          <p:nvPr>
            <p:ph type="ftr" sz="quarter" idx="11"/>
          </p:nvPr>
        </p:nvSpPr>
        <p:spPr/>
        <p:txBody>
          <a:bodyPr/>
          <a:lstStyle>
            <a:lvl1pPr>
              <a:defRPr>
                <a:solidFill>
                  <a:schemeClr val="tx1">
                    <a:lumMod val="50000"/>
                    <a:lumOff val="50000"/>
                  </a:schemeClr>
                </a:solidFill>
              </a:defRPr>
            </a:lvl1pPr>
          </a:lstStyle>
          <a:p>
            <a:r>
              <a:rPr lang="en-US"/>
              <a:t>File Name</a:t>
            </a:r>
            <a:endParaRPr lang="en-US" dirty="0"/>
          </a:p>
        </p:txBody>
      </p:sp>
      <p:sp>
        <p:nvSpPr>
          <p:cNvPr id="14" name="TextBox 13"/>
          <p:cNvSpPr txBox="1"/>
          <p:nvPr userDrawn="1"/>
        </p:nvSpPr>
        <p:spPr>
          <a:xfrm>
            <a:off x="609600" y="5626509"/>
            <a:ext cx="5755217" cy="507831"/>
          </a:xfrm>
          <a:prstGeom prst="rect">
            <a:avLst/>
          </a:prstGeom>
          <a:noFill/>
        </p:spPr>
        <p:txBody>
          <a:bodyPr wrap="square">
            <a:spAutoFit/>
          </a:bodyPr>
          <a:lstStyle/>
          <a:p>
            <a:r>
              <a:rPr lang="en-US" altLang="en-US" sz="900" i="1" dirty="0"/>
              <a:t>“</a:t>
            </a:r>
            <a:r>
              <a:rPr lang="en-US" sz="900" i="1" dirty="0">
                <a:solidFill>
                  <a:srgbClr val="000000"/>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900" i="1" dirty="0">
                <a:solidFill>
                  <a:srgbClr val="000000"/>
                </a:solidFill>
              </a:rPr>
              <a:t>”</a:t>
            </a:r>
            <a:endParaRPr lang="en-US" sz="900" i="1" dirty="0">
              <a:solidFill>
                <a:srgbClr val="000000"/>
              </a:solidFill>
            </a:endParaRPr>
          </a:p>
        </p:txBody>
      </p:sp>
    </p:spTree>
    <p:extLst>
      <p:ext uri="{BB962C8B-B14F-4D97-AF65-F5344CB8AC3E}">
        <p14:creationId xmlns:p14="http://schemas.microsoft.com/office/powerpoint/2010/main" val="13167738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Slide - Background 1 15%">
    <p:bg>
      <p:bgPr>
        <a:solidFill>
          <a:schemeClr val="bg1">
            <a:lumMod val="85000"/>
          </a:schemeClr>
        </a:solidFill>
        <a:effectLst/>
      </p:bgPr>
    </p:bg>
    <p:spTree>
      <p:nvGrpSpPr>
        <p:cNvPr id="1" name=""/>
        <p:cNvGrpSpPr/>
        <p:nvPr/>
      </p:nvGrpSpPr>
      <p:grpSpPr>
        <a:xfrm>
          <a:off x="0" y="0"/>
          <a:ext cx="0" cy="0"/>
          <a:chOff x="0" y="0"/>
          <a:chExt cx="0" cy="0"/>
        </a:xfrm>
      </p:grpSpPr>
      <p:sp>
        <p:nvSpPr>
          <p:cNvPr id="10" name="Rounded Rectangle 9"/>
          <p:cNvSpPr/>
          <p:nvPr userDrawn="1"/>
        </p:nvSpPr>
        <p:spPr>
          <a:xfrm>
            <a:off x="609600" y="419100"/>
            <a:ext cx="10804129" cy="5207409"/>
          </a:xfrm>
          <a:prstGeom prst="roundRect">
            <a:avLst>
              <a:gd name="adj" fmla="val 255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ext Placeholder 8"/>
          <p:cNvSpPr>
            <a:spLocks noGrp="1"/>
          </p:cNvSpPr>
          <p:nvPr>
            <p:ph type="body" sz="quarter" idx="12"/>
          </p:nvPr>
        </p:nvSpPr>
        <p:spPr>
          <a:xfrm>
            <a:off x="609602" y="3200405"/>
            <a:ext cx="10804126" cy="1562099"/>
          </a:xfrm>
          <a:prstGeom prst="rect">
            <a:avLst/>
          </a:prstGeom>
        </p:spPr>
        <p:txBody>
          <a:bodyPr/>
          <a:lstStyle>
            <a:lvl1pPr>
              <a:defRPr/>
            </a:lvl1pPr>
          </a:lstStyle>
          <a:p>
            <a:pPr lvl="0"/>
            <a:r>
              <a:rPr lang="en-US"/>
              <a:t>Click to edit Master text styles</a:t>
            </a:r>
          </a:p>
        </p:txBody>
      </p:sp>
      <p:sp>
        <p:nvSpPr>
          <p:cNvPr id="2" name="Title 1"/>
          <p:cNvSpPr>
            <a:spLocks noGrp="1"/>
          </p:cNvSpPr>
          <p:nvPr>
            <p:ph type="title"/>
          </p:nvPr>
        </p:nvSpPr>
        <p:spPr>
          <a:xfrm>
            <a:off x="609599" y="419100"/>
            <a:ext cx="10804129" cy="2552700"/>
          </a:xfrm>
          <a:prstGeom prst="rect">
            <a:avLst/>
          </a:prstGeo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a:defRPr>
                <a:solidFill>
                  <a:schemeClr val="tx1">
                    <a:lumMod val="50000"/>
                    <a:lumOff val="50000"/>
                  </a:schemeClr>
                </a:solidFill>
              </a:defRPr>
            </a:lvl1pPr>
          </a:lstStyle>
          <a:p>
            <a:fld id="{0D0E9D3B-CB56-40AE-B0A9-8DA5E1AEFDB7}" type="slidenum">
              <a:rPr lang="en-US" smtClean="0"/>
              <a:pPr/>
              <a:t>‹#›</a:t>
            </a:fld>
            <a:endParaRPr lang="en-US" dirty="0"/>
          </a:p>
        </p:txBody>
      </p:sp>
      <p:sp>
        <p:nvSpPr>
          <p:cNvPr id="4" name="Footer Placeholder 3"/>
          <p:cNvSpPr>
            <a:spLocks noGrp="1"/>
          </p:cNvSpPr>
          <p:nvPr>
            <p:ph type="ftr" sz="quarter" idx="11"/>
          </p:nvPr>
        </p:nvSpPr>
        <p:spPr/>
        <p:txBody>
          <a:bodyPr/>
          <a:lstStyle>
            <a:lvl1pPr>
              <a:defRPr>
                <a:solidFill>
                  <a:schemeClr val="tx1">
                    <a:lumMod val="50000"/>
                    <a:lumOff val="50000"/>
                  </a:schemeClr>
                </a:solidFill>
              </a:defRPr>
            </a:lvl1pPr>
          </a:lstStyle>
          <a:p>
            <a:r>
              <a:rPr lang="en-US"/>
              <a:t>File Name</a:t>
            </a:r>
            <a:endParaRPr lang="en-US" dirty="0"/>
          </a:p>
        </p:txBody>
      </p:sp>
    </p:spTree>
    <p:extLst>
      <p:ext uri="{BB962C8B-B14F-4D97-AF65-F5344CB8AC3E}">
        <p14:creationId xmlns:p14="http://schemas.microsoft.com/office/powerpoint/2010/main" val="193589154"/>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 Background 2 40%">
    <p:bg>
      <p:bgPr>
        <a:solidFill>
          <a:schemeClr val="bg2">
            <a:lumMod val="60000"/>
            <a:lumOff val="40000"/>
          </a:schemeClr>
        </a:solidFill>
        <a:effectLst/>
      </p:bgPr>
    </p:bg>
    <p:spTree>
      <p:nvGrpSpPr>
        <p:cNvPr id="1" name=""/>
        <p:cNvGrpSpPr/>
        <p:nvPr/>
      </p:nvGrpSpPr>
      <p:grpSpPr>
        <a:xfrm>
          <a:off x="0" y="0"/>
          <a:ext cx="0" cy="0"/>
          <a:chOff x="0" y="0"/>
          <a:chExt cx="0" cy="0"/>
        </a:xfrm>
      </p:grpSpPr>
      <p:sp>
        <p:nvSpPr>
          <p:cNvPr id="10" name="Rounded Rectangle 9"/>
          <p:cNvSpPr/>
          <p:nvPr userDrawn="1"/>
        </p:nvSpPr>
        <p:spPr>
          <a:xfrm>
            <a:off x="609600" y="419100"/>
            <a:ext cx="10979888" cy="5207409"/>
          </a:xfrm>
          <a:prstGeom prst="roundRect">
            <a:avLst>
              <a:gd name="adj" fmla="val 255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ext Placeholder 8"/>
          <p:cNvSpPr>
            <a:spLocks noGrp="1"/>
          </p:cNvSpPr>
          <p:nvPr>
            <p:ph type="body" sz="quarter" idx="12"/>
          </p:nvPr>
        </p:nvSpPr>
        <p:spPr>
          <a:xfrm>
            <a:off x="609602" y="3200405"/>
            <a:ext cx="9144001" cy="1562099"/>
          </a:xfrm>
          <a:prstGeom prst="rect">
            <a:avLst/>
          </a:prstGeom>
        </p:spPr>
        <p:txBody>
          <a:bodyPr/>
          <a:lstStyle>
            <a:lvl1pPr>
              <a:defRPr>
                <a:solidFill>
                  <a:schemeClr val="tx1">
                    <a:lumMod val="75000"/>
                    <a:lumOff val="25000"/>
                  </a:schemeClr>
                </a:solidFill>
              </a:defRPr>
            </a:lvl1pPr>
          </a:lstStyle>
          <a:p>
            <a:pPr lvl="0"/>
            <a:r>
              <a:rPr lang="en-US"/>
              <a:t>Click to edit Master text styles</a:t>
            </a:r>
          </a:p>
        </p:txBody>
      </p:sp>
      <p:sp>
        <p:nvSpPr>
          <p:cNvPr id="2" name="Title 1"/>
          <p:cNvSpPr>
            <a:spLocks noGrp="1"/>
          </p:cNvSpPr>
          <p:nvPr>
            <p:ph type="title"/>
          </p:nvPr>
        </p:nvSpPr>
        <p:spPr>
          <a:xfrm>
            <a:off x="609600" y="419100"/>
            <a:ext cx="9144000" cy="2552700"/>
          </a:xfrm>
          <a:prstGeom prst="rect">
            <a:avLst/>
          </a:prstGeom>
        </p:spPr>
        <p:txBody>
          <a:bodyPr/>
          <a:lstStyle>
            <a:lvl1pPr>
              <a:defRPr>
                <a:solidFill>
                  <a:schemeClr val="tx1">
                    <a:lumMod val="75000"/>
                    <a:lumOff val="25000"/>
                  </a:schemeClr>
                </a:solidFill>
              </a:defRPr>
            </a:lvl1p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a:defRPr>
                <a:solidFill>
                  <a:schemeClr val="tx1">
                    <a:lumMod val="50000"/>
                    <a:lumOff val="50000"/>
                  </a:schemeClr>
                </a:solidFill>
              </a:defRPr>
            </a:lvl1pPr>
          </a:lstStyle>
          <a:p>
            <a:fld id="{0D0E9D3B-CB56-40AE-B0A9-8DA5E1AEFDB7}" type="slidenum">
              <a:rPr lang="en-US" smtClean="0"/>
              <a:pPr/>
              <a:t>‹#›</a:t>
            </a:fld>
            <a:endParaRPr lang="en-US" dirty="0"/>
          </a:p>
        </p:txBody>
      </p:sp>
      <p:sp>
        <p:nvSpPr>
          <p:cNvPr id="4" name="Footer Placeholder 3"/>
          <p:cNvSpPr>
            <a:spLocks noGrp="1"/>
          </p:cNvSpPr>
          <p:nvPr>
            <p:ph type="ftr" sz="quarter" idx="11"/>
          </p:nvPr>
        </p:nvSpPr>
        <p:spPr/>
        <p:txBody>
          <a:bodyPr/>
          <a:lstStyle>
            <a:lvl1pPr>
              <a:defRPr>
                <a:solidFill>
                  <a:schemeClr val="tx1">
                    <a:lumMod val="50000"/>
                    <a:lumOff val="50000"/>
                  </a:schemeClr>
                </a:solidFill>
              </a:defRPr>
            </a:lvl1pPr>
          </a:lstStyle>
          <a:p>
            <a:r>
              <a:rPr lang="en-US"/>
              <a:t>File Name</a:t>
            </a:r>
            <a:endParaRPr lang="en-US" dirty="0"/>
          </a:p>
        </p:txBody>
      </p:sp>
      <p:sp>
        <p:nvSpPr>
          <p:cNvPr id="14" name="TextBox 13"/>
          <p:cNvSpPr txBox="1"/>
          <p:nvPr userDrawn="1"/>
        </p:nvSpPr>
        <p:spPr>
          <a:xfrm>
            <a:off x="609600" y="5647775"/>
            <a:ext cx="5755217" cy="507831"/>
          </a:xfrm>
          <a:prstGeom prst="rect">
            <a:avLst/>
          </a:prstGeom>
          <a:noFill/>
        </p:spPr>
        <p:txBody>
          <a:bodyPr wrap="square">
            <a:spAutoFit/>
          </a:bodyPr>
          <a:lstStyle/>
          <a:p>
            <a:r>
              <a:rPr lang="en-US" altLang="en-US" sz="900" i="1" dirty="0"/>
              <a:t>“</a:t>
            </a:r>
            <a:r>
              <a:rPr lang="en-US" sz="900" i="1" dirty="0">
                <a:solidFill>
                  <a:srgbClr val="000000"/>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900" i="1" dirty="0">
                <a:solidFill>
                  <a:srgbClr val="000000"/>
                </a:solidFill>
              </a:rPr>
              <a:t>”</a:t>
            </a:r>
            <a:endParaRPr lang="en-US" sz="900" i="1" dirty="0">
              <a:solidFill>
                <a:srgbClr val="000000"/>
              </a:solidFill>
            </a:endParaRPr>
          </a:p>
        </p:txBody>
      </p:sp>
    </p:spTree>
    <p:extLst>
      <p:ext uri="{BB962C8B-B14F-4D97-AF65-F5344CB8AC3E}">
        <p14:creationId xmlns:p14="http://schemas.microsoft.com/office/powerpoint/2010/main" val="35223703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Slide - Background 2 40%">
    <p:bg>
      <p:bgPr>
        <a:solidFill>
          <a:schemeClr val="bg2">
            <a:lumMod val="60000"/>
            <a:lumOff val="40000"/>
          </a:schemeClr>
        </a:solidFill>
        <a:effectLst/>
      </p:bgPr>
    </p:bg>
    <p:spTree>
      <p:nvGrpSpPr>
        <p:cNvPr id="1" name=""/>
        <p:cNvGrpSpPr/>
        <p:nvPr/>
      </p:nvGrpSpPr>
      <p:grpSpPr>
        <a:xfrm>
          <a:off x="0" y="0"/>
          <a:ext cx="0" cy="0"/>
          <a:chOff x="0" y="0"/>
          <a:chExt cx="0" cy="0"/>
        </a:xfrm>
      </p:grpSpPr>
      <p:sp>
        <p:nvSpPr>
          <p:cNvPr id="10" name="Rounded Rectangle 9"/>
          <p:cNvSpPr/>
          <p:nvPr userDrawn="1"/>
        </p:nvSpPr>
        <p:spPr>
          <a:xfrm>
            <a:off x="609600" y="411167"/>
            <a:ext cx="10990521" cy="5207409"/>
          </a:xfrm>
          <a:prstGeom prst="roundRect">
            <a:avLst>
              <a:gd name="adj" fmla="val 255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ext Placeholder 8"/>
          <p:cNvSpPr>
            <a:spLocks noGrp="1"/>
          </p:cNvSpPr>
          <p:nvPr>
            <p:ph type="body" sz="quarter" idx="12"/>
          </p:nvPr>
        </p:nvSpPr>
        <p:spPr>
          <a:xfrm>
            <a:off x="609602" y="3200405"/>
            <a:ext cx="9144001" cy="1562099"/>
          </a:xfrm>
          <a:prstGeom prst="rect">
            <a:avLst/>
          </a:prstGeom>
        </p:spPr>
        <p:txBody>
          <a:bodyPr/>
          <a:lstStyle>
            <a:lvl1pPr>
              <a:defRPr>
                <a:solidFill>
                  <a:schemeClr val="tx1">
                    <a:lumMod val="75000"/>
                    <a:lumOff val="25000"/>
                  </a:schemeClr>
                </a:solidFill>
              </a:defRPr>
            </a:lvl1pPr>
          </a:lstStyle>
          <a:p>
            <a:pPr lvl="0"/>
            <a:r>
              <a:rPr lang="en-US"/>
              <a:t>Click to edit Master text styles</a:t>
            </a:r>
          </a:p>
        </p:txBody>
      </p:sp>
      <p:sp>
        <p:nvSpPr>
          <p:cNvPr id="2" name="Title 1"/>
          <p:cNvSpPr>
            <a:spLocks noGrp="1"/>
          </p:cNvSpPr>
          <p:nvPr>
            <p:ph type="title"/>
          </p:nvPr>
        </p:nvSpPr>
        <p:spPr>
          <a:xfrm>
            <a:off x="609600" y="419100"/>
            <a:ext cx="9144000" cy="2552700"/>
          </a:xfrm>
          <a:prstGeom prst="rect">
            <a:avLst/>
          </a:prstGeom>
        </p:spPr>
        <p:txBody>
          <a:bodyPr/>
          <a:lstStyle>
            <a:lvl1pPr>
              <a:defRPr>
                <a:solidFill>
                  <a:schemeClr val="tx1">
                    <a:lumMod val="75000"/>
                    <a:lumOff val="25000"/>
                  </a:schemeClr>
                </a:solidFill>
              </a:defRPr>
            </a:lvl1p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a:defRPr>
                <a:solidFill>
                  <a:schemeClr val="tx1">
                    <a:lumMod val="50000"/>
                    <a:lumOff val="50000"/>
                  </a:schemeClr>
                </a:solidFill>
              </a:defRPr>
            </a:lvl1pPr>
          </a:lstStyle>
          <a:p>
            <a:fld id="{0D0E9D3B-CB56-40AE-B0A9-8DA5E1AEFDB7}" type="slidenum">
              <a:rPr lang="en-US" smtClean="0"/>
              <a:pPr/>
              <a:t>‹#›</a:t>
            </a:fld>
            <a:endParaRPr lang="en-US" dirty="0"/>
          </a:p>
        </p:txBody>
      </p:sp>
      <p:sp>
        <p:nvSpPr>
          <p:cNvPr id="4" name="Footer Placeholder 3"/>
          <p:cNvSpPr>
            <a:spLocks noGrp="1"/>
          </p:cNvSpPr>
          <p:nvPr>
            <p:ph type="ftr" sz="quarter" idx="11"/>
          </p:nvPr>
        </p:nvSpPr>
        <p:spPr/>
        <p:txBody>
          <a:bodyPr/>
          <a:lstStyle>
            <a:lvl1pPr>
              <a:defRPr>
                <a:solidFill>
                  <a:schemeClr val="tx1">
                    <a:lumMod val="50000"/>
                    <a:lumOff val="50000"/>
                  </a:schemeClr>
                </a:solidFill>
              </a:defRPr>
            </a:lvl1pPr>
          </a:lstStyle>
          <a:p>
            <a:r>
              <a:rPr lang="en-US"/>
              <a:t>File Name</a:t>
            </a:r>
            <a:endParaRPr lang="en-US" dirty="0"/>
          </a:p>
        </p:txBody>
      </p:sp>
    </p:spTree>
    <p:extLst>
      <p:ext uri="{BB962C8B-B14F-4D97-AF65-F5344CB8AC3E}">
        <p14:creationId xmlns:p14="http://schemas.microsoft.com/office/powerpoint/2010/main" val="3067733319"/>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Content Placeholder 5"/>
          <p:cNvSpPr>
            <a:spLocks noGrp="1"/>
          </p:cNvSpPr>
          <p:nvPr>
            <p:ph sz="quarter" idx="10"/>
          </p:nvPr>
        </p:nvSpPr>
        <p:spPr>
          <a:xfrm>
            <a:off x="266700" y="1028700"/>
            <a:ext cx="11658600" cy="5600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84601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 1 Column">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266700" y="1028700"/>
            <a:ext cx="11658600" cy="5600700"/>
          </a:xfrm>
        </p:spPr>
        <p:txBody>
          <a:bodyPr/>
          <a:lstStyle>
            <a:lvl1pPr marL="0" indent="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20265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585815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Click to edit Master title style</a:t>
            </a:r>
          </a:p>
        </p:txBody>
      </p:sp>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260083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63594356"/>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Full Picture with Title">
    <p:bg>
      <p:bgPr>
        <a:solidFill>
          <a:schemeClr val="tx2"/>
        </a:solidFill>
        <a:effectLst/>
      </p:bgPr>
    </p:bg>
    <p:spTree>
      <p:nvGrpSpPr>
        <p:cNvPr id="1" name=""/>
        <p:cNvGrpSpPr/>
        <p:nvPr/>
      </p:nvGrpSpPr>
      <p:grpSpPr>
        <a:xfrm>
          <a:off x="0" y="0"/>
          <a:ext cx="0" cy="0"/>
          <a:chOff x="0" y="0"/>
          <a:chExt cx="0" cy="0"/>
        </a:xfrm>
      </p:grpSpPr>
      <p:sp>
        <p:nvSpPr>
          <p:cNvPr id="9" name="Content Placeholder 3"/>
          <p:cNvSpPr>
            <a:spLocks noGrp="1"/>
          </p:cNvSpPr>
          <p:nvPr>
            <p:ph sz="quarter" idx="12"/>
          </p:nvPr>
        </p:nvSpPr>
        <p:spPr>
          <a:xfrm>
            <a:off x="0" y="0"/>
            <a:ext cx="12192000" cy="6858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
        <p:nvSpPr>
          <p:cNvPr id="10" name="Text Box 14"/>
          <p:cNvSpPr txBox="1">
            <a:spLocks noChangeArrowheads="1"/>
          </p:cNvSpPr>
          <p:nvPr userDrawn="1"/>
        </p:nvSpPr>
        <p:spPr bwMode="auto">
          <a:xfrm>
            <a:off x="11153774" y="143167"/>
            <a:ext cx="771525" cy="153888"/>
          </a:xfrm>
          <a:prstGeom prst="rect">
            <a:avLst/>
          </a:prstGeom>
          <a:noFill/>
          <a:ln w="9525">
            <a:noFill/>
            <a:miter lim="800000"/>
            <a:headEnd/>
            <a:tailEnd/>
          </a:ln>
          <a:effectLst/>
        </p:spPr>
        <p:txBody>
          <a:bodyPr wrap="square" tIns="0" bIns="0">
            <a:spAutoFit/>
          </a:bodyPr>
          <a:lstStyle/>
          <a:p>
            <a:pPr algn="r">
              <a:spcBef>
                <a:spcPct val="50000"/>
              </a:spcBef>
              <a:defRPr/>
            </a:pPr>
            <a:fld id="{99D903CA-8EC9-4EB0-B4F7-7D6D89967A95}" type="slidenum">
              <a:rPr lang="en-US" sz="1000" b="0" baseline="0" smtClean="0"/>
              <a:pPr algn="r">
                <a:spcBef>
                  <a:spcPct val="50000"/>
                </a:spcBef>
                <a:defRPr/>
              </a:pPr>
              <a:t>‹#›</a:t>
            </a:fld>
            <a:endParaRPr lang="en-US" sz="1000" b="0" baseline="0" dirty="0"/>
          </a:p>
        </p:txBody>
      </p:sp>
    </p:spTree>
    <p:extLst>
      <p:ext uri="{BB962C8B-B14F-4D97-AF65-F5344CB8AC3E}">
        <p14:creationId xmlns:p14="http://schemas.microsoft.com/office/powerpoint/2010/main" val="4019682077"/>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685118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2" name="Title 1"/>
          <p:cNvSpPr>
            <a:spLocks noGrp="1"/>
          </p:cNvSpPr>
          <p:nvPr>
            <p:ph type="title"/>
          </p:nvPr>
        </p:nvSpPr>
        <p:spPr/>
        <p:txBody>
          <a:bodyPr/>
          <a:lstStyle/>
          <a:p>
            <a:r>
              <a:rPr lang="en-US" dirty="0"/>
              <a:t>Click to edit Master title style</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Tree>
    <p:extLst>
      <p:ext uri="{BB962C8B-B14F-4D97-AF65-F5344CB8AC3E}">
        <p14:creationId xmlns:p14="http://schemas.microsoft.com/office/powerpoint/2010/main" val="37766904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88974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962249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22800862"/>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266700" y="2286001"/>
            <a:ext cx="11658600" cy="1285874"/>
          </a:xfrm>
          <a:prstGeom prst="rect">
            <a:avLst/>
          </a:prstGeom>
          <a:noFill/>
          <a:ln w="9525">
            <a:noFill/>
            <a:miter lim="800000"/>
            <a:headEnd/>
            <a:tailEnd/>
          </a:ln>
        </p:spPr>
        <p:txBody>
          <a:bodyPr anchor="b"/>
          <a:lstStyle>
            <a:lvl1pPr>
              <a:defRPr sz="3200" baseline="0">
                <a:solidFill>
                  <a:schemeClr val="tx1">
                    <a:lumMod val="75000"/>
                    <a:lumOff val="25000"/>
                  </a:schemeClr>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11658600" cy="854075"/>
          </a:xfrm>
        </p:spPr>
        <p:txBody>
          <a:bodyPr/>
          <a:lstStyle>
            <a:lvl1pPr marL="0" indent="0">
              <a:defRPr>
                <a:solidFill>
                  <a:schemeClr val="tx1">
                    <a:lumMod val="75000"/>
                    <a:lumOff val="25000"/>
                  </a:schemeClr>
                </a:solidFill>
              </a:defRPr>
            </a:lvl1pPr>
          </a:lstStyle>
          <a:p>
            <a:pPr lvl="0"/>
            <a:r>
              <a:rPr lang="en-US" dirty="0"/>
              <a:t>Click to edit Master text styles</a:t>
            </a:r>
          </a:p>
        </p:txBody>
      </p:sp>
    </p:spTree>
    <p:extLst>
      <p:ext uri="{BB962C8B-B14F-4D97-AF65-F5344CB8AC3E}">
        <p14:creationId xmlns:p14="http://schemas.microsoft.com/office/powerpoint/2010/main" val="1446925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header - no Sub-Head">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266700" y="2286001"/>
            <a:ext cx="11658600" cy="1285874"/>
          </a:xfrm>
          <a:prstGeom prst="rect">
            <a:avLst/>
          </a:prstGeom>
          <a:noFill/>
          <a:ln w="9525">
            <a:noFill/>
            <a:miter lim="800000"/>
            <a:headEnd/>
            <a:tailEnd/>
          </a:ln>
        </p:spPr>
        <p:txBody>
          <a:bodyPr anchor="b"/>
          <a:lstStyle>
            <a:lvl1pPr>
              <a:defRPr sz="3200" baseline="0">
                <a:solidFill>
                  <a:schemeClr val="tx1">
                    <a:lumMod val="75000"/>
                    <a:lumOff val="25000"/>
                  </a:schemeClr>
                </a:solidFill>
              </a:defRPr>
            </a:lvl1pPr>
          </a:lstStyle>
          <a:p>
            <a:pPr lvl="0"/>
            <a:r>
              <a:rPr lang="en-US" dirty="0"/>
              <a:t>Click to edit Master title style</a:t>
            </a:r>
          </a:p>
        </p:txBody>
      </p:sp>
    </p:spTree>
    <p:extLst>
      <p:ext uri="{BB962C8B-B14F-4D97-AF65-F5344CB8AC3E}">
        <p14:creationId xmlns:p14="http://schemas.microsoft.com/office/powerpoint/2010/main" val="38933974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 Content Only">
    <p:spTree>
      <p:nvGrpSpPr>
        <p:cNvPr id="1" name=""/>
        <p:cNvGrpSpPr/>
        <p:nvPr/>
      </p:nvGrpSpPr>
      <p:grpSpPr>
        <a:xfrm>
          <a:off x="0" y="0"/>
          <a:ext cx="0" cy="0"/>
          <a:chOff x="0" y="0"/>
          <a:chExt cx="0" cy="0"/>
        </a:xfrm>
      </p:grpSpPr>
      <p:sp>
        <p:nvSpPr>
          <p:cNvPr id="4" name="Content Placeholder 3"/>
          <p:cNvSpPr>
            <a:spLocks noGrp="1"/>
          </p:cNvSpPr>
          <p:nvPr>
            <p:ph sz="quarter" idx="12"/>
          </p:nvPr>
        </p:nvSpPr>
        <p:spPr>
          <a:xfrm>
            <a:off x="266700" y="2157413"/>
            <a:ext cx="11658600" cy="179863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069379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606064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83257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9" name="Rounded Rectangle 8"/>
          <p:cNvSpPr/>
          <p:nvPr userDrawn="1"/>
        </p:nvSpPr>
        <p:spPr>
          <a:xfrm>
            <a:off x="194209" y="5394628"/>
            <a:ext cx="11822463" cy="1311966"/>
          </a:xfrm>
          <a:prstGeom prst="roundRect">
            <a:avLst>
              <a:gd name="adj" fmla="val 1121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 name="Content Placeholder 7"/>
          <p:cNvSpPr>
            <a:spLocks noGrp="1"/>
          </p:cNvSpPr>
          <p:nvPr>
            <p:ph sz="quarter" idx="12"/>
          </p:nvPr>
        </p:nvSpPr>
        <p:spPr>
          <a:xfrm>
            <a:off x="76200" y="66675"/>
            <a:ext cx="12020549" cy="6791325"/>
          </a:xfrm>
          <a:prstGeom prst="roundRect">
            <a:avLst>
              <a:gd name="adj" fmla="val 2256"/>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a:xfrm>
            <a:off x="266700" y="169864"/>
            <a:ext cx="11658600" cy="919162"/>
          </a:xfrm>
        </p:spPr>
        <p:txBody>
          <a:bodyPr anchor="t"/>
          <a:lstStyle>
            <a:lvl1pPr algn="ctr">
              <a:defRPr/>
            </a:lvl1pPr>
          </a:lstStyle>
          <a:p>
            <a:r>
              <a:rPr lang="en-US"/>
              <a:t>Click to edit Master title style</a:t>
            </a:r>
          </a:p>
        </p:txBody>
      </p:sp>
    </p:spTree>
    <p:extLst>
      <p:ext uri="{BB962C8B-B14F-4D97-AF65-F5344CB8AC3E}">
        <p14:creationId xmlns:p14="http://schemas.microsoft.com/office/powerpoint/2010/main" val="30026142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8" name="Text Box 14"/>
          <p:cNvSpPr txBox="1">
            <a:spLocks noChangeArrowheads="1"/>
          </p:cNvSpPr>
          <p:nvPr userDrawn="1"/>
        </p:nvSpPr>
        <p:spPr bwMode="auto">
          <a:xfrm>
            <a:off x="11153774" y="143167"/>
            <a:ext cx="771525" cy="153888"/>
          </a:xfrm>
          <a:prstGeom prst="rect">
            <a:avLst/>
          </a:prstGeom>
          <a:noFill/>
          <a:ln w="9525">
            <a:noFill/>
            <a:miter lim="800000"/>
            <a:headEnd/>
            <a:tailEnd/>
          </a:ln>
          <a:effectLst/>
        </p:spPr>
        <p:txBody>
          <a:bodyPr wrap="square" tIns="0" bIns="0">
            <a:spAutoFit/>
          </a:bodyPr>
          <a:lstStyle/>
          <a:p>
            <a:pPr algn="r">
              <a:spcBef>
                <a:spcPct val="50000"/>
              </a:spcBef>
              <a:defRPr/>
            </a:pPr>
            <a:fld id="{99D903CA-8EC9-4EB0-B4F7-7D6D89967A95}" type="slidenum">
              <a:rPr lang="en-US" sz="1000" b="0" baseline="0" smtClean="0"/>
              <a:pPr algn="r">
                <a:spcBef>
                  <a:spcPct val="50000"/>
                </a:spcBef>
                <a:defRPr/>
              </a:pPr>
              <a:t>‹#›</a:t>
            </a:fld>
            <a:endParaRPr lang="en-US" sz="1000" b="0" baseline="0" dirty="0"/>
          </a:p>
        </p:txBody>
      </p:sp>
    </p:spTree>
    <p:extLst>
      <p:ext uri="{BB962C8B-B14F-4D97-AF65-F5344CB8AC3E}">
        <p14:creationId xmlns:p14="http://schemas.microsoft.com/office/powerpoint/2010/main" val="469419648"/>
      </p:ext>
    </p:extLst>
  </p:cSld>
  <p:clrMapOvr>
    <a:masterClrMapping/>
  </p:clrMapOvr>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solidFill>
        <a:effectLst/>
      </p:bgPr>
    </p:bg>
    <p:spTree>
      <p:nvGrpSpPr>
        <p:cNvPr id="1" name=""/>
        <p:cNvGrpSpPr/>
        <p:nvPr/>
      </p:nvGrpSpPr>
      <p:grpSpPr>
        <a:xfrm>
          <a:off x="0" y="0"/>
          <a:ext cx="0" cy="0"/>
          <a:chOff x="0" y="0"/>
          <a:chExt cx="0" cy="0"/>
        </a:xfrm>
      </p:grpSpPr>
      <p:sp>
        <p:nvSpPr>
          <p:cNvPr id="4" name="Text Box 14"/>
          <p:cNvSpPr txBox="1">
            <a:spLocks noChangeArrowheads="1"/>
          </p:cNvSpPr>
          <p:nvPr userDrawn="1"/>
        </p:nvSpPr>
        <p:spPr bwMode="auto">
          <a:xfrm>
            <a:off x="11153774" y="143167"/>
            <a:ext cx="771525" cy="153888"/>
          </a:xfrm>
          <a:prstGeom prst="rect">
            <a:avLst/>
          </a:prstGeom>
          <a:noFill/>
          <a:ln w="9525">
            <a:noFill/>
            <a:miter lim="800000"/>
            <a:headEnd/>
            <a:tailEnd/>
          </a:ln>
          <a:effectLst/>
        </p:spPr>
        <p:txBody>
          <a:bodyPr wrap="square" tIns="0" bIns="0">
            <a:spAutoFit/>
          </a:bodyPr>
          <a:lstStyle/>
          <a:p>
            <a:pPr algn="r">
              <a:spcBef>
                <a:spcPct val="50000"/>
              </a:spcBef>
              <a:defRPr/>
            </a:pPr>
            <a:fld id="{99D903CA-8EC9-4EB0-B4F7-7D6D89967A95}" type="slidenum">
              <a:rPr lang="en-US" sz="1000" b="0" baseline="0" smtClean="0">
                <a:solidFill>
                  <a:schemeClr val="tx2"/>
                </a:solidFill>
              </a:rPr>
              <a:pPr algn="r">
                <a:spcBef>
                  <a:spcPct val="50000"/>
                </a:spcBef>
                <a:defRPr/>
              </a:pPr>
              <a:t>‹#›</a:t>
            </a:fld>
            <a:endParaRPr lang="en-US" sz="1000" b="0" baseline="0" dirty="0">
              <a:solidFill>
                <a:schemeClr val="tx2"/>
              </a:solidFill>
            </a:endParaRPr>
          </a:p>
        </p:txBody>
      </p:sp>
    </p:spTree>
    <p:extLst>
      <p:ext uri="{BB962C8B-B14F-4D97-AF65-F5344CB8AC3E}">
        <p14:creationId xmlns:p14="http://schemas.microsoft.com/office/powerpoint/2010/main" val="16043754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4" name="Text Box 14"/>
          <p:cNvSpPr txBox="1">
            <a:spLocks noChangeArrowheads="1"/>
          </p:cNvSpPr>
          <p:nvPr userDrawn="1"/>
        </p:nvSpPr>
        <p:spPr bwMode="auto">
          <a:xfrm>
            <a:off x="11153774" y="143167"/>
            <a:ext cx="771525" cy="153888"/>
          </a:xfrm>
          <a:prstGeom prst="rect">
            <a:avLst/>
          </a:prstGeom>
          <a:noFill/>
          <a:ln w="9525">
            <a:noFill/>
            <a:miter lim="800000"/>
            <a:headEnd/>
            <a:tailEnd/>
          </a:ln>
          <a:effectLst/>
        </p:spPr>
        <p:txBody>
          <a:bodyPr wrap="square" tIns="0" bIns="0">
            <a:spAutoFit/>
          </a:bodyPr>
          <a:lstStyle/>
          <a:p>
            <a:pPr algn="r">
              <a:spcBef>
                <a:spcPct val="50000"/>
              </a:spcBef>
              <a:defRPr/>
            </a:pPr>
            <a:fld id="{99D903CA-8EC9-4EB0-B4F7-7D6D89967A95}" type="slidenum">
              <a:rPr lang="en-US" sz="1000" b="0" baseline="0" smtClean="0">
                <a:solidFill>
                  <a:schemeClr val="tx2"/>
                </a:solidFill>
              </a:rPr>
              <a:pPr algn="r">
                <a:spcBef>
                  <a:spcPct val="50000"/>
                </a:spcBef>
                <a:defRPr/>
              </a:pPr>
              <a:t>‹#›</a:t>
            </a:fld>
            <a:endParaRPr lang="en-US" sz="1000" b="0" baseline="0" dirty="0">
              <a:solidFill>
                <a:schemeClr val="tx2"/>
              </a:solidFill>
            </a:endParaRPr>
          </a:p>
        </p:txBody>
      </p:sp>
    </p:spTree>
    <p:extLst>
      <p:ext uri="{BB962C8B-B14F-4D97-AF65-F5344CB8AC3E}">
        <p14:creationId xmlns:p14="http://schemas.microsoft.com/office/powerpoint/2010/main" val="16291334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Background no graphics">
    <p:spTree>
      <p:nvGrpSpPr>
        <p:cNvPr id="1" name=""/>
        <p:cNvGrpSpPr/>
        <p:nvPr/>
      </p:nvGrpSpPr>
      <p:grpSpPr>
        <a:xfrm>
          <a:off x="0" y="0"/>
          <a:ext cx="0" cy="0"/>
          <a:chOff x="0" y="0"/>
          <a:chExt cx="0" cy="0"/>
        </a:xfrm>
      </p:grpSpPr>
      <p:sp>
        <p:nvSpPr>
          <p:cNvPr id="4" name="Text Box 14"/>
          <p:cNvSpPr txBox="1">
            <a:spLocks noChangeArrowheads="1"/>
          </p:cNvSpPr>
          <p:nvPr userDrawn="1"/>
        </p:nvSpPr>
        <p:spPr bwMode="auto">
          <a:xfrm>
            <a:off x="11153774" y="143167"/>
            <a:ext cx="771525" cy="153888"/>
          </a:xfrm>
          <a:prstGeom prst="rect">
            <a:avLst/>
          </a:prstGeom>
          <a:noFill/>
          <a:ln w="9525">
            <a:noFill/>
            <a:miter lim="800000"/>
            <a:headEnd/>
            <a:tailEnd/>
          </a:ln>
          <a:effectLst/>
        </p:spPr>
        <p:txBody>
          <a:bodyPr wrap="square" tIns="0" bIns="0">
            <a:spAutoFit/>
          </a:bodyPr>
          <a:lstStyle/>
          <a:p>
            <a:pPr algn="r">
              <a:spcBef>
                <a:spcPct val="50000"/>
              </a:spcBef>
              <a:defRPr/>
            </a:pPr>
            <a:fld id="{99D903CA-8EC9-4EB0-B4F7-7D6D89967A95}" type="slidenum">
              <a:rPr lang="en-US" sz="1000" b="0" baseline="0" smtClean="0"/>
              <a:pPr algn="r">
                <a:spcBef>
                  <a:spcPct val="50000"/>
                </a:spcBef>
                <a:defRPr/>
              </a:pPr>
              <a:t>‹#›</a:t>
            </a:fld>
            <a:endParaRPr lang="en-US" sz="1000" b="0" baseline="0" dirty="0"/>
          </a:p>
        </p:txBody>
      </p:sp>
    </p:spTree>
    <p:extLst>
      <p:ext uri="{BB962C8B-B14F-4D97-AF65-F5344CB8AC3E}">
        <p14:creationId xmlns:p14="http://schemas.microsoft.com/office/powerpoint/2010/main" val="30046953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bg2">
            <a:alpha val="75000"/>
          </a:schemeClr>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5872"/>
            <a:ext cx="5829300" cy="1671543"/>
          </a:xfrm>
          <a:noFill/>
          <a:ln w="19050">
            <a:noFill/>
          </a:ln>
        </p:spPr>
        <p:txBody>
          <a:bodyPr/>
          <a:lstStyle>
            <a:lvl1pPr>
              <a:defRPr>
                <a:solidFill>
                  <a:sysClr val="windowText" lastClr="000000"/>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66700" y="5608444"/>
            <a:ext cx="764288" cy="1005840"/>
          </a:xfrm>
          <a:prstGeom prst="rect">
            <a:avLst/>
          </a:prstGeom>
        </p:spPr>
      </p:pic>
      <p:pic>
        <p:nvPicPr>
          <p:cNvPr id="11" name="Picture 10"/>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254266" y="5610615"/>
            <a:ext cx="1338582" cy="1001498"/>
          </a:xfrm>
          <a:prstGeom prst="rect">
            <a:avLst/>
          </a:prstGeom>
        </p:spPr>
      </p:pic>
      <p:sp>
        <p:nvSpPr>
          <p:cNvPr id="2" name="TextBox 1"/>
          <p:cNvSpPr txBox="1"/>
          <p:nvPr userDrawn="1"/>
        </p:nvSpPr>
        <p:spPr>
          <a:xfrm>
            <a:off x="226944" y="4836418"/>
            <a:ext cx="2573525" cy="584775"/>
          </a:xfrm>
          <a:prstGeom prst="rect">
            <a:avLst/>
          </a:prstGeom>
          <a:noFill/>
        </p:spPr>
        <p:txBody>
          <a:bodyPr wrap="none" rtlCol="0">
            <a:spAutoFit/>
          </a:bodyPr>
          <a:lstStyle/>
          <a:p>
            <a:r>
              <a:rPr lang="en-US" sz="1600" b="1" i="1" dirty="0">
                <a:solidFill>
                  <a:srgbClr val="DF1F2E"/>
                </a:solidFill>
              </a:rPr>
              <a:t>Working Today to </a:t>
            </a:r>
          </a:p>
          <a:p>
            <a:r>
              <a:rPr lang="en-US" sz="1600" b="1" i="1" dirty="0">
                <a:solidFill>
                  <a:srgbClr val="DF1F2E"/>
                </a:solidFill>
              </a:rPr>
              <a:t>Build a Better Tomorrow</a:t>
            </a:r>
          </a:p>
        </p:txBody>
      </p:sp>
    </p:spTree>
    <p:extLst>
      <p:ext uri="{BB962C8B-B14F-4D97-AF65-F5344CB8AC3E}">
        <p14:creationId xmlns:p14="http://schemas.microsoft.com/office/powerpoint/2010/main" val="1791607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bg2">
            <a:alpha val="75000"/>
          </a:schemeClr>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 y="-1016"/>
            <a:ext cx="12190194" cy="6859016"/>
          </a:xfrm>
          <a:prstGeom prst="rect">
            <a:avLst/>
          </a:prstGeom>
        </p:spPr>
      </p:pic>
      <p:sp>
        <p:nvSpPr>
          <p:cNvPr id="14" name="Title 5"/>
          <p:cNvSpPr>
            <a:spLocks noGrp="1"/>
          </p:cNvSpPr>
          <p:nvPr>
            <p:ph type="title"/>
          </p:nvPr>
        </p:nvSpPr>
        <p:spPr>
          <a:xfrm>
            <a:off x="266700" y="260931"/>
            <a:ext cx="5821279" cy="1671543"/>
          </a:xfrm>
          <a:noFill/>
          <a:ln w="12700">
            <a:noFill/>
          </a:ln>
        </p:spPr>
        <p:txBody>
          <a:bodyPr/>
          <a:lstStyle>
            <a:lvl1pPr>
              <a:defRPr>
                <a:solidFill>
                  <a:sysClr val="windowText" lastClr="000000"/>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13" name="Picture 12"/>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66700" y="5608444"/>
            <a:ext cx="764288" cy="1005840"/>
          </a:xfrm>
          <a:prstGeom prst="rect">
            <a:avLst/>
          </a:prstGeom>
        </p:spPr>
      </p:pic>
      <p:pic>
        <p:nvPicPr>
          <p:cNvPr id="18" name="Picture 17"/>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254266" y="5610615"/>
            <a:ext cx="1338582" cy="1001498"/>
          </a:xfrm>
          <a:prstGeom prst="rect">
            <a:avLst/>
          </a:prstGeom>
        </p:spPr>
      </p:pic>
      <p:sp>
        <p:nvSpPr>
          <p:cNvPr id="12" name="TextBox 11"/>
          <p:cNvSpPr txBox="1"/>
          <p:nvPr userDrawn="1"/>
        </p:nvSpPr>
        <p:spPr>
          <a:xfrm>
            <a:off x="226944" y="4836418"/>
            <a:ext cx="4352730" cy="338554"/>
          </a:xfrm>
          <a:prstGeom prst="rect">
            <a:avLst/>
          </a:prstGeom>
          <a:noFill/>
        </p:spPr>
        <p:txBody>
          <a:bodyPr wrap="none" rtlCol="0">
            <a:spAutoFit/>
          </a:bodyPr>
          <a:lstStyle/>
          <a:p>
            <a:r>
              <a:rPr lang="en-US" sz="1600" b="1" i="1" dirty="0">
                <a:solidFill>
                  <a:srgbClr val="DF1F2E"/>
                </a:solidFill>
              </a:rPr>
              <a:t>Working Today to Build a Better Tomorrow</a:t>
            </a:r>
          </a:p>
        </p:txBody>
      </p:sp>
    </p:spTree>
    <p:extLst>
      <p:ext uri="{BB962C8B-B14F-4D97-AF65-F5344CB8AC3E}">
        <p14:creationId xmlns:p14="http://schemas.microsoft.com/office/powerpoint/2010/main" val="7604310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bg2">
            <a:alpha val="75000"/>
          </a:schemeClr>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88388" cy="6858000"/>
          </a:xfrm>
          <a:prstGeom prst="rect">
            <a:avLst/>
          </a:prstGeom>
        </p:spPr>
      </p:pic>
      <p:sp>
        <p:nvSpPr>
          <p:cNvPr id="3" name="Text Placeholder 2"/>
          <p:cNvSpPr>
            <a:spLocks noGrp="1"/>
          </p:cNvSpPr>
          <p:nvPr>
            <p:ph type="body" sz="quarter" idx="19"/>
          </p:nvPr>
        </p:nvSpPr>
        <p:spPr>
          <a:xfrm>
            <a:off x="381000" y="2059387"/>
            <a:ext cx="4867275" cy="3315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noFill/>
          </a:ln>
        </p:spPr>
        <p:txBody>
          <a:bodyPr/>
          <a:lstStyle>
            <a:lvl1pPr>
              <a:defRPr>
                <a:solidFill>
                  <a:sysClr val="windowText" lastClr="000000"/>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13" name="Picture 12"/>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66700" y="5608444"/>
            <a:ext cx="764288" cy="1005840"/>
          </a:xfrm>
          <a:prstGeom prst="rect">
            <a:avLst/>
          </a:prstGeom>
        </p:spPr>
      </p:pic>
      <p:pic>
        <p:nvPicPr>
          <p:cNvPr id="16" name="Picture 15"/>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254266" y="5610615"/>
            <a:ext cx="1338582" cy="1001498"/>
          </a:xfrm>
          <a:prstGeom prst="rect">
            <a:avLst/>
          </a:prstGeom>
        </p:spPr>
      </p:pic>
      <p:sp>
        <p:nvSpPr>
          <p:cNvPr id="12" name="TextBox 11"/>
          <p:cNvSpPr txBox="1"/>
          <p:nvPr userDrawn="1"/>
        </p:nvSpPr>
        <p:spPr>
          <a:xfrm>
            <a:off x="226944" y="4836418"/>
            <a:ext cx="4352730" cy="338554"/>
          </a:xfrm>
          <a:prstGeom prst="rect">
            <a:avLst/>
          </a:prstGeom>
          <a:noFill/>
        </p:spPr>
        <p:txBody>
          <a:bodyPr wrap="none" rtlCol="0">
            <a:spAutoFit/>
          </a:bodyPr>
          <a:lstStyle/>
          <a:p>
            <a:r>
              <a:rPr lang="en-US" sz="1600" b="1" i="1" dirty="0">
                <a:solidFill>
                  <a:srgbClr val="DF1F2E"/>
                </a:solidFill>
              </a:rPr>
              <a:t>Working Today to Build a Better Tomorrow</a:t>
            </a:r>
          </a:p>
        </p:txBody>
      </p:sp>
    </p:spTree>
    <p:extLst>
      <p:ext uri="{BB962C8B-B14F-4D97-AF65-F5344CB8AC3E}">
        <p14:creationId xmlns:p14="http://schemas.microsoft.com/office/powerpoint/2010/main" val="30457626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bg2">
            <a:alpha val="75000"/>
          </a:schemeClr>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6" name="TextBox 15"/>
          <p:cNvSpPr txBox="1"/>
          <p:nvPr userDrawn="1"/>
        </p:nvSpPr>
        <p:spPr>
          <a:xfrm>
            <a:off x="266700" y="5217495"/>
            <a:ext cx="4337105" cy="357790"/>
          </a:xfrm>
          <a:prstGeom prst="rect">
            <a:avLst/>
          </a:prstGeom>
          <a:noFill/>
        </p:spPr>
        <p:txBody>
          <a:bodyPr wrap="square" lIns="91440" tIns="0">
            <a:spAutoFit/>
          </a:bodyPr>
          <a:lstStyle/>
          <a:p>
            <a:r>
              <a:rPr lang="en-US" altLang="en-US" sz="675" i="1" dirty="0"/>
              <a:t>“</a:t>
            </a:r>
            <a:r>
              <a:rPr lang="en-US" sz="675" i="1" dirty="0">
                <a:solidFill>
                  <a:srgbClr val="000000"/>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rgbClr val="000000"/>
                </a:solidFill>
              </a:rPr>
              <a:t>”</a:t>
            </a:r>
            <a:endParaRPr lang="en-US" sz="675" i="1" dirty="0">
              <a:solidFill>
                <a:srgbClr val="000000"/>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noFill/>
          </a:ln>
        </p:spPr>
        <p:txBody>
          <a:bodyPr/>
          <a:lstStyle>
            <a:lvl1pPr>
              <a:defRPr>
                <a:ln>
                  <a:noFill/>
                </a:ln>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5" name="Picture 14"/>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66700" y="5608444"/>
            <a:ext cx="764288" cy="1005840"/>
          </a:xfrm>
          <a:prstGeom prst="rect">
            <a:avLst/>
          </a:prstGeom>
        </p:spPr>
      </p:pic>
      <p:pic>
        <p:nvPicPr>
          <p:cNvPr id="17" name="Picture 16"/>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254266" y="5610615"/>
            <a:ext cx="1338582" cy="1001498"/>
          </a:xfrm>
          <a:prstGeom prst="rect">
            <a:avLst/>
          </a:prstGeom>
        </p:spPr>
      </p:pic>
      <p:sp>
        <p:nvSpPr>
          <p:cNvPr id="12" name="TextBox 11"/>
          <p:cNvSpPr txBox="1"/>
          <p:nvPr userDrawn="1"/>
        </p:nvSpPr>
        <p:spPr>
          <a:xfrm>
            <a:off x="226944" y="4836418"/>
            <a:ext cx="4352730" cy="338554"/>
          </a:xfrm>
          <a:prstGeom prst="rect">
            <a:avLst/>
          </a:prstGeom>
          <a:noFill/>
        </p:spPr>
        <p:txBody>
          <a:bodyPr wrap="none" rtlCol="0">
            <a:spAutoFit/>
          </a:bodyPr>
          <a:lstStyle/>
          <a:p>
            <a:r>
              <a:rPr lang="en-US" sz="1600" b="1" i="1" dirty="0">
                <a:solidFill>
                  <a:srgbClr val="DF1F2E"/>
                </a:solidFill>
              </a:rPr>
              <a:t>Working Today to Build a Better Tomorrow</a:t>
            </a:r>
          </a:p>
        </p:txBody>
      </p:sp>
    </p:spTree>
    <p:extLst>
      <p:ext uri="{BB962C8B-B14F-4D97-AF65-F5344CB8AC3E}">
        <p14:creationId xmlns:p14="http://schemas.microsoft.com/office/powerpoint/2010/main" val="1478164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4.ti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3.ti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26" Type="http://schemas.openxmlformats.org/officeDocument/2006/relationships/theme" Target="../theme/theme2.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5" Type="http://schemas.openxmlformats.org/officeDocument/2006/relationships/slideLayout" Target="../slideLayouts/slideLayout33.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29" Type="http://schemas.openxmlformats.org/officeDocument/2006/relationships/image" Target="../media/image6.png"/><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slideLayout" Target="../slideLayouts/slideLayout32.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slideLayout" Target="../slideLayouts/slideLayout31.xml"/><Relationship Id="rId28" Type="http://schemas.openxmlformats.org/officeDocument/2006/relationships/image" Target="../media/image2.png"/><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 Id="rId27" Type="http://schemas.openxmlformats.org/officeDocument/2006/relationships/image" Target="../media/image5.png"/><Relationship Id="rId30" Type="http://schemas.openxmlformats.org/officeDocument/2006/relationships/image" Target="../media/image7.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38" name="Picture 37"/>
          <p:cNvPicPr>
            <a:picLocks noChangeAspect="1"/>
          </p:cNvPicPr>
          <p:nvPr userDrawn="1"/>
        </p:nvPicPr>
        <p:blipFill>
          <a:blip r:embed="rId10">
            <a:clrChange>
              <a:clrFrom>
                <a:srgbClr val="000000">
                  <a:alpha val="0"/>
                </a:srgbClr>
              </a:clrFrom>
              <a:clrTo>
                <a:srgbClr val="000000">
                  <a:alpha val="0"/>
                </a:srgbClr>
              </a:clrTo>
            </a:clrChange>
            <a:lum bright="70000" contras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Slide Number Placeholder 5"/>
          <p:cNvSpPr>
            <a:spLocks noGrp="1"/>
          </p:cNvSpPr>
          <p:nvPr>
            <p:ph type="sldNum" sz="quarter" idx="4"/>
          </p:nvPr>
        </p:nvSpPr>
        <p:spPr>
          <a:xfrm>
            <a:off x="11074399" y="228605"/>
            <a:ext cx="977900" cy="365125"/>
          </a:xfrm>
          <a:prstGeom prst="rect">
            <a:avLst/>
          </a:prstGeom>
        </p:spPr>
        <p:txBody>
          <a:bodyPr/>
          <a:lstStyle>
            <a:lvl1pPr algn="r">
              <a:defRPr sz="750">
                <a:solidFill>
                  <a:schemeClr val="bg1"/>
                </a:solidFill>
              </a:defRPr>
            </a:lvl1pPr>
          </a:lstStyle>
          <a:p>
            <a:fld id="{0D0E9D3B-CB56-40AE-B0A9-8DA5E1AEFDB7}" type="slidenum">
              <a:rPr lang="en-US" smtClean="0"/>
              <a:pPr/>
              <a:t>‹#›</a:t>
            </a:fld>
            <a:endParaRPr lang="en-US" dirty="0"/>
          </a:p>
        </p:txBody>
      </p:sp>
      <p:sp>
        <p:nvSpPr>
          <p:cNvPr id="20" name="Footer Placeholder 19"/>
          <p:cNvSpPr>
            <a:spLocks noGrp="1"/>
          </p:cNvSpPr>
          <p:nvPr>
            <p:ph type="ftr" sz="quarter" idx="3"/>
          </p:nvPr>
        </p:nvSpPr>
        <p:spPr>
          <a:xfrm>
            <a:off x="165103" y="6356355"/>
            <a:ext cx="4214284" cy="365125"/>
          </a:xfrm>
          <a:prstGeom prst="rect">
            <a:avLst/>
          </a:prstGeom>
        </p:spPr>
        <p:txBody>
          <a:bodyPr vert="horz" lIns="91440" tIns="45720" rIns="91440" bIns="45720" rtlCol="0" anchor="ctr"/>
          <a:lstStyle>
            <a:lvl1pPr algn="l">
              <a:defRPr sz="750">
                <a:solidFill>
                  <a:schemeClr val="bg1"/>
                </a:solidFill>
              </a:defRPr>
            </a:lvl1pPr>
          </a:lstStyle>
          <a:p>
            <a:r>
              <a:rPr lang="en-US"/>
              <a:t>File Name</a:t>
            </a:r>
            <a:endParaRPr lang="en-US" dirty="0"/>
          </a:p>
        </p:txBody>
      </p:sp>
      <p:pic>
        <p:nvPicPr>
          <p:cNvPr id="58" name="Picture 6"/>
          <p:cNvPicPr>
            <a:picLocks noChangeAspect="1"/>
          </p:cNvPicPr>
          <p:nvPr userDrawn="1"/>
        </p:nvPicPr>
        <p:blipFill>
          <a:blip r:embed="rId11"/>
          <a:srcRect/>
          <a:stretch>
            <a:fillRect/>
          </a:stretch>
        </p:blipFill>
        <p:spPr bwMode="auto">
          <a:xfrm>
            <a:off x="6079067" y="3416305"/>
            <a:ext cx="25400" cy="3175"/>
          </a:xfrm>
          <a:prstGeom prst="rect">
            <a:avLst/>
          </a:prstGeom>
          <a:noFill/>
          <a:ln w="9525">
            <a:noFill/>
            <a:miter lim="800000"/>
            <a:headEnd/>
            <a:tailEnd/>
          </a:ln>
        </p:spPr>
      </p:pic>
      <p:sp>
        <p:nvSpPr>
          <p:cNvPr id="40" name="Rounded Rectangle 39"/>
          <p:cNvSpPr/>
          <p:nvPr userDrawn="1"/>
        </p:nvSpPr>
        <p:spPr>
          <a:xfrm>
            <a:off x="603890" y="411167"/>
            <a:ext cx="11001153" cy="5207409"/>
          </a:xfrm>
          <a:prstGeom prst="roundRect">
            <a:avLst>
              <a:gd name="adj" fmla="val 255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2" name="Picture 1"/>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10511228" y="5618576"/>
            <a:ext cx="1386605" cy="1118088"/>
          </a:xfrm>
          <a:prstGeom prst="rect">
            <a:avLst/>
          </a:prstGeom>
        </p:spPr>
      </p:pic>
      <p:pic>
        <p:nvPicPr>
          <p:cNvPr id="3" name="Picture 2"/>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277309" y="5673790"/>
            <a:ext cx="1318131" cy="1062874"/>
          </a:xfrm>
          <a:prstGeom prst="rect">
            <a:avLst/>
          </a:prstGeom>
        </p:spPr>
      </p:pic>
      <p:sp>
        <p:nvSpPr>
          <p:cNvPr id="41" name="Title Placeholder 17"/>
          <p:cNvSpPr>
            <a:spLocks noGrp="1"/>
          </p:cNvSpPr>
          <p:nvPr>
            <p:ph type="title"/>
          </p:nvPr>
        </p:nvSpPr>
        <p:spPr>
          <a:xfrm>
            <a:off x="609600" y="419100"/>
            <a:ext cx="9144000" cy="2552700"/>
          </a:xfrm>
          <a:prstGeom prst="rect">
            <a:avLst/>
          </a:prstGeom>
        </p:spPr>
        <p:txBody>
          <a:bodyPr vert="horz" lIns="91440" tIns="45720" rIns="91440" bIns="45720" rtlCol="0" anchor="t">
            <a:normAutofit/>
          </a:bodyPr>
          <a:lstStyle/>
          <a:p>
            <a:r>
              <a:rPr lang="en-US" dirty="0"/>
              <a:t>Click to edit Master title style</a:t>
            </a:r>
          </a:p>
        </p:txBody>
      </p:sp>
      <p:sp>
        <p:nvSpPr>
          <p:cNvPr id="42" name="Text Placeholder 18"/>
          <p:cNvSpPr>
            <a:spLocks noGrp="1"/>
          </p:cNvSpPr>
          <p:nvPr>
            <p:ph type="body" idx="1"/>
          </p:nvPr>
        </p:nvSpPr>
        <p:spPr>
          <a:xfrm>
            <a:off x="609600" y="3200400"/>
            <a:ext cx="9144000" cy="1562100"/>
          </a:xfrm>
          <a:prstGeom prst="rect">
            <a:avLst/>
          </a:prstGeom>
        </p:spPr>
        <p:txBody>
          <a:bodyPr vert="horz" lIns="91440" tIns="45720" rIns="91440" bIns="45720" rtlCol="0">
            <a:normAutofit/>
          </a:bodyPr>
          <a:lstStyle/>
          <a:p>
            <a:pPr lvl="0"/>
            <a:r>
              <a:rPr lang="en-US" dirty="0"/>
              <a:t>Click to edit Master text styles</a:t>
            </a:r>
          </a:p>
        </p:txBody>
      </p:sp>
      <p:grpSp>
        <p:nvGrpSpPr>
          <p:cNvPr id="43" name="Group 42"/>
          <p:cNvGrpSpPr/>
          <p:nvPr userDrawn="1"/>
        </p:nvGrpSpPr>
        <p:grpSpPr>
          <a:xfrm>
            <a:off x="832198" y="1304095"/>
            <a:ext cx="9393766" cy="1245799"/>
            <a:chOff x="757770" y="1707600"/>
            <a:chExt cx="9393766" cy="1245799"/>
          </a:xfrm>
        </p:grpSpPr>
        <p:sp>
          <p:nvSpPr>
            <p:cNvPr id="44" name="Rectangle 43"/>
            <p:cNvSpPr/>
            <p:nvPr userDrawn="1"/>
          </p:nvSpPr>
          <p:spPr>
            <a:xfrm>
              <a:off x="2679701" y="1707600"/>
              <a:ext cx="745067" cy="558800"/>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750" dirty="0">
                  <a:solidFill>
                    <a:schemeClr val="tx1"/>
                  </a:solidFill>
                </a:rPr>
                <a:t>217</a:t>
              </a:r>
            </a:p>
            <a:p>
              <a:pPr algn="ctr">
                <a:defRPr/>
              </a:pPr>
              <a:r>
                <a:rPr lang="en-US" sz="750" dirty="0">
                  <a:solidFill>
                    <a:schemeClr val="tx1"/>
                  </a:solidFill>
                </a:rPr>
                <a:t>217</a:t>
              </a:r>
            </a:p>
            <a:p>
              <a:pPr algn="ctr">
                <a:defRPr/>
              </a:pPr>
              <a:r>
                <a:rPr lang="en-US" sz="750" dirty="0">
                  <a:solidFill>
                    <a:schemeClr val="tx1"/>
                  </a:solidFill>
                </a:rPr>
                <a:t>217</a:t>
              </a:r>
            </a:p>
          </p:txBody>
        </p:sp>
        <p:sp>
          <p:nvSpPr>
            <p:cNvPr id="45" name="Rectangle 44"/>
            <p:cNvSpPr/>
            <p:nvPr userDrawn="1"/>
          </p:nvSpPr>
          <p:spPr>
            <a:xfrm>
              <a:off x="3640669" y="1707600"/>
              <a:ext cx="745067" cy="558800"/>
            </a:xfrm>
            <a:prstGeom prst="rect">
              <a:avLst/>
            </a:prstGeom>
            <a:solidFill>
              <a:srgbClr val="C9C9C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750" dirty="0">
                  <a:solidFill>
                    <a:schemeClr val="tx1"/>
                  </a:solidFill>
                </a:rPr>
                <a:t>200</a:t>
              </a:r>
            </a:p>
            <a:p>
              <a:pPr algn="ctr">
                <a:defRPr/>
              </a:pPr>
              <a:r>
                <a:rPr lang="en-US" sz="750" dirty="0">
                  <a:solidFill>
                    <a:schemeClr val="tx1"/>
                  </a:solidFill>
                </a:rPr>
                <a:t>200</a:t>
              </a:r>
            </a:p>
            <a:p>
              <a:pPr algn="ctr">
                <a:defRPr/>
              </a:pPr>
              <a:r>
                <a:rPr lang="en-US" sz="750" dirty="0">
                  <a:solidFill>
                    <a:schemeClr val="tx1"/>
                  </a:solidFill>
                </a:rPr>
                <a:t>200</a:t>
              </a:r>
            </a:p>
          </p:txBody>
        </p:sp>
        <p:sp>
          <p:nvSpPr>
            <p:cNvPr id="46" name="Rectangle 45"/>
            <p:cNvSpPr/>
            <p:nvPr userDrawn="1"/>
          </p:nvSpPr>
          <p:spPr>
            <a:xfrm>
              <a:off x="757770" y="2394599"/>
              <a:ext cx="742951" cy="558800"/>
            </a:xfrm>
            <a:prstGeom prst="rect">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750" dirty="0">
                  <a:solidFill>
                    <a:schemeClr val="tx1"/>
                  </a:solidFill>
                </a:rPr>
                <a:t>255</a:t>
              </a:r>
            </a:p>
            <a:p>
              <a:pPr algn="ctr">
                <a:defRPr/>
              </a:pPr>
              <a:r>
                <a:rPr lang="en-US" sz="750" dirty="0">
                  <a:solidFill>
                    <a:schemeClr val="tx1"/>
                  </a:solidFill>
                </a:rPr>
                <a:t>255</a:t>
              </a:r>
            </a:p>
            <a:p>
              <a:pPr algn="ctr">
                <a:defRPr/>
              </a:pPr>
              <a:r>
                <a:rPr lang="en-US" sz="750" dirty="0">
                  <a:solidFill>
                    <a:schemeClr val="tx1"/>
                  </a:solidFill>
                </a:rPr>
                <a:t>255</a:t>
              </a:r>
            </a:p>
          </p:txBody>
        </p:sp>
        <p:sp>
          <p:nvSpPr>
            <p:cNvPr id="47" name="Rectangle 46"/>
            <p:cNvSpPr/>
            <p:nvPr userDrawn="1"/>
          </p:nvSpPr>
          <p:spPr>
            <a:xfrm>
              <a:off x="1718737" y="2394599"/>
              <a:ext cx="742951" cy="55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750" dirty="0">
                  <a:solidFill>
                    <a:schemeClr val="bg1"/>
                  </a:solidFill>
                </a:rPr>
                <a:t>0</a:t>
              </a:r>
            </a:p>
            <a:p>
              <a:pPr algn="ctr">
                <a:defRPr/>
              </a:pPr>
              <a:r>
                <a:rPr lang="en-US" sz="750" dirty="0">
                  <a:solidFill>
                    <a:schemeClr val="bg1"/>
                  </a:solidFill>
                </a:rPr>
                <a:t>0</a:t>
              </a:r>
            </a:p>
            <a:p>
              <a:pPr algn="ctr">
                <a:defRPr/>
              </a:pPr>
              <a:r>
                <a:rPr lang="en-US" sz="750" dirty="0">
                  <a:solidFill>
                    <a:schemeClr val="bg1"/>
                  </a:solidFill>
                </a:rPr>
                <a:t>0</a:t>
              </a:r>
            </a:p>
          </p:txBody>
        </p:sp>
        <p:sp>
          <p:nvSpPr>
            <p:cNvPr id="48" name="Rectangle 47"/>
            <p:cNvSpPr/>
            <p:nvPr userDrawn="1"/>
          </p:nvSpPr>
          <p:spPr>
            <a:xfrm>
              <a:off x="2679701" y="2394599"/>
              <a:ext cx="745067" cy="558800"/>
            </a:xfrm>
            <a:prstGeom prst="rect">
              <a:avLst/>
            </a:prstGeom>
            <a:solidFill>
              <a:srgbClr val="A3A3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750" dirty="0">
                  <a:solidFill>
                    <a:schemeClr val="tx1"/>
                  </a:solidFill>
                </a:rPr>
                <a:t>163</a:t>
              </a:r>
            </a:p>
            <a:p>
              <a:pPr algn="ctr">
                <a:defRPr/>
              </a:pPr>
              <a:r>
                <a:rPr lang="en-US" sz="750" dirty="0">
                  <a:solidFill>
                    <a:schemeClr val="tx1"/>
                  </a:solidFill>
                </a:rPr>
                <a:t>163</a:t>
              </a:r>
            </a:p>
            <a:p>
              <a:pPr algn="ctr">
                <a:defRPr/>
              </a:pPr>
              <a:r>
                <a:rPr lang="en-US" sz="750" dirty="0">
                  <a:solidFill>
                    <a:schemeClr val="tx1"/>
                  </a:solidFill>
                </a:rPr>
                <a:t>163</a:t>
              </a:r>
            </a:p>
          </p:txBody>
        </p:sp>
        <p:sp>
          <p:nvSpPr>
            <p:cNvPr id="49" name="Rectangle 48"/>
            <p:cNvSpPr/>
            <p:nvPr userDrawn="1"/>
          </p:nvSpPr>
          <p:spPr>
            <a:xfrm>
              <a:off x="3640669" y="2394599"/>
              <a:ext cx="745067" cy="558800"/>
            </a:xfrm>
            <a:prstGeom prst="rect">
              <a:avLst/>
            </a:prstGeom>
            <a:solidFill>
              <a:srgbClr val="83847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750" dirty="0">
                  <a:solidFill>
                    <a:schemeClr val="bg1"/>
                  </a:solidFill>
                </a:rPr>
                <a:t>131</a:t>
              </a:r>
            </a:p>
            <a:p>
              <a:pPr algn="ctr">
                <a:defRPr/>
              </a:pPr>
              <a:r>
                <a:rPr lang="en-US" sz="750" dirty="0">
                  <a:solidFill>
                    <a:schemeClr val="bg1"/>
                  </a:solidFill>
                </a:rPr>
                <a:t>132</a:t>
              </a:r>
            </a:p>
            <a:p>
              <a:pPr algn="ctr">
                <a:defRPr/>
              </a:pPr>
              <a:r>
                <a:rPr lang="en-US" sz="750" dirty="0">
                  <a:solidFill>
                    <a:schemeClr val="bg1"/>
                  </a:solidFill>
                </a:rPr>
                <a:t>122</a:t>
              </a:r>
            </a:p>
          </p:txBody>
        </p:sp>
        <p:sp>
          <p:nvSpPr>
            <p:cNvPr id="50" name="Rectangle 49"/>
            <p:cNvSpPr/>
            <p:nvPr userDrawn="1"/>
          </p:nvSpPr>
          <p:spPr>
            <a:xfrm>
              <a:off x="4601633" y="2394599"/>
              <a:ext cx="745067" cy="558800"/>
            </a:xfrm>
            <a:prstGeom prst="rect">
              <a:avLst/>
            </a:prstGeom>
            <a:solidFill>
              <a:srgbClr val="EF413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750" dirty="0">
                  <a:solidFill>
                    <a:schemeClr val="tx1"/>
                  </a:solidFill>
                </a:rPr>
                <a:t>239</a:t>
              </a:r>
            </a:p>
            <a:p>
              <a:pPr algn="ctr">
                <a:defRPr/>
              </a:pPr>
              <a:r>
                <a:rPr lang="en-US" sz="750" dirty="0">
                  <a:solidFill>
                    <a:schemeClr val="tx1"/>
                  </a:solidFill>
                </a:rPr>
                <a:t>65</a:t>
              </a:r>
            </a:p>
            <a:p>
              <a:pPr algn="ctr">
                <a:defRPr/>
              </a:pPr>
              <a:r>
                <a:rPr lang="en-US" sz="750" dirty="0">
                  <a:solidFill>
                    <a:schemeClr val="tx1"/>
                  </a:solidFill>
                </a:rPr>
                <a:t>53</a:t>
              </a:r>
            </a:p>
          </p:txBody>
        </p:sp>
        <p:sp>
          <p:nvSpPr>
            <p:cNvPr id="51" name="Rectangle 50"/>
            <p:cNvSpPr/>
            <p:nvPr userDrawn="1"/>
          </p:nvSpPr>
          <p:spPr>
            <a:xfrm>
              <a:off x="5562601" y="2394599"/>
              <a:ext cx="745067" cy="558800"/>
            </a:xfrm>
            <a:prstGeom prst="rect">
              <a:avLst/>
            </a:prstGeom>
            <a:solidFill>
              <a:srgbClr val="6E877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750" dirty="0">
                  <a:solidFill>
                    <a:schemeClr val="tx1"/>
                  </a:solidFill>
                </a:rPr>
                <a:t>110</a:t>
              </a:r>
            </a:p>
            <a:p>
              <a:pPr algn="ctr">
                <a:defRPr/>
              </a:pPr>
              <a:r>
                <a:rPr lang="en-US" sz="750" dirty="0">
                  <a:solidFill>
                    <a:schemeClr val="tx1"/>
                  </a:solidFill>
                </a:rPr>
                <a:t>135</a:t>
              </a:r>
            </a:p>
            <a:p>
              <a:pPr algn="ctr">
                <a:defRPr/>
              </a:pPr>
              <a:r>
                <a:rPr lang="en-US" sz="750" dirty="0">
                  <a:solidFill>
                    <a:schemeClr val="tx1"/>
                  </a:solidFill>
                </a:rPr>
                <a:t>120</a:t>
              </a:r>
            </a:p>
          </p:txBody>
        </p:sp>
        <p:sp>
          <p:nvSpPr>
            <p:cNvPr id="52" name="Rectangle 51"/>
            <p:cNvSpPr/>
            <p:nvPr userDrawn="1"/>
          </p:nvSpPr>
          <p:spPr>
            <a:xfrm>
              <a:off x="6523568" y="2394599"/>
              <a:ext cx="745067" cy="558800"/>
            </a:xfrm>
            <a:prstGeom prst="rect">
              <a:avLst/>
            </a:prstGeom>
            <a:solidFill>
              <a:srgbClr val="705C3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750" dirty="0">
                  <a:solidFill>
                    <a:schemeClr val="tx1"/>
                  </a:solidFill>
                </a:rPr>
                <a:t>112</a:t>
              </a:r>
            </a:p>
            <a:p>
              <a:pPr algn="ctr">
                <a:defRPr/>
              </a:pPr>
              <a:r>
                <a:rPr lang="en-US" sz="750" dirty="0">
                  <a:solidFill>
                    <a:schemeClr val="tx1"/>
                  </a:solidFill>
                </a:rPr>
                <a:t>92</a:t>
              </a:r>
            </a:p>
            <a:p>
              <a:pPr algn="ctr">
                <a:defRPr/>
              </a:pPr>
              <a:r>
                <a:rPr lang="en-US" sz="750" dirty="0">
                  <a:solidFill>
                    <a:schemeClr val="tx1"/>
                  </a:solidFill>
                </a:rPr>
                <a:t>56</a:t>
              </a:r>
            </a:p>
          </p:txBody>
        </p:sp>
        <p:sp>
          <p:nvSpPr>
            <p:cNvPr id="53" name="Rectangle 52"/>
            <p:cNvSpPr/>
            <p:nvPr userDrawn="1"/>
          </p:nvSpPr>
          <p:spPr>
            <a:xfrm>
              <a:off x="7484533" y="2394599"/>
              <a:ext cx="745067" cy="558800"/>
            </a:xfrm>
            <a:prstGeom prst="rect">
              <a:avLst/>
            </a:prstGeom>
            <a:solidFill>
              <a:srgbClr val="3E668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750" dirty="0">
                  <a:solidFill>
                    <a:schemeClr val="tx1"/>
                  </a:solidFill>
                </a:rPr>
                <a:t>62</a:t>
              </a:r>
            </a:p>
            <a:p>
              <a:pPr algn="ctr">
                <a:defRPr/>
              </a:pPr>
              <a:r>
                <a:rPr lang="en-US" sz="750" dirty="0">
                  <a:solidFill>
                    <a:schemeClr val="tx1"/>
                  </a:solidFill>
                </a:rPr>
                <a:t>102</a:t>
              </a:r>
            </a:p>
            <a:p>
              <a:pPr algn="ctr">
                <a:defRPr/>
              </a:pPr>
              <a:r>
                <a:rPr lang="en-US" sz="750" dirty="0">
                  <a:solidFill>
                    <a:schemeClr val="tx1"/>
                  </a:solidFill>
                </a:rPr>
                <a:t>130</a:t>
              </a:r>
            </a:p>
          </p:txBody>
        </p:sp>
        <p:sp>
          <p:nvSpPr>
            <p:cNvPr id="56" name="Rectangle 55"/>
            <p:cNvSpPr/>
            <p:nvPr userDrawn="1"/>
          </p:nvSpPr>
          <p:spPr>
            <a:xfrm>
              <a:off x="8445501" y="2394599"/>
              <a:ext cx="745067" cy="558800"/>
            </a:xfrm>
            <a:prstGeom prst="rect">
              <a:avLst/>
            </a:prstGeom>
            <a:solidFill>
              <a:srgbClr val="66383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750" dirty="0">
                  <a:solidFill>
                    <a:schemeClr val="bg1"/>
                  </a:solidFill>
                </a:rPr>
                <a:t>102</a:t>
              </a:r>
            </a:p>
            <a:p>
              <a:pPr algn="ctr">
                <a:defRPr/>
              </a:pPr>
              <a:r>
                <a:rPr lang="en-US" sz="750" dirty="0">
                  <a:solidFill>
                    <a:schemeClr val="bg1"/>
                  </a:solidFill>
                </a:rPr>
                <a:t>56</a:t>
              </a:r>
            </a:p>
            <a:p>
              <a:pPr algn="ctr">
                <a:defRPr/>
              </a:pPr>
              <a:r>
                <a:rPr lang="en-US" sz="750" dirty="0">
                  <a:solidFill>
                    <a:schemeClr val="bg1"/>
                  </a:solidFill>
                </a:rPr>
                <a:t>48</a:t>
              </a:r>
            </a:p>
          </p:txBody>
        </p:sp>
        <p:sp>
          <p:nvSpPr>
            <p:cNvPr id="57" name="Rectangle 56"/>
            <p:cNvSpPr/>
            <p:nvPr userDrawn="1"/>
          </p:nvSpPr>
          <p:spPr>
            <a:xfrm>
              <a:off x="9406469" y="2394599"/>
              <a:ext cx="745067" cy="558800"/>
            </a:xfrm>
            <a:prstGeom prst="rect">
              <a:avLst/>
            </a:prstGeom>
            <a:solidFill>
              <a:srgbClr val="82786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750" dirty="0">
                  <a:solidFill>
                    <a:schemeClr val="tx1"/>
                  </a:solidFill>
                </a:rPr>
                <a:t>130</a:t>
              </a:r>
            </a:p>
            <a:p>
              <a:pPr algn="ctr">
                <a:defRPr/>
              </a:pPr>
              <a:r>
                <a:rPr lang="en-US" sz="750" dirty="0">
                  <a:solidFill>
                    <a:schemeClr val="tx1"/>
                  </a:solidFill>
                </a:rPr>
                <a:t>120</a:t>
              </a:r>
            </a:p>
            <a:p>
              <a:pPr algn="ctr">
                <a:defRPr/>
              </a:pPr>
              <a:r>
                <a:rPr lang="en-US" sz="750" dirty="0">
                  <a:solidFill>
                    <a:schemeClr val="tx1"/>
                  </a:solidFill>
                </a:rPr>
                <a:t>111</a:t>
              </a:r>
            </a:p>
          </p:txBody>
        </p:sp>
        <p:sp>
          <p:nvSpPr>
            <p:cNvPr id="59" name="Rectangle 58"/>
            <p:cNvSpPr/>
            <p:nvPr userDrawn="1"/>
          </p:nvSpPr>
          <p:spPr>
            <a:xfrm>
              <a:off x="1718733" y="1707600"/>
              <a:ext cx="745067" cy="5588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750" dirty="0">
                  <a:solidFill>
                    <a:schemeClr val="tx1"/>
                  </a:solidFill>
                </a:rPr>
                <a:t>237</a:t>
              </a:r>
            </a:p>
            <a:p>
              <a:pPr algn="ctr">
                <a:defRPr/>
              </a:pPr>
              <a:r>
                <a:rPr lang="en-US" sz="750" dirty="0">
                  <a:solidFill>
                    <a:schemeClr val="tx1"/>
                  </a:solidFill>
                </a:rPr>
                <a:t>237</a:t>
              </a:r>
            </a:p>
            <a:p>
              <a:pPr algn="ctr">
                <a:defRPr/>
              </a:pPr>
              <a:r>
                <a:rPr lang="en-US" sz="750" dirty="0">
                  <a:solidFill>
                    <a:schemeClr val="tx1"/>
                  </a:solidFill>
                </a:rPr>
                <a:t>237</a:t>
              </a:r>
            </a:p>
          </p:txBody>
        </p:sp>
        <p:sp>
          <p:nvSpPr>
            <p:cNvPr id="60" name="Rectangle 59"/>
            <p:cNvSpPr/>
            <p:nvPr userDrawn="1"/>
          </p:nvSpPr>
          <p:spPr>
            <a:xfrm>
              <a:off x="5562601" y="1707600"/>
              <a:ext cx="745067" cy="558800"/>
            </a:xfrm>
            <a:prstGeom prst="rect">
              <a:avLst/>
            </a:prstGeom>
            <a:solidFill>
              <a:srgbClr val="50771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750" dirty="0">
                  <a:solidFill>
                    <a:schemeClr val="tx1"/>
                  </a:solidFill>
                </a:rPr>
                <a:t>80</a:t>
              </a:r>
            </a:p>
            <a:p>
              <a:pPr algn="ctr">
                <a:defRPr/>
              </a:pPr>
              <a:r>
                <a:rPr lang="en-US" sz="750" dirty="0">
                  <a:solidFill>
                    <a:schemeClr val="tx1"/>
                  </a:solidFill>
                </a:rPr>
                <a:t>119</a:t>
              </a:r>
            </a:p>
            <a:p>
              <a:pPr algn="ctr">
                <a:defRPr/>
              </a:pPr>
              <a:r>
                <a:rPr lang="en-US" sz="750" dirty="0">
                  <a:solidFill>
                    <a:schemeClr val="tx1"/>
                  </a:solidFill>
                </a:rPr>
                <a:t>27</a:t>
              </a:r>
            </a:p>
          </p:txBody>
        </p:sp>
        <p:sp>
          <p:nvSpPr>
            <p:cNvPr id="61" name="Rectangle 60"/>
            <p:cNvSpPr/>
            <p:nvPr userDrawn="1"/>
          </p:nvSpPr>
          <p:spPr>
            <a:xfrm>
              <a:off x="6523568" y="1707600"/>
              <a:ext cx="745067" cy="558800"/>
            </a:xfrm>
            <a:prstGeom prst="rect">
              <a:avLst/>
            </a:prstGeom>
            <a:solidFill>
              <a:srgbClr val="FCAE3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750" dirty="0">
                  <a:solidFill>
                    <a:schemeClr val="tx1"/>
                  </a:solidFill>
                </a:rPr>
                <a:t>252</a:t>
              </a:r>
            </a:p>
            <a:p>
              <a:pPr algn="ctr">
                <a:defRPr/>
              </a:pPr>
              <a:r>
                <a:rPr lang="en-US" sz="750" dirty="0">
                  <a:solidFill>
                    <a:schemeClr val="tx1"/>
                  </a:solidFill>
                </a:rPr>
                <a:t>174</a:t>
              </a:r>
            </a:p>
            <a:p>
              <a:pPr algn="ctr">
                <a:defRPr/>
              </a:pPr>
              <a:r>
                <a:rPr lang="en-US" sz="750" dirty="0">
                  <a:solidFill>
                    <a:schemeClr val="tx1"/>
                  </a:solidFill>
                </a:rPr>
                <a:t>.59</a:t>
              </a:r>
            </a:p>
          </p:txBody>
        </p:sp>
      </p:grpSp>
    </p:spTree>
    <p:extLst>
      <p:ext uri="{BB962C8B-B14F-4D97-AF65-F5344CB8AC3E}">
        <p14:creationId xmlns:p14="http://schemas.microsoft.com/office/powerpoint/2010/main" val="146663929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Lst>
  <p:hf hdr="0" dt="0"/>
  <p:txStyles>
    <p:titleStyle>
      <a:lvl1pPr algn="l" defTabSz="685800" rtl="0" eaLnBrk="1" latinLnBrk="0" hangingPunct="1">
        <a:lnSpc>
          <a:spcPct val="100000"/>
        </a:lnSpc>
        <a:spcBef>
          <a:spcPct val="0"/>
        </a:spcBef>
        <a:buNone/>
        <a:defRPr sz="2700" b="1" kern="1200" cap="all" baseline="0">
          <a:solidFill>
            <a:schemeClr val="bg1"/>
          </a:solidFill>
          <a:latin typeface="Arial" panose="020B0604020202020204" pitchFamily="34" charset="0"/>
          <a:ea typeface="+mj-ea"/>
          <a:cs typeface="Arial" panose="020B0604020202020204" pitchFamily="34" charset="0"/>
        </a:defRPr>
      </a:lvl1pPr>
    </p:titleStyle>
    <p:bodyStyle>
      <a:lvl1pPr marL="0" indent="0" algn="l" defTabSz="685800" rtl="0" eaLnBrk="1" latinLnBrk="0" hangingPunct="1">
        <a:lnSpc>
          <a:spcPct val="90000"/>
        </a:lnSpc>
        <a:spcBef>
          <a:spcPts val="750"/>
        </a:spcBef>
        <a:buFont typeface="Arial" panose="020B0604020202020204" pitchFamily="34" charset="0"/>
        <a:buNone/>
        <a:defRPr sz="15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
          <p15:clr>
            <a:srgbClr val="5ACBF0"/>
          </p15:clr>
        </p15:guide>
        <p15:guide id="2" pos="6144">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lumMod val="60000"/>
            <a:lumOff val="40000"/>
          </a:schemeClr>
        </a:solidFill>
        <a:effectLst/>
      </p:bgPr>
    </p:bg>
    <p:spTree>
      <p:nvGrpSpPr>
        <p:cNvPr id="1" name=""/>
        <p:cNvGrpSpPr/>
        <p:nvPr/>
      </p:nvGrpSpPr>
      <p:grpSpPr>
        <a:xfrm>
          <a:off x="0" y="0"/>
          <a:ext cx="0" cy="0"/>
          <a:chOff x="0" y="0"/>
          <a:chExt cx="0" cy="0"/>
        </a:xfrm>
      </p:grpSpPr>
      <p:sp>
        <p:nvSpPr>
          <p:cNvPr id="11" name="Rounded Rectangle 10"/>
          <p:cNvSpPr/>
          <p:nvPr/>
        </p:nvSpPr>
        <p:spPr>
          <a:xfrm>
            <a:off x="66675" y="38099"/>
            <a:ext cx="12058650" cy="6791326"/>
          </a:xfrm>
          <a:prstGeom prst="roundRect">
            <a:avLst>
              <a:gd name="adj" fmla="val 2258"/>
            </a:avLst>
          </a:prstGeom>
          <a:solidFill>
            <a:srgbClr val="FFFFFF"/>
          </a:solidFill>
          <a:ln w="57150">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900" dirty="0"/>
          </a:p>
        </p:txBody>
      </p:sp>
      <p:pic>
        <p:nvPicPr>
          <p:cNvPr id="5" name="Picture 4"/>
          <p:cNvPicPr>
            <a:picLocks noChangeAspect="1"/>
          </p:cNvPicPr>
          <p:nvPr userDrawn="1"/>
        </p:nvPicPr>
        <p:blipFill>
          <a:blip r:embed="rId27" cstate="screen">
            <a:extLst>
              <a:ext uri="{28A0092B-C50C-407E-A947-70E740481C1C}">
                <a14:useLocalDpi xmlns:a14="http://schemas.microsoft.com/office/drawing/2010/main"/>
              </a:ext>
            </a:extLst>
          </a:blip>
          <a:stretch>
            <a:fillRect/>
          </a:stretch>
        </p:blipFill>
        <p:spPr>
          <a:xfrm>
            <a:off x="285750" y="256443"/>
            <a:ext cx="496209" cy="653036"/>
          </a:xfrm>
          <a:prstGeom prst="rect">
            <a:avLst/>
          </a:prstGeom>
        </p:spPr>
      </p:pic>
      <p:sp>
        <p:nvSpPr>
          <p:cNvPr id="4099" name="Title Placeholder 1"/>
          <p:cNvSpPr>
            <a:spLocks noGrp="1"/>
          </p:cNvSpPr>
          <p:nvPr>
            <p:ph type="title"/>
          </p:nvPr>
        </p:nvSpPr>
        <p:spPr bwMode="auto">
          <a:xfrm>
            <a:off x="954860" y="128981"/>
            <a:ext cx="10185088" cy="785419"/>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28"/>
          <a:srcRect/>
          <a:stretch>
            <a:fillRect/>
          </a:stretch>
        </p:blipFill>
        <p:spPr bwMode="auto">
          <a:xfrm>
            <a:off x="6079067" y="3416309"/>
            <a:ext cx="25400" cy="3175"/>
          </a:xfrm>
          <a:prstGeom prst="rect">
            <a:avLst/>
          </a:prstGeom>
          <a:noFill/>
          <a:ln w="9525">
            <a:noFill/>
            <a:miter lim="800000"/>
            <a:headEnd/>
            <a:tailEnd/>
          </a:ln>
        </p:spPr>
      </p:pic>
      <p:sp>
        <p:nvSpPr>
          <p:cNvPr id="12" name="Text Box 14"/>
          <p:cNvSpPr txBox="1">
            <a:spLocks noChangeArrowheads="1"/>
          </p:cNvSpPr>
          <p:nvPr userDrawn="1"/>
        </p:nvSpPr>
        <p:spPr bwMode="auto">
          <a:xfrm>
            <a:off x="11153774" y="143167"/>
            <a:ext cx="771525" cy="153888"/>
          </a:xfrm>
          <a:prstGeom prst="rect">
            <a:avLst/>
          </a:prstGeom>
          <a:noFill/>
          <a:ln w="9525">
            <a:noFill/>
            <a:miter lim="800000"/>
            <a:headEnd/>
            <a:tailEnd/>
          </a:ln>
          <a:effectLst/>
        </p:spPr>
        <p:txBody>
          <a:bodyPr wrap="square" tIns="0" bIns="0">
            <a:spAutoFit/>
          </a:bodyPr>
          <a:lstStyle/>
          <a:p>
            <a:pPr algn="r">
              <a:spcBef>
                <a:spcPct val="50000"/>
              </a:spcBef>
              <a:defRPr/>
            </a:pPr>
            <a:fld id="{99D903CA-8EC9-4EB0-B4F7-7D6D89967A95}" type="slidenum">
              <a:rPr lang="en-US" sz="1000" b="0" baseline="0" smtClean="0"/>
              <a:pPr algn="r">
                <a:spcBef>
                  <a:spcPct val="50000"/>
                </a:spcBef>
                <a:defRPr/>
              </a:pPr>
              <a:t>‹#›</a:t>
            </a:fld>
            <a:endParaRPr lang="en-US" sz="1000" b="0" baseline="0" dirty="0"/>
          </a:p>
        </p:txBody>
      </p:sp>
      <p:pic>
        <p:nvPicPr>
          <p:cNvPr id="3" name="Picture 2"/>
          <p:cNvPicPr>
            <a:picLocks noChangeAspect="1"/>
          </p:cNvPicPr>
          <p:nvPr userDrawn="1"/>
        </p:nvPicPr>
        <p:blipFill>
          <a:blip r:embed="rId29" cstate="screen">
            <a:extLst>
              <a:ext uri="{28A0092B-C50C-407E-A947-70E740481C1C}">
                <a14:useLocalDpi xmlns:a14="http://schemas.microsoft.com/office/drawing/2010/main"/>
              </a:ext>
            </a:extLst>
          </a:blip>
          <a:stretch>
            <a:fillRect/>
          </a:stretch>
        </p:blipFill>
        <p:spPr>
          <a:xfrm>
            <a:off x="11266541" y="334036"/>
            <a:ext cx="727585" cy="497851"/>
          </a:xfrm>
          <a:prstGeom prst="rect">
            <a:avLst/>
          </a:prstGeom>
        </p:spPr>
      </p:pic>
      <p:sp>
        <p:nvSpPr>
          <p:cNvPr id="6" name="Footer Placeholder 5"/>
          <p:cNvSpPr>
            <a:spLocks noGrp="1"/>
          </p:cNvSpPr>
          <p:nvPr>
            <p:ph type="ftr" sz="quarter" idx="3"/>
          </p:nvPr>
        </p:nvSpPr>
        <p:spPr>
          <a:xfrm>
            <a:off x="276225" y="6640512"/>
            <a:ext cx="4114800" cy="182880"/>
          </a:xfrm>
          <a:prstGeom prst="rect">
            <a:avLst/>
          </a:prstGeom>
        </p:spPr>
        <p:txBody>
          <a:bodyPr vert="horz" lIns="91440" tIns="45720" rIns="91440" bIns="45720" rtlCol="0" anchor="ctr"/>
          <a:lstStyle>
            <a:lvl1pPr algn="l">
              <a:defRPr sz="800">
                <a:solidFill>
                  <a:schemeClr val="tx1">
                    <a:tint val="75000"/>
                  </a:schemeClr>
                </a:solidFill>
              </a:defRPr>
            </a:lvl1pPr>
          </a:lstStyle>
          <a:p>
            <a:endParaRPr lang="en-US" dirty="0"/>
          </a:p>
        </p:txBody>
      </p:sp>
      <p:sp>
        <p:nvSpPr>
          <p:cNvPr id="7" name="Date Placeholder 6"/>
          <p:cNvSpPr>
            <a:spLocks noGrp="1"/>
          </p:cNvSpPr>
          <p:nvPr>
            <p:ph type="dt" sz="half" idx="2"/>
          </p:nvPr>
        </p:nvSpPr>
        <p:spPr>
          <a:xfrm>
            <a:off x="9182100" y="6640512"/>
            <a:ext cx="2743200" cy="182880"/>
          </a:xfrm>
          <a:prstGeom prst="rect">
            <a:avLst/>
          </a:prstGeom>
        </p:spPr>
        <p:txBody>
          <a:bodyPr vert="horz" lIns="91440" tIns="45720" rIns="91440" bIns="45720" rtlCol="0" anchor="ctr"/>
          <a:lstStyle>
            <a:lvl1pPr algn="r">
              <a:defRPr sz="900">
                <a:solidFill>
                  <a:schemeClr val="tx1">
                    <a:tint val="75000"/>
                  </a:schemeClr>
                </a:solidFill>
              </a:defRPr>
            </a:lvl1pPr>
          </a:lstStyle>
          <a:p>
            <a:fld id="{0D5B6B94-6F19-4E2B-82A4-E3780F0317F0}" type="datetimeFigureOut">
              <a:rPr lang="en-US" smtClean="0"/>
              <a:pPr/>
              <a:t>8/5/2025</a:t>
            </a:fld>
            <a:endParaRPr lang="en-US" dirty="0"/>
          </a:p>
        </p:txBody>
      </p:sp>
      <p:pic>
        <p:nvPicPr>
          <p:cNvPr id="17" name="Picture 16"/>
          <p:cNvPicPr>
            <a:picLocks noChangeAspect="1"/>
          </p:cNvPicPr>
          <p:nvPr userDrawn="1"/>
        </p:nvPicPr>
        <p:blipFill>
          <a:blip r:embed="rId30"/>
          <a:stretch>
            <a:fillRect/>
          </a:stretch>
        </p:blipFill>
        <p:spPr>
          <a:xfrm>
            <a:off x="3790329" y="6440557"/>
            <a:ext cx="4986960" cy="445168"/>
          </a:xfrm>
          <a:prstGeom prst="rect">
            <a:avLst/>
          </a:prstGeom>
        </p:spPr>
      </p:pic>
    </p:spTree>
    <p:extLst>
      <p:ext uri="{BB962C8B-B14F-4D97-AF65-F5344CB8AC3E}">
        <p14:creationId xmlns:p14="http://schemas.microsoft.com/office/powerpoint/2010/main" val="3413538169"/>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 id="2147483688" r:id="rId18"/>
    <p:sldLayoutId id="2147483689" r:id="rId19"/>
    <p:sldLayoutId id="2147483690" r:id="rId20"/>
    <p:sldLayoutId id="2147483691" r:id="rId21"/>
    <p:sldLayoutId id="2147483692" r:id="rId22"/>
    <p:sldLayoutId id="2147483693" r:id="rId23"/>
    <p:sldLayoutId id="2147483694" r:id="rId24"/>
    <p:sldLayoutId id="2147483695" r:id="rId25"/>
  </p:sldLayoutIdLst>
  <p:hf hdr="0" dt="0"/>
  <p:txStyles>
    <p:titleStyle>
      <a:lvl1pPr algn="l" rtl="0" eaLnBrk="1" fontAlgn="base" hangingPunct="1">
        <a:spcBef>
          <a:spcPct val="0"/>
        </a:spcBef>
        <a:spcAft>
          <a:spcPct val="0"/>
        </a:spcAft>
        <a:defRPr sz="3200" b="1" kern="1200" cap="all">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75000"/>
              <a:lumOff val="25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75000"/>
              <a:lumOff val="25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75000"/>
              <a:lumOff val="25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75000"/>
              <a:lumOff val="25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75000"/>
              <a:lumOff val="25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37">
          <p15:clr>
            <a:srgbClr val="F26B43"/>
          </p15:clr>
        </p15:guide>
        <p15:guide id="5" orient="horz" pos="583">
          <p15:clr>
            <a:srgbClr val="F26B43"/>
          </p15:clr>
        </p15:guide>
        <p15:guide id="6" orient="horz" pos="417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hyperlink" Target="mailto:Meredith.Coad@usace.army.mil" TargetMode="External"/><Relationship Id="rId2" Type="http://schemas.openxmlformats.org/officeDocument/2006/relationships/hyperlink" Target="mailto:Griselle.Gonzalez@usace.army.mil" TargetMode="Externa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hyperlink" Target="https://piee.eb.mil/" TargetMode="External"/><Relationship Id="rId2" Type="http://schemas.openxmlformats.org/officeDocument/2006/relationships/hyperlink" Target="http://www.sam.gov/" TargetMode="External"/><Relationship Id="rId1" Type="http://schemas.openxmlformats.org/officeDocument/2006/relationships/slideLayout" Target="../slideLayouts/slideLayout10.xml"/><Relationship Id="rId4" Type="http://schemas.openxmlformats.org/officeDocument/2006/relationships/hyperlink" Target="http://www.projnet.org/"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5"/>
          </p:nvPr>
        </p:nvSpPr>
        <p:spPr>
          <a:xfrm>
            <a:off x="258311" y="2650237"/>
            <a:ext cx="5953346" cy="1928149"/>
          </a:xfrm>
        </p:spPr>
        <p:txBody>
          <a:bodyPr/>
          <a:lstStyle/>
          <a:p>
            <a:r>
              <a:rPr lang="en-US" sz="2000" b="1" dirty="0">
                <a:solidFill>
                  <a:schemeClr val="tx1"/>
                </a:solidFill>
                <a:latin typeface="Arial"/>
                <a:ea typeface="ＭＳ Ｐゴシック"/>
                <a:cs typeface="Arial"/>
              </a:rPr>
              <a:t>Pre-Bid Conference</a:t>
            </a:r>
            <a:endParaRPr lang="en-US" b="1" dirty="0">
              <a:solidFill>
                <a:schemeClr val="tx1"/>
              </a:solidFill>
              <a:latin typeface="Arial"/>
              <a:ea typeface="ＭＳ Ｐゴシック"/>
              <a:cs typeface="Arial"/>
            </a:endParaRPr>
          </a:p>
          <a:p>
            <a:endParaRPr lang="en-US" sz="2000" dirty="0">
              <a:solidFill>
                <a:schemeClr val="tx1"/>
              </a:solidFill>
            </a:endParaRPr>
          </a:p>
          <a:p>
            <a:r>
              <a:rPr lang="en-US" sz="2000" dirty="0">
                <a:solidFill>
                  <a:schemeClr val="tx1"/>
                </a:solidFill>
                <a:latin typeface="Arial"/>
                <a:ea typeface="ＭＳ Ｐゴシック"/>
                <a:cs typeface="Arial"/>
              </a:rPr>
              <a:t>Presented by:</a:t>
            </a:r>
          </a:p>
          <a:p>
            <a:r>
              <a:rPr lang="en-US" sz="2000" dirty="0">
                <a:solidFill>
                  <a:schemeClr val="tx1"/>
                </a:solidFill>
                <a:latin typeface="Arial"/>
                <a:ea typeface="ＭＳ Ｐゴシック"/>
                <a:cs typeface="Arial"/>
              </a:rPr>
              <a:t>Jacksonville District</a:t>
            </a:r>
          </a:p>
          <a:p>
            <a:endParaRPr lang="en-US" sz="2000" dirty="0">
              <a:solidFill>
                <a:schemeClr val="tx1"/>
              </a:solidFill>
            </a:endParaRPr>
          </a:p>
          <a:p>
            <a:r>
              <a:rPr lang="en-US" sz="2000" dirty="0">
                <a:solidFill>
                  <a:schemeClr val="tx1"/>
                </a:solidFill>
                <a:latin typeface="Arial"/>
                <a:ea typeface="ＭＳ Ｐゴシック"/>
                <a:cs typeface="Arial"/>
              </a:rPr>
              <a:t>August 4, 2025</a:t>
            </a:r>
          </a:p>
          <a:p>
            <a:endParaRPr lang="en-US" sz="2000" dirty="0"/>
          </a:p>
        </p:txBody>
      </p:sp>
      <p:sp>
        <p:nvSpPr>
          <p:cNvPr id="3" name="Title 2">
            <a:extLst>
              <a:ext uri="{FF2B5EF4-FFF2-40B4-BE49-F238E27FC236}">
                <a16:creationId xmlns:a16="http://schemas.microsoft.com/office/drawing/2014/main" id="{5599BEA4-F81F-42A8-ADBC-3CBE6C965BF8}"/>
              </a:ext>
            </a:extLst>
          </p:cNvPr>
          <p:cNvSpPr>
            <a:spLocks noGrp="1"/>
          </p:cNvSpPr>
          <p:nvPr>
            <p:ph type="title"/>
          </p:nvPr>
        </p:nvSpPr>
        <p:spPr>
          <a:xfrm>
            <a:off x="258310" y="285227"/>
            <a:ext cx="10801117" cy="2265932"/>
          </a:xfrm>
        </p:spPr>
        <p:txBody>
          <a:bodyPr/>
          <a:lstStyle/>
          <a:p>
            <a:pPr>
              <a:tabLst>
                <a:tab pos="344488" algn="l"/>
              </a:tabLst>
            </a:pPr>
            <a:br>
              <a:rPr lang="en-US" sz="2000" dirty="0">
                <a:latin typeface="Arial"/>
                <a:ea typeface="ＭＳ Ｐゴシック"/>
                <a:cs typeface="Arial"/>
              </a:rPr>
            </a:br>
            <a:br>
              <a:rPr lang="en-US" sz="2000" dirty="0">
                <a:latin typeface="Arial"/>
                <a:ea typeface="ＭＳ Ｐゴシック"/>
                <a:cs typeface="Arial"/>
              </a:rPr>
            </a:br>
            <a:br>
              <a:rPr lang="en-US" sz="2000" dirty="0">
                <a:latin typeface="Arial"/>
                <a:ea typeface="ＭＳ Ｐゴシック"/>
                <a:cs typeface="Arial"/>
              </a:rPr>
            </a:br>
            <a:br>
              <a:rPr lang="en-US" sz="2000" dirty="0">
                <a:latin typeface="Arial"/>
                <a:ea typeface="ＭＳ Ｐゴシック"/>
                <a:cs typeface="Arial"/>
              </a:rPr>
            </a:br>
            <a:r>
              <a:rPr lang="en-US" sz="2400" dirty="0">
                <a:latin typeface="Arial"/>
                <a:ea typeface="ＭＳ Ｐゴシック"/>
                <a:cs typeface="Arial"/>
              </a:rPr>
              <a:t>Solicitation No. W912EP25BA009</a:t>
            </a:r>
            <a:br>
              <a:rPr lang="en-US" sz="2400" dirty="0">
                <a:latin typeface="Arial"/>
                <a:ea typeface="ＭＳ Ｐゴシック"/>
                <a:cs typeface="Arial"/>
              </a:rPr>
            </a:br>
            <a:br>
              <a:rPr lang="en-US" sz="2400" dirty="0">
                <a:latin typeface="Arial"/>
                <a:ea typeface="ＭＳ Ｐゴシック"/>
                <a:cs typeface="Arial"/>
              </a:rPr>
            </a:br>
            <a:r>
              <a:rPr lang="en-US" sz="2800" dirty="0">
                <a:latin typeface="Arial"/>
                <a:ea typeface="ＭＳ Ｐゴシック"/>
                <a:cs typeface="Arial"/>
              </a:rPr>
              <a:t>Coastal storm risk management project, Hutchinson island, ST. LUCIE County, Florida</a:t>
            </a:r>
            <a:br>
              <a:rPr lang="en-US" sz="2800" dirty="0">
                <a:latin typeface="Arial"/>
                <a:ea typeface="ＭＳ Ｐゴシック"/>
                <a:cs typeface="Arial"/>
              </a:rPr>
            </a:br>
            <a:br>
              <a:rPr lang="en-US" sz="2800" dirty="0">
                <a:latin typeface="Arial"/>
                <a:ea typeface="ＭＳ Ｐゴシック"/>
                <a:cs typeface="Arial"/>
              </a:rPr>
            </a:br>
            <a:br>
              <a:rPr lang="en-US" sz="2800" dirty="0">
                <a:latin typeface="Arial"/>
                <a:ea typeface="ＭＳ Ｐゴシック"/>
                <a:cs typeface="Arial"/>
              </a:rPr>
            </a:br>
            <a:br>
              <a:rPr lang="en-US" sz="2000" dirty="0">
                <a:latin typeface="Arial"/>
                <a:ea typeface="ＭＳ Ｐゴシック"/>
                <a:cs typeface="Arial"/>
              </a:rPr>
            </a:br>
            <a:endParaRPr lang="en-US" sz="2000" dirty="0">
              <a:latin typeface="Arial"/>
              <a:ea typeface="ＭＳ Ｐゴシック"/>
              <a:cs typeface="Arial"/>
            </a:endParaRPr>
          </a:p>
        </p:txBody>
      </p:sp>
      <p:sp>
        <p:nvSpPr>
          <p:cNvPr id="6" name="TextBox 5">
            <a:extLst>
              <a:ext uri="{FF2B5EF4-FFF2-40B4-BE49-F238E27FC236}">
                <a16:creationId xmlns:a16="http://schemas.microsoft.com/office/drawing/2014/main" id="{85FF0217-D779-0DFF-87FE-C1E35B6C6086}"/>
              </a:ext>
            </a:extLst>
          </p:cNvPr>
          <p:cNvSpPr txBox="1"/>
          <p:nvPr/>
        </p:nvSpPr>
        <p:spPr>
          <a:xfrm>
            <a:off x="3165806" y="5926442"/>
            <a:ext cx="4986123" cy="923330"/>
          </a:xfrm>
          <a:prstGeom prst="rect">
            <a:avLst/>
          </a:prstGeom>
          <a:noFill/>
        </p:spPr>
        <p:txBody>
          <a:bodyPr wrap="square">
            <a:spAutoFit/>
          </a:bodyPr>
          <a:lstStyle/>
          <a:p>
            <a:pPr algn="ctr"/>
            <a:r>
              <a:rPr lang="en-US" sz="1800" b="1" i="1" dirty="0"/>
              <a:t>Thank you for joining, we will begin shortly. </a:t>
            </a:r>
          </a:p>
          <a:p>
            <a:pPr algn="ctr"/>
            <a:r>
              <a:rPr lang="en-US" sz="1800" b="1" i="1" dirty="0"/>
              <a:t>Please mute your microphone and put your name/company in the chat. </a:t>
            </a:r>
            <a:endParaRPr lang="en-US" b="1" dirty="0"/>
          </a:p>
        </p:txBody>
      </p:sp>
    </p:spTree>
    <p:extLst>
      <p:ext uri="{BB962C8B-B14F-4D97-AF65-F5344CB8AC3E}">
        <p14:creationId xmlns:p14="http://schemas.microsoft.com/office/powerpoint/2010/main" val="25659572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5E378-4766-49A6-B403-F98A51ADEC6E}"/>
              </a:ext>
            </a:extLst>
          </p:cNvPr>
          <p:cNvSpPr>
            <a:spLocks noGrp="1"/>
          </p:cNvSpPr>
          <p:nvPr>
            <p:ph type="title"/>
          </p:nvPr>
        </p:nvSpPr>
        <p:spPr/>
        <p:txBody>
          <a:bodyPr/>
          <a:lstStyle/>
          <a:p>
            <a:r>
              <a:rPr lang="en-US" sz="2800" dirty="0"/>
              <a:t>PRE-Bid CONFERENCE: AGENDA</a:t>
            </a:r>
          </a:p>
        </p:txBody>
      </p:sp>
      <p:sp>
        <p:nvSpPr>
          <p:cNvPr id="3" name="Content Placeholder 2">
            <a:extLst>
              <a:ext uri="{FF2B5EF4-FFF2-40B4-BE49-F238E27FC236}">
                <a16:creationId xmlns:a16="http://schemas.microsoft.com/office/drawing/2014/main" id="{6AC1F954-F763-4445-9B35-CEF4D384C8F4}"/>
              </a:ext>
            </a:extLst>
          </p:cNvPr>
          <p:cNvSpPr>
            <a:spLocks noGrp="1"/>
          </p:cNvSpPr>
          <p:nvPr>
            <p:ph sz="quarter" idx="10"/>
          </p:nvPr>
        </p:nvSpPr>
        <p:spPr/>
        <p:txBody>
          <a:bodyPr/>
          <a:lstStyle/>
          <a:p>
            <a:endParaRPr lang="en-US" dirty="0"/>
          </a:p>
          <a:p>
            <a:pPr marL="342900" indent="-342900">
              <a:lnSpc>
                <a:spcPct val="150000"/>
              </a:lnSpc>
              <a:buFont typeface="Arial" panose="020B0604020202020204" pitchFamily="34" charset="0"/>
              <a:buChar char="•"/>
            </a:pPr>
            <a:r>
              <a:rPr lang="en-US" sz="2000" dirty="0"/>
              <a:t>INTRODUCTION</a:t>
            </a:r>
          </a:p>
          <a:p>
            <a:pPr marL="342900" indent="-342900">
              <a:lnSpc>
                <a:spcPct val="150000"/>
              </a:lnSpc>
              <a:buFont typeface="Arial" panose="020B0604020202020204" pitchFamily="34" charset="0"/>
              <a:buChar char="•"/>
            </a:pPr>
            <a:r>
              <a:rPr lang="en-US" sz="2000" dirty="0"/>
              <a:t>PROJECT OVERVIEW</a:t>
            </a:r>
          </a:p>
          <a:p>
            <a:pPr marL="342900" indent="-342900">
              <a:lnSpc>
                <a:spcPct val="150000"/>
              </a:lnSpc>
              <a:buFont typeface="Arial" panose="020B0604020202020204" pitchFamily="34" charset="0"/>
              <a:buChar char="•"/>
            </a:pPr>
            <a:r>
              <a:rPr lang="en-US" sz="2000" dirty="0"/>
              <a:t>CONTRACTING OVERVIEW </a:t>
            </a:r>
          </a:p>
          <a:p>
            <a:pPr marL="342900" indent="-342900">
              <a:lnSpc>
                <a:spcPct val="150000"/>
              </a:lnSpc>
              <a:buFont typeface="Arial" panose="020B0604020202020204" pitchFamily="34" charset="0"/>
              <a:buChar char="•"/>
            </a:pPr>
            <a:r>
              <a:rPr lang="en-US" sz="2000" dirty="0"/>
              <a:t>OTHER ADMINISTRATIVE ITEMS</a:t>
            </a:r>
          </a:p>
          <a:p>
            <a:pPr marL="342900" indent="-342900">
              <a:lnSpc>
                <a:spcPct val="150000"/>
              </a:lnSpc>
              <a:buFont typeface="Arial" panose="020B0604020202020204" pitchFamily="34" charset="0"/>
              <a:buChar char="•"/>
            </a:pPr>
            <a:r>
              <a:rPr lang="en-US" sz="2000" dirty="0"/>
              <a:t>RESOURCES</a:t>
            </a:r>
          </a:p>
          <a:p>
            <a:pPr marL="342900" indent="-342900">
              <a:lnSpc>
                <a:spcPct val="150000"/>
              </a:lnSpc>
              <a:buFont typeface="Arial" panose="020B0604020202020204" pitchFamily="34" charset="0"/>
              <a:buChar char="•"/>
            </a:pPr>
            <a:r>
              <a:rPr lang="en-US" sz="2000" dirty="0"/>
              <a:t>CLOSING REMARKS</a:t>
            </a:r>
          </a:p>
        </p:txBody>
      </p:sp>
    </p:spTree>
    <p:extLst>
      <p:ext uri="{BB962C8B-B14F-4D97-AF65-F5344CB8AC3E}">
        <p14:creationId xmlns:p14="http://schemas.microsoft.com/office/powerpoint/2010/main" val="97075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1">
            <a:extLst>
              <a:ext uri="{FF2B5EF4-FFF2-40B4-BE49-F238E27FC236}">
                <a16:creationId xmlns:a16="http://schemas.microsoft.com/office/drawing/2014/main" id="{9720FACB-2FC5-89A0-D511-BD3DDA81E463}"/>
              </a:ext>
            </a:extLst>
          </p:cNvPr>
          <p:cNvSpPr txBox="1">
            <a:spLocks/>
          </p:cNvSpPr>
          <p:nvPr/>
        </p:nvSpPr>
        <p:spPr bwMode="auto">
          <a:xfrm>
            <a:off x="1179516" y="2049142"/>
            <a:ext cx="10097604" cy="52322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spAutoFit/>
          </a:bodyPr>
          <a:lstStyle>
            <a:lvl1pPr algn="l" rtl="0" eaLnBrk="1" fontAlgn="base" hangingPunct="1">
              <a:spcBef>
                <a:spcPct val="0"/>
              </a:spcBef>
              <a:spcAft>
                <a:spcPct val="0"/>
              </a:spcAft>
              <a:defRPr sz="3200" b="1" kern="1200" cap="all">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2800" kern="0" dirty="0">
                <a:solidFill>
                  <a:srgbClr val="000000"/>
                </a:solidFill>
              </a:rPr>
              <a:t>Project OVERVIEW</a:t>
            </a:r>
            <a:endParaRPr kumimoji="0" lang="en-US" sz="2800" b="1" i="0" u="none" strike="noStrike" kern="0" cap="all" spc="0" normalizeH="0" baseline="0" noProof="0" dirty="0">
              <a:ln>
                <a:noFill/>
              </a:ln>
              <a:solidFill>
                <a:srgbClr val="000000"/>
              </a:solidFill>
              <a:effectLst/>
              <a:uLnTx/>
              <a:uFillTx/>
              <a:latin typeface="Arial" pitchFamily="34" charset="0"/>
              <a:ea typeface="ＭＳ Ｐゴシック" charset="0"/>
              <a:cs typeface="Arial" pitchFamily="34" charset="0"/>
            </a:endParaRPr>
          </a:p>
        </p:txBody>
      </p:sp>
    </p:spTree>
    <p:extLst>
      <p:ext uri="{BB962C8B-B14F-4D97-AF65-F5344CB8AC3E}">
        <p14:creationId xmlns:p14="http://schemas.microsoft.com/office/powerpoint/2010/main" val="3832778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53232-1FDC-4C2B-838B-4CB69BD8444E}"/>
              </a:ext>
            </a:extLst>
          </p:cNvPr>
          <p:cNvSpPr>
            <a:spLocks noGrp="1"/>
          </p:cNvSpPr>
          <p:nvPr>
            <p:ph type="title"/>
          </p:nvPr>
        </p:nvSpPr>
        <p:spPr>
          <a:xfrm>
            <a:off x="954859" y="128981"/>
            <a:ext cx="10294165" cy="785419"/>
          </a:xfrm>
        </p:spPr>
        <p:txBody>
          <a:bodyPr/>
          <a:lstStyle/>
          <a:p>
            <a:br>
              <a:rPr lang="en-US" sz="3000" dirty="0"/>
            </a:br>
            <a:br>
              <a:rPr lang="en-US" sz="3000" dirty="0"/>
            </a:br>
            <a:r>
              <a:rPr lang="en-US" sz="2800" dirty="0"/>
              <a:t>PRE-bid CONFERENCE: PROJECT OVERVIEW</a:t>
            </a:r>
            <a:br>
              <a:rPr lang="en-US" sz="3000" dirty="0"/>
            </a:br>
            <a:br>
              <a:rPr lang="en-US" dirty="0"/>
            </a:br>
            <a:endParaRPr lang="en-US" dirty="0"/>
          </a:p>
        </p:txBody>
      </p:sp>
      <p:sp>
        <p:nvSpPr>
          <p:cNvPr id="3" name="Content Placeholder 2">
            <a:extLst>
              <a:ext uri="{FF2B5EF4-FFF2-40B4-BE49-F238E27FC236}">
                <a16:creationId xmlns:a16="http://schemas.microsoft.com/office/drawing/2014/main" id="{496375FC-2D4F-4A70-ACA9-4698AB6DC525}"/>
              </a:ext>
            </a:extLst>
          </p:cNvPr>
          <p:cNvSpPr>
            <a:spLocks noGrp="1"/>
          </p:cNvSpPr>
          <p:nvPr>
            <p:ph sz="quarter" idx="10"/>
          </p:nvPr>
        </p:nvSpPr>
        <p:spPr>
          <a:xfrm>
            <a:off x="99507" y="931333"/>
            <a:ext cx="11992985" cy="5280213"/>
          </a:xfrm>
        </p:spPr>
        <p:txBody>
          <a:bodyPr/>
          <a:lstStyle/>
          <a:p>
            <a:r>
              <a:rPr lang="en-US" sz="2000" b="1" dirty="0"/>
              <a:t>SOLICITATION NUMBER: </a:t>
            </a:r>
            <a:r>
              <a:rPr lang="en-US" sz="2000" dirty="0"/>
              <a:t>W912EP25BA009</a:t>
            </a:r>
          </a:p>
          <a:p>
            <a:endParaRPr lang="en-US" sz="2000" dirty="0"/>
          </a:p>
          <a:p>
            <a:pPr algn="l"/>
            <a:r>
              <a:rPr lang="en-US" sz="2000" b="1" dirty="0"/>
              <a:t>PROJECT TITLE: </a:t>
            </a:r>
            <a:r>
              <a:rPr lang="en-US" sz="2000" i="0" u="none" strike="noStrike" baseline="0" dirty="0">
                <a:latin typeface="+mj-lt"/>
              </a:rPr>
              <a:t>Coastal Storm Risk Management</a:t>
            </a:r>
            <a:r>
              <a:rPr lang="en-US" sz="2000" dirty="0">
                <a:latin typeface="+mj-lt"/>
              </a:rPr>
              <a:t> Project</a:t>
            </a:r>
            <a:r>
              <a:rPr lang="en-US" sz="2000" i="0" u="none" strike="noStrike" baseline="0" dirty="0">
                <a:latin typeface="+mj-lt"/>
              </a:rPr>
              <a:t>, Hutchinson </a:t>
            </a:r>
          </a:p>
          <a:p>
            <a:pPr algn="l"/>
            <a:r>
              <a:rPr lang="en-US" sz="2000" i="0" u="none" strike="noStrike" baseline="0" dirty="0">
                <a:latin typeface="+mj-lt"/>
              </a:rPr>
              <a:t>Island, St. Lucie County, Florida</a:t>
            </a:r>
          </a:p>
          <a:p>
            <a:pPr algn="l"/>
            <a:endParaRPr lang="en-US" dirty="0"/>
          </a:p>
          <a:p>
            <a:r>
              <a:rPr lang="en-US" sz="2000" b="1" dirty="0"/>
              <a:t>DESCRIPTION OF WORK: </a:t>
            </a:r>
            <a:r>
              <a:rPr lang="en-US" dirty="0"/>
              <a:t>Project work includes construction of a </a:t>
            </a:r>
          </a:p>
          <a:p>
            <a:r>
              <a:rPr lang="en-US" dirty="0"/>
              <a:t>dune and beach berm along approximately 3.4 miles of shoreline in</a:t>
            </a:r>
          </a:p>
          <a:p>
            <a:r>
              <a:rPr lang="en-US" dirty="0"/>
              <a:t>St. Lucie County. Placement will occur between FDEP Range </a:t>
            </a:r>
          </a:p>
          <a:p>
            <a:r>
              <a:rPr lang="en-US" dirty="0"/>
              <a:t>Monuments R-98 to R-01 located in Martin County. Beach compatible </a:t>
            </a:r>
          </a:p>
          <a:p>
            <a:r>
              <a:rPr lang="en-US" dirty="0"/>
              <a:t>sand will be dredged from borrow area A1 and A2, located </a:t>
            </a:r>
          </a:p>
          <a:p>
            <a:r>
              <a:rPr lang="en-US" dirty="0"/>
              <a:t>approximately 3.8 nautical miles offshore in Federal waters. Due to </a:t>
            </a:r>
          </a:p>
          <a:p>
            <a:r>
              <a:rPr lang="en-US" dirty="0"/>
              <a:t>the extensive hardbottom areas located offshore of the fill area, offshore pipeline access is limited to specified corridors. Staging area and beach access to the beach </a:t>
            </a:r>
          </a:p>
          <a:p>
            <a:r>
              <a:rPr lang="en-US" dirty="0"/>
              <a:t>placement area is located within St. Lucie County. Work also includes </a:t>
            </a:r>
          </a:p>
          <a:p>
            <a:r>
              <a:rPr lang="en-US" dirty="0"/>
              <a:t>but is not limited to endangered species observers (hopper dredges </a:t>
            </a:r>
          </a:p>
          <a:p>
            <a:r>
              <a:rPr lang="en-US" dirty="0"/>
              <a:t>only), screening, sea turtle trawl sweeping (hopper dredges only), turbidity monitoring, beach tilling, beach fill quality control, screening, MEC construction support, and vibration control and monitoring.</a:t>
            </a:r>
            <a:endParaRPr lang="en-US" sz="2000" dirty="0">
              <a:latin typeface="+mn-lt"/>
            </a:endParaRPr>
          </a:p>
        </p:txBody>
      </p:sp>
      <p:pic>
        <p:nvPicPr>
          <p:cNvPr id="8" name="Picture 7">
            <a:extLst>
              <a:ext uri="{FF2B5EF4-FFF2-40B4-BE49-F238E27FC236}">
                <a16:creationId xmlns:a16="http://schemas.microsoft.com/office/drawing/2014/main" id="{21290035-DDCB-2C6D-2E9A-BEADB827C5A1}"/>
              </a:ext>
            </a:extLst>
          </p:cNvPr>
          <p:cNvPicPr>
            <a:picLocks noChangeAspect="1"/>
          </p:cNvPicPr>
          <p:nvPr/>
        </p:nvPicPr>
        <p:blipFill>
          <a:blip r:embed="rId2"/>
          <a:stretch>
            <a:fillRect/>
          </a:stretch>
        </p:blipFill>
        <p:spPr>
          <a:xfrm>
            <a:off x="8706204" y="931333"/>
            <a:ext cx="3386288" cy="4769237"/>
          </a:xfrm>
          <a:prstGeom prst="rect">
            <a:avLst/>
          </a:prstGeom>
        </p:spPr>
      </p:pic>
    </p:spTree>
    <p:extLst>
      <p:ext uri="{BB962C8B-B14F-4D97-AF65-F5344CB8AC3E}">
        <p14:creationId xmlns:p14="http://schemas.microsoft.com/office/powerpoint/2010/main" val="12265367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1">
            <a:extLst>
              <a:ext uri="{FF2B5EF4-FFF2-40B4-BE49-F238E27FC236}">
                <a16:creationId xmlns:a16="http://schemas.microsoft.com/office/drawing/2014/main" id="{9720FACB-2FC5-89A0-D511-BD3DDA81E463}"/>
              </a:ext>
            </a:extLst>
          </p:cNvPr>
          <p:cNvSpPr txBox="1">
            <a:spLocks/>
          </p:cNvSpPr>
          <p:nvPr/>
        </p:nvSpPr>
        <p:spPr bwMode="auto">
          <a:xfrm>
            <a:off x="1179516" y="2049142"/>
            <a:ext cx="10097604" cy="52322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spAutoFit/>
          </a:bodyPr>
          <a:lstStyle>
            <a:lvl1pPr algn="l" rtl="0" eaLnBrk="1" fontAlgn="base" hangingPunct="1">
              <a:spcBef>
                <a:spcPct val="0"/>
              </a:spcBef>
              <a:spcAft>
                <a:spcPct val="0"/>
              </a:spcAft>
              <a:defRPr sz="3200" b="1" kern="1200" cap="all">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2800" kern="0" dirty="0">
                <a:solidFill>
                  <a:srgbClr val="000000"/>
                </a:solidFill>
              </a:rPr>
              <a:t>CONTRACTING OVERVIEW</a:t>
            </a:r>
            <a:endParaRPr kumimoji="0" lang="en-US" sz="2800" b="1" i="0" u="none" strike="noStrike" kern="0" cap="all" spc="0" normalizeH="0" baseline="0" noProof="0" dirty="0">
              <a:ln>
                <a:noFill/>
              </a:ln>
              <a:solidFill>
                <a:srgbClr val="000000"/>
              </a:solidFill>
              <a:effectLst/>
              <a:uLnTx/>
              <a:uFillTx/>
              <a:latin typeface="Arial" pitchFamily="34" charset="0"/>
              <a:ea typeface="ＭＳ Ｐゴシック" charset="0"/>
              <a:cs typeface="Arial" pitchFamily="34" charset="0"/>
            </a:endParaRPr>
          </a:p>
        </p:txBody>
      </p:sp>
      <p:sp>
        <p:nvSpPr>
          <p:cNvPr id="9" name="TextBox 8">
            <a:extLst>
              <a:ext uri="{FF2B5EF4-FFF2-40B4-BE49-F238E27FC236}">
                <a16:creationId xmlns:a16="http://schemas.microsoft.com/office/drawing/2014/main" id="{EFDE309B-64A2-1E13-5375-B36ED78DE978}"/>
              </a:ext>
            </a:extLst>
          </p:cNvPr>
          <p:cNvSpPr txBox="1"/>
          <p:nvPr/>
        </p:nvSpPr>
        <p:spPr>
          <a:xfrm>
            <a:off x="3048000" y="2808311"/>
            <a:ext cx="6096000" cy="1754326"/>
          </a:xfrm>
          <a:prstGeom prst="rect">
            <a:avLst/>
          </a:prstGeom>
          <a:noFill/>
        </p:spPr>
        <p:txBody>
          <a:bodyPr wrap="square">
            <a:spAutoFit/>
          </a:bodyPr>
          <a:lstStyle/>
          <a:p>
            <a:pPr algn="ctr"/>
            <a:r>
              <a:rPr lang="en-US" b="1" dirty="0" err="1">
                <a:latin typeface="Arial"/>
                <a:cs typeface="Arial"/>
              </a:rPr>
              <a:t>Griselle</a:t>
            </a:r>
            <a:r>
              <a:rPr lang="en-US" b="1" dirty="0">
                <a:latin typeface="Arial"/>
                <a:cs typeface="Arial"/>
              </a:rPr>
              <a:t> Gonzalez-Aquino</a:t>
            </a:r>
            <a:r>
              <a:rPr lang="en-US" sz="1800" b="1" dirty="0">
                <a:latin typeface="Arial"/>
                <a:cs typeface="Arial"/>
              </a:rPr>
              <a:t>, Contracting Officer</a:t>
            </a:r>
          </a:p>
          <a:p>
            <a:pPr algn="ctr"/>
            <a:r>
              <a:rPr lang="en-US" sz="1800" b="1" dirty="0">
                <a:latin typeface="Arial"/>
                <a:cs typeface="Arial"/>
              </a:rPr>
              <a:t>Email: </a:t>
            </a:r>
            <a:r>
              <a:rPr lang="en-US" sz="1800" b="1" dirty="0">
                <a:latin typeface="Arial"/>
                <a:cs typeface="Arial"/>
                <a:hlinkClick r:id="rId2"/>
              </a:rPr>
              <a:t>Griselle.Gonzalez@usace.army.mil</a:t>
            </a:r>
            <a:r>
              <a:rPr lang="en-US" sz="1800" b="1" dirty="0">
                <a:latin typeface="Arial"/>
                <a:cs typeface="Arial"/>
              </a:rPr>
              <a:t>  </a:t>
            </a:r>
          </a:p>
          <a:p>
            <a:pPr algn="ctr"/>
            <a:endParaRPr lang="en-US" sz="1800" b="1" dirty="0">
              <a:latin typeface="Arial" panose="020B0604020202020204" pitchFamily="34" charset="0"/>
              <a:cs typeface="Arial" panose="020B0604020202020204" pitchFamily="34" charset="0"/>
            </a:endParaRPr>
          </a:p>
          <a:p>
            <a:pPr algn="ctr"/>
            <a:r>
              <a:rPr lang="en-US" b="1" dirty="0">
                <a:latin typeface="Arial"/>
                <a:cs typeface="Arial"/>
              </a:rPr>
              <a:t>Meredith Coad</a:t>
            </a:r>
            <a:r>
              <a:rPr lang="en-US" sz="1800" b="1" dirty="0">
                <a:latin typeface="Arial"/>
                <a:cs typeface="Arial"/>
              </a:rPr>
              <a:t>, Contract Specialist</a:t>
            </a:r>
          </a:p>
          <a:p>
            <a:pPr algn="ctr"/>
            <a:r>
              <a:rPr lang="en-US" sz="1800" b="1" dirty="0">
                <a:latin typeface="Arial"/>
                <a:cs typeface="Arial"/>
              </a:rPr>
              <a:t>Email: </a:t>
            </a:r>
            <a:r>
              <a:rPr lang="en-US" b="1" dirty="0">
                <a:latin typeface="Arial"/>
                <a:cs typeface="Arial"/>
                <a:hlinkClick r:id="rId3"/>
              </a:rPr>
              <a:t>Meredith.C.Coad</a:t>
            </a:r>
            <a:r>
              <a:rPr lang="en-US" sz="1800" b="1" dirty="0">
                <a:latin typeface="Arial"/>
                <a:cs typeface="Arial"/>
                <a:hlinkClick r:id="rId3"/>
              </a:rPr>
              <a:t>@usace.army.mil</a:t>
            </a:r>
            <a:endParaRPr lang="en-US" sz="1800" b="1" dirty="0">
              <a:latin typeface="Arial"/>
              <a:cs typeface="Arial"/>
            </a:endParaRPr>
          </a:p>
          <a:p>
            <a:pPr algn="ctr"/>
            <a:r>
              <a:rPr lang="en-US" sz="1800" b="1" dirty="0">
                <a:latin typeface="Arial"/>
                <a:cs typeface="Arial"/>
              </a:rPr>
              <a:t> </a:t>
            </a:r>
          </a:p>
        </p:txBody>
      </p:sp>
    </p:spTree>
    <p:extLst>
      <p:ext uri="{BB962C8B-B14F-4D97-AF65-F5344CB8AC3E}">
        <p14:creationId xmlns:p14="http://schemas.microsoft.com/office/powerpoint/2010/main" val="24725668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53232-1FDC-4C2B-838B-4CB69BD8444E}"/>
              </a:ext>
            </a:extLst>
          </p:cNvPr>
          <p:cNvSpPr>
            <a:spLocks noGrp="1"/>
          </p:cNvSpPr>
          <p:nvPr>
            <p:ph type="title"/>
          </p:nvPr>
        </p:nvSpPr>
        <p:spPr/>
        <p:txBody>
          <a:bodyPr/>
          <a:lstStyle/>
          <a:p>
            <a:r>
              <a:rPr lang="en-US" sz="2800" dirty="0"/>
              <a:t>PRE-bid CONFERENCE: Acquisition APPROACH </a:t>
            </a:r>
          </a:p>
        </p:txBody>
      </p:sp>
      <p:sp>
        <p:nvSpPr>
          <p:cNvPr id="3" name="Content Placeholder 2">
            <a:extLst>
              <a:ext uri="{FF2B5EF4-FFF2-40B4-BE49-F238E27FC236}">
                <a16:creationId xmlns:a16="http://schemas.microsoft.com/office/drawing/2014/main" id="{496375FC-2D4F-4A70-ACA9-4698AB6DC525}"/>
              </a:ext>
            </a:extLst>
          </p:cNvPr>
          <p:cNvSpPr>
            <a:spLocks noGrp="1"/>
          </p:cNvSpPr>
          <p:nvPr>
            <p:ph sz="quarter" idx="10"/>
          </p:nvPr>
        </p:nvSpPr>
        <p:spPr>
          <a:xfrm>
            <a:off x="313509" y="1028700"/>
            <a:ext cx="11251474" cy="5600700"/>
          </a:xfrm>
        </p:spPr>
        <p:txBody>
          <a:bodyPr/>
          <a:lstStyle/>
          <a:p>
            <a:pPr marR="0" lvl="0" algn="l" defTabSz="914400" rtl="0" eaLnBrk="1" fontAlgn="base" latinLnBrk="0" hangingPunct="1">
              <a:lnSpc>
                <a:spcPct val="100000"/>
              </a:lnSpc>
              <a:spcBef>
                <a:spcPts val="0"/>
              </a:spcBef>
              <a:spcAft>
                <a:spcPct val="0"/>
              </a:spcAft>
              <a:buClrTx/>
              <a:buSzTx/>
              <a:tabLst/>
              <a:defRPr/>
            </a:pPr>
            <a:r>
              <a:rPr kumimoji="0" lang="en-US" sz="2000" b="1"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rPr>
              <a:t>Solicitation No. W912EP25BA009</a:t>
            </a:r>
            <a:endParaRPr kumimoji="0" lang="en-US" sz="2000" b="0" i="0" u="none" strike="noStrike" kern="1200" cap="none" spc="0" normalizeH="0" baseline="0" noProof="0" dirty="0">
              <a:ln>
                <a:noFill/>
              </a:ln>
              <a:solidFill>
                <a:srgbClr val="000000">
                  <a:lumMod val="75000"/>
                  <a:lumOff val="25000"/>
                </a:srgbClr>
              </a:solidFill>
              <a:effectLst/>
              <a:uLnTx/>
              <a:uFillTx/>
              <a:latin typeface="Arial" pitchFamily="34" charset="0"/>
              <a:ea typeface="ＭＳ Ｐゴシック" charset="0"/>
              <a:cs typeface="Arial" pitchFamily="34" charset="0"/>
            </a:endParaRPr>
          </a:p>
          <a:p>
            <a:pPr marL="0" marR="0" lvl="0" indent="0" algn="l" defTabSz="914400" rtl="0" eaLnBrk="1" fontAlgn="base" latinLnBrk="0" hangingPunct="1">
              <a:lnSpc>
                <a:spcPct val="100000"/>
              </a:lnSpc>
              <a:spcBef>
                <a:spcPts val="0"/>
              </a:spcBef>
              <a:spcAft>
                <a:spcPct val="0"/>
              </a:spcAft>
              <a:buClrTx/>
              <a:buSzTx/>
              <a:buFont typeface="Arial" pitchFamily="34" charset="0"/>
              <a:buNone/>
              <a:tabLst/>
              <a:defRPr/>
            </a:pPr>
            <a:endParaRPr kumimoji="0" lang="en-US" sz="1800" b="1"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endParaRPr>
          </a:p>
          <a:p>
            <a:pPr marL="0" marR="0" lvl="0" indent="0" algn="l" defTabSz="914400"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rPr>
              <a:t> Contracting Method: </a:t>
            </a:r>
            <a:r>
              <a:rPr kumimoji="0" lang="en-US" sz="1800" b="0"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rPr>
              <a:t>FAR Part 14 Sealed Bidding - Invitation for Bid (IFB), Unrestricted. </a:t>
            </a:r>
            <a:endParaRPr kumimoji="0" lang="en-US" sz="1800" b="0" i="0" u="none" strike="noStrike" kern="1200" cap="none" spc="0" normalizeH="0" baseline="0" noProof="0" dirty="0">
              <a:ln>
                <a:noFill/>
              </a:ln>
              <a:solidFill>
                <a:srgbClr val="000000">
                  <a:lumMod val="75000"/>
                  <a:lumOff val="25000"/>
                </a:srgbClr>
              </a:solidFill>
              <a:effectLst/>
              <a:uLnTx/>
              <a:uFillTx/>
              <a:latin typeface="Arial" pitchFamily="34" charset="0"/>
              <a:ea typeface="ＭＳ Ｐゴシック" charset="0"/>
              <a:cs typeface="Arial" pitchFamily="34" charset="0"/>
            </a:endParaRPr>
          </a:p>
          <a:p>
            <a:pPr marL="0" marR="0" lvl="0" indent="0" algn="l" defTabSz="914400" rtl="0" eaLnBrk="1" fontAlgn="base" latinLnBrk="0" hangingPunct="1">
              <a:lnSpc>
                <a:spcPct val="100000"/>
              </a:lnSpc>
              <a:spcBef>
                <a:spcPts val="0"/>
              </a:spcBef>
              <a:spcAft>
                <a:spcPct val="0"/>
              </a:spcAft>
              <a:buClrTx/>
              <a:buSzTx/>
              <a:tabLst/>
              <a:defRPr/>
            </a:pPr>
            <a:endParaRPr kumimoji="0" lang="en-US" sz="1800" b="0"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endParaRPr>
          </a:p>
          <a:p>
            <a:pPr marL="0" marR="0" lvl="0" indent="0" algn="l" defTabSz="914400"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rPr>
              <a:t> Type of Contract:</a:t>
            </a:r>
            <a:r>
              <a:rPr kumimoji="0" lang="en-US" sz="1800" b="0"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rPr>
              <a:t> Firm-Fixed Price (FFP). (FAR clause 52.216-1)</a:t>
            </a:r>
          </a:p>
          <a:p>
            <a:pPr marL="0" marR="0" lvl="0" indent="0" algn="l" defTabSz="914400" rtl="0" eaLnBrk="1" fontAlgn="base" latinLnBrk="0" hangingPunct="1">
              <a:lnSpc>
                <a:spcPct val="100000"/>
              </a:lnSpc>
              <a:spcBef>
                <a:spcPts val="0"/>
              </a:spcBef>
              <a:spcAft>
                <a:spcPct val="0"/>
              </a:spcAft>
              <a:buClrTx/>
              <a:buSzTx/>
              <a:buFont typeface="Arial" pitchFamily="34" charset="0"/>
              <a:buNone/>
              <a:tabLst/>
              <a:defRPr/>
            </a:pPr>
            <a:endParaRPr kumimoji="0" lang="en-US" sz="1800" b="0"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endParaRPr>
          </a:p>
          <a:p>
            <a:pPr marL="0" marR="0" lvl="0" indent="0" algn="l" defTabSz="914400" rtl="0" eaLnBrk="1" fontAlgn="base" latinLnBrk="0" hangingPunct="1">
              <a:lnSpc>
                <a:spcPct val="100000"/>
              </a:lnSpc>
              <a:spcBef>
                <a:spcPts val="0"/>
              </a:spcBef>
              <a:spcAft>
                <a:spcPct val="0"/>
              </a:spcAft>
              <a:buClrTx/>
              <a:buSzTx/>
              <a:buFont typeface="Arial" pitchFamily="34" charset="0"/>
              <a:buChar char="•"/>
              <a:tabLst/>
              <a:defRPr/>
            </a:pPr>
            <a:r>
              <a:rPr kumimoji="0" lang="en-US" sz="1800" b="1"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rPr>
              <a:t> Transmission Method: </a:t>
            </a:r>
            <a:r>
              <a:rPr kumimoji="0" lang="en-US" sz="1800" b="0"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rPr>
              <a:t>Electronically via Procurement Integrated Enterprise Environment (PIEE). Bids must be received by the Government no later than </a:t>
            </a:r>
            <a:r>
              <a:rPr kumimoji="0" lang="en-US" sz="1800" b="1"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rPr>
              <a:t>August </a:t>
            </a:r>
            <a:r>
              <a:rPr lang="en-US" sz="1800" b="1" dirty="0">
                <a:solidFill>
                  <a:srgbClr val="000000">
                    <a:lumMod val="75000"/>
                    <a:lumOff val="25000"/>
                  </a:srgbClr>
                </a:solidFill>
                <a:latin typeface="Arial"/>
                <a:ea typeface="ＭＳ Ｐゴシック"/>
                <a:cs typeface="Arial"/>
              </a:rPr>
              <a:t>26</a:t>
            </a:r>
            <a:r>
              <a:rPr kumimoji="0" lang="en-US" sz="1800" b="1"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rPr>
              <a:t>, 2025, at 1:00 pm (EDT)</a:t>
            </a:r>
            <a:r>
              <a:rPr kumimoji="0" lang="en-US" sz="1800" b="0"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rPr>
              <a:t>. Please see Section 00 21 </a:t>
            </a:r>
            <a:r>
              <a:rPr lang="en-US" sz="1800" dirty="0">
                <a:solidFill>
                  <a:srgbClr val="000000">
                    <a:lumMod val="75000"/>
                    <a:lumOff val="25000"/>
                  </a:srgbClr>
                </a:solidFill>
                <a:latin typeface="Arial"/>
                <a:ea typeface="ＭＳ Ｐゴシック"/>
                <a:cs typeface="Arial"/>
              </a:rPr>
              <a:t>13</a:t>
            </a:r>
            <a:r>
              <a:rPr kumimoji="0" lang="en-US" sz="1800" b="0"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rPr>
              <a:t> Instructions to Bidders, for more details.</a:t>
            </a:r>
          </a:p>
          <a:p>
            <a:pPr marL="0" marR="0" lvl="0" indent="0" algn="l" defTabSz="914400" rtl="0" eaLnBrk="1" fontAlgn="base" latinLnBrk="0" hangingPunct="1">
              <a:lnSpc>
                <a:spcPct val="100000"/>
              </a:lnSpc>
              <a:spcBef>
                <a:spcPts val="0"/>
              </a:spcBef>
              <a:spcAft>
                <a:spcPct val="0"/>
              </a:spcAft>
              <a:buClrTx/>
              <a:buSzTx/>
              <a:buFont typeface="Arial" pitchFamily="34" charset="0"/>
              <a:buChar char="•"/>
              <a:tabLst/>
              <a:defRPr/>
            </a:pPr>
            <a:endParaRPr kumimoji="0" lang="en-US" sz="1800" b="0"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endParaRPr>
          </a:p>
          <a:p>
            <a:pPr marL="0" marR="0" lvl="0" indent="0" algn="l" defTabSz="914400" rtl="0" eaLnBrk="1" fontAlgn="base" latinLnBrk="0" hangingPunct="1">
              <a:lnSpc>
                <a:spcPct val="100000"/>
              </a:lnSpc>
              <a:spcBef>
                <a:spcPts val="0"/>
              </a:spcBef>
              <a:spcAft>
                <a:spcPct val="0"/>
              </a:spcAft>
              <a:buClrTx/>
              <a:buSzTx/>
              <a:buFont typeface="Arial" pitchFamily="34" charset="0"/>
              <a:buChar char="•"/>
              <a:tabLst/>
              <a:defRPr/>
            </a:pPr>
            <a:r>
              <a:rPr kumimoji="0" lang="en-US" sz="1800" b="0" i="0" u="none" strike="noStrike" kern="1200" cap="none" spc="0" normalizeH="0" baseline="0" noProof="0" dirty="0">
                <a:ln>
                  <a:noFill/>
                </a:ln>
                <a:solidFill>
                  <a:srgbClr val="404040"/>
                </a:solidFill>
                <a:effectLst/>
                <a:uLnTx/>
                <a:uFillTx/>
                <a:latin typeface="Arial"/>
                <a:ea typeface="ＭＳ Ｐゴシック"/>
                <a:cs typeface="Arial"/>
              </a:rPr>
              <a:t> </a:t>
            </a:r>
            <a:r>
              <a:rPr kumimoji="0" lang="en-US" sz="1800" b="1" i="0" u="none" strike="noStrike" kern="1200" cap="none" spc="0" normalizeH="0" baseline="0" noProof="0" dirty="0">
                <a:ln>
                  <a:noFill/>
                </a:ln>
                <a:solidFill>
                  <a:srgbClr val="404040"/>
                </a:solidFill>
                <a:effectLst/>
                <a:uLnTx/>
                <a:uFillTx/>
                <a:latin typeface="Arial"/>
                <a:ea typeface="ＭＳ Ｐゴシック"/>
                <a:cs typeface="Arial"/>
              </a:rPr>
              <a:t>ALL AMENDMENTS MUST BE ACKNOWLEDGED (IF ANY)</a:t>
            </a:r>
          </a:p>
          <a:p>
            <a:pPr marL="0" marR="0" lvl="0" indent="0" algn="l" defTabSz="914400" rtl="0" eaLnBrk="1" fontAlgn="base" latinLnBrk="0" hangingPunct="1">
              <a:lnSpc>
                <a:spcPct val="100000"/>
              </a:lnSpc>
              <a:spcBef>
                <a:spcPts val="0"/>
              </a:spcBef>
              <a:spcAft>
                <a:spcPct val="0"/>
              </a:spcAft>
              <a:buClrTx/>
              <a:buSzTx/>
              <a:tabLst/>
              <a:defRPr/>
            </a:pPr>
            <a:endParaRPr kumimoji="0" lang="en-US" sz="1800" b="1" i="0" u="none" strike="noStrike" kern="1200" cap="none" spc="0" normalizeH="0" baseline="0" noProof="0" dirty="0">
              <a:ln>
                <a:noFill/>
              </a:ln>
              <a:solidFill>
                <a:srgbClr val="404040"/>
              </a:solidFill>
              <a:effectLst/>
              <a:uLnTx/>
              <a:uFillTx/>
              <a:latin typeface="Arial"/>
              <a:ea typeface="ＭＳ Ｐゴシック"/>
              <a:cs typeface="Arial"/>
            </a:endParaRPr>
          </a:p>
          <a:p>
            <a:pPr marL="0" marR="0" lvl="0" indent="0" algn="l" defTabSz="914400" rtl="0" eaLnBrk="1" fontAlgn="base" latinLnBrk="0" hangingPunct="1">
              <a:lnSpc>
                <a:spcPct val="100000"/>
              </a:lnSpc>
              <a:spcBef>
                <a:spcPts val="0"/>
              </a:spcBef>
              <a:spcAft>
                <a:spcPct val="0"/>
              </a:spcAft>
              <a:buClrTx/>
              <a:buSzTx/>
              <a:tabLst/>
              <a:defRPr/>
            </a:pPr>
            <a:r>
              <a:rPr kumimoji="0" lang="en-US" sz="1800" i="0" u="none" strike="noStrike" kern="1200" cap="none" spc="0" normalizeH="0" baseline="0" noProof="0" dirty="0">
                <a:ln>
                  <a:noFill/>
                </a:ln>
                <a:solidFill>
                  <a:srgbClr val="404040"/>
                </a:solidFill>
                <a:effectLst/>
                <a:uLnTx/>
                <a:uFillTx/>
                <a:latin typeface="Arial"/>
                <a:ea typeface="ＭＳ Ｐゴシック"/>
                <a:cs typeface="Arial"/>
              </a:rPr>
              <a:t>FAILURE TO COMPLETE AND RETURN ALL REQUIRED SUBMISSION (SF 1442, SECTION 00 </a:t>
            </a:r>
            <a:r>
              <a:rPr lang="en-US" sz="1800" dirty="0">
                <a:solidFill>
                  <a:srgbClr val="404040"/>
                </a:solidFill>
                <a:latin typeface="Arial"/>
                <a:ea typeface="ＭＳ Ｐゴシック"/>
                <a:cs typeface="Arial"/>
              </a:rPr>
              <a:t>10 </a:t>
            </a:r>
            <a:r>
              <a:rPr kumimoji="0" lang="en-US" sz="1800" i="0" u="none" strike="noStrike" kern="1200" cap="none" spc="0" normalizeH="0" baseline="0" noProof="0" dirty="0">
                <a:ln>
                  <a:noFill/>
                </a:ln>
                <a:solidFill>
                  <a:srgbClr val="404040"/>
                </a:solidFill>
                <a:effectLst/>
                <a:uLnTx/>
                <a:uFillTx/>
                <a:latin typeface="Arial"/>
                <a:ea typeface="ＭＳ Ｐゴシック"/>
                <a:cs typeface="Arial"/>
              </a:rPr>
              <a:t>00 SOLICITATION, SECTION 0045 00 REPRESENTATION AND CERTIFICATIONS, CONTRACT LINE ITEM NUMBER (CLIN) SCHEDULE, AND BID BOND) COULD RENDER YOUR BID NON-RESPONSIVE.</a:t>
            </a:r>
          </a:p>
          <a:p>
            <a:pPr marL="0" marR="0" lvl="0" indent="0" algn="l" defTabSz="914400" rtl="0" eaLnBrk="1" fontAlgn="base" latinLnBrk="0" hangingPunct="1">
              <a:lnSpc>
                <a:spcPct val="100000"/>
              </a:lnSpc>
              <a:spcBef>
                <a:spcPts val="0"/>
              </a:spcBef>
              <a:spcAft>
                <a:spcPct val="0"/>
              </a:spcAft>
              <a:buClrTx/>
              <a:buSzTx/>
              <a:buFont typeface="Arial" pitchFamily="34" charset="0"/>
              <a:buNone/>
              <a:tabLst/>
              <a:defRPr/>
            </a:pPr>
            <a:endParaRPr kumimoji="0" lang="en-US" sz="1800" b="0" i="0" u="none" strike="noStrike" kern="1200" cap="none" spc="0" normalizeH="0" baseline="0" noProof="0" dirty="0">
              <a:ln>
                <a:noFill/>
              </a:ln>
              <a:solidFill>
                <a:srgbClr val="404040"/>
              </a:solidFill>
              <a:effectLst/>
              <a:uLnTx/>
              <a:uFillTx/>
              <a:latin typeface="Arial"/>
              <a:ea typeface="ＭＳ Ｐゴシック"/>
              <a:cs typeface="Arial"/>
            </a:endParaRPr>
          </a:p>
          <a:p>
            <a:pPr marL="0" marR="0" lvl="0" indent="0" algn="l" defTabSz="914400" rtl="0" eaLnBrk="1" fontAlgn="base" latinLnBrk="0" hangingPunct="1">
              <a:lnSpc>
                <a:spcPct val="100000"/>
              </a:lnSpc>
              <a:spcBef>
                <a:spcPts val="0"/>
              </a:spcBef>
              <a:spcAft>
                <a:spcPct val="0"/>
              </a:spcAft>
              <a:buClrTx/>
              <a:buSzTx/>
              <a:buFont typeface="Arial" pitchFamily="34" charset="0"/>
              <a:buChar char="•"/>
              <a:tabLst/>
              <a:defRPr/>
            </a:pPr>
            <a:r>
              <a:rPr kumimoji="0" lang="en-US" sz="1800" b="1" i="0" u="none" strike="noStrike" kern="1200" cap="none" spc="0" normalizeH="0" baseline="0" noProof="0" dirty="0">
                <a:ln>
                  <a:noFill/>
                </a:ln>
                <a:solidFill>
                  <a:srgbClr val="404040"/>
                </a:solidFill>
                <a:effectLst/>
                <a:uLnTx/>
                <a:uFillTx/>
                <a:latin typeface="Arial"/>
                <a:ea typeface="ＭＳ Ｐゴシック"/>
                <a:cs typeface="Arial"/>
              </a:rPr>
              <a:t> Bid</a:t>
            </a:r>
            <a:r>
              <a:rPr kumimoji="0" lang="en-US" sz="1800" b="1"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rPr>
              <a:t> Opening:</a:t>
            </a:r>
            <a:r>
              <a:rPr kumimoji="0" lang="en-US" sz="1800" b="0"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rPr>
              <a:t> </a:t>
            </a:r>
            <a:r>
              <a:rPr lang="en-US" sz="1800" b="1" dirty="0">
                <a:solidFill>
                  <a:srgbClr val="000000">
                    <a:lumMod val="75000"/>
                    <a:lumOff val="25000"/>
                  </a:srgbClr>
                </a:solidFill>
                <a:latin typeface="Arial"/>
                <a:ea typeface="ＭＳ Ｐゴシック"/>
                <a:cs typeface="Arial"/>
              </a:rPr>
              <a:t>August 26</a:t>
            </a:r>
            <a:r>
              <a:rPr kumimoji="0" lang="en-US" sz="1800" b="1"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rPr>
              <a:t>, 2025, at 2:00 pm (EDT) </a:t>
            </a:r>
            <a:r>
              <a:rPr kumimoji="0" lang="en-US" sz="1800" b="0"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rPr>
              <a:t>via </a:t>
            </a:r>
            <a:r>
              <a:rPr lang="en-US" sz="1800" dirty="0">
                <a:solidFill>
                  <a:srgbClr val="000000">
                    <a:lumMod val="75000"/>
                    <a:lumOff val="25000"/>
                  </a:srgbClr>
                </a:solidFill>
                <a:latin typeface="Arial"/>
                <a:ea typeface="ＭＳ Ｐゴシック"/>
                <a:cs typeface="Arial"/>
              </a:rPr>
              <a:t>Microsoft Teams</a:t>
            </a:r>
            <a:r>
              <a:rPr kumimoji="0" lang="en-US" sz="1800" b="0"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rPr>
              <a:t>. </a:t>
            </a:r>
            <a:r>
              <a:rPr kumimoji="0" lang="en-US" sz="1800" b="0" i="0" u="none" strike="noStrike" kern="1200" cap="none" spc="0" normalizeH="0" baseline="0" noProof="0" dirty="0">
                <a:ln>
                  <a:noFill/>
                </a:ln>
                <a:solidFill>
                  <a:srgbClr val="404040"/>
                </a:solidFill>
                <a:effectLst/>
                <a:uLnTx/>
                <a:uFillTx/>
                <a:latin typeface="Arial"/>
                <a:ea typeface="ＭＳ Ｐゴシック"/>
                <a:cs typeface="Arial"/>
              </a:rPr>
              <a:t>You must be registered in the system for award management (SAM) to receive an award from this solicitation. </a:t>
            </a:r>
            <a:endParaRPr kumimoji="0" lang="en-US" sz="1800" b="0" i="0" u="none" strike="noStrike" kern="1200" cap="none" spc="0" normalizeH="0" baseline="0" noProof="0" dirty="0">
              <a:ln>
                <a:noFill/>
              </a:ln>
              <a:solidFill>
                <a:srgbClr val="404040"/>
              </a:solidFill>
              <a:effectLst/>
              <a:uLnTx/>
              <a:uFillTx/>
              <a:latin typeface="Arial" pitchFamily="34" charset="0"/>
              <a:ea typeface="ＭＳ Ｐゴシック"/>
              <a:cs typeface="Arial" pitchFamily="34" charset="0"/>
            </a:endParaRPr>
          </a:p>
          <a:p>
            <a:pPr>
              <a:lnSpc>
                <a:spcPct val="150000"/>
              </a:lnSpc>
            </a:pPr>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6229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53232-1FDC-4C2B-838B-4CB69BD8444E}"/>
              </a:ext>
            </a:extLst>
          </p:cNvPr>
          <p:cNvSpPr>
            <a:spLocks noGrp="1"/>
          </p:cNvSpPr>
          <p:nvPr>
            <p:ph type="title"/>
          </p:nvPr>
        </p:nvSpPr>
        <p:spPr/>
        <p:txBody>
          <a:bodyPr/>
          <a:lstStyle/>
          <a:p>
            <a:r>
              <a:rPr lang="en-US" sz="2800" dirty="0"/>
              <a:t>PRE-bid CONFERENCE: GENERAL INFORMATION</a:t>
            </a:r>
          </a:p>
        </p:txBody>
      </p:sp>
      <p:sp>
        <p:nvSpPr>
          <p:cNvPr id="3" name="Content Placeholder 2">
            <a:extLst>
              <a:ext uri="{FF2B5EF4-FFF2-40B4-BE49-F238E27FC236}">
                <a16:creationId xmlns:a16="http://schemas.microsoft.com/office/drawing/2014/main" id="{496375FC-2D4F-4A70-ACA9-4698AB6DC525}"/>
              </a:ext>
            </a:extLst>
          </p:cNvPr>
          <p:cNvSpPr>
            <a:spLocks noGrp="1"/>
          </p:cNvSpPr>
          <p:nvPr>
            <p:ph sz="quarter" idx="10"/>
          </p:nvPr>
        </p:nvSpPr>
        <p:spPr>
          <a:xfrm>
            <a:off x="266700" y="1028700"/>
            <a:ext cx="11298283" cy="5600700"/>
          </a:xfrm>
        </p:spPr>
        <p:txBody>
          <a:bodyPr/>
          <a:lstStyle/>
          <a:p>
            <a:pPr marL="285750" indent="-285750">
              <a:spcAft>
                <a:spcPts val="1200"/>
              </a:spcAft>
              <a:buFont typeface="Arial" panose="020B0604020202020204" pitchFamily="34" charset="0"/>
              <a:buChar char="•"/>
            </a:pPr>
            <a:r>
              <a:rPr lang="en-US" sz="1800" b="1" dirty="0">
                <a:solidFill>
                  <a:schemeClr val="tx1"/>
                </a:solidFill>
                <a:latin typeface="Arial"/>
                <a:ea typeface="ＭＳ Ｐゴシック"/>
                <a:cs typeface="Arial"/>
              </a:rPr>
              <a:t>Estimated Magnitude of Construction:</a:t>
            </a:r>
            <a:r>
              <a:rPr lang="en-US" sz="1800" dirty="0">
                <a:solidFill>
                  <a:schemeClr val="tx1"/>
                </a:solidFill>
                <a:latin typeface="Arial"/>
                <a:ea typeface="ＭＳ Ｐゴシック"/>
                <a:cs typeface="Arial"/>
              </a:rPr>
              <a:t> $10,000,000.00 - $25,000,000.00.</a:t>
            </a:r>
          </a:p>
          <a:p>
            <a:pPr>
              <a:spcAft>
                <a:spcPts val="1200"/>
              </a:spcAft>
            </a:pPr>
            <a:endParaRPr lang="en-US" sz="2000" dirty="0">
              <a:solidFill>
                <a:schemeClr val="tx1"/>
              </a:solidFill>
              <a:latin typeface="Arial"/>
              <a:ea typeface="ＭＳ Ｐゴシック"/>
              <a:cs typeface="Arial"/>
            </a:endParaRPr>
          </a:p>
          <a:p>
            <a:pPr marL="342900" indent="-342900">
              <a:spcAft>
                <a:spcPts val="1200"/>
              </a:spcAft>
              <a:buFont typeface="Arial" panose="020B0604020202020204" pitchFamily="34" charset="0"/>
              <a:buChar char="•"/>
            </a:pPr>
            <a:r>
              <a:rPr lang="en-US" sz="1800" b="1" dirty="0">
                <a:solidFill>
                  <a:schemeClr val="tx1"/>
                </a:solidFill>
                <a:latin typeface="Arial"/>
                <a:ea typeface="ＭＳ Ｐゴシック"/>
                <a:cs typeface="Arial"/>
              </a:rPr>
              <a:t>Applicable North American Industry Classification System (NAICS):</a:t>
            </a:r>
            <a:r>
              <a:rPr lang="en-US" sz="1800" dirty="0">
                <a:solidFill>
                  <a:schemeClr val="tx1"/>
                </a:solidFill>
                <a:latin typeface="Arial"/>
                <a:ea typeface="ＭＳ Ｐゴシック"/>
                <a:cs typeface="Arial"/>
              </a:rPr>
              <a:t> 237990 (Exception), Dredging and Surface Cleanup Activities. The Small Business Size Standard for dredging is $37.0 million.</a:t>
            </a:r>
          </a:p>
          <a:p>
            <a:endParaRPr lang="en-US" sz="1800" b="1" dirty="0">
              <a:solidFill>
                <a:schemeClr val="tx1"/>
              </a:solidFill>
              <a:ea typeface="ＭＳ Ｐゴシック"/>
            </a:endParaRPr>
          </a:p>
          <a:p>
            <a:r>
              <a:rPr lang="en-US" sz="1800" b="1" dirty="0">
                <a:solidFill>
                  <a:schemeClr val="tx1"/>
                </a:solidFill>
                <a:ea typeface="ＭＳ Ｐゴシック"/>
              </a:rPr>
              <a:t>Estimated Period of Performance: </a:t>
            </a:r>
            <a:r>
              <a:rPr lang="en-US" sz="1800" dirty="0">
                <a:solidFill>
                  <a:schemeClr val="tx1"/>
                </a:solidFill>
              </a:rPr>
              <a:t>The Contractor shall be required to (a) commence work under this contract within 60 calendar days after the date the Contractor receives the Notice to Proceed (NTP), (b) prosecute the work diligently, and (c) complete the entire work ready for use not later than 30 April 2026 and be off the beach, and fully demobilized by 30 June 2026. The time stated for completion shall include final cleanup of the premises.</a:t>
            </a:r>
          </a:p>
          <a:p>
            <a:endParaRPr lang="en-US" sz="1800" dirty="0">
              <a:latin typeface="+mj-lt"/>
            </a:endParaRPr>
          </a:p>
          <a:p>
            <a:r>
              <a:rPr lang="en-US" sz="1800" dirty="0">
                <a:solidFill>
                  <a:schemeClr val="tx1"/>
                </a:solidFill>
                <a:latin typeface="+mj-lt"/>
              </a:rPr>
              <a:t>The completion date is based on the assumption that the successful offeror will receive the notice to proceed by 23 October 2025. The completion date will be extended by the number of calendar days after the above date that the Contractor receives the notice to proceed, except to the extent that the delay in issuance of the notice to proceed results from the failure of the Contractor to execute the contract and give the required performance and payment bonds within the time specified in the offer. </a:t>
            </a:r>
            <a:r>
              <a:rPr lang="en-US" sz="1800" dirty="0">
                <a:solidFill>
                  <a:schemeClr val="tx1"/>
                </a:solidFill>
                <a:latin typeface="+mj-lt"/>
                <a:ea typeface="ＭＳ Ｐゴシック"/>
              </a:rPr>
              <a:t>(FAR clause 52.211-10)</a:t>
            </a:r>
            <a:endParaRPr lang="en-US" sz="1800" dirty="0">
              <a:solidFill>
                <a:schemeClr val="tx1"/>
              </a:solidFill>
              <a:latin typeface="+mj-lt"/>
              <a:cs typeface="Times New Roman" panose="02020603050405020304" pitchFamily="18" charset="0"/>
            </a:endParaRPr>
          </a:p>
          <a:p>
            <a:pPr>
              <a:spcAft>
                <a:spcPts val="1200"/>
              </a:spcAft>
            </a:pPr>
            <a:endParaRPr lang="en-US" sz="2000" dirty="0">
              <a:solidFill>
                <a:schemeClr val="tx1"/>
              </a:solidFill>
              <a:highlight>
                <a:srgbClr val="FFFF00"/>
              </a:highlight>
              <a:latin typeface="Arial"/>
              <a:ea typeface="ＭＳ Ｐゴシック"/>
              <a:cs typeface="Arial"/>
            </a:endParaRPr>
          </a:p>
          <a:p>
            <a:pPr>
              <a:lnSpc>
                <a:spcPct val="150000"/>
              </a:lnSpc>
            </a:pPr>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88094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53232-1FDC-4C2B-838B-4CB69BD8444E}"/>
              </a:ext>
            </a:extLst>
          </p:cNvPr>
          <p:cNvSpPr>
            <a:spLocks noGrp="1"/>
          </p:cNvSpPr>
          <p:nvPr>
            <p:ph type="title"/>
          </p:nvPr>
        </p:nvSpPr>
        <p:spPr/>
        <p:txBody>
          <a:bodyPr/>
          <a:lstStyle/>
          <a:p>
            <a:r>
              <a:rPr lang="en-US" sz="2800" dirty="0"/>
              <a:t>PRE-bid CONFERENCE: GENERAL INFORMATION</a:t>
            </a:r>
          </a:p>
        </p:txBody>
      </p:sp>
      <p:sp>
        <p:nvSpPr>
          <p:cNvPr id="3" name="Content Placeholder 2">
            <a:extLst>
              <a:ext uri="{FF2B5EF4-FFF2-40B4-BE49-F238E27FC236}">
                <a16:creationId xmlns:a16="http://schemas.microsoft.com/office/drawing/2014/main" id="{496375FC-2D4F-4A70-ACA9-4698AB6DC525}"/>
              </a:ext>
            </a:extLst>
          </p:cNvPr>
          <p:cNvSpPr>
            <a:spLocks noGrp="1"/>
          </p:cNvSpPr>
          <p:nvPr>
            <p:ph sz="quarter" idx="10"/>
          </p:nvPr>
        </p:nvSpPr>
        <p:spPr>
          <a:xfrm>
            <a:off x="266700" y="1028700"/>
            <a:ext cx="11298283" cy="4501243"/>
          </a:xfrm>
        </p:spPr>
        <p:txBody>
          <a:bodyPr/>
          <a:lstStyle/>
          <a:p>
            <a:endParaRPr lang="en-US" sz="1800" dirty="0">
              <a:latin typeface="+mj-lt"/>
              <a:cs typeface="Times New Roman" panose="02020603050405020304" pitchFamily="18" charset="0"/>
            </a:endParaRPr>
          </a:p>
          <a:p>
            <a:pPr marL="342900" indent="-342900">
              <a:spcAft>
                <a:spcPts val="1200"/>
              </a:spcAft>
              <a:buFont typeface="Arial" panose="020B0604020202020204" pitchFamily="34" charset="0"/>
              <a:buChar char="•"/>
            </a:pPr>
            <a:r>
              <a:rPr lang="en-US" sz="2000" b="1" dirty="0">
                <a:solidFill>
                  <a:schemeClr val="tx1"/>
                </a:solidFill>
                <a:latin typeface="Arial"/>
                <a:ea typeface="ＭＳ Ｐゴシック"/>
                <a:cs typeface="Arial"/>
              </a:rPr>
              <a:t>Liquidated Damages:</a:t>
            </a:r>
            <a:r>
              <a:rPr lang="en-US" sz="2000" dirty="0">
                <a:solidFill>
                  <a:schemeClr val="tx1"/>
                </a:solidFill>
                <a:latin typeface="Arial"/>
                <a:ea typeface="ＭＳ Ｐゴシック"/>
                <a:cs typeface="Arial"/>
              </a:rPr>
              <a:t> </a:t>
            </a:r>
            <a:r>
              <a:rPr lang="en-US" sz="2000" b="1" dirty="0">
                <a:solidFill>
                  <a:schemeClr val="tx1"/>
                </a:solidFill>
                <a:latin typeface="Arial"/>
                <a:ea typeface="ＭＳ Ｐゴシック"/>
                <a:cs typeface="Arial"/>
              </a:rPr>
              <a:t>$5,533.00 </a:t>
            </a:r>
            <a:r>
              <a:rPr lang="en-US" sz="2000" dirty="0">
                <a:solidFill>
                  <a:schemeClr val="tx1"/>
                </a:solidFill>
                <a:latin typeface="Arial"/>
                <a:ea typeface="ＭＳ Ｐゴシック"/>
                <a:cs typeface="Arial"/>
              </a:rPr>
              <a:t>for each calendar day of delay until the work is completed or accepted. (FAR clause 52.211-12)</a:t>
            </a:r>
          </a:p>
          <a:p>
            <a:pPr>
              <a:spcAft>
                <a:spcPts val="1200"/>
              </a:spcAft>
            </a:pPr>
            <a:endParaRPr lang="en-US" sz="2000" dirty="0">
              <a:solidFill>
                <a:schemeClr val="tx1"/>
              </a:solidFill>
              <a:latin typeface="Arial"/>
              <a:ea typeface="ＭＳ Ｐゴシック"/>
              <a:cs typeface="Arial"/>
            </a:endParaRPr>
          </a:p>
          <a:p>
            <a:pPr marL="342900" indent="-342900">
              <a:spcAft>
                <a:spcPts val="1200"/>
              </a:spcAft>
              <a:buFont typeface="Arial" panose="020B0604020202020204" pitchFamily="34" charset="0"/>
              <a:buChar char="•"/>
            </a:pPr>
            <a:r>
              <a:rPr lang="en-US" sz="2000" b="1" dirty="0">
                <a:solidFill>
                  <a:schemeClr val="tx1"/>
                </a:solidFill>
                <a:latin typeface="Arial"/>
                <a:ea typeface="ＭＳ Ｐゴシック"/>
                <a:cs typeface="Arial"/>
              </a:rPr>
              <a:t>Performance of Work by the Contractor:</a:t>
            </a:r>
            <a:r>
              <a:rPr lang="en-US" sz="2000" dirty="0">
                <a:solidFill>
                  <a:schemeClr val="tx1"/>
                </a:solidFill>
                <a:latin typeface="Arial"/>
                <a:ea typeface="ＭＳ Ｐゴシック"/>
                <a:cs typeface="Arial"/>
              </a:rPr>
              <a:t> </a:t>
            </a:r>
            <a:r>
              <a:rPr lang="en-US" sz="2000" b="1" dirty="0">
                <a:solidFill>
                  <a:schemeClr val="tx1"/>
                </a:solidFill>
                <a:latin typeface="Arial"/>
                <a:ea typeface="ＭＳ Ｐゴシック"/>
                <a:cs typeface="Arial"/>
              </a:rPr>
              <a:t>30%</a:t>
            </a:r>
            <a:r>
              <a:rPr lang="en-US" sz="2000" dirty="0">
                <a:solidFill>
                  <a:schemeClr val="tx1"/>
                </a:solidFill>
                <a:latin typeface="Arial"/>
                <a:ea typeface="ＭＳ Ｐゴシック"/>
                <a:cs typeface="Arial"/>
              </a:rPr>
              <a:t> (FAR clause 52.236-1) </a:t>
            </a:r>
          </a:p>
          <a:p>
            <a:pPr>
              <a:spcAft>
                <a:spcPts val="1200"/>
              </a:spcAft>
            </a:pPr>
            <a:endParaRPr lang="en-US" sz="2000" dirty="0">
              <a:solidFill>
                <a:schemeClr val="tx1"/>
              </a:solidFill>
            </a:endParaRPr>
          </a:p>
          <a:p>
            <a:pPr marL="342900" indent="-342900">
              <a:spcAft>
                <a:spcPts val="1200"/>
              </a:spcAft>
              <a:buChar char="•"/>
            </a:pPr>
            <a:r>
              <a:rPr lang="en-US" sz="2000" b="1" dirty="0">
                <a:solidFill>
                  <a:schemeClr val="tx1"/>
                </a:solidFill>
                <a:latin typeface="Arial"/>
                <a:ea typeface="ＭＳ Ｐゴシック"/>
                <a:cs typeface="Arial"/>
              </a:rPr>
              <a:t>Bid Guarantee:</a:t>
            </a:r>
            <a:r>
              <a:rPr lang="en-US" sz="2000" dirty="0">
                <a:solidFill>
                  <a:schemeClr val="tx1"/>
                </a:solidFill>
                <a:latin typeface="Arial"/>
                <a:ea typeface="ＭＳ Ｐゴシック"/>
                <a:cs typeface="Arial"/>
              </a:rPr>
              <a:t> electronic copy of the bid guarantee shall be submitted with the bid. The bid guarantee shall be </a:t>
            </a:r>
            <a:r>
              <a:rPr lang="en-US" sz="2000" b="1" dirty="0">
                <a:solidFill>
                  <a:schemeClr val="tx1"/>
                </a:solidFill>
                <a:latin typeface="Arial"/>
                <a:ea typeface="ＭＳ Ｐゴシック"/>
                <a:cs typeface="Arial"/>
              </a:rPr>
              <a:t>20%</a:t>
            </a:r>
            <a:r>
              <a:rPr lang="en-US" sz="2000" dirty="0">
                <a:solidFill>
                  <a:schemeClr val="tx1"/>
                </a:solidFill>
                <a:latin typeface="Arial"/>
                <a:ea typeface="ＭＳ Ｐゴシック"/>
                <a:cs typeface="Arial"/>
              </a:rPr>
              <a:t> of bid price or </a:t>
            </a:r>
            <a:r>
              <a:rPr lang="en-US" sz="2000" b="1" dirty="0">
                <a:solidFill>
                  <a:schemeClr val="tx1"/>
                </a:solidFill>
                <a:latin typeface="Arial"/>
                <a:ea typeface="ＭＳ Ｐゴシック"/>
                <a:cs typeface="Arial"/>
              </a:rPr>
              <a:t>$3,000,000.00</a:t>
            </a:r>
            <a:r>
              <a:rPr lang="en-US" sz="2000" dirty="0">
                <a:solidFill>
                  <a:schemeClr val="tx1"/>
                </a:solidFill>
                <a:latin typeface="Arial"/>
                <a:ea typeface="ＭＳ Ｐゴシック"/>
                <a:cs typeface="Arial"/>
              </a:rPr>
              <a:t>, whichever is less. (FAR 52.228-1)</a:t>
            </a:r>
          </a:p>
          <a:p>
            <a:pPr>
              <a:spcAft>
                <a:spcPts val="1200"/>
              </a:spcAft>
            </a:pPr>
            <a:endParaRPr lang="en-US" sz="2000" dirty="0">
              <a:solidFill>
                <a:schemeClr val="tx1"/>
              </a:solidFill>
              <a:ea typeface="ＭＳ Ｐゴシック" charset="0"/>
            </a:endParaRPr>
          </a:p>
          <a:p>
            <a:pPr marL="342900" indent="-342900">
              <a:spcAft>
                <a:spcPts val="1200"/>
              </a:spcAft>
              <a:buChar char="•"/>
            </a:pPr>
            <a:r>
              <a:rPr lang="en-US" sz="2000" b="1" dirty="0">
                <a:solidFill>
                  <a:schemeClr val="tx1"/>
                </a:solidFill>
                <a:latin typeface="Arial"/>
                <a:ea typeface="ＭＳ Ｐゴシック"/>
                <a:cs typeface="Arial"/>
              </a:rPr>
              <a:t>Payment and Performance Bonds: </a:t>
            </a:r>
            <a:r>
              <a:rPr lang="en-US" sz="2000" dirty="0">
                <a:solidFill>
                  <a:schemeClr val="tx1"/>
                </a:solidFill>
                <a:latin typeface="Arial"/>
                <a:ea typeface="ＭＳ Ｐゴシック"/>
                <a:cs typeface="Arial"/>
              </a:rPr>
              <a:t>awardee must submit payment and performance bonds equal to the total bid price within </a:t>
            </a:r>
            <a:r>
              <a:rPr lang="en-US" sz="2000" b="1" dirty="0">
                <a:solidFill>
                  <a:schemeClr val="tx1"/>
                </a:solidFill>
                <a:latin typeface="Arial"/>
                <a:ea typeface="ＭＳ Ｐゴシック"/>
                <a:cs typeface="Arial"/>
              </a:rPr>
              <a:t>10 days </a:t>
            </a:r>
            <a:r>
              <a:rPr lang="en-US" sz="2000" dirty="0">
                <a:solidFill>
                  <a:schemeClr val="tx1"/>
                </a:solidFill>
                <a:latin typeface="Arial"/>
                <a:ea typeface="ＭＳ Ｐゴシック"/>
                <a:cs typeface="Arial"/>
              </a:rPr>
              <a:t>of contract award. (SF1442 block 12)</a:t>
            </a:r>
          </a:p>
          <a:p>
            <a:pPr>
              <a:spcAft>
                <a:spcPts val="1200"/>
              </a:spcAft>
            </a:pPr>
            <a:endParaRPr lang="en-US" sz="2000" dirty="0">
              <a:solidFill>
                <a:schemeClr val="tx1"/>
              </a:solidFill>
              <a:highlight>
                <a:srgbClr val="FFFF00"/>
              </a:highlight>
            </a:endParaRPr>
          </a:p>
          <a:p>
            <a:pPr>
              <a:lnSpc>
                <a:spcPct val="150000"/>
              </a:lnSpc>
            </a:pPr>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2040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80A421C-2530-4D18-82F2-B91A5B9B7703}"/>
              </a:ext>
            </a:extLst>
          </p:cNvPr>
          <p:cNvSpPr>
            <a:spLocks noGrp="1"/>
          </p:cNvSpPr>
          <p:nvPr>
            <p:ph sz="quarter" idx="10"/>
          </p:nvPr>
        </p:nvSpPr>
        <p:spPr>
          <a:xfrm>
            <a:off x="266700" y="1028700"/>
            <a:ext cx="11658600" cy="4745083"/>
          </a:xfrm>
        </p:spPr>
        <p:txBody>
          <a:bodyPr/>
          <a:lstStyle/>
          <a:p>
            <a:r>
              <a:rPr lang="en-US" sz="2000" b="1" dirty="0">
                <a:latin typeface="+mj-lt"/>
              </a:rPr>
              <a:t>SITE VISIT</a:t>
            </a:r>
            <a:r>
              <a:rPr lang="en-US" sz="2000" dirty="0">
                <a:latin typeface="+mj-lt"/>
              </a:rPr>
              <a:t>: </a:t>
            </a:r>
          </a:p>
          <a:p>
            <a:endParaRPr lang="en-US" sz="2000" dirty="0">
              <a:latin typeface="+mj-lt"/>
            </a:endParaRPr>
          </a:p>
          <a:p>
            <a:pPr marL="285750" indent="-285750">
              <a:buFont typeface="Arial" panose="020B0604020202020204" pitchFamily="34" charset="0"/>
              <a:buChar char="•"/>
            </a:pPr>
            <a:r>
              <a:rPr lang="en-US" sz="2000" dirty="0">
                <a:latin typeface="+mj-lt"/>
              </a:rPr>
              <a:t>Held on Friday, August 1, 2025, at 10:00 am EDT.</a:t>
            </a:r>
          </a:p>
          <a:p>
            <a:endParaRPr lang="en-US" sz="2000" dirty="0">
              <a:latin typeface="+mj-lt"/>
            </a:endParaRPr>
          </a:p>
          <a:p>
            <a:endParaRPr lang="en-US" sz="2000" b="1" dirty="0">
              <a:latin typeface="+mj-lt"/>
            </a:endParaRPr>
          </a:p>
          <a:p>
            <a:r>
              <a:rPr lang="en-US" sz="2000" b="1" dirty="0">
                <a:latin typeface="+mj-lt"/>
              </a:rPr>
              <a:t>TECHNICAL INQUIRIES AND QUESTIONS: </a:t>
            </a:r>
          </a:p>
          <a:p>
            <a:endParaRPr lang="en-US" sz="2000" b="1" dirty="0">
              <a:latin typeface="+mj-lt"/>
            </a:endParaRPr>
          </a:p>
          <a:p>
            <a:pPr marL="342900" indent="-342900">
              <a:buFont typeface="Arial" panose="020B0604020202020204" pitchFamily="34" charset="0"/>
              <a:buChar char="•"/>
            </a:pPr>
            <a:r>
              <a:rPr lang="en-US" sz="2000" dirty="0">
                <a:latin typeface="+mj-lt"/>
              </a:rPr>
              <a:t>ProjNet closes on </a:t>
            </a:r>
            <a:r>
              <a:rPr lang="en-US" sz="2000" b="1" dirty="0">
                <a:latin typeface="+mj-lt"/>
              </a:rPr>
              <a:t>August 6, 2025, at 5:00 pm, EDT. </a:t>
            </a:r>
          </a:p>
          <a:p>
            <a:pPr marL="342900" indent="-342900">
              <a:buFont typeface="Arial" panose="020B0604020202020204" pitchFamily="34" charset="0"/>
              <a:buChar char="•"/>
            </a:pPr>
            <a:endParaRPr lang="en-US" sz="2000" dirty="0">
              <a:latin typeface="+mj-lt"/>
            </a:endParaRPr>
          </a:p>
          <a:p>
            <a:pPr marL="342900" indent="-342900">
              <a:buFont typeface="Arial" panose="020B0604020202020204" pitchFamily="34" charset="0"/>
              <a:buChar char="•"/>
            </a:pPr>
            <a:r>
              <a:rPr lang="en-US" sz="2000" dirty="0">
                <a:latin typeface="+mj-lt"/>
              </a:rPr>
              <a:t>All Inquiries must be submitted via ProjNet for an official answer.</a:t>
            </a:r>
          </a:p>
          <a:p>
            <a:endParaRPr lang="en-US" sz="2000" dirty="0">
              <a:latin typeface="+mj-lt"/>
            </a:endParaRPr>
          </a:p>
        </p:txBody>
      </p:sp>
      <p:sp>
        <p:nvSpPr>
          <p:cNvPr id="3" name="Title 2">
            <a:extLst>
              <a:ext uri="{FF2B5EF4-FFF2-40B4-BE49-F238E27FC236}">
                <a16:creationId xmlns:a16="http://schemas.microsoft.com/office/drawing/2014/main" id="{36111C63-C9B1-4F76-B8A8-CBD59BD3EA57}"/>
              </a:ext>
            </a:extLst>
          </p:cNvPr>
          <p:cNvSpPr>
            <a:spLocks noGrp="1"/>
          </p:cNvSpPr>
          <p:nvPr>
            <p:ph type="title"/>
          </p:nvPr>
        </p:nvSpPr>
        <p:spPr/>
        <p:txBody>
          <a:bodyPr/>
          <a:lstStyle/>
          <a:p>
            <a:br>
              <a:rPr lang="en-US" dirty="0"/>
            </a:br>
            <a:br>
              <a:rPr lang="en-US" dirty="0"/>
            </a:br>
            <a:r>
              <a:rPr lang="en-US" sz="2800" dirty="0"/>
              <a:t>PRE-bid CONFERENCE: OTHER ADMINISTRATIVE ITEMS</a:t>
            </a:r>
            <a:br>
              <a:rPr lang="en-US" dirty="0"/>
            </a:br>
            <a:br>
              <a:rPr lang="en-US" dirty="0"/>
            </a:br>
            <a:endParaRPr lang="en-US" dirty="0"/>
          </a:p>
        </p:txBody>
      </p:sp>
    </p:spTree>
    <p:extLst>
      <p:ext uri="{BB962C8B-B14F-4D97-AF65-F5344CB8AC3E}">
        <p14:creationId xmlns:p14="http://schemas.microsoft.com/office/powerpoint/2010/main" val="2362270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111C63-C9B1-4F76-B8A8-CBD59BD3EA57}"/>
              </a:ext>
            </a:extLst>
          </p:cNvPr>
          <p:cNvSpPr>
            <a:spLocks noGrp="1"/>
          </p:cNvSpPr>
          <p:nvPr>
            <p:ph type="title"/>
          </p:nvPr>
        </p:nvSpPr>
        <p:spPr/>
        <p:txBody>
          <a:bodyPr/>
          <a:lstStyle/>
          <a:p>
            <a:br>
              <a:rPr lang="en-US" dirty="0"/>
            </a:br>
            <a:br>
              <a:rPr lang="en-US" dirty="0"/>
            </a:br>
            <a:r>
              <a:rPr lang="en-US" sz="2800" dirty="0"/>
              <a:t>PRE-bid CONFERENCE: resources</a:t>
            </a:r>
            <a:br>
              <a:rPr lang="en-US" dirty="0"/>
            </a:br>
            <a:br>
              <a:rPr lang="en-US" dirty="0"/>
            </a:br>
            <a:endParaRPr lang="en-US" dirty="0"/>
          </a:p>
        </p:txBody>
      </p:sp>
      <p:sp>
        <p:nvSpPr>
          <p:cNvPr id="4" name="Content Placeholder 1">
            <a:extLst>
              <a:ext uri="{FF2B5EF4-FFF2-40B4-BE49-F238E27FC236}">
                <a16:creationId xmlns:a16="http://schemas.microsoft.com/office/drawing/2014/main" id="{FAD8B9BD-1DE8-C3B1-9D81-AC550CDEDCB4}"/>
              </a:ext>
            </a:extLst>
          </p:cNvPr>
          <p:cNvSpPr>
            <a:spLocks noGrp="1"/>
          </p:cNvSpPr>
          <p:nvPr>
            <p:ph sz="quarter" idx="10"/>
          </p:nvPr>
        </p:nvSpPr>
        <p:spPr>
          <a:xfrm>
            <a:off x="496388" y="1028700"/>
            <a:ext cx="11428911" cy="4063417"/>
          </a:xfrm>
        </p:spPr>
        <p:txBody>
          <a:bodyPr/>
          <a:lstStyle/>
          <a:p>
            <a:r>
              <a:rPr lang="en-US" sz="2400" b="1" dirty="0">
                <a:latin typeface="+mj-lt"/>
              </a:rPr>
              <a:t>System for Award Management (SAM): </a:t>
            </a:r>
          </a:p>
          <a:p>
            <a:r>
              <a:rPr lang="en-US" sz="2400" dirty="0">
                <a:latin typeface="+mj-lt"/>
                <a:hlinkClick r:id="rId2"/>
              </a:rPr>
              <a:t>www.sam.gov</a:t>
            </a:r>
            <a:endParaRPr lang="en-US" sz="2400" dirty="0">
              <a:latin typeface="+mj-lt"/>
            </a:endParaRPr>
          </a:p>
          <a:p>
            <a:r>
              <a:rPr lang="en-US" sz="2400" dirty="0">
                <a:latin typeface="+mj-lt"/>
              </a:rPr>
              <a:t>  </a:t>
            </a:r>
          </a:p>
          <a:p>
            <a:r>
              <a:rPr lang="en-US" sz="2400" b="1" dirty="0">
                <a:latin typeface="+mj-lt"/>
              </a:rPr>
              <a:t>Procurement Integrated Enterprise Environment (PIEE):</a:t>
            </a:r>
          </a:p>
          <a:p>
            <a:r>
              <a:rPr lang="en-US" sz="2400" dirty="0">
                <a:latin typeface="+mj-lt"/>
                <a:hlinkClick r:id="rId3"/>
              </a:rPr>
              <a:t>https://piee.eb.mil/</a:t>
            </a:r>
            <a:endParaRPr lang="en-US" sz="2400" dirty="0">
              <a:latin typeface="+mj-lt"/>
            </a:endParaRPr>
          </a:p>
          <a:p>
            <a:endParaRPr lang="en-US" sz="2400" dirty="0">
              <a:latin typeface="+mj-lt"/>
            </a:endParaRPr>
          </a:p>
          <a:p>
            <a:r>
              <a:rPr lang="en-US" sz="2400" b="1" dirty="0">
                <a:latin typeface="+mj-lt"/>
              </a:rPr>
              <a:t>ProjNet: </a:t>
            </a:r>
          </a:p>
          <a:p>
            <a:r>
              <a:rPr lang="en-US" sz="2400" dirty="0">
                <a:latin typeface="+mj-lt"/>
                <a:hlinkClick r:id="rId4"/>
              </a:rPr>
              <a:t>www.projnet.org</a:t>
            </a:r>
            <a:endParaRPr lang="en-US" sz="2400" dirty="0">
              <a:latin typeface="+mj-lt"/>
            </a:endParaRPr>
          </a:p>
          <a:p>
            <a:r>
              <a:rPr lang="en-US" sz="2400" dirty="0">
                <a:latin typeface="+mj-lt"/>
              </a:rPr>
              <a:t> </a:t>
            </a:r>
          </a:p>
          <a:p>
            <a:endParaRPr lang="en-US" sz="2000" dirty="0">
              <a:latin typeface="+mj-lt"/>
            </a:endParaRPr>
          </a:p>
        </p:txBody>
      </p:sp>
    </p:spTree>
    <p:extLst>
      <p:ext uri="{BB962C8B-B14F-4D97-AF65-F5344CB8AC3E}">
        <p14:creationId xmlns:p14="http://schemas.microsoft.com/office/powerpoint/2010/main" val="4051293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4CAE-6F7F-49C2-9C53-F50FCEBD0107}"/>
              </a:ext>
            </a:extLst>
          </p:cNvPr>
          <p:cNvSpPr>
            <a:spLocks noGrp="1"/>
          </p:cNvSpPr>
          <p:nvPr>
            <p:ph type="title"/>
          </p:nvPr>
        </p:nvSpPr>
        <p:spPr/>
        <p:txBody>
          <a:bodyPr/>
          <a:lstStyle/>
          <a:p>
            <a:r>
              <a:rPr lang="en-US" sz="2800" dirty="0"/>
              <a:t>PRE-bid CONFERENCE: Questions</a:t>
            </a:r>
          </a:p>
        </p:txBody>
      </p:sp>
      <p:sp>
        <p:nvSpPr>
          <p:cNvPr id="6" name="Content Placeholder 2">
            <a:extLst>
              <a:ext uri="{FF2B5EF4-FFF2-40B4-BE49-F238E27FC236}">
                <a16:creationId xmlns:a16="http://schemas.microsoft.com/office/drawing/2014/main" id="{D06EAAD3-BE24-8E8D-4E9D-59985C6FF458}"/>
              </a:ext>
            </a:extLst>
          </p:cNvPr>
          <p:cNvSpPr>
            <a:spLocks noGrp="1"/>
          </p:cNvSpPr>
          <p:nvPr>
            <p:ph sz="quarter" idx="10"/>
          </p:nvPr>
        </p:nvSpPr>
        <p:spPr>
          <a:xfrm>
            <a:off x="266700" y="1028700"/>
            <a:ext cx="11658600" cy="5600700"/>
          </a:xfrm>
        </p:spPr>
        <p:txBody>
          <a:bodyPr/>
          <a:lstStyle/>
          <a:p>
            <a:pPr algn="ctr"/>
            <a:endParaRPr lang="en-US" sz="3200" b="1" dirty="0">
              <a:latin typeface="+mj-lt"/>
            </a:endParaRPr>
          </a:p>
          <a:p>
            <a:pPr algn="ctr"/>
            <a:endParaRPr lang="en-US" sz="3200" b="1" dirty="0">
              <a:latin typeface="+mj-lt"/>
            </a:endParaRPr>
          </a:p>
          <a:p>
            <a:pPr algn="ctr"/>
            <a:endParaRPr lang="en-US" sz="3200" b="1" dirty="0">
              <a:latin typeface="+mj-lt"/>
            </a:endParaRPr>
          </a:p>
          <a:p>
            <a:pPr algn="ctr"/>
            <a:r>
              <a:rPr lang="en-US" sz="3200" b="1" dirty="0">
                <a:latin typeface="+mj-lt"/>
              </a:rPr>
              <a:t>Please submit any questions via ProjNet. </a:t>
            </a:r>
          </a:p>
          <a:p>
            <a:pPr algn="ctr"/>
            <a:r>
              <a:rPr lang="en-US" sz="3200" b="1" dirty="0">
                <a:latin typeface="+mj-lt"/>
              </a:rPr>
              <a:t>ProjNet closes on August 6, 2025, by 5PM EDT.</a:t>
            </a:r>
          </a:p>
          <a:p>
            <a:pPr algn="ctr"/>
            <a:endParaRPr lang="en-US" sz="1800" b="1" i="0" u="none" strike="noStrike" baseline="0" dirty="0">
              <a:latin typeface="+mj-lt"/>
            </a:endParaRPr>
          </a:p>
          <a:p>
            <a:pPr algn="ctr"/>
            <a:r>
              <a:rPr lang="en-US" sz="2000" b="1" i="0" u="none" strike="noStrike" baseline="0" dirty="0">
                <a:latin typeface="+mj-lt"/>
              </a:rPr>
              <a:t>Solicitation Number is: W912EP25BA009</a:t>
            </a:r>
          </a:p>
          <a:p>
            <a:pPr algn="ctr"/>
            <a:r>
              <a:rPr lang="en-US" sz="2000" b="1" i="0" u="none" strike="noStrike" baseline="0" dirty="0">
                <a:latin typeface="+mj-lt"/>
              </a:rPr>
              <a:t>Bidder Inquiry Key is</a:t>
            </a:r>
            <a:r>
              <a:rPr lang="en-US" sz="2000" b="1" i="0" u="none" strike="noStrike" baseline="0">
                <a:latin typeface="+mj-lt"/>
              </a:rPr>
              <a:t>: TMBTMK-7FQG9D</a:t>
            </a:r>
            <a:endParaRPr lang="en-US" sz="2000" b="1" dirty="0">
              <a:latin typeface="+mj-lt"/>
            </a:endParaRPr>
          </a:p>
        </p:txBody>
      </p:sp>
    </p:spTree>
    <p:extLst>
      <p:ext uri="{BB962C8B-B14F-4D97-AF65-F5344CB8AC3E}">
        <p14:creationId xmlns:p14="http://schemas.microsoft.com/office/powerpoint/2010/main" val="39271962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D94B0-ACE0-4E08-B91C-009C9F6A5191}"/>
              </a:ext>
            </a:extLst>
          </p:cNvPr>
          <p:cNvSpPr>
            <a:spLocks noGrp="1"/>
          </p:cNvSpPr>
          <p:nvPr>
            <p:ph type="title"/>
          </p:nvPr>
        </p:nvSpPr>
        <p:spPr/>
        <p:txBody>
          <a:bodyPr/>
          <a:lstStyle/>
          <a:p>
            <a:br>
              <a:rPr lang="en-US" dirty="0"/>
            </a:br>
            <a:r>
              <a:rPr lang="en-US" sz="2800" dirty="0"/>
              <a:t>PRE-bid CONFERENCE: CLOSING REMARKS</a:t>
            </a:r>
            <a:br>
              <a:rPr lang="en-US" dirty="0"/>
            </a:br>
            <a:endParaRPr lang="en-US" dirty="0"/>
          </a:p>
        </p:txBody>
      </p:sp>
      <p:sp>
        <p:nvSpPr>
          <p:cNvPr id="3" name="Content Placeholder 2">
            <a:extLst>
              <a:ext uri="{FF2B5EF4-FFF2-40B4-BE49-F238E27FC236}">
                <a16:creationId xmlns:a16="http://schemas.microsoft.com/office/drawing/2014/main" id="{985F6CBC-FA32-47A6-902D-55BC78CBB54F}"/>
              </a:ext>
            </a:extLst>
          </p:cNvPr>
          <p:cNvSpPr>
            <a:spLocks noGrp="1"/>
          </p:cNvSpPr>
          <p:nvPr>
            <p:ph sz="quarter" idx="10"/>
          </p:nvPr>
        </p:nvSpPr>
        <p:spPr/>
        <p:txBody>
          <a:bodyPr/>
          <a:lstStyle/>
          <a:p>
            <a:pPr algn="ctr"/>
            <a:endParaRPr lang="en-US" sz="3200" b="1" dirty="0">
              <a:latin typeface="+mj-lt"/>
            </a:endParaRPr>
          </a:p>
          <a:p>
            <a:pPr algn="ctr"/>
            <a:endParaRPr lang="en-US" sz="3200" b="1" dirty="0">
              <a:latin typeface="+mj-lt"/>
            </a:endParaRPr>
          </a:p>
          <a:p>
            <a:pPr algn="ctr"/>
            <a:endParaRPr lang="en-US" sz="3200" b="1" dirty="0">
              <a:latin typeface="+mj-lt"/>
            </a:endParaRPr>
          </a:p>
          <a:p>
            <a:pPr algn="ctr"/>
            <a:endParaRPr lang="en-US" sz="3200" b="1" dirty="0">
              <a:latin typeface="+mj-lt"/>
            </a:endParaRPr>
          </a:p>
          <a:p>
            <a:pPr algn="ctr"/>
            <a:r>
              <a:rPr lang="en-US" sz="3200" b="1" dirty="0">
                <a:latin typeface="+mj-lt"/>
              </a:rPr>
              <a:t>Thank you! </a:t>
            </a:r>
          </a:p>
          <a:p>
            <a:pPr algn="ctr"/>
            <a:endParaRPr lang="en-US" sz="1800" dirty="0">
              <a:latin typeface="+mj-lt"/>
            </a:endParaRPr>
          </a:p>
          <a:p>
            <a:endParaRPr lang="en-US" dirty="0"/>
          </a:p>
        </p:txBody>
      </p:sp>
    </p:spTree>
    <p:extLst>
      <p:ext uri="{BB962C8B-B14F-4D97-AF65-F5344CB8AC3E}">
        <p14:creationId xmlns:p14="http://schemas.microsoft.com/office/powerpoint/2010/main" val="1332367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7EDEF-9321-F054-9567-C78F689B2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DF5F4E-D69E-FF57-4F6B-E51FD90CE156}"/>
              </a:ext>
            </a:extLst>
          </p:cNvPr>
          <p:cNvSpPr>
            <a:spLocks noGrp="1"/>
          </p:cNvSpPr>
          <p:nvPr>
            <p:ph type="title"/>
          </p:nvPr>
        </p:nvSpPr>
        <p:spPr/>
        <p:txBody>
          <a:bodyPr/>
          <a:lstStyle/>
          <a:p>
            <a:br>
              <a:rPr lang="en-US" dirty="0"/>
            </a:br>
            <a:r>
              <a:rPr lang="en-US" sz="2800" dirty="0"/>
              <a:t>PRE-bid CONFERENCE: Attendance</a:t>
            </a:r>
            <a:br>
              <a:rPr lang="en-US" dirty="0"/>
            </a:br>
            <a:endParaRPr lang="en-US" dirty="0"/>
          </a:p>
        </p:txBody>
      </p:sp>
      <p:sp>
        <p:nvSpPr>
          <p:cNvPr id="3" name="Content Placeholder 2">
            <a:extLst>
              <a:ext uri="{FF2B5EF4-FFF2-40B4-BE49-F238E27FC236}">
                <a16:creationId xmlns:a16="http://schemas.microsoft.com/office/drawing/2014/main" id="{6D6C32AD-F114-CA0E-79D0-8B70DF26B47C}"/>
              </a:ext>
            </a:extLst>
          </p:cNvPr>
          <p:cNvSpPr>
            <a:spLocks noGrp="1"/>
          </p:cNvSpPr>
          <p:nvPr>
            <p:ph sz="quarter" idx="10"/>
          </p:nvPr>
        </p:nvSpPr>
        <p:spPr/>
        <p:txBody>
          <a:bodyPr/>
          <a:lstStyle/>
          <a:p>
            <a:pPr algn="ctr"/>
            <a:endParaRPr lang="en-US" sz="1800" dirty="0">
              <a:latin typeface="+mj-lt"/>
            </a:endParaRPr>
          </a:p>
          <a:p>
            <a:r>
              <a:rPr lang="en-US" dirty="0"/>
              <a:t>William Hussin, Cashman Dredging &amp; Marine Contracting Co.</a:t>
            </a:r>
          </a:p>
          <a:p>
            <a:r>
              <a:rPr lang="en-US" dirty="0"/>
              <a:t>Katie Story, Weeks Marine</a:t>
            </a:r>
          </a:p>
          <a:p>
            <a:r>
              <a:rPr lang="en-US" dirty="0"/>
              <a:t>Adam Zimmerman, Great Lakes Dredge &amp; Dock Co.</a:t>
            </a:r>
          </a:p>
          <a:p>
            <a:r>
              <a:rPr lang="en-US" dirty="0"/>
              <a:t>Hannah Madison Bishop, Weeks Marine</a:t>
            </a:r>
          </a:p>
          <a:p>
            <a:r>
              <a:rPr lang="en-US" dirty="0"/>
              <a:t>William House, </a:t>
            </a:r>
            <a:r>
              <a:rPr lang="en-US"/>
              <a:t>Manson Construction Co.</a:t>
            </a:r>
            <a:endParaRPr lang="en-US" dirty="0"/>
          </a:p>
          <a:p>
            <a:endParaRPr lang="en-US" dirty="0"/>
          </a:p>
        </p:txBody>
      </p:sp>
    </p:spTree>
    <p:extLst>
      <p:ext uri="{BB962C8B-B14F-4D97-AF65-F5344CB8AC3E}">
        <p14:creationId xmlns:p14="http://schemas.microsoft.com/office/powerpoint/2010/main" val="2497240594"/>
      </p:ext>
    </p:extLst>
  </p:cSld>
  <p:clrMapOvr>
    <a:masterClrMapping/>
  </p:clrMapOvr>
</p:sld>
</file>

<file path=ppt/theme/theme1.xml><?xml version="1.0" encoding="utf-8"?>
<a:theme xmlns:a="http://schemas.openxmlformats.org/drawingml/2006/main" name="Title Slide Templates">
  <a:themeElements>
    <a:clrScheme name="Custom 2">
      <a:dk1>
        <a:srgbClr val="000000"/>
      </a:dk1>
      <a:lt1>
        <a:srgbClr val="FFFFFF"/>
      </a:lt1>
      <a:dk2>
        <a:srgbClr val="83847A"/>
      </a:dk2>
      <a:lt2>
        <a:srgbClr val="A3A3A3"/>
      </a:lt2>
      <a:accent1>
        <a:srgbClr val="82786F"/>
      </a:accent1>
      <a:accent2>
        <a:srgbClr val="6E8778"/>
      </a:accent2>
      <a:accent3>
        <a:srgbClr val="705C38"/>
      </a:accent3>
      <a:accent4>
        <a:srgbClr val="3E6682"/>
      </a:accent4>
      <a:accent5>
        <a:srgbClr val="663830"/>
      </a:accent5>
      <a:accent6>
        <a:srgbClr val="EF4135"/>
      </a:accent6>
      <a:hlink>
        <a:srgbClr val="3E6682"/>
      </a:hlink>
      <a:folHlink>
        <a:srgbClr val="EF4135"/>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78716D87-7E03-45E0-B0FD-33082A230BB4}" vid="{2FBFD162-1A33-4D3C-9A4E-25AC5DA4971C}"/>
    </a:ext>
  </a:extLst>
</a:theme>
</file>

<file path=ppt/theme/theme2.xml><?xml version="1.0" encoding="utf-8"?>
<a:theme xmlns:a="http://schemas.openxmlformats.org/drawingml/2006/main" name="Content Templates">
  <a:themeElements>
    <a:clrScheme name="USACE">
      <a:dk1>
        <a:srgbClr val="000000"/>
      </a:dk1>
      <a:lt1>
        <a:srgbClr val="83847A"/>
      </a:lt1>
      <a:dk2>
        <a:srgbClr val="FFFFFF"/>
      </a:dk2>
      <a:lt2>
        <a:srgbClr val="A3A3A3"/>
      </a:lt2>
      <a:accent1>
        <a:srgbClr val="82786F"/>
      </a:accent1>
      <a:accent2>
        <a:srgbClr val="6E8778"/>
      </a:accent2>
      <a:accent3>
        <a:srgbClr val="705C38"/>
      </a:accent3>
      <a:accent4>
        <a:srgbClr val="3E6682"/>
      </a:accent4>
      <a:accent5>
        <a:srgbClr val="663830"/>
      </a:accent5>
      <a:accent6>
        <a:srgbClr val="DF1F2E"/>
      </a:accent6>
      <a:hlink>
        <a:srgbClr val="3E6682"/>
      </a:hlink>
      <a:folHlink>
        <a:srgbClr val="DF1F2E"/>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5943</TotalTime>
  <Words>1018</Words>
  <Application>Microsoft Office PowerPoint</Application>
  <PresentationFormat>Widescreen</PresentationFormat>
  <Paragraphs>121</Paragraphs>
  <Slides>13</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13</vt:i4>
      </vt:variant>
    </vt:vector>
  </HeadingPairs>
  <TitlesOfParts>
    <vt:vector size="19" baseType="lpstr">
      <vt:lpstr>ＭＳ Ｐゴシック</vt:lpstr>
      <vt:lpstr>Arial</vt:lpstr>
      <vt:lpstr>Calibri</vt:lpstr>
      <vt:lpstr>Times New Roman</vt:lpstr>
      <vt:lpstr>Title Slide Templates</vt:lpstr>
      <vt:lpstr>Content Templates</vt:lpstr>
      <vt:lpstr>    Solicitation No. W912EP25BA009  Coastal storm risk management project, Hutchinson island, ST. LUCIE County, Florida    </vt:lpstr>
      <vt:lpstr>PRE-Bid CONFERENCE: AGENDA</vt:lpstr>
      <vt:lpstr>PowerPoint Presentation</vt:lpstr>
      <vt:lpstr>  PRE-bid CONFERENCE: PROJECT OVERVIEW  </vt:lpstr>
      <vt:lpstr>PowerPoint Presentation</vt:lpstr>
      <vt:lpstr>PRE-bid CONFERENCE: Acquisition APPROACH </vt:lpstr>
      <vt:lpstr>PRE-bid CONFERENCE: GENERAL INFORMATION</vt:lpstr>
      <vt:lpstr>PRE-bid CONFERENCE: GENERAL INFORMATION</vt:lpstr>
      <vt:lpstr>  PRE-bid CONFERENCE: OTHER ADMINISTRATIVE ITEMS  </vt:lpstr>
      <vt:lpstr>  PRE-bid CONFERENCE: resources  </vt:lpstr>
      <vt:lpstr>PRE-bid CONFERENCE: Questions</vt:lpstr>
      <vt:lpstr> PRE-bid CONFERENCE: CLOSING REMARKS </vt:lpstr>
      <vt:lpstr> PRE-bid CONFERENCE: Attendance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Nazario Castillo, Anelis I CIV USARMY CESAJ (USA)</dc:creator>
  <cp:lastModifiedBy>Coad, Meredith C CIV USARMY USACE (USA)</cp:lastModifiedBy>
  <cp:revision>199</cp:revision>
  <dcterms:created xsi:type="dcterms:W3CDTF">2021-05-14T16:32:56Z</dcterms:created>
  <dcterms:modified xsi:type="dcterms:W3CDTF">2025-08-05T13:51:20Z</dcterms:modified>
</cp:coreProperties>
</file>