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3" r:id="rId5"/>
  </p:sldMasterIdLst>
  <p:notesMasterIdLst>
    <p:notesMasterId r:id="rId48"/>
  </p:notesMasterIdLst>
  <p:handoutMasterIdLst>
    <p:handoutMasterId r:id="rId49"/>
  </p:handoutMasterIdLst>
  <p:sldIdLst>
    <p:sldId id="543" r:id="rId6"/>
    <p:sldId id="498" r:id="rId7"/>
    <p:sldId id="499" r:id="rId8"/>
    <p:sldId id="500" r:id="rId9"/>
    <p:sldId id="501" r:id="rId10"/>
    <p:sldId id="503" r:id="rId11"/>
    <p:sldId id="506" r:id="rId12"/>
    <p:sldId id="504" r:id="rId13"/>
    <p:sldId id="505" r:id="rId14"/>
    <p:sldId id="507" r:id="rId15"/>
    <p:sldId id="502" r:id="rId16"/>
    <p:sldId id="508" r:id="rId17"/>
    <p:sldId id="509" r:id="rId18"/>
    <p:sldId id="510" r:id="rId19"/>
    <p:sldId id="511" r:id="rId20"/>
    <p:sldId id="513" r:id="rId21"/>
    <p:sldId id="542" r:id="rId22"/>
    <p:sldId id="512" r:id="rId23"/>
    <p:sldId id="514" r:id="rId24"/>
    <p:sldId id="515" r:id="rId25"/>
    <p:sldId id="516" r:id="rId26"/>
    <p:sldId id="518" r:id="rId27"/>
    <p:sldId id="519" r:id="rId28"/>
    <p:sldId id="520" r:id="rId29"/>
    <p:sldId id="521" r:id="rId30"/>
    <p:sldId id="522" r:id="rId31"/>
    <p:sldId id="523" r:id="rId32"/>
    <p:sldId id="524" r:id="rId33"/>
    <p:sldId id="525" r:id="rId34"/>
    <p:sldId id="536" r:id="rId35"/>
    <p:sldId id="526" r:id="rId36"/>
    <p:sldId id="540" r:id="rId37"/>
    <p:sldId id="527" r:id="rId38"/>
    <p:sldId id="528" r:id="rId39"/>
    <p:sldId id="529" r:id="rId40"/>
    <p:sldId id="530" r:id="rId41"/>
    <p:sldId id="531" r:id="rId42"/>
    <p:sldId id="532" r:id="rId43"/>
    <p:sldId id="533" r:id="rId44"/>
    <p:sldId id="534" r:id="rId45"/>
    <p:sldId id="487" r:id="rId46"/>
    <p:sldId id="538" r:id="rId47"/>
  </p:sldIdLst>
  <p:sldSz cx="12192000" cy="6858000"/>
  <p:notesSz cx="7315200" cy="960120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FDF9"/>
    <a:srgbClr val="000066"/>
    <a:srgbClr val="FF00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53" autoAdjust="0"/>
    <p:restoredTop sz="74231" autoAdjust="0"/>
  </p:normalViewPr>
  <p:slideViewPr>
    <p:cSldViewPr>
      <p:cViewPr varScale="1">
        <p:scale>
          <a:sx n="83" d="100"/>
          <a:sy n="83" d="100"/>
        </p:scale>
        <p:origin x="276" y="84"/>
      </p:cViewPr>
      <p:guideLst>
        <p:guide orient="horz" pos="2160"/>
        <p:guide pos="3840"/>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1" d="100"/>
          <a:sy n="51" d="100"/>
        </p:scale>
        <p:origin x="-2285" y="-101"/>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tableStyles" Target="tableStyles.xml"/><Relationship Id="rId5" Type="http://schemas.openxmlformats.org/officeDocument/2006/relationships/slideMaster" Target="slideMasters/slide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 Veas, Cezar Y SMSgt USAF NG HIANG (USA)" userId="7e4e3ba6-9d67-40a9-bdd1-45180244872d" providerId="ADAL" clId="{EF56900A-8D56-47BE-94F6-5C1DBFFFF504}"/>
    <pc:docChg chg="undo custSel modSld">
      <pc:chgData name="De Veas, Cezar Y SMSgt USAF NG HIANG (USA)" userId="7e4e3ba6-9d67-40a9-bdd1-45180244872d" providerId="ADAL" clId="{EF56900A-8D56-47BE-94F6-5C1DBFFFF504}" dt="2025-04-29T07:19:31.343" v="310" actId="20577"/>
      <pc:docMkLst>
        <pc:docMk/>
      </pc:docMkLst>
      <pc:sldChg chg="modSp mod">
        <pc:chgData name="De Veas, Cezar Y SMSgt USAF NG HIANG (USA)" userId="7e4e3ba6-9d67-40a9-bdd1-45180244872d" providerId="ADAL" clId="{EF56900A-8D56-47BE-94F6-5C1DBFFFF504}" dt="2025-04-17T01:33:54.447" v="301" actId="207"/>
        <pc:sldMkLst>
          <pc:docMk/>
          <pc:sldMk cId="0" sldId="498"/>
        </pc:sldMkLst>
        <pc:spChg chg="mod">
          <ac:chgData name="De Veas, Cezar Y SMSgt USAF NG HIANG (USA)" userId="7e4e3ba6-9d67-40a9-bdd1-45180244872d" providerId="ADAL" clId="{EF56900A-8D56-47BE-94F6-5C1DBFFFF504}" dt="2025-04-17T01:33:54.447" v="301" actId="207"/>
          <ac:spMkLst>
            <pc:docMk/>
            <pc:sldMk cId="0" sldId="498"/>
            <ac:spMk id="135171" creationId="{00000000-0000-0000-0000-000000000000}"/>
          </ac:spMkLst>
        </pc:spChg>
      </pc:sldChg>
      <pc:sldChg chg="modSp mod">
        <pc:chgData name="De Veas, Cezar Y SMSgt USAF NG HIANG (USA)" userId="7e4e3ba6-9d67-40a9-bdd1-45180244872d" providerId="ADAL" clId="{EF56900A-8D56-47BE-94F6-5C1DBFFFF504}" dt="2025-04-17T01:22:29.715" v="15" actId="20577"/>
        <pc:sldMkLst>
          <pc:docMk/>
          <pc:sldMk cId="0" sldId="500"/>
        </pc:sldMkLst>
        <pc:spChg chg="mod">
          <ac:chgData name="De Veas, Cezar Y SMSgt USAF NG HIANG (USA)" userId="7e4e3ba6-9d67-40a9-bdd1-45180244872d" providerId="ADAL" clId="{EF56900A-8D56-47BE-94F6-5C1DBFFFF504}" dt="2025-04-17T01:22:29.715" v="15" actId="20577"/>
          <ac:spMkLst>
            <pc:docMk/>
            <pc:sldMk cId="0" sldId="500"/>
            <ac:spMk id="139267" creationId="{00000000-0000-0000-0000-000000000000}"/>
          </ac:spMkLst>
        </pc:spChg>
      </pc:sldChg>
      <pc:sldChg chg="modSp mod">
        <pc:chgData name="De Veas, Cezar Y SMSgt USAF NG HIANG (USA)" userId="7e4e3ba6-9d67-40a9-bdd1-45180244872d" providerId="ADAL" clId="{EF56900A-8D56-47BE-94F6-5C1DBFFFF504}" dt="2025-04-18T18:51:18.444" v="306" actId="20577"/>
        <pc:sldMkLst>
          <pc:docMk/>
          <pc:sldMk cId="0" sldId="501"/>
        </pc:sldMkLst>
        <pc:spChg chg="mod">
          <ac:chgData name="De Veas, Cezar Y SMSgt USAF NG HIANG (USA)" userId="7e4e3ba6-9d67-40a9-bdd1-45180244872d" providerId="ADAL" clId="{EF56900A-8D56-47BE-94F6-5C1DBFFFF504}" dt="2025-04-18T18:51:18.444" v="306" actId="20577"/>
          <ac:spMkLst>
            <pc:docMk/>
            <pc:sldMk cId="0" sldId="501"/>
            <ac:spMk id="141315" creationId="{00000000-0000-0000-0000-000000000000}"/>
          </ac:spMkLst>
        </pc:spChg>
      </pc:sldChg>
      <pc:sldChg chg="modSp mod">
        <pc:chgData name="De Veas, Cezar Y SMSgt USAF NG HIANG (USA)" userId="7e4e3ba6-9d67-40a9-bdd1-45180244872d" providerId="ADAL" clId="{EF56900A-8D56-47BE-94F6-5C1DBFFFF504}" dt="2025-04-18T18:51:46.903" v="309" actId="20577"/>
        <pc:sldMkLst>
          <pc:docMk/>
          <pc:sldMk cId="0" sldId="504"/>
        </pc:sldMkLst>
        <pc:spChg chg="mod">
          <ac:chgData name="De Veas, Cezar Y SMSgt USAF NG HIANG (USA)" userId="7e4e3ba6-9d67-40a9-bdd1-45180244872d" providerId="ADAL" clId="{EF56900A-8D56-47BE-94F6-5C1DBFFFF504}" dt="2025-04-18T18:51:46.903" v="309" actId="20577"/>
          <ac:spMkLst>
            <pc:docMk/>
            <pc:sldMk cId="0" sldId="504"/>
            <ac:spMk id="147459" creationId="{00000000-0000-0000-0000-000000000000}"/>
          </ac:spMkLst>
        </pc:spChg>
      </pc:sldChg>
      <pc:sldChg chg="modSp mod">
        <pc:chgData name="De Veas, Cezar Y SMSgt USAF NG HIANG (USA)" userId="7e4e3ba6-9d67-40a9-bdd1-45180244872d" providerId="ADAL" clId="{EF56900A-8D56-47BE-94F6-5C1DBFFFF504}" dt="2025-04-17T01:24:13.725" v="21" actId="20577"/>
        <pc:sldMkLst>
          <pc:docMk/>
          <pc:sldMk cId="0" sldId="505"/>
        </pc:sldMkLst>
        <pc:spChg chg="mod">
          <ac:chgData name="De Veas, Cezar Y SMSgt USAF NG HIANG (USA)" userId="7e4e3ba6-9d67-40a9-bdd1-45180244872d" providerId="ADAL" clId="{EF56900A-8D56-47BE-94F6-5C1DBFFFF504}" dt="2025-04-17T01:24:13.725" v="21" actId="20577"/>
          <ac:spMkLst>
            <pc:docMk/>
            <pc:sldMk cId="0" sldId="505"/>
            <ac:spMk id="212995" creationId="{00000000-0000-0000-0000-000000000000}"/>
          </ac:spMkLst>
        </pc:spChg>
      </pc:sldChg>
      <pc:sldChg chg="modSp mod">
        <pc:chgData name="De Veas, Cezar Y SMSgt USAF NG HIANG (USA)" userId="7e4e3ba6-9d67-40a9-bdd1-45180244872d" providerId="ADAL" clId="{EF56900A-8D56-47BE-94F6-5C1DBFFFF504}" dt="2025-04-29T07:19:31.343" v="310" actId="20577"/>
        <pc:sldMkLst>
          <pc:docMk/>
          <pc:sldMk cId="0" sldId="506"/>
        </pc:sldMkLst>
        <pc:spChg chg="mod">
          <ac:chgData name="De Veas, Cezar Y SMSgt USAF NG HIANG (USA)" userId="7e4e3ba6-9d67-40a9-bdd1-45180244872d" providerId="ADAL" clId="{EF56900A-8D56-47BE-94F6-5C1DBFFFF504}" dt="2025-04-29T07:19:31.343" v="310" actId="20577"/>
          <ac:spMkLst>
            <pc:docMk/>
            <pc:sldMk cId="0" sldId="506"/>
            <ac:spMk id="149507" creationId="{00000000-0000-0000-0000-000000000000}"/>
          </ac:spMkLst>
        </pc:spChg>
      </pc:sldChg>
      <pc:sldChg chg="modSp mod">
        <pc:chgData name="De Veas, Cezar Y SMSgt USAF NG HIANG (USA)" userId="7e4e3ba6-9d67-40a9-bdd1-45180244872d" providerId="ADAL" clId="{EF56900A-8D56-47BE-94F6-5C1DBFFFF504}" dt="2025-04-17T01:24:32.772" v="22" actId="207"/>
        <pc:sldMkLst>
          <pc:docMk/>
          <pc:sldMk cId="0" sldId="507"/>
        </pc:sldMkLst>
        <pc:spChg chg="mod">
          <ac:chgData name="De Veas, Cezar Y SMSgt USAF NG HIANG (USA)" userId="7e4e3ba6-9d67-40a9-bdd1-45180244872d" providerId="ADAL" clId="{EF56900A-8D56-47BE-94F6-5C1DBFFFF504}" dt="2025-04-17T01:24:32.772" v="22" actId="207"/>
          <ac:spMkLst>
            <pc:docMk/>
            <pc:sldMk cId="0" sldId="507"/>
            <ac:spMk id="217091" creationId="{00000000-0000-0000-0000-000000000000}"/>
          </ac:spMkLst>
        </pc:spChg>
      </pc:sldChg>
      <pc:sldChg chg="modSp mod">
        <pc:chgData name="De Veas, Cezar Y SMSgt USAF NG HIANG (USA)" userId="7e4e3ba6-9d67-40a9-bdd1-45180244872d" providerId="ADAL" clId="{EF56900A-8D56-47BE-94F6-5C1DBFFFF504}" dt="2025-04-17T01:25:54.938" v="150" actId="20577"/>
        <pc:sldMkLst>
          <pc:docMk/>
          <pc:sldMk cId="0" sldId="509"/>
        </pc:sldMkLst>
        <pc:spChg chg="mod">
          <ac:chgData name="De Veas, Cezar Y SMSgt USAF NG HIANG (USA)" userId="7e4e3ba6-9d67-40a9-bdd1-45180244872d" providerId="ADAL" clId="{EF56900A-8D56-47BE-94F6-5C1DBFFFF504}" dt="2025-04-17T01:25:54.938" v="150" actId="20577"/>
          <ac:spMkLst>
            <pc:docMk/>
            <pc:sldMk cId="0" sldId="509"/>
            <ac:spMk id="159747" creationId="{00000000-0000-0000-0000-000000000000}"/>
          </ac:spMkLst>
        </pc:spChg>
      </pc:sldChg>
      <pc:sldChg chg="modSp mod">
        <pc:chgData name="De Veas, Cezar Y SMSgt USAF NG HIANG (USA)" userId="7e4e3ba6-9d67-40a9-bdd1-45180244872d" providerId="ADAL" clId="{EF56900A-8D56-47BE-94F6-5C1DBFFFF504}" dt="2025-04-17T01:26:31.439" v="164" actId="1076"/>
        <pc:sldMkLst>
          <pc:docMk/>
          <pc:sldMk cId="0" sldId="510"/>
        </pc:sldMkLst>
        <pc:spChg chg="mod">
          <ac:chgData name="De Veas, Cezar Y SMSgt USAF NG HIANG (USA)" userId="7e4e3ba6-9d67-40a9-bdd1-45180244872d" providerId="ADAL" clId="{EF56900A-8D56-47BE-94F6-5C1DBFFFF504}" dt="2025-04-17T01:26:31.439" v="164" actId="1076"/>
          <ac:spMkLst>
            <pc:docMk/>
            <pc:sldMk cId="0" sldId="510"/>
            <ac:spMk id="161795" creationId="{00000000-0000-0000-0000-000000000000}"/>
          </ac:spMkLst>
        </pc:spChg>
      </pc:sldChg>
      <pc:sldChg chg="modSp mod">
        <pc:chgData name="De Veas, Cezar Y SMSgt USAF NG HIANG (USA)" userId="7e4e3ba6-9d67-40a9-bdd1-45180244872d" providerId="ADAL" clId="{EF56900A-8D56-47BE-94F6-5C1DBFFFF504}" dt="2025-04-17T01:27:18.197" v="184" actId="1076"/>
        <pc:sldMkLst>
          <pc:docMk/>
          <pc:sldMk cId="0" sldId="513"/>
        </pc:sldMkLst>
        <pc:spChg chg="mod">
          <ac:chgData name="De Veas, Cezar Y SMSgt USAF NG HIANG (USA)" userId="7e4e3ba6-9d67-40a9-bdd1-45180244872d" providerId="ADAL" clId="{EF56900A-8D56-47BE-94F6-5C1DBFFFF504}" dt="2025-04-17T01:27:18.197" v="184" actId="1076"/>
          <ac:spMkLst>
            <pc:docMk/>
            <pc:sldMk cId="0" sldId="513"/>
            <ac:spMk id="165891" creationId="{00000000-0000-0000-0000-000000000000}"/>
          </ac:spMkLst>
        </pc:spChg>
      </pc:sldChg>
      <pc:sldChg chg="modSp mod">
        <pc:chgData name="De Veas, Cezar Y SMSgt USAF NG HIANG (USA)" userId="7e4e3ba6-9d67-40a9-bdd1-45180244872d" providerId="ADAL" clId="{EF56900A-8D56-47BE-94F6-5C1DBFFFF504}" dt="2025-04-17T01:27:58.604" v="191" actId="20577"/>
        <pc:sldMkLst>
          <pc:docMk/>
          <pc:sldMk cId="0" sldId="514"/>
        </pc:sldMkLst>
        <pc:spChg chg="mod">
          <ac:chgData name="De Veas, Cezar Y SMSgt USAF NG HIANG (USA)" userId="7e4e3ba6-9d67-40a9-bdd1-45180244872d" providerId="ADAL" clId="{EF56900A-8D56-47BE-94F6-5C1DBFFFF504}" dt="2025-04-17T01:27:58.604" v="191" actId="20577"/>
          <ac:spMkLst>
            <pc:docMk/>
            <pc:sldMk cId="0" sldId="514"/>
            <ac:spMk id="178179" creationId="{00000000-0000-0000-0000-000000000000}"/>
          </ac:spMkLst>
        </pc:spChg>
      </pc:sldChg>
      <pc:sldChg chg="modSp mod">
        <pc:chgData name="De Veas, Cezar Y SMSgt USAF NG HIANG (USA)" userId="7e4e3ba6-9d67-40a9-bdd1-45180244872d" providerId="ADAL" clId="{EF56900A-8D56-47BE-94F6-5C1DBFFFF504}" dt="2025-04-17T01:29:37.894" v="250" actId="14100"/>
        <pc:sldMkLst>
          <pc:docMk/>
          <pc:sldMk cId="0" sldId="516"/>
        </pc:sldMkLst>
        <pc:spChg chg="mod">
          <ac:chgData name="De Veas, Cezar Y SMSgt USAF NG HIANG (USA)" userId="7e4e3ba6-9d67-40a9-bdd1-45180244872d" providerId="ADAL" clId="{EF56900A-8D56-47BE-94F6-5C1DBFFFF504}" dt="2025-04-17T01:29:37.894" v="250" actId="14100"/>
          <ac:spMkLst>
            <pc:docMk/>
            <pc:sldMk cId="0" sldId="516"/>
            <ac:spMk id="169988" creationId="{00000000-0000-0000-0000-000000000000}"/>
          </ac:spMkLst>
        </pc:spChg>
      </pc:sldChg>
      <pc:sldChg chg="modSp mod">
        <pc:chgData name="De Veas, Cezar Y SMSgt USAF NG HIANG (USA)" userId="7e4e3ba6-9d67-40a9-bdd1-45180244872d" providerId="ADAL" clId="{EF56900A-8D56-47BE-94F6-5C1DBFFFF504}" dt="2025-04-17T01:29:55.638" v="252" actId="14100"/>
        <pc:sldMkLst>
          <pc:docMk/>
          <pc:sldMk cId="0" sldId="518"/>
        </pc:sldMkLst>
        <pc:spChg chg="mod">
          <ac:chgData name="De Veas, Cezar Y SMSgt USAF NG HIANG (USA)" userId="7e4e3ba6-9d67-40a9-bdd1-45180244872d" providerId="ADAL" clId="{EF56900A-8D56-47BE-94F6-5C1DBFFFF504}" dt="2025-04-17T01:29:55.638" v="252" actId="14100"/>
          <ac:spMkLst>
            <pc:docMk/>
            <pc:sldMk cId="0" sldId="518"/>
            <ac:spMk id="174083" creationId="{00000000-0000-0000-0000-000000000000}"/>
          </ac:spMkLst>
        </pc:spChg>
      </pc:sldChg>
      <pc:sldChg chg="modSp mod">
        <pc:chgData name="De Veas, Cezar Y SMSgt USAF NG HIANG (USA)" userId="7e4e3ba6-9d67-40a9-bdd1-45180244872d" providerId="ADAL" clId="{EF56900A-8D56-47BE-94F6-5C1DBFFFF504}" dt="2025-04-17T01:30:56.275" v="253" actId="255"/>
        <pc:sldMkLst>
          <pc:docMk/>
          <pc:sldMk cId="0" sldId="527"/>
        </pc:sldMkLst>
        <pc:spChg chg="mod">
          <ac:chgData name="De Veas, Cezar Y SMSgt USAF NG HIANG (USA)" userId="7e4e3ba6-9d67-40a9-bdd1-45180244872d" providerId="ADAL" clId="{EF56900A-8D56-47BE-94F6-5C1DBFFFF504}" dt="2025-04-17T01:30:56.275" v="253" actId="255"/>
          <ac:spMkLst>
            <pc:docMk/>
            <pc:sldMk cId="0" sldId="527"/>
            <ac:spMk id="192515" creationId="{00000000-0000-0000-0000-000000000000}"/>
          </ac:spMkLst>
        </pc:spChg>
      </pc:sldChg>
      <pc:sldChg chg="modSp mod">
        <pc:chgData name="De Veas, Cezar Y SMSgt USAF NG HIANG (USA)" userId="7e4e3ba6-9d67-40a9-bdd1-45180244872d" providerId="ADAL" clId="{EF56900A-8D56-47BE-94F6-5C1DBFFFF504}" dt="2025-04-17T01:31:18.380" v="257" actId="1076"/>
        <pc:sldMkLst>
          <pc:docMk/>
          <pc:sldMk cId="0" sldId="528"/>
        </pc:sldMkLst>
        <pc:spChg chg="mod">
          <ac:chgData name="De Veas, Cezar Y SMSgt USAF NG HIANG (USA)" userId="7e4e3ba6-9d67-40a9-bdd1-45180244872d" providerId="ADAL" clId="{EF56900A-8D56-47BE-94F6-5C1DBFFFF504}" dt="2025-04-17T01:31:18.380" v="257" actId="1076"/>
          <ac:spMkLst>
            <pc:docMk/>
            <pc:sldMk cId="0" sldId="528"/>
            <ac:spMk id="194563" creationId="{00000000-0000-0000-0000-000000000000}"/>
          </ac:spMkLst>
        </pc:spChg>
      </pc:sldChg>
      <pc:sldChg chg="modSp mod">
        <pc:chgData name="De Veas, Cezar Y SMSgt USAF NG HIANG (USA)" userId="7e4e3ba6-9d67-40a9-bdd1-45180244872d" providerId="ADAL" clId="{EF56900A-8D56-47BE-94F6-5C1DBFFFF504}" dt="2025-04-17T01:32:03.290" v="271" actId="207"/>
        <pc:sldMkLst>
          <pc:docMk/>
          <pc:sldMk cId="0" sldId="530"/>
        </pc:sldMkLst>
        <pc:spChg chg="mod">
          <ac:chgData name="De Veas, Cezar Y SMSgt USAF NG HIANG (USA)" userId="7e4e3ba6-9d67-40a9-bdd1-45180244872d" providerId="ADAL" clId="{EF56900A-8D56-47BE-94F6-5C1DBFFFF504}" dt="2025-04-17T01:32:03.290" v="271" actId="207"/>
          <ac:spMkLst>
            <pc:docMk/>
            <pc:sldMk cId="0" sldId="530"/>
            <ac:spMk id="198659" creationId="{00000000-0000-0000-0000-000000000000}"/>
          </ac:spMkLst>
        </pc:spChg>
      </pc:sldChg>
      <pc:sldChg chg="modSp mod">
        <pc:chgData name="De Veas, Cezar Y SMSgt USAF NG HIANG (USA)" userId="7e4e3ba6-9d67-40a9-bdd1-45180244872d" providerId="ADAL" clId="{EF56900A-8D56-47BE-94F6-5C1DBFFFF504}" dt="2025-04-17T01:32:15.692" v="280" actId="6549"/>
        <pc:sldMkLst>
          <pc:docMk/>
          <pc:sldMk cId="0" sldId="531"/>
        </pc:sldMkLst>
        <pc:spChg chg="mod">
          <ac:chgData name="De Veas, Cezar Y SMSgt USAF NG HIANG (USA)" userId="7e4e3ba6-9d67-40a9-bdd1-45180244872d" providerId="ADAL" clId="{EF56900A-8D56-47BE-94F6-5C1DBFFFF504}" dt="2025-04-17T01:32:15.692" v="280" actId="6549"/>
          <ac:spMkLst>
            <pc:docMk/>
            <pc:sldMk cId="0" sldId="531"/>
            <ac:spMk id="200707" creationId="{00000000-0000-0000-0000-000000000000}"/>
          </ac:spMkLst>
        </pc:spChg>
      </pc:sldChg>
      <pc:sldChg chg="modSp mod">
        <pc:chgData name="De Veas, Cezar Y SMSgt USAF NG HIANG (USA)" userId="7e4e3ba6-9d67-40a9-bdd1-45180244872d" providerId="ADAL" clId="{EF56900A-8D56-47BE-94F6-5C1DBFFFF504}" dt="2025-04-17T01:33:26.529" v="300" actId="207"/>
        <pc:sldMkLst>
          <pc:docMk/>
          <pc:sldMk cId="0" sldId="533"/>
        </pc:sldMkLst>
        <pc:spChg chg="mod">
          <ac:chgData name="De Veas, Cezar Y SMSgt USAF NG HIANG (USA)" userId="7e4e3ba6-9d67-40a9-bdd1-45180244872d" providerId="ADAL" clId="{EF56900A-8D56-47BE-94F6-5C1DBFFFF504}" dt="2025-04-17T01:33:26.529" v="300" actId="207"/>
          <ac:spMkLst>
            <pc:docMk/>
            <pc:sldMk cId="0" sldId="533"/>
            <ac:spMk id="204804" creationId="{00000000-0000-0000-0000-000000000000}"/>
          </ac:spMkLst>
        </pc:spChg>
        <pc:spChg chg="mod">
          <ac:chgData name="De Veas, Cezar Y SMSgt USAF NG HIANG (USA)" userId="7e4e3ba6-9d67-40a9-bdd1-45180244872d" providerId="ADAL" clId="{EF56900A-8D56-47BE-94F6-5C1DBFFFF504}" dt="2025-04-17T01:32:52.028" v="285" actId="20577"/>
          <ac:spMkLst>
            <pc:docMk/>
            <pc:sldMk cId="0" sldId="533"/>
            <ac:spMk id="304131" creationId="{00000000-0000-0000-0000-000000000000}"/>
          </ac:spMkLst>
        </pc:spChg>
      </pc:sldChg>
      <pc:sldChg chg="modSp mod">
        <pc:chgData name="De Veas, Cezar Y SMSgt USAF NG HIANG (USA)" userId="7e4e3ba6-9d67-40a9-bdd1-45180244872d" providerId="ADAL" clId="{EF56900A-8D56-47BE-94F6-5C1DBFFFF504}" dt="2025-04-17T01:27:12.021" v="183" actId="1076"/>
        <pc:sldMkLst>
          <pc:docMk/>
          <pc:sldMk cId="2034808781" sldId="542"/>
        </pc:sldMkLst>
        <pc:spChg chg="mod">
          <ac:chgData name="De Veas, Cezar Y SMSgt USAF NG HIANG (USA)" userId="7e4e3ba6-9d67-40a9-bdd1-45180244872d" providerId="ADAL" clId="{EF56900A-8D56-47BE-94F6-5C1DBFFFF504}" dt="2025-04-17T01:27:12.021" v="183" actId="1076"/>
          <ac:spMkLst>
            <pc:docMk/>
            <pc:sldMk cId="2034808781" sldId="542"/>
            <ac:spMk id="163843" creationId="{00000000-0000-0000-0000-000000000000}"/>
          </ac:spMkLst>
        </pc:spChg>
      </pc:sldChg>
    </pc:docChg>
  </pc:docChgLst>
  <pc:docChgLst>
    <pc:chgData name="Reyes, Anthony G CIV NG HIARNG (USA)" userId="edc4c7ec-26a9-472d-9ee3-c6b48def4e63" providerId="ADAL" clId="{2687B01B-45C8-4BA6-BDCC-3CA9092AEAF2}"/>
    <pc:docChg chg="custSel modSld">
      <pc:chgData name="Reyes, Anthony G CIV NG HIARNG (USA)" userId="edc4c7ec-26a9-472d-9ee3-c6b48def4e63" providerId="ADAL" clId="{2687B01B-45C8-4BA6-BDCC-3CA9092AEAF2}" dt="2025-05-15T01:02:37.697" v="345" actId="20577"/>
      <pc:docMkLst>
        <pc:docMk/>
      </pc:docMkLst>
      <pc:sldChg chg="modSp mod">
        <pc:chgData name="Reyes, Anthony G CIV NG HIARNG (USA)" userId="edc4c7ec-26a9-472d-9ee3-c6b48def4e63" providerId="ADAL" clId="{2687B01B-45C8-4BA6-BDCC-3CA9092AEAF2}" dt="2025-05-15T00:26:19.353" v="25" actId="6549"/>
        <pc:sldMkLst>
          <pc:docMk/>
          <pc:sldMk cId="0" sldId="505"/>
        </pc:sldMkLst>
        <pc:spChg chg="mod">
          <ac:chgData name="Reyes, Anthony G CIV NG HIARNG (USA)" userId="edc4c7ec-26a9-472d-9ee3-c6b48def4e63" providerId="ADAL" clId="{2687B01B-45C8-4BA6-BDCC-3CA9092AEAF2}" dt="2025-05-15T00:26:19.353" v="25" actId="6549"/>
          <ac:spMkLst>
            <pc:docMk/>
            <pc:sldMk cId="0" sldId="505"/>
            <ac:spMk id="212994" creationId="{00000000-0000-0000-0000-000000000000}"/>
          </ac:spMkLst>
        </pc:spChg>
      </pc:sldChg>
      <pc:sldChg chg="modSp mod">
        <pc:chgData name="Reyes, Anthony G CIV NG HIARNG (USA)" userId="edc4c7ec-26a9-472d-9ee3-c6b48def4e63" providerId="ADAL" clId="{2687B01B-45C8-4BA6-BDCC-3CA9092AEAF2}" dt="2025-05-15T00:26:32.118" v="27" actId="20577"/>
        <pc:sldMkLst>
          <pc:docMk/>
          <pc:sldMk cId="0" sldId="507"/>
        </pc:sldMkLst>
        <pc:spChg chg="mod">
          <ac:chgData name="Reyes, Anthony G CIV NG HIARNG (USA)" userId="edc4c7ec-26a9-472d-9ee3-c6b48def4e63" providerId="ADAL" clId="{2687B01B-45C8-4BA6-BDCC-3CA9092AEAF2}" dt="2025-05-15T00:26:32.118" v="27" actId="20577"/>
          <ac:spMkLst>
            <pc:docMk/>
            <pc:sldMk cId="0" sldId="507"/>
            <ac:spMk id="217090" creationId="{00000000-0000-0000-0000-000000000000}"/>
          </ac:spMkLst>
        </pc:spChg>
      </pc:sldChg>
      <pc:sldChg chg="modSp mod">
        <pc:chgData name="Reyes, Anthony G CIV NG HIARNG (USA)" userId="edc4c7ec-26a9-472d-9ee3-c6b48def4e63" providerId="ADAL" clId="{2687B01B-45C8-4BA6-BDCC-3CA9092AEAF2}" dt="2025-05-15T00:35:39.342" v="52" actId="20577"/>
        <pc:sldMkLst>
          <pc:docMk/>
          <pc:sldMk cId="0" sldId="521"/>
        </pc:sldMkLst>
        <pc:spChg chg="mod">
          <ac:chgData name="Reyes, Anthony G CIV NG HIARNG (USA)" userId="edc4c7ec-26a9-472d-9ee3-c6b48def4e63" providerId="ADAL" clId="{2687B01B-45C8-4BA6-BDCC-3CA9092AEAF2}" dt="2025-05-15T00:35:39.342" v="52" actId="20577"/>
          <ac:spMkLst>
            <pc:docMk/>
            <pc:sldMk cId="0" sldId="521"/>
            <ac:spMk id="180227" creationId="{00000000-0000-0000-0000-000000000000}"/>
          </ac:spMkLst>
        </pc:spChg>
      </pc:sldChg>
      <pc:sldChg chg="modSp mod">
        <pc:chgData name="Reyes, Anthony G CIV NG HIARNG (USA)" userId="edc4c7ec-26a9-472d-9ee3-c6b48def4e63" providerId="ADAL" clId="{2687B01B-45C8-4BA6-BDCC-3CA9092AEAF2}" dt="2025-05-15T00:48:14.927" v="252" actId="20577"/>
        <pc:sldMkLst>
          <pc:docMk/>
          <pc:sldMk cId="0" sldId="523"/>
        </pc:sldMkLst>
        <pc:spChg chg="mod">
          <ac:chgData name="Reyes, Anthony G CIV NG HIARNG (USA)" userId="edc4c7ec-26a9-472d-9ee3-c6b48def4e63" providerId="ADAL" clId="{2687B01B-45C8-4BA6-BDCC-3CA9092AEAF2}" dt="2025-05-15T00:48:14.927" v="252" actId="20577"/>
          <ac:spMkLst>
            <pc:docMk/>
            <pc:sldMk cId="0" sldId="523"/>
            <ac:spMk id="184323" creationId="{00000000-0000-0000-0000-000000000000}"/>
          </ac:spMkLst>
        </pc:spChg>
      </pc:sldChg>
      <pc:sldChg chg="modSp mod">
        <pc:chgData name="Reyes, Anthony G CIV NG HIARNG (USA)" userId="edc4c7ec-26a9-472d-9ee3-c6b48def4e63" providerId="ADAL" clId="{2687B01B-45C8-4BA6-BDCC-3CA9092AEAF2}" dt="2025-05-15T01:02:37.697" v="345" actId="20577"/>
        <pc:sldMkLst>
          <pc:docMk/>
          <pc:sldMk cId="0" sldId="530"/>
        </pc:sldMkLst>
        <pc:spChg chg="mod">
          <ac:chgData name="Reyes, Anthony G CIV NG HIARNG (USA)" userId="edc4c7ec-26a9-472d-9ee3-c6b48def4e63" providerId="ADAL" clId="{2687B01B-45C8-4BA6-BDCC-3CA9092AEAF2}" dt="2025-05-15T01:02:37.697" v="345" actId="20577"/>
          <ac:spMkLst>
            <pc:docMk/>
            <pc:sldMk cId="0" sldId="530"/>
            <ac:spMk id="198659" creationId="{00000000-0000-0000-0000-000000000000}"/>
          </ac:spMkLst>
        </pc:spChg>
      </pc:sldChg>
      <pc:sldChg chg="modSp mod">
        <pc:chgData name="Reyes, Anthony G CIV NG HIARNG (USA)" userId="edc4c7ec-26a9-472d-9ee3-c6b48def4e63" providerId="ADAL" clId="{2687B01B-45C8-4BA6-BDCC-3CA9092AEAF2}" dt="2025-05-15T00:58:05.155" v="288" actId="6549"/>
        <pc:sldMkLst>
          <pc:docMk/>
          <pc:sldMk cId="0" sldId="531"/>
        </pc:sldMkLst>
        <pc:spChg chg="mod">
          <ac:chgData name="Reyes, Anthony G CIV NG HIARNG (USA)" userId="edc4c7ec-26a9-472d-9ee3-c6b48def4e63" providerId="ADAL" clId="{2687B01B-45C8-4BA6-BDCC-3CA9092AEAF2}" dt="2025-05-15T00:58:05.155" v="288" actId="6549"/>
          <ac:spMkLst>
            <pc:docMk/>
            <pc:sldMk cId="0" sldId="531"/>
            <ac:spMk id="200707" creationId="{00000000-0000-0000-0000-000000000000}"/>
          </ac:spMkLst>
        </pc:spChg>
      </pc:sldChg>
      <pc:sldChg chg="modSp mod">
        <pc:chgData name="Reyes, Anthony G CIV NG HIARNG (USA)" userId="edc4c7ec-26a9-472d-9ee3-c6b48def4e63" providerId="ADAL" clId="{2687B01B-45C8-4BA6-BDCC-3CA9092AEAF2}" dt="2025-05-15T00:58:37.747" v="315" actId="20577"/>
        <pc:sldMkLst>
          <pc:docMk/>
          <pc:sldMk cId="0" sldId="532"/>
        </pc:sldMkLst>
        <pc:spChg chg="mod">
          <ac:chgData name="Reyes, Anthony G CIV NG HIARNG (USA)" userId="edc4c7ec-26a9-472d-9ee3-c6b48def4e63" providerId="ADAL" clId="{2687B01B-45C8-4BA6-BDCC-3CA9092AEAF2}" dt="2025-05-15T00:58:37.747" v="315" actId="20577"/>
          <ac:spMkLst>
            <pc:docMk/>
            <pc:sldMk cId="0" sldId="532"/>
            <ac:spMk id="202755" creationId="{00000000-0000-0000-0000-000000000000}"/>
          </ac:spMkLst>
        </pc:spChg>
      </pc:sldChg>
    </pc:docChg>
  </pc:docChgLst>
  <pc:docChgLst>
    <pc:chgData name="De Veas, Cezar Y SMSgt USAF NG HIANG (USA)" userId="7e4e3ba6-9d67-40a9-bdd1-45180244872d" providerId="ADAL" clId="{29A9B90C-D991-4F43-B38A-89FF13EB04A8}"/>
    <pc:docChg chg="addSld modSld sldOrd">
      <pc:chgData name="De Veas, Cezar Y SMSgt USAF NG HIANG (USA)" userId="7e4e3ba6-9d67-40a9-bdd1-45180244872d" providerId="ADAL" clId="{29A9B90C-D991-4F43-B38A-89FF13EB04A8}" dt="2025-05-13T02:13:37.354" v="52" actId="20577"/>
      <pc:docMkLst>
        <pc:docMk/>
      </pc:docMkLst>
      <pc:sldChg chg="modSp mod">
        <pc:chgData name="De Veas, Cezar Y SMSgt USAF NG HIANG (USA)" userId="7e4e3ba6-9d67-40a9-bdd1-45180244872d" providerId="ADAL" clId="{29A9B90C-D991-4F43-B38A-89FF13EB04A8}" dt="2025-05-13T02:12:06.530" v="39" actId="207"/>
        <pc:sldMkLst>
          <pc:docMk/>
          <pc:sldMk cId="0" sldId="498"/>
        </pc:sldMkLst>
        <pc:spChg chg="mod">
          <ac:chgData name="De Veas, Cezar Y SMSgt USAF NG HIANG (USA)" userId="7e4e3ba6-9d67-40a9-bdd1-45180244872d" providerId="ADAL" clId="{29A9B90C-D991-4F43-B38A-89FF13EB04A8}" dt="2025-05-13T02:12:06.530" v="39" actId="207"/>
          <ac:spMkLst>
            <pc:docMk/>
            <pc:sldMk cId="0" sldId="498"/>
            <ac:spMk id="135171" creationId="{00000000-0000-0000-0000-000000000000}"/>
          </ac:spMkLst>
        </pc:spChg>
      </pc:sldChg>
      <pc:sldChg chg="modNotesTx">
        <pc:chgData name="De Veas, Cezar Y SMSgt USAF NG HIANG (USA)" userId="7e4e3ba6-9d67-40a9-bdd1-45180244872d" providerId="ADAL" clId="{29A9B90C-D991-4F43-B38A-89FF13EB04A8}" dt="2025-05-13T02:13:37.354" v="52" actId="20577"/>
        <pc:sldMkLst>
          <pc:docMk/>
          <pc:sldMk cId="0" sldId="499"/>
        </pc:sldMkLst>
      </pc:sldChg>
      <pc:sldChg chg="addSp modSp new mod ord">
        <pc:chgData name="De Veas, Cezar Y SMSgt USAF NG HIANG (USA)" userId="7e4e3ba6-9d67-40a9-bdd1-45180244872d" providerId="ADAL" clId="{29A9B90C-D991-4F43-B38A-89FF13EB04A8}" dt="2025-05-13T02:13:07.691" v="41" actId="207"/>
        <pc:sldMkLst>
          <pc:docMk/>
          <pc:sldMk cId="2723053493" sldId="543"/>
        </pc:sldMkLst>
        <pc:spChg chg="add mod">
          <ac:chgData name="De Veas, Cezar Y SMSgt USAF NG HIANG (USA)" userId="7e4e3ba6-9d67-40a9-bdd1-45180244872d" providerId="ADAL" clId="{29A9B90C-D991-4F43-B38A-89FF13EB04A8}" dt="2025-05-13T02:13:07.691" v="41" actId="207"/>
          <ac:spMkLst>
            <pc:docMk/>
            <pc:sldMk cId="2723053493" sldId="543"/>
            <ac:spMk id="4" creationId="{42BF3059-0F56-5760-77D4-7DB6D5BAFC20}"/>
          </ac:spMkLst>
        </pc:spChg>
        <pc:spChg chg="add mod">
          <ac:chgData name="De Veas, Cezar Y SMSgt USAF NG HIANG (USA)" userId="7e4e3ba6-9d67-40a9-bdd1-45180244872d" providerId="ADAL" clId="{29A9B90C-D991-4F43-B38A-89FF13EB04A8}" dt="2025-05-13T02:11:38.907" v="35" actId="1076"/>
          <ac:spMkLst>
            <pc:docMk/>
            <pc:sldMk cId="2723053493" sldId="543"/>
            <ac:spMk id="6" creationId="{5C7022B4-943F-A5B7-7A10-A0FC7D402660}"/>
          </ac:spMkLst>
        </pc:spChg>
      </pc:sldChg>
    </pc:docChg>
  </pc:docChgLst>
  <pc:docChgLst>
    <pc:chgData name="De Veas, Cezar Y SMSgt USAF NG HIANG (USA)" userId="7e4e3ba6-9d67-40a9-bdd1-45180244872d" providerId="ADAL" clId="{7A49A8E2-0085-4D25-BF92-8C95CB389482}"/>
    <pc:docChg chg="undo custSel modSld">
      <pc:chgData name="De Veas, Cezar Y SMSgt USAF NG HIANG (USA)" userId="7e4e3ba6-9d67-40a9-bdd1-45180244872d" providerId="ADAL" clId="{7A49A8E2-0085-4D25-BF92-8C95CB389482}" dt="2025-05-15T02:31:02.873" v="74" actId="20577"/>
      <pc:docMkLst>
        <pc:docMk/>
      </pc:docMkLst>
      <pc:sldChg chg="modNotesTx">
        <pc:chgData name="De Veas, Cezar Y SMSgt USAF NG HIANG (USA)" userId="7e4e3ba6-9d67-40a9-bdd1-45180244872d" providerId="ADAL" clId="{7A49A8E2-0085-4D25-BF92-8C95CB389482}" dt="2025-05-15T02:26:21.711" v="8" actId="6549"/>
        <pc:sldMkLst>
          <pc:docMk/>
          <pc:sldMk cId="0" sldId="522"/>
        </pc:sldMkLst>
      </pc:sldChg>
      <pc:sldChg chg="modSp mod">
        <pc:chgData name="De Veas, Cezar Y SMSgt USAF NG HIANG (USA)" userId="7e4e3ba6-9d67-40a9-bdd1-45180244872d" providerId="ADAL" clId="{7A49A8E2-0085-4D25-BF92-8C95CB389482}" dt="2025-05-15T02:31:02.873" v="74" actId="20577"/>
        <pc:sldMkLst>
          <pc:docMk/>
          <pc:sldMk cId="0" sldId="533"/>
        </pc:sldMkLst>
        <pc:spChg chg="mod">
          <ac:chgData name="De Veas, Cezar Y SMSgt USAF NG HIANG (USA)" userId="7e4e3ba6-9d67-40a9-bdd1-45180244872d" providerId="ADAL" clId="{7A49A8E2-0085-4D25-BF92-8C95CB389482}" dt="2025-05-15T02:31:02.873" v="74" actId="20577"/>
          <ac:spMkLst>
            <pc:docMk/>
            <pc:sldMk cId="0" sldId="533"/>
            <ac:spMk id="204804"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0596" name="Rectangle 4"/>
          <p:cNvSpPr>
            <a:spLocks noGrp="1" noChangeArrowheads="1"/>
          </p:cNvSpPr>
          <p:nvPr>
            <p:ph type="ftr" sz="quarter" idx="2"/>
          </p:nvPr>
        </p:nvSpPr>
        <p:spPr bwMode="auto">
          <a:xfrm>
            <a:off x="0" y="9121775"/>
            <a:ext cx="3170238" cy="479425"/>
          </a:xfrm>
          <a:prstGeom prst="rect">
            <a:avLst/>
          </a:prstGeom>
          <a:noFill/>
          <a:ln w="9525">
            <a:noFill/>
            <a:miter lim="800000"/>
            <a:headEnd/>
            <a:tailEnd/>
          </a:ln>
          <a:effectLst/>
        </p:spPr>
        <p:txBody>
          <a:bodyPr vert="horz" wrap="square" lIns="96638" tIns="48318" rIns="96638" bIns="48318" numCol="1" anchor="b" anchorCtr="0" compatLnSpc="1">
            <a:prstTxWarp prst="textNoShape">
              <a:avLst/>
            </a:prstTxWarp>
          </a:bodyPr>
          <a:lstStyle>
            <a:lvl1pPr defTabSz="966421">
              <a:defRPr sz="1300"/>
            </a:lvl1pPr>
          </a:lstStyle>
          <a:p>
            <a:pPr>
              <a:defRPr/>
            </a:pPr>
            <a:r>
              <a:rPr lang="en-US" dirty="0"/>
              <a:t>Unclassified- MATOC Training FY 12</a:t>
            </a:r>
          </a:p>
        </p:txBody>
      </p:sp>
      <p:sp>
        <p:nvSpPr>
          <p:cNvPr id="110597" name="Rectangle 5"/>
          <p:cNvSpPr>
            <a:spLocks noGrp="1" noChangeArrowheads="1"/>
          </p:cNvSpPr>
          <p:nvPr>
            <p:ph type="sldNum" sz="quarter" idx="3"/>
          </p:nvPr>
        </p:nvSpPr>
        <p:spPr bwMode="auto">
          <a:xfrm>
            <a:off x="4144963" y="9121775"/>
            <a:ext cx="3170237" cy="479425"/>
          </a:xfrm>
          <a:prstGeom prst="rect">
            <a:avLst/>
          </a:prstGeom>
          <a:noFill/>
          <a:ln w="9525">
            <a:noFill/>
            <a:miter lim="800000"/>
            <a:headEnd/>
            <a:tailEnd/>
          </a:ln>
          <a:effectLst/>
        </p:spPr>
        <p:txBody>
          <a:bodyPr vert="horz" wrap="square" lIns="96638" tIns="48318" rIns="96638" bIns="48318" numCol="1" anchor="b" anchorCtr="0" compatLnSpc="1">
            <a:prstTxWarp prst="textNoShape">
              <a:avLst/>
            </a:prstTxWarp>
          </a:bodyPr>
          <a:lstStyle>
            <a:lvl1pPr algn="r" defTabSz="966421">
              <a:defRPr sz="1300"/>
            </a:lvl1pPr>
          </a:lstStyle>
          <a:p>
            <a:pPr>
              <a:defRPr/>
            </a:pPr>
            <a:endParaRPr lang="en-US" dirty="0"/>
          </a:p>
        </p:txBody>
      </p:sp>
    </p:spTree>
    <p:extLst>
      <p:ext uri="{BB962C8B-B14F-4D97-AF65-F5344CB8AC3E}">
        <p14:creationId xmlns:p14="http://schemas.microsoft.com/office/powerpoint/2010/main" val="251073658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38" tIns="48318" rIns="96638" bIns="48318" numCol="1" anchor="t" anchorCtr="0" compatLnSpc="1">
            <a:prstTxWarp prst="textNoShape">
              <a:avLst/>
            </a:prstTxWarp>
          </a:bodyPr>
          <a:lstStyle>
            <a:lvl1pPr defTabSz="966421">
              <a:defRPr sz="1300"/>
            </a:lvl1pPr>
          </a:lstStyle>
          <a:p>
            <a:pPr>
              <a:defRPr/>
            </a:pPr>
            <a:endParaRPr lang="en-US" dirty="0"/>
          </a:p>
        </p:txBody>
      </p:sp>
      <p:sp>
        <p:nvSpPr>
          <p:cNvPr id="4099" name="Rectangle 3"/>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square" lIns="96638" tIns="48318" rIns="96638" bIns="48318" numCol="1" anchor="t" anchorCtr="0" compatLnSpc="1">
            <a:prstTxWarp prst="textNoShape">
              <a:avLst/>
            </a:prstTxWarp>
          </a:bodyPr>
          <a:lstStyle>
            <a:lvl1pPr algn="r" defTabSz="966421">
              <a:defRPr sz="1300"/>
            </a:lvl1pPr>
          </a:lstStyle>
          <a:p>
            <a:pPr>
              <a:defRPr/>
            </a:pPr>
            <a:endParaRPr lang="en-US" dirty="0"/>
          </a:p>
        </p:txBody>
      </p:sp>
      <p:sp>
        <p:nvSpPr>
          <p:cNvPr id="205828" name="Rectangle 4"/>
          <p:cNvSpPr>
            <a:spLocks noGrp="1" noRot="1" noChangeAspect="1" noChangeArrowheads="1" noTextEdit="1"/>
          </p:cNvSpPr>
          <p:nvPr>
            <p:ph type="sldImg" idx="2"/>
          </p:nvPr>
        </p:nvSpPr>
        <p:spPr bwMode="auto">
          <a:xfrm>
            <a:off x="457200" y="720725"/>
            <a:ext cx="6400800" cy="3600450"/>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square" lIns="96638" tIns="48318" rIns="96638" bIns="4831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square" lIns="96638" tIns="48318" rIns="96638" bIns="48318" numCol="1" anchor="b" anchorCtr="0" compatLnSpc="1">
            <a:prstTxWarp prst="textNoShape">
              <a:avLst/>
            </a:prstTxWarp>
          </a:bodyPr>
          <a:lstStyle>
            <a:lvl1pPr defTabSz="966421">
              <a:defRPr sz="1300"/>
            </a:lvl1pPr>
          </a:lstStyle>
          <a:p>
            <a:pPr>
              <a:defRPr/>
            </a:pPr>
            <a:endParaRPr lang="en-US" dirty="0"/>
          </a:p>
        </p:txBody>
      </p:sp>
      <p:sp>
        <p:nvSpPr>
          <p:cNvPr id="4103" name="Rectangle 7"/>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square" lIns="96638" tIns="48318" rIns="96638" bIns="48318" numCol="1" anchor="b" anchorCtr="0" compatLnSpc="1">
            <a:prstTxWarp prst="textNoShape">
              <a:avLst/>
            </a:prstTxWarp>
          </a:bodyPr>
          <a:lstStyle>
            <a:lvl1pPr algn="r" defTabSz="966421">
              <a:defRPr sz="1300"/>
            </a:lvl1pPr>
          </a:lstStyle>
          <a:p>
            <a:pPr>
              <a:defRPr/>
            </a:pPr>
            <a:fld id="{3EA70C2A-6DE1-47E7-B52A-2186AB9DACC9}" type="slidenum">
              <a:rPr lang="en-US"/>
              <a:pPr>
                <a:defRPr/>
              </a:pPr>
              <a:t>‹#›</a:t>
            </a:fld>
            <a:endParaRPr lang="en-US" dirty="0"/>
          </a:p>
        </p:txBody>
      </p:sp>
    </p:spTree>
    <p:extLst>
      <p:ext uri="{BB962C8B-B14F-4D97-AF65-F5344CB8AC3E}">
        <p14:creationId xmlns:p14="http://schemas.microsoft.com/office/powerpoint/2010/main" val="3488407764"/>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p:cNvSpPr>
            <a:spLocks noGrp="1" noChangeArrowheads="1"/>
          </p:cNvSpPr>
          <p:nvPr>
            <p:ph type="ftr" sz="quarter" idx="4"/>
          </p:nvPr>
        </p:nvSpPr>
        <p:spPr>
          <a:ln/>
        </p:spPr>
        <p:txBody>
          <a:bodyPr/>
          <a:lstStyle/>
          <a:p>
            <a:r>
              <a:rPr lang="en-US" dirty="0"/>
              <a:t>Module 4 2008</a:t>
            </a:r>
          </a:p>
        </p:txBody>
      </p:sp>
      <p:sp>
        <p:nvSpPr>
          <p:cNvPr id="235522"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A48F990B-072A-415B-BED4-175E32677C75}" type="slidenum">
              <a:rPr lang="en-US" sz="1300">
                <a:latin typeface="Tahoma" pitchFamily="34" charset="0"/>
              </a:rPr>
              <a:pPr algn="r" defTabSz="967421"/>
              <a:t>2</a:t>
            </a:fld>
            <a:endParaRPr lang="en-US" sz="1300" dirty="0">
              <a:latin typeface="Tahoma" pitchFamily="34" charset="0"/>
            </a:endParaRPr>
          </a:p>
        </p:txBody>
      </p:sp>
      <p:sp>
        <p:nvSpPr>
          <p:cNvPr id="235523" name="Rectangle 2"/>
          <p:cNvSpPr>
            <a:spLocks noGrp="1" noRot="1" noChangeAspect="1" noChangeArrowheads="1" noTextEdit="1"/>
          </p:cNvSpPr>
          <p:nvPr>
            <p:ph type="sldImg"/>
          </p:nvPr>
        </p:nvSpPr>
        <p:spPr>
          <a:xfrm>
            <a:off x="458788" y="720725"/>
            <a:ext cx="6397625" cy="3598863"/>
          </a:xfrm>
          <a:ln cap="fla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237570"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385CAF53-0886-4B04-A083-E1D9D42CBB3F}" type="slidenum">
              <a:rPr lang="en-US" sz="1300">
                <a:latin typeface="Tahoma" pitchFamily="34" charset="0"/>
              </a:rPr>
              <a:pPr algn="r" defTabSz="967421"/>
              <a:t>3</a:t>
            </a:fld>
            <a:endParaRPr lang="en-US" sz="1300" dirty="0">
              <a:latin typeface="Tahoma" pitchFamily="34" charset="0"/>
            </a:endParaRPr>
          </a:p>
        </p:txBody>
      </p:sp>
      <p:sp>
        <p:nvSpPr>
          <p:cNvPr id="237571" name="Rectangle 2"/>
          <p:cNvSpPr>
            <a:spLocks noGrp="1" noRot="1" noChangeAspect="1" noChangeArrowheads="1" noTextEdit="1"/>
          </p:cNvSpPr>
          <p:nvPr>
            <p:ph type="sldImg"/>
          </p:nvPr>
        </p:nvSpPr>
        <p:spPr>
          <a:xfrm>
            <a:off x="458788" y="720725"/>
            <a:ext cx="6397625" cy="3598863"/>
          </a:xfrm>
          <a:ln cap="flat"/>
        </p:spPr>
      </p:sp>
      <p:sp>
        <p:nvSpPr>
          <p:cNvPr id="237572" name="Rectangle 3"/>
          <p:cNvSpPr>
            <a:spLocks noGrp="1" noChangeArrowheads="1"/>
          </p:cNvSpPr>
          <p:nvPr>
            <p:ph type="body" idx="1"/>
          </p:nvPr>
        </p:nvSpPr>
        <p:spPr/>
        <p:txBody>
          <a:bodyPr lIns="96943" tIns="48472" rIns="96943" bIns="48472"/>
          <a:lstStyle/>
          <a:p>
            <a:r>
              <a:rPr lang="en-US" dirty="0"/>
              <a:t>CONTRACTORS WILL BE PROVIDED THE OPPORTUNITY TO COMPETE FOR THE AWARD OF A MULTIPLE AWARD CONTRACT WITH </a:t>
            </a:r>
            <a:r>
              <a:rPr lang="en-US" dirty="0">
                <a:solidFill>
                  <a:srgbClr val="FF0000"/>
                </a:solidFill>
                <a:highlight>
                  <a:srgbClr val="FFFF00"/>
                </a:highlight>
              </a:rPr>
              <a:t>3 YEAR BASE PERIOD AND AN OPTION FOR TWO ADDITIONAL YEARS.</a:t>
            </a:r>
          </a:p>
          <a:p>
            <a:endParaRPr lang="en-US" dirty="0">
              <a:solidFill>
                <a:srgbClr val="FF0000"/>
              </a:solidFill>
              <a:highlight>
                <a:srgbClr val="FFFF00"/>
              </a:highlight>
            </a:endParaRPr>
          </a:p>
          <a:p>
            <a:r>
              <a:rPr lang="en-US" dirty="0">
                <a:solidFill>
                  <a:srgbClr val="FF0000"/>
                </a:solidFill>
                <a:highlight>
                  <a:srgbClr val="FFFF00"/>
                </a:highlight>
              </a:rPr>
              <a:t>****5 YEARS</a:t>
            </a:r>
          </a:p>
          <a:p>
            <a:endParaRPr lang="en-US" dirty="0">
              <a:solidFill>
                <a:srgbClr val="FF0000"/>
              </a:solidFill>
              <a:highlight>
                <a:srgbClr val="FFFF00"/>
              </a:highlight>
            </a:endParaRPr>
          </a:p>
          <a:p>
            <a:endParaRPr lang="en-US" dirty="0">
              <a:solidFill>
                <a:srgbClr val="FF0000"/>
              </a:solidFill>
              <a:highlight>
                <a:srgbClr val="FFFF00"/>
              </a:highlight>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239618"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0BB8CA3D-7740-4126-A7F6-555D43B8D448}" type="slidenum">
              <a:rPr lang="en-US" sz="1300">
                <a:latin typeface="Tahoma" pitchFamily="34" charset="0"/>
              </a:rPr>
              <a:pPr algn="r" defTabSz="967421"/>
              <a:t>4</a:t>
            </a:fld>
            <a:endParaRPr lang="en-US" sz="1300" dirty="0">
              <a:latin typeface="Tahoma" pitchFamily="34" charset="0"/>
            </a:endParaRPr>
          </a:p>
        </p:txBody>
      </p:sp>
      <p:sp>
        <p:nvSpPr>
          <p:cNvPr id="239619" name="Rectangle 2"/>
          <p:cNvSpPr>
            <a:spLocks noGrp="1" noRot="1" noChangeAspect="1" noChangeArrowheads="1" noTextEdit="1"/>
          </p:cNvSpPr>
          <p:nvPr>
            <p:ph type="sldImg"/>
          </p:nvPr>
        </p:nvSpPr>
        <p:spPr>
          <a:xfrm>
            <a:off x="458788" y="720725"/>
            <a:ext cx="6397625" cy="3598863"/>
          </a:xfrm>
          <a:ln cap="flat"/>
        </p:spPr>
      </p:sp>
      <p:sp>
        <p:nvSpPr>
          <p:cNvPr id="239620" name="Rectangle 3"/>
          <p:cNvSpPr>
            <a:spLocks noGrp="1" noChangeArrowheads="1"/>
          </p:cNvSpPr>
          <p:nvPr>
            <p:ph type="body" idx="1"/>
          </p:nvPr>
        </p:nvSpPr>
        <p:spPr/>
        <p:txBody>
          <a:bodyPr lIns="96943" tIns="48472" rIns="96943" bIns="48472"/>
          <a:lstStyle/>
          <a:p>
            <a:r>
              <a:rPr lang="en-US" dirty="0"/>
              <a:t>CONTRACTORS WILL BE PROVIDED THE OPPORTUNITY TO COMPETE FOR THE AWARD OF A MULTIPLE AWARD CONTRACT WITH A</a:t>
            </a:r>
            <a:r>
              <a:rPr lang="en-US" baseline="0" dirty="0"/>
              <a:t> FIVE YEAR ORDERING PERIOD.  ON- AND OFF-RAMP PROCEDURES ARE INCLUDED IN THE GENERAL REQUIREMENTS SECTION – REFER TO THIS FOR MORE INFORMATION.</a:t>
            </a:r>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241666"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C3C16D44-1173-40B0-B20E-636380510A34}" type="slidenum">
              <a:rPr lang="en-US" sz="1300">
                <a:latin typeface="Tahoma" pitchFamily="34" charset="0"/>
              </a:rPr>
              <a:pPr algn="r" defTabSz="967421"/>
              <a:t>5</a:t>
            </a:fld>
            <a:endParaRPr lang="en-US" sz="1300" dirty="0">
              <a:latin typeface="Tahoma" pitchFamily="34" charset="0"/>
            </a:endParaRPr>
          </a:p>
        </p:txBody>
      </p:sp>
      <p:sp>
        <p:nvSpPr>
          <p:cNvPr id="241667" name="Rectangle 2"/>
          <p:cNvSpPr>
            <a:spLocks noGrp="1" noRot="1" noChangeAspect="1" noChangeArrowheads="1" noTextEdit="1"/>
          </p:cNvSpPr>
          <p:nvPr>
            <p:ph type="sldImg"/>
          </p:nvPr>
        </p:nvSpPr>
        <p:spPr>
          <a:xfrm>
            <a:off x="458788" y="720725"/>
            <a:ext cx="6397625" cy="3598863"/>
          </a:xfrm>
          <a:ln cap="flat"/>
        </p:spPr>
      </p:sp>
      <p:sp>
        <p:nvSpPr>
          <p:cNvPr id="241668" name="Rectangle 3"/>
          <p:cNvSpPr>
            <a:spLocks noGrp="1" noChangeArrowheads="1"/>
          </p:cNvSpPr>
          <p:nvPr>
            <p:ph type="body" idx="1"/>
          </p:nvPr>
        </p:nvSpPr>
        <p:spPr/>
        <p:txBody>
          <a:bodyPr lIns="96943" tIns="48472" rIns="96943" bIns="48472"/>
          <a:lstStyle/>
          <a:p>
            <a:r>
              <a:rPr lang="en-US" dirty="0"/>
              <a:t>TASK ORDER CONTRACT SCOPE IS SEE ABOVE.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245762"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21C1D33D-8A89-401C-9C2E-E03E2F17CDEE}" type="slidenum">
              <a:rPr lang="en-US" sz="1300">
                <a:latin typeface="Tahoma" pitchFamily="34" charset="0"/>
              </a:rPr>
              <a:pPr algn="r" defTabSz="967421"/>
              <a:t>6</a:t>
            </a:fld>
            <a:endParaRPr lang="en-US" sz="1300" dirty="0">
              <a:latin typeface="Tahoma" pitchFamily="34" charset="0"/>
            </a:endParaRPr>
          </a:p>
        </p:txBody>
      </p:sp>
      <p:sp>
        <p:nvSpPr>
          <p:cNvPr id="245763" name="Rectangle 2"/>
          <p:cNvSpPr>
            <a:spLocks noGrp="1" noRot="1" noChangeAspect="1" noChangeArrowheads="1" noTextEdit="1"/>
          </p:cNvSpPr>
          <p:nvPr>
            <p:ph type="sldImg"/>
          </p:nvPr>
        </p:nvSpPr>
        <p:spPr>
          <a:xfrm>
            <a:off x="458788" y="720725"/>
            <a:ext cx="6397625" cy="3598863"/>
          </a:xfrm>
          <a:ln cap="flat"/>
        </p:spPr>
      </p:sp>
      <p:sp>
        <p:nvSpPr>
          <p:cNvPr id="245764" name="Rectangle 3"/>
          <p:cNvSpPr>
            <a:spLocks noGrp="1" noChangeArrowheads="1"/>
          </p:cNvSpPr>
          <p:nvPr>
            <p:ph type="body" idx="1"/>
          </p:nvPr>
        </p:nvSpPr>
        <p:spPr/>
        <p:txBody>
          <a:bodyPr lIns="96943" tIns="48472" rIns="96943" bIns="48472"/>
          <a:lstStyle/>
          <a:p>
            <a:pPr latinLnBrk="1"/>
            <a:r>
              <a:rPr lang="en-US" dirty="0"/>
              <a:t>List locations- if any are required so state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251906"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1FA5EDA2-7D25-4E86-AC57-D423DCE2944F}" type="slidenum">
              <a:rPr lang="en-US" sz="1300">
                <a:latin typeface="Tahoma" pitchFamily="34" charset="0"/>
              </a:rPr>
              <a:pPr algn="r" defTabSz="967421"/>
              <a:t>7</a:t>
            </a:fld>
            <a:endParaRPr lang="en-US" sz="1300" dirty="0">
              <a:latin typeface="Tahoma" pitchFamily="34" charset="0"/>
            </a:endParaRPr>
          </a:p>
        </p:txBody>
      </p:sp>
      <p:sp>
        <p:nvSpPr>
          <p:cNvPr id="251907" name="Rectangle 2"/>
          <p:cNvSpPr>
            <a:spLocks noGrp="1" noRot="1" noChangeAspect="1" noChangeArrowheads="1" noTextEdit="1"/>
          </p:cNvSpPr>
          <p:nvPr>
            <p:ph type="sldImg"/>
          </p:nvPr>
        </p:nvSpPr>
        <p:spPr>
          <a:xfrm>
            <a:off x="458788" y="720725"/>
            <a:ext cx="6397625" cy="3598863"/>
          </a:xfrm>
          <a:ln cap="flat"/>
        </p:spPr>
      </p:sp>
      <p:sp>
        <p:nvSpPr>
          <p:cNvPr id="251908" name="Rectangle 3"/>
          <p:cNvSpPr>
            <a:spLocks noGrp="1" noChangeArrowheads="1"/>
          </p:cNvSpPr>
          <p:nvPr>
            <p:ph type="body" idx="1"/>
          </p:nvPr>
        </p:nvSpPr>
        <p:spPr/>
        <p:txBody>
          <a:bodyPr lIns="96943" tIns="48472" rIns="96943" bIns="48472"/>
          <a:lstStyle/>
          <a:p>
            <a:pPr latinLnBrk="1"/>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247810"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D84175B7-E615-47D0-91FF-B40D8FABFF0E}" type="slidenum">
              <a:rPr lang="en-US" sz="1300">
                <a:latin typeface="Tahoma" pitchFamily="34" charset="0"/>
              </a:rPr>
              <a:pPr algn="r" defTabSz="967421"/>
              <a:t>8</a:t>
            </a:fld>
            <a:endParaRPr lang="en-US" sz="1300" dirty="0">
              <a:latin typeface="Tahoma" pitchFamily="34" charset="0"/>
            </a:endParaRPr>
          </a:p>
        </p:txBody>
      </p:sp>
      <p:sp>
        <p:nvSpPr>
          <p:cNvPr id="247811" name="Rectangle 2"/>
          <p:cNvSpPr>
            <a:spLocks noGrp="1" noRot="1" noChangeAspect="1" noChangeArrowheads="1" noTextEdit="1"/>
          </p:cNvSpPr>
          <p:nvPr>
            <p:ph type="sldImg"/>
          </p:nvPr>
        </p:nvSpPr>
        <p:spPr>
          <a:xfrm>
            <a:off x="458788" y="720725"/>
            <a:ext cx="6397625" cy="3598863"/>
          </a:xfrm>
          <a:ln cap="flat"/>
        </p:spPr>
      </p:sp>
      <p:sp>
        <p:nvSpPr>
          <p:cNvPr id="247812" name="Rectangle 3"/>
          <p:cNvSpPr>
            <a:spLocks noGrp="1" noChangeArrowheads="1"/>
          </p:cNvSpPr>
          <p:nvPr>
            <p:ph type="body" idx="1"/>
          </p:nvPr>
        </p:nvSpPr>
        <p:spPr/>
        <p:txBody>
          <a:bodyPr lIns="96943" tIns="48472" rIns="96943" bIns="48472"/>
          <a:lstStyle/>
          <a:p>
            <a:pPr latinLnBrk="1"/>
            <a:r>
              <a:rPr lang="en-US" dirty="0"/>
              <a:t>Use # 1 only unless you are also having specialized, i.e electrical, HVAC, Horizontal (paving etc) Each may have it’s own top limit…Adjust slide for your locations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249858"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DFF59701-B13C-44D1-9AFC-00C31E43B402}" type="slidenum">
              <a:rPr lang="en-US" sz="1300">
                <a:latin typeface="Tahoma" pitchFamily="34" charset="0"/>
              </a:rPr>
              <a:pPr algn="r" defTabSz="967421"/>
              <a:t>9</a:t>
            </a:fld>
            <a:endParaRPr lang="en-US" sz="1300" dirty="0">
              <a:latin typeface="Tahoma" pitchFamily="34" charset="0"/>
            </a:endParaRPr>
          </a:p>
        </p:txBody>
      </p:sp>
      <p:sp>
        <p:nvSpPr>
          <p:cNvPr id="249859" name="Rectangle 2"/>
          <p:cNvSpPr>
            <a:spLocks noGrp="1" noRot="1" noChangeAspect="1" noChangeArrowheads="1" noTextEdit="1"/>
          </p:cNvSpPr>
          <p:nvPr>
            <p:ph type="sldImg"/>
          </p:nvPr>
        </p:nvSpPr>
        <p:spPr>
          <a:xfrm>
            <a:off x="458788" y="720725"/>
            <a:ext cx="6397625" cy="3598863"/>
          </a:xfrm>
          <a:ln cap="flat"/>
        </p:spPr>
      </p:sp>
      <p:sp>
        <p:nvSpPr>
          <p:cNvPr id="249860" name="Rectangle 3"/>
          <p:cNvSpPr>
            <a:spLocks noGrp="1" noChangeArrowheads="1"/>
          </p:cNvSpPr>
          <p:nvPr>
            <p:ph type="body" idx="1"/>
          </p:nvPr>
        </p:nvSpPr>
        <p:spPr/>
        <p:txBody>
          <a:bodyPr lIns="96943" tIns="48472" rIns="96943" bIns="48472"/>
          <a:lstStyle/>
          <a:p>
            <a:pPr latinLnBrk="1"/>
            <a:r>
              <a:rPr lang="en-US" dirty="0"/>
              <a:t>Page 4 Solicitation said $10M???  Section 01000 page 103, para. 1.2 said $5M???</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253954"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B00D9952-932B-4061-A49B-AA29AEE544F9}" type="slidenum">
              <a:rPr lang="en-US" sz="1300">
                <a:latin typeface="Tahoma" pitchFamily="34" charset="0"/>
              </a:rPr>
              <a:pPr algn="r" defTabSz="967421"/>
              <a:t>10</a:t>
            </a:fld>
            <a:endParaRPr lang="en-US" sz="1300" dirty="0">
              <a:latin typeface="Tahoma" pitchFamily="34" charset="0"/>
            </a:endParaRPr>
          </a:p>
        </p:txBody>
      </p:sp>
      <p:sp>
        <p:nvSpPr>
          <p:cNvPr id="253955" name="Rectangle 2"/>
          <p:cNvSpPr>
            <a:spLocks noGrp="1" noRot="1" noChangeAspect="1" noChangeArrowheads="1" noTextEdit="1"/>
          </p:cNvSpPr>
          <p:nvPr>
            <p:ph type="sldImg"/>
          </p:nvPr>
        </p:nvSpPr>
        <p:spPr>
          <a:xfrm>
            <a:off x="458788" y="720725"/>
            <a:ext cx="6397625" cy="3598863"/>
          </a:xfrm>
          <a:ln cap="flat"/>
        </p:spPr>
      </p:sp>
      <p:sp>
        <p:nvSpPr>
          <p:cNvPr id="253956" name="Rectangle 3"/>
          <p:cNvSpPr>
            <a:spLocks noGrp="1" noChangeArrowheads="1"/>
          </p:cNvSpPr>
          <p:nvPr>
            <p:ph type="body" idx="1"/>
          </p:nvPr>
        </p:nvSpPr>
        <p:spPr/>
        <p:txBody>
          <a:bodyPr lIns="96943" tIns="48472" rIns="96943" bIns="48472"/>
          <a:lstStyle/>
          <a:p>
            <a:pPr latinLnBrk="1"/>
            <a:r>
              <a:rPr lang="en-US" dirty="0"/>
              <a:t>Solicitation does not have this information.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243714"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A7D0B09B-3752-431C-B4E1-BD9AB4C50B06}" type="slidenum">
              <a:rPr lang="en-US" sz="1300">
                <a:latin typeface="Tahoma" pitchFamily="34" charset="0"/>
              </a:rPr>
              <a:pPr algn="r" defTabSz="967421"/>
              <a:t>11</a:t>
            </a:fld>
            <a:endParaRPr lang="en-US" sz="1300" dirty="0">
              <a:latin typeface="Tahoma" pitchFamily="34" charset="0"/>
            </a:endParaRPr>
          </a:p>
        </p:txBody>
      </p:sp>
      <p:sp>
        <p:nvSpPr>
          <p:cNvPr id="243715" name="Rectangle 2"/>
          <p:cNvSpPr>
            <a:spLocks noGrp="1" noRot="1" noChangeAspect="1" noChangeArrowheads="1" noTextEdit="1"/>
          </p:cNvSpPr>
          <p:nvPr>
            <p:ph type="sldImg"/>
          </p:nvPr>
        </p:nvSpPr>
        <p:spPr>
          <a:xfrm>
            <a:off x="458788" y="720725"/>
            <a:ext cx="6397625" cy="3598863"/>
          </a:xfrm>
          <a:ln cap="flat"/>
        </p:spPr>
      </p:sp>
      <p:sp>
        <p:nvSpPr>
          <p:cNvPr id="243716" name="Rectangle 3"/>
          <p:cNvSpPr>
            <a:spLocks noGrp="1" noChangeArrowheads="1"/>
          </p:cNvSpPr>
          <p:nvPr>
            <p:ph type="body" idx="1"/>
          </p:nvPr>
        </p:nvSpPr>
        <p:spPr/>
        <p:txBody>
          <a:bodyPr lIns="96943" tIns="48472" rIns="96943" bIns="48472"/>
          <a:lstStyle/>
          <a:p>
            <a:pPr latinLnBrk="1"/>
            <a:r>
              <a:rPr lang="en-US" dirty="0"/>
              <a:t>Adjust if you are allowing other agencies, etc to use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256002"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183D5B98-4587-4CA7-9D92-493164E90083}" type="slidenum">
              <a:rPr lang="en-US" sz="1300">
                <a:latin typeface="Tahoma" pitchFamily="34" charset="0"/>
              </a:rPr>
              <a:pPr algn="r" defTabSz="967421"/>
              <a:t>12</a:t>
            </a:fld>
            <a:endParaRPr lang="en-US" sz="1300" dirty="0">
              <a:latin typeface="Tahoma" pitchFamily="34" charset="0"/>
            </a:endParaRPr>
          </a:p>
        </p:txBody>
      </p:sp>
      <p:sp>
        <p:nvSpPr>
          <p:cNvPr id="256003" name="Rectangle 2"/>
          <p:cNvSpPr>
            <a:spLocks noGrp="1" noRot="1" noChangeAspect="1" noChangeArrowheads="1" noTextEdit="1"/>
          </p:cNvSpPr>
          <p:nvPr>
            <p:ph type="sldImg"/>
          </p:nvPr>
        </p:nvSpPr>
        <p:spPr>
          <a:xfrm>
            <a:off x="460375" y="720725"/>
            <a:ext cx="6397625" cy="3598863"/>
          </a:xfrm>
          <a:ln/>
        </p:spPr>
      </p:sp>
      <p:sp>
        <p:nvSpPr>
          <p:cNvPr id="256004" name="Rectangle 3"/>
          <p:cNvSpPr>
            <a:spLocks noGrp="1" noChangeArrowheads="1"/>
          </p:cNvSpPr>
          <p:nvPr>
            <p:ph type="body" idx="1"/>
          </p:nvPr>
        </p:nvSpPr>
        <p:spPr/>
        <p:txBody>
          <a:bodyPr lIns="96649" tIns="48324" rIns="96649" bIns="48324"/>
          <a:lstStyle/>
          <a:p>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258050"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15B92650-CE52-44A9-9EBC-D2169DFB8D46}" type="slidenum">
              <a:rPr lang="en-US" sz="1300">
                <a:latin typeface="Tahoma" pitchFamily="34" charset="0"/>
              </a:rPr>
              <a:pPr algn="r" defTabSz="967421"/>
              <a:t>13</a:t>
            </a:fld>
            <a:endParaRPr lang="en-US" sz="1300" dirty="0">
              <a:latin typeface="Tahoma" pitchFamily="34" charset="0"/>
            </a:endParaRPr>
          </a:p>
        </p:txBody>
      </p:sp>
      <p:sp>
        <p:nvSpPr>
          <p:cNvPr id="258051" name="Rectangle 2"/>
          <p:cNvSpPr>
            <a:spLocks noGrp="1" noRot="1" noChangeAspect="1" noChangeArrowheads="1" noTextEdit="1"/>
          </p:cNvSpPr>
          <p:nvPr>
            <p:ph type="sldImg"/>
          </p:nvPr>
        </p:nvSpPr>
        <p:spPr>
          <a:xfrm>
            <a:off x="460375" y="720725"/>
            <a:ext cx="6397625" cy="3598863"/>
          </a:xfrm>
          <a:ln/>
        </p:spPr>
      </p:sp>
      <p:sp>
        <p:nvSpPr>
          <p:cNvPr id="258052" name="Rectangle 3"/>
          <p:cNvSpPr>
            <a:spLocks noGrp="1" noChangeArrowheads="1"/>
          </p:cNvSpPr>
          <p:nvPr>
            <p:ph type="body" idx="1"/>
          </p:nvPr>
        </p:nvSpPr>
        <p:spPr/>
        <p:txBody>
          <a:bodyPr lIns="96649" tIns="48324" rIns="96649" bIns="48324"/>
          <a:lstStyle/>
          <a:p>
            <a:r>
              <a:rPr lang="en-US" dirty="0"/>
              <a:t>Website address is wrong… piee.eb.mil?</a:t>
            </a:r>
          </a:p>
          <a:p>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260098"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33B86CB9-07AD-42A0-85A6-DA4D76801E6F}" type="slidenum">
              <a:rPr lang="en-US" sz="1300">
                <a:latin typeface="Tahoma" pitchFamily="34" charset="0"/>
              </a:rPr>
              <a:pPr algn="r" defTabSz="967421"/>
              <a:t>14</a:t>
            </a:fld>
            <a:endParaRPr lang="en-US" sz="1300" dirty="0">
              <a:latin typeface="Tahoma" pitchFamily="34" charset="0"/>
            </a:endParaRPr>
          </a:p>
        </p:txBody>
      </p:sp>
      <p:sp>
        <p:nvSpPr>
          <p:cNvPr id="260099" name="Rectangle 2"/>
          <p:cNvSpPr>
            <a:spLocks noGrp="1" noRot="1" noChangeAspect="1" noChangeArrowheads="1" noTextEdit="1"/>
          </p:cNvSpPr>
          <p:nvPr>
            <p:ph type="sldImg"/>
          </p:nvPr>
        </p:nvSpPr>
        <p:spPr>
          <a:xfrm>
            <a:off x="458788" y="720725"/>
            <a:ext cx="6397625" cy="3598863"/>
          </a:xfrm>
          <a:ln/>
        </p:spPr>
      </p:sp>
      <p:sp>
        <p:nvSpPr>
          <p:cNvPr id="260100" name="Rectangle 3"/>
          <p:cNvSpPr>
            <a:spLocks noGrp="1" noChangeArrowheads="1"/>
          </p:cNvSpPr>
          <p:nvPr>
            <p:ph type="body" idx="1"/>
          </p:nvPr>
        </p:nvSpPr>
        <p:spPr/>
        <p:txBody>
          <a:bodyPr lIns="96649" tIns="48324" rIns="96649" bIns="48324"/>
          <a:lstStyle/>
          <a:p>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262146"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634F6503-42E1-4A44-82BA-4649638C04F8}" type="slidenum">
              <a:rPr lang="en-US" sz="1300">
                <a:latin typeface="Tahoma" pitchFamily="34" charset="0"/>
              </a:rPr>
              <a:pPr algn="r" defTabSz="967421"/>
              <a:t>15</a:t>
            </a:fld>
            <a:endParaRPr lang="en-US" sz="1300" dirty="0">
              <a:latin typeface="Tahoma" pitchFamily="34" charset="0"/>
            </a:endParaRPr>
          </a:p>
        </p:txBody>
      </p:sp>
      <p:sp>
        <p:nvSpPr>
          <p:cNvPr id="262147" name="Rectangle 2"/>
          <p:cNvSpPr>
            <a:spLocks noGrp="1" noRot="1" noChangeAspect="1" noChangeArrowheads="1" noTextEdit="1"/>
          </p:cNvSpPr>
          <p:nvPr>
            <p:ph type="sldImg"/>
          </p:nvPr>
        </p:nvSpPr>
        <p:spPr>
          <a:xfrm>
            <a:off x="458788" y="720725"/>
            <a:ext cx="6397625" cy="3598863"/>
          </a:xfrm>
          <a:ln cap="flat"/>
        </p:spPr>
      </p:sp>
      <p:sp>
        <p:nvSpPr>
          <p:cNvPr id="262148" name="Rectangle 3"/>
          <p:cNvSpPr>
            <a:spLocks noGrp="1" noChangeArrowheads="1"/>
          </p:cNvSpPr>
          <p:nvPr>
            <p:ph type="body" idx="1"/>
          </p:nvPr>
        </p:nvSpPr>
        <p:spPr/>
        <p:txBody>
          <a:bodyPr lIns="96943" tIns="48472" rIns="96943" bIns="48472"/>
          <a:lstStyle/>
          <a:p>
            <a:pPr latinLnBrk="1"/>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264194"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CB9BDAAF-601D-42BF-9CF3-3E9F2EA9AEA9}" type="slidenum">
              <a:rPr lang="en-US" sz="1300">
                <a:latin typeface="Tahoma" pitchFamily="34" charset="0"/>
              </a:rPr>
              <a:pPr algn="r" defTabSz="967421"/>
              <a:t>16</a:t>
            </a:fld>
            <a:endParaRPr lang="en-US" sz="1300" dirty="0">
              <a:latin typeface="Tahoma" pitchFamily="34" charset="0"/>
            </a:endParaRPr>
          </a:p>
        </p:txBody>
      </p:sp>
      <p:sp>
        <p:nvSpPr>
          <p:cNvPr id="264195" name="Rectangle 2"/>
          <p:cNvSpPr>
            <a:spLocks noGrp="1" noRot="1" noChangeAspect="1" noChangeArrowheads="1" noTextEdit="1"/>
          </p:cNvSpPr>
          <p:nvPr>
            <p:ph type="sldImg"/>
          </p:nvPr>
        </p:nvSpPr>
        <p:spPr>
          <a:xfrm>
            <a:off x="458788" y="720725"/>
            <a:ext cx="6397625" cy="3598863"/>
          </a:xfrm>
          <a:ln/>
        </p:spPr>
      </p:sp>
      <p:sp>
        <p:nvSpPr>
          <p:cNvPr id="264196" name="Rectangle 3"/>
          <p:cNvSpPr>
            <a:spLocks noGrp="1" noChangeArrowheads="1"/>
          </p:cNvSpPr>
          <p:nvPr>
            <p:ph type="body" idx="1"/>
          </p:nvPr>
        </p:nvSpPr>
        <p:spPr/>
        <p:txBody>
          <a:bodyPr lIns="96649" tIns="48324" rIns="96649" bIns="48324"/>
          <a:lstStyle/>
          <a:p>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262146"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634F6503-42E1-4A44-82BA-4649638C04F8}" type="slidenum">
              <a:rPr lang="en-US" sz="1300">
                <a:latin typeface="Tahoma" pitchFamily="34" charset="0"/>
              </a:rPr>
              <a:pPr algn="r" defTabSz="967421"/>
              <a:t>17</a:t>
            </a:fld>
            <a:endParaRPr lang="en-US" sz="1300" dirty="0">
              <a:latin typeface="Tahoma" pitchFamily="34" charset="0"/>
            </a:endParaRPr>
          </a:p>
        </p:txBody>
      </p:sp>
      <p:sp>
        <p:nvSpPr>
          <p:cNvPr id="262147" name="Rectangle 2"/>
          <p:cNvSpPr>
            <a:spLocks noGrp="1" noRot="1" noChangeAspect="1" noChangeArrowheads="1" noTextEdit="1"/>
          </p:cNvSpPr>
          <p:nvPr>
            <p:ph type="sldImg"/>
          </p:nvPr>
        </p:nvSpPr>
        <p:spPr>
          <a:xfrm>
            <a:off x="458788" y="720725"/>
            <a:ext cx="6397625" cy="3598863"/>
          </a:xfrm>
          <a:ln cap="flat"/>
        </p:spPr>
      </p:sp>
      <p:sp>
        <p:nvSpPr>
          <p:cNvPr id="262148" name="Rectangle 3"/>
          <p:cNvSpPr>
            <a:spLocks noGrp="1" noChangeArrowheads="1"/>
          </p:cNvSpPr>
          <p:nvPr>
            <p:ph type="body" idx="1"/>
          </p:nvPr>
        </p:nvSpPr>
        <p:spPr/>
        <p:txBody>
          <a:bodyPr lIns="96943" tIns="48472" rIns="96943" bIns="48472"/>
          <a:lstStyle/>
          <a:p>
            <a:pPr latinLnBrk="1"/>
            <a:r>
              <a:rPr lang="en-US" dirty="0"/>
              <a:t>*****</a:t>
            </a:r>
            <a:r>
              <a:rPr lang="en-US" dirty="0" err="1"/>
              <a:t>Questionaires</a:t>
            </a:r>
            <a:r>
              <a:rPr lang="en-US" dirty="0"/>
              <a:t> should be from your reference agency, not from Proposed Contractor.  We will not accept Past Performance information equal to Exhibit C Form, we will be comparing “Apples” and “Oranges”</a:t>
            </a:r>
          </a:p>
        </p:txBody>
      </p:sp>
    </p:spTree>
    <p:extLst>
      <p:ext uri="{BB962C8B-B14F-4D97-AF65-F5344CB8AC3E}">
        <p14:creationId xmlns:p14="http://schemas.microsoft.com/office/powerpoint/2010/main" val="19104153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310274"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A52A51ED-8379-46DA-B104-06953C306D28}" type="slidenum">
              <a:rPr lang="en-US" sz="1300">
                <a:latin typeface="Tahoma" pitchFamily="34" charset="0"/>
              </a:rPr>
              <a:pPr algn="r" defTabSz="967421"/>
              <a:t>18</a:t>
            </a:fld>
            <a:endParaRPr lang="en-US" sz="1300" dirty="0">
              <a:latin typeface="Tahoma" pitchFamily="34" charset="0"/>
            </a:endParaRPr>
          </a:p>
        </p:txBody>
      </p:sp>
      <p:sp>
        <p:nvSpPr>
          <p:cNvPr id="310275" name="Rectangle 2"/>
          <p:cNvSpPr>
            <a:spLocks noGrp="1" noRot="1" noChangeAspect="1" noChangeArrowheads="1" noTextEdit="1"/>
          </p:cNvSpPr>
          <p:nvPr>
            <p:ph type="sldImg"/>
          </p:nvPr>
        </p:nvSpPr>
        <p:spPr>
          <a:xfrm>
            <a:off x="458788" y="720725"/>
            <a:ext cx="6397625" cy="3598863"/>
          </a:xfrm>
          <a:ln cap="flat"/>
        </p:spPr>
      </p:sp>
      <p:sp>
        <p:nvSpPr>
          <p:cNvPr id="310276" name="Rectangle 3"/>
          <p:cNvSpPr>
            <a:spLocks noGrp="1" noChangeArrowheads="1"/>
          </p:cNvSpPr>
          <p:nvPr>
            <p:ph type="body" idx="1"/>
          </p:nvPr>
        </p:nvSpPr>
        <p:spPr/>
        <p:txBody>
          <a:bodyPr lIns="96943" tIns="48472" rIns="96943" bIns="48472"/>
          <a:lstStyle/>
          <a:p>
            <a:pPr latinLnBrk="1"/>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266242"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D9FA7911-4701-4261-AE73-98383D7A7CFC}" type="slidenum">
              <a:rPr lang="en-US" sz="1300">
                <a:latin typeface="Tahoma" pitchFamily="34" charset="0"/>
              </a:rPr>
              <a:pPr algn="r" defTabSz="967421"/>
              <a:t>19</a:t>
            </a:fld>
            <a:endParaRPr lang="en-US" sz="1300" dirty="0">
              <a:latin typeface="Tahoma" pitchFamily="34" charset="0"/>
            </a:endParaRPr>
          </a:p>
        </p:txBody>
      </p:sp>
      <p:sp>
        <p:nvSpPr>
          <p:cNvPr id="266243" name="Rectangle 1026"/>
          <p:cNvSpPr>
            <a:spLocks noGrp="1" noRot="1" noChangeAspect="1" noChangeArrowheads="1" noTextEdit="1"/>
          </p:cNvSpPr>
          <p:nvPr>
            <p:ph type="sldImg"/>
          </p:nvPr>
        </p:nvSpPr>
        <p:spPr>
          <a:xfrm>
            <a:off x="458788" y="720725"/>
            <a:ext cx="6397625" cy="3598863"/>
          </a:xfrm>
          <a:ln/>
        </p:spPr>
      </p:sp>
      <p:sp>
        <p:nvSpPr>
          <p:cNvPr id="266244" name="Rectangle 1027"/>
          <p:cNvSpPr>
            <a:spLocks noGrp="1" noChangeArrowheads="1"/>
          </p:cNvSpPr>
          <p:nvPr>
            <p:ph type="body" idx="1"/>
          </p:nvPr>
        </p:nvSpPr>
        <p:spPr/>
        <p:txBody>
          <a:bodyPr lIns="96649" tIns="48324" rIns="96649" bIns="48324"/>
          <a:lstStyle/>
          <a:p>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268290"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902AB9B5-64E5-4B35-BD0B-7C2ED4D871FA}" type="slidenum">
              <a:rPr lang="en-US" sz="1300">
                <a:latin typeface="Tahoma" pitchFamily="34" charset="0"/>
              </a:rPr>
              <a:pPr algn="r" defTabSz="967421"/>
              <a:t>20</a:t>
            </a:fld>
            <a:endParaRPr lang="en-US" sz="1300" dirty="0">
              <a:latin typeface="Tahoma" pitchFamily="34" charset="0"/>
            </a:endParaRPr>
          </a:p>
        </p:txBody>
      </p:sp>
      <p:sp>
        <p:nvSpPr>
          <p:cNvPr id="268291" name="Rectangle 2"/>
          <p:cNvSpPr>
            <a:spLocks noGrp="1" noRot="1" noChangeAspect="1" noChangeArrowheads="1" noTextEdit="1"/>
          </p:cNvSpPr>
          <p:nvPr>
            <p:ph type="sldImg"/>
          </p:nvPr>
        </p:nvSpPr>
        <p:spPr>
          <a:xfrm>
            <a:off x="458788" y="720725"/>
            <a:ext cx="6397625" cy="3598863"/>
          </a:xfrm>
          <a:ln cap="flat"/>
        </p:spPr>
      </p:sp>
      <p:sp>
        <p:nvSpPr>
          <p:cNvPr id="268292" name="Rectangle 3"/>
          <p:cNvSpPr>
            <a:spLocks noGrp="1" noChangeArrowheads="1"/>
          </p:cNvSpPr>
          <p:nvPr>
            <p:ph type="body" idx="1"/>
          </p:nvPr>
        </p:nvSpPr>
        <p:spPr/>
        <p:txBody>
          <a:bodyPr lIns="96943" tIns="48472" rIns="96943" bIns="48472"/>
          <a:lstStyle/>
          <a:p>
            <a:pPr latinLnBrk="1"/>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270338"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E1529D89-DF26-446F-AFFB-7D2150A97714}" type="slidenum">
              <a:rPr lang="en-US" sz="1300">
                <a:latin typeface="Tahoma" pitchFamily="34" charset="0"/>
              </a:rPr>
              <a:pPr algn="r" defTabSz="967421"/>
              <a:t>21</a:t>
            </a:fld>
            <a:endParaRPr lang="en-US" sz="1300" dirty="0">
              <a:latin typeface="Tahoma" pitchFamily="34" charset="0"/>
            </a:endParaRPr>
          </a:p>
        </p:txBody>
      </p:sp>
      <p:sp>
        <p:nvSpPr>
          <p:cNvPr id="270339" name="Rectangle 1026"/>
          <p:cNvSpPr>
            <a:spLocks noGrp="1" noRot="1" noChangeAspect="1" noChangeArrowheads="1" noTextEdit="1"/>
          </p:cNvSpPr>
          <p:nvPr>
            <p:ph type="sldImg"/>
          </p:nvPr>
        </p:nvSpPr>
        <p:spPr>
          <a:xfrm>
            <a:off x="460375" y="720725"/>
            <a:ext cx="6397625" cy="3598863"/>
          </a:xfrm>
          <a:ln cap="flat"/>
        </p:spPr>
      </p:sp>
      <p:sp>
        <p:nvSpPr>
          <p:cNvPr id="270340" name="Rectangle 1027"/>
          <p:cNvSpPr>
            <a:spLocks noGrp="1" noChangeArrowheads="1"/>
          </p:cNvSpPr>
          <p:nvPr>
            <p:ph type="body" idx="1"/>
          </p:nvPr>
        </p:nvSpPr>
        <p:spPr/>
        <p:txBody>
          <a:bodyPr lIns="96943" tIns="48472" rIns="96943" bIns="48472"/>
          <a:lstStyle/>
          <a:p>
            <a:pPr latinLnBrk="1"/>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274434"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8E4145E3-76E2-48EC-9D78-7AC31524A121}" type="slidenum">
              <a:rPr lang="en-US" sz="1300">
                <a:latin typeface="Tahoma" pitchFamily="34" charset="0"/>
              </a:rPr>
              <a:pPr algn="r" defTabSz="967421"/>
              <a:t>22</a:t>
            </a:fld>
            <a:endParaRPr lang="en-US" sz="1300" dirty="0">
              <a:latin typeface="Tahoma" pitchFamily="34" charset="0"/>
            </a:endParaRPr>
          </a:p>
        </p:txBody>
      </p:sp>
      <p:sp>
        <p:nvSpPr>
          <p:cNvPr id="274435" name="Rectangle 2"/>
          <p:cNvSpPr>
            <a:spLocks noGrp="1" noRot="1" noChangeAspect="1" noChangeArrowheads="1" noTextEdit="1"/>
          </p:cNvSpPr>
          <p:nvPr>
            <p:ph type="sldImg"/>
          </p:nvPr>
        </p:nvSpPr>
        <p:spPr>
          <a:xfrm>
            <a:off x="458788" y="720725"/>
            <a:ext cx="6397625" cy="3598863"/>
          </a:xfrm>
          <a:ln cap="flat"/>
        </p:spPr>
      </p:sp>
      <p:sp>
        <p:nvSpPr>
          <p:cNvPr id="274436" name="Rectangle 3"/>
          <p:cNvSpPr>
            <a:spLocks noGrp="1" noChangeArrowheads="1"/>
          </p:cNvSpPr>
          <p:nvPr>
            <p:ph type="body" idx="1"/>
          </p:nvPr>
        </p:nvSpPr>
        <p:spPr/>
        <p:txBody>
          <a:bodyPr lIns="96943" tIns="48472" rIns="96943" bIns="48472"/>
          <a:lstStyle/>
          <a:p>
            <a:pPr latinLnBrk="1"/>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276482"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CCCF3ECA-ED6D-4CFB-8415-9C124E972F39}" type="slidenum">
              <a:rPr lang="en-US" sz="1300">
                <a:latin typeface="Tahoma" pitchFamily="34" charset="0"/>
              </a:rPr>
              <a:pPr algn="r" defTabSz="967421"/>
              <a:t>23</a:t>
            </a:fld>
            <a:endParaRPr lang="en-US" sz="1300" dirty="0">
              <a:latin typeface="Tahoma" pitchFamily="34" charset="0"/>
            </a:endParaRPr>
          </a:p>
        </p:txBody>
      </p:sp>
      <p:sp>
        <p:nvSpPr>
          <p:cNvPr id="276483" name="Rectangle 2"/>
          <p:cNvSpPr>
            <a:spLocks noGrp="1" noRot="1" noChangeAspect="1" noChangeArrowheads="1" noTextEdit="1"/>
          </p:cNvSpPr>
          <p:nvPr>
            <p:ph type="sldImg"/>
          </p:nvPr>
        </p:nvSpPr>
        <p:spPr>
          <a:xfrm>
            <a:off x="458788" y="720725"/>
            <a:ext cx="6397625" cy="3598863"/>
          </a:xfrm>
          <a:ln cap="flat"/>
        </p:spPr>
      </p:sp>
      <p:sp>
        <p:nvSpPr>
          <p:cNvPr id="276484" name="Rectangle 3"/>
          <p:cNvSpPr>
            <a:spLocks noGrp="1" noChangeArrowheads="1"/>
          </p:cNvSpPr>
          <p:nvPr>
            <p:ph type="body" idx="1"/>
          </p:nvPr>
        </p:nvSpPr>
        <p:spPr/>
        <p:txBody>
          <a:bodyPr lIns="96943" tIns="48472" rIns="96943" bIns="48472"/>
          <a:lstStyle/>
          <a:p>
            <a:pPr latinLnBrk="1"/>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278530"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78C7279A-5724-4B70-A549-E4D51B227093}" type="slidenum">
              <a:rPr lang="en-US" sz="1300">
                <a:latin typeface="Tahoma" pitchFamily="34" charset="0"/>
              </a:rPr>
              <a:pPr algn="r" defTabSz="967421"/>
              <a:t>24</a:t>
            </a:fld>
            <a:endParaRPr lang="en-US" sz="1300" dirty="0">
              <a:latin typeface="Tahoma" pitchFamily="34" charset="0"/>
            </a:endParaRPr>
          </a:p>
        </p:txBody>
      </p:sp>
      <p:sp>
        <p:nvSpPr>
          <p:cNvPr id="278531" name="Rectangle 2"/>
          <p:cNvSpPr>
            <a:spLocks noGrp="1" noRot="1" noChangeAspect="1" noChangeArrowheads="1" noTextEdit="1"/>
          </p:cNvSpPr>
          <p:nvPr>
            <p:ph type="sldImg"/>
          </p:nvPr>
        </p:nvSpPr>
        <p:spPr>
          <a:xfrm>
            <a:off x="458788" y="720725"/>
            <a:ext cx="6397625" cy="3598863"/>
          </a:xfrm>
          <a:ln/>
        </p:spPr>
      </p:sp>
      <p:sp>
        <p:nvSpPr>
          <p:cNvPr id="278532" name="Rectangle 3"/>
          <p:cNvSpPr>
            <a:spLocks noGrp="1" noChangeArrowheads="1"/>
          </p:cNvSpPr>
          <p:nvPr>
            <p:ph type="body" idx="1"/>
          </p:nvPr>
        </p:nvSpPr>
        <p:spPr/>
        <p:txBody>
          <a:bodyPr lIns="96649" tIns="48324" rIns="96649" bIns="48324"/>
          <a:lstStyle/>
          <a:p>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280578"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7D488435-F1AD-47EA-92F5-1E03EF5D3522}" type="slidenum">
              <a:rPr lang="en-US" sz="1300">
                <a:latin typeface="Tahoma" pitchFamily="34" charset="0"/>
              </a:rPr>
              <a:pPr algn="r" defTabSz="967421"/>
              <a:t>25</a:t>
            </a:fld>
            <a:endParaRPr lang="en-US" sz="1300" dirty="0">
              <a:latin typeface="Tahoma" pitchFamily="34" charset="0"/>
            </a:endParaRPr>
          </a:p>
        </p:txBody>
      </p:sp>
      <p:sp>
        <p:nvSpPr>
          <p:cNvPr id="280579" name="Rectangle 1026"/>
          <p:cNvSpPr>
            <a:spLocks noGrp="1" noRot="1" noChangeAspect="1" noChangeArrowheads="1" noTextEdit="1"/>
          </p:cNvSpPr>
          <p:nvPr>
            <p:ph type="sldImg"/>
          </p:nvPr>
        </p:nvSpPr>
        <p:spPr>
          <a:xfrm>
            <a:off x="458788" y="720725"/>
            <a:ext cx="6397625" cy="3598863"/>
          </a:xfrm>
          <a:ln cap="flat"/>
        </p:spPr>
      </p:sp>
      <p:sp>
        <p:nvSpPr>
          <p:cNvPr id="280580" name="Rectangle 1027"/>
          <p:cNvSpPr>
            <a:spLocks noGrp="1" noChangeArrowheads="1"/>
          </p:cNvSpPr>
          <p:nvPr>
            <p:ph type="body" idx="1"/>
          </p:nvPr>
        </p:nvSpPr>
        <p:spPr/>
        <p:txBody>
          <a:bodyPr lIns="96943" tIns="48472" rIns="96943" bIns="48472"/>
          <a:lstStyle/>
          <a:p>
            <a:pPr latinLnBrk="1"/>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282626"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EE6DE381-78FC-4D5A-A0A7-87877BD8E9A1}" type="slidenum">
              <a:rPr lang="en-US" sz="1300">
                <a:latin typeface="Tahoma" pitchFamily="34" charset="0"/>
              </a:rPr>
              <a:pPr algn="r" defTabSz="967421"/>
              <a:t>26</a:t>
            </a:fld>
            <a:endParaRPr lang="en-US" sz="1300" dirty="0">
              <a:latin typeface="Tahoma" pitchFamily="34" charset="0"/>
            </a:endParaRPr>
          </a:p>
        </p:txBody>
      </p:sp>
      <p:sp>
        <p:nvSpPr>
          <p:cNvPr id="282627" name="Rectangle 2"/>
          <p:cNvSpPr>
            <a:spLocks noGrp="1" noRot="1" noChangeAspect="1" noChangeArrowheads="1" noTextEdit="1"/>
          </p:cNvSpPr>
          <p:nvPr>
            <p:ph type="sldImg"/>
          </p:nvPr>
        </p:nvSpPr>
        <p:spPr>
          <a:xfrm>
            <a:off x="458788" y="720725"/>
            <a:ext cx="6397625" cy="3598863"/>
          </a:xfrm>
          <a:ln cap="flat"/>
        </p:spPr>
      </p:sp>
      <p:sp>
        <p:nvSpPr>
          <p:cNvPr id="282628" name="Rectangle 3"/>
          <p:cNvSpPr>
            <a:spLocks noGrp="1" noChangeArrowheads="1"/>
          </p:cNvSpPr>
          <p:nvPr>
            <p:ph type="body" idx="1"/>
          </p:nvPr>
        </p:nvSpPr>
        <p:spPr/>
        <p:txBody>
          <a:bodyPr lIns="96943" tIns="48472" rIns="96943" bIns="48472"/>
          <a:lstStyle/>
          <a:p>
            <a:pPr latinLnBrk="1"/>
            <a:r>
              <a:rPr lang="en-US" dirty="0"/>
              <a:t>These are the Exceptions to fair opportunity to compete found in FAR Part 16.505 and detailed in Section 00 73 00 SC4 Ordering in the solicitation   (FAR LANGUAGE FOLLOWS-GIVE ENTIRE EXCEPTION WHEN STATING)</a:t>
            </a:r>
          </a:p>
          <a:p>
            <a:pPr latinLnBrk="1"/>
            <a:r>
              <a:rPr lang="en-US" dirty="0"/>
              <a:t>(i) The agency need for the supplies or services is so urgent that providing a fair opportunity would result in unacceptable delays;</a:t>
            </a:r>
          </a:p>
          <a:p>
            <a:pPr latinLnBrk="1"/>
            <a:r>
              <a:rPr lang="en-US" dirty="0"/>
              <a:t>(ii) Only one awardees is capable of providing the supplies or services required at the level of quality required because the supplies or services ordered are unique or highly specialized;</a:t>
            </a:r>
          </a:p>
          <a:p>
            <a:pPr latinLnBrk="1"/>
            <a:r>
              <a:rPr lang="en-US" dirty="0"/>
              <a:t>(iii) The order must be issued on a sole-source basis in the interest of economy and efficiency as a logical follow-on to an order already issued under the contract, provided that all awardees were given a fair opportunity to be considered for the original order; or</a:t>
            </a:r>
          </a:p>
          <a:p>
            <a:pPr latinLnBrk="1"/>
            <a:r>
              <a:rPr lang="en-US" dirty="0"/>
              <a:t>(iv) It is necessary to place an order to satisfy a minimum guarantee</a:t>
            </a:r>
          </a:p>
          <a:p>
            <a:pPr latinLnBrk="1"/>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284674"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883092C0-562D-4E1B-9309-B6D8384491EF}" type="slidenum">
              <a:rPr lang="en-US" sz="1300">
                <a:latin typeface="Tahoma" pitchFamily="34" charset="0"/>
              </a:rPr>
              <a:pPr algn="r" defTabSz="967421"/>
              <a:t>27</a:t>
            </a:fld>
            <a:endParaRPr lang="en-US" sz="1300" dirty="0">
              <a:latin typeface="Tahoma" pitchFamily="34" charset="0"/>
            </a:endParaRPr>
          </a:p>
        </p:txBody>
      </p:sp>
      <p:sp>
        <p:nvSpPr>
          <p:cNvPr id="284675" name="Rectangle 2"/>
          <p:cNvSpPr>
            <a:spLocks noGrp="1" noRot="1" noChangeAspect="1" noChangeArrowheads="1" noTextEdit="1"/>
          </p:cNvSpPr>
          <p:nvPr>
            <p:ph type="sldImg"/>
          </p:nvPr>
        </p:nvSpPr>
        <p:spPr>
          <a:xfrm>
            <a:off x="458788" y="720725"/>
            <a:ext cx="6397625" cy="3598863"/>
          </a:xfrm>
          <a:ln cap="flat"/>
        </p:spPr>
      </p:sp>
      <p:sp>
        <p:nvSpPr>
          <p:cNvPr id="284676" name="Rectangle 3"/>
          <p:cNvSpPr>
            <a:spLocks noGrp="1" noChangeArrowheads="1"/>
          </p:cNvSpPr>
          <p:nvPr>
            <p:ph type="body" idx="1"/>
          </p:nvPr>
        </p:nvSpPr>
        <p:spPr/>
        <p:txBody>
          <a:bodyPr lIns="96943" tIns="48472" rIns="96943" bIns="48472"/>
          <a:lstStyle/>
          <a:p>
            <a:pPr marL="234132" indent="-234132" latinLnBrk="1">
              <a:buFontTx/>
              <a:buAutoNum type="arabicPeriod"/>
            </a:pPr>
            <a:r>
              <a:rPr lang="en-US" dirty="0">
                <a:cs typeface="Tahoma" pitchFamily="34" charset="0"/>
              </a:rPr>
              <a:t>Pursuant to FAR 16.505(b)(ii) the Contracting Officer will exercise broad discretion in determining if a contractor is eligible for the award of a project.  To determine eligibility the Contracting Officer will consider the areas of consideration applicable to each individual MATOC award. The Contracting Officer may consider such factors that the Contracting Officer, in the exercise of sound business judgment, believes are relevant to the placement of orders.  To satisfy the contracting agency’s Small Business Administration contracting goals/targets, the Contracting Officer may consider such factors as achievement of Section 8(a) and HUB Zone goals/targets, and the emerging small business (ESB) reserve amount, currently $25,000.  Projects with an estimated values equal to, or less than the ESB reserve amount will be offered only to ESB contractors</a:t>
            </a:r>
            <a:r>
              <a:rPr lang="en-US" dirty="0"/>
              <a:t> UNDER $25,00 IS SET-ASIDE FOR EMERGING SMALL BUSINESS IAW COMPETIVENESS DEMONSTRATION PROGRAM</a:t>
            </a:r>
          </a:p>
          <a:p>
            <a:pPr marL="234132" indent="-234132" algn="just" latinLnBrk="1">
              <a:buFontTx/>
              <a:buAutoNum type="arabicPeriod"/>
            </a:pPr>
            <a:r>
              <a:rPr lang="en-US" dirty="0">
                <a:cs typeface="Tahoma" pitchFamily="34" charset="0"/>
              </a:rPr>
              <a:t>Additional factors on prior Task Orders under the MATOC contract, such as past performance, quality, timeliness, special expertise or other factors the Contracting Officer determines are relevant to award of a particular Task Order may be considered.   Timely performance by a TOC contractor is very important.  Failure to prosecute the work diligently, on a currently awarded task order, will be cause for the Contracting Officer not to include the contractor in the competitive fair-opportunity pool for future task orders.  When the contractor’s delinquency has been cured, they will be considered  for  competition in future task orders.</a:t>
            </a:r>
          </a:p>
          <a:p>
            <a:pPr marL="234132" indent="-234132" latinLnBrk="1">
              <a:buFontTx/>
              <a:buAutoNum type="arabicPeriod"/>
            </a:pPr>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286722"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B1A859CB-2F7B-484D-AA96-5CE1C5F4A199}" type="slidenum">
              <a:rPr lang="en-US" sz="1300">
                <a:latin typeface="Tahoma" pitchFamily="34" charset="0"/>
              </a:rPr>
              <a:pPr algn="r" defTabSz="967421"/>
              <a:t>28</a:t>
            </a:fld>
            <a:endParaRPr lang="en-US" sz="1300" dirty="0">
              <a:latin typeface="Tahoma" pitchFamily="34" charset="0"/>
            </a:endParaRPr>
          </a:p>
        </p:txBody>
      </p:sp>
      <p:sp>
        <p:nvSpPr>
          <p:cNvPr id="286723" name="Rectangle 2"/>
          <p:cNvSpPr>
            <a:spLocks noGrp="1" noChangeArrowheads="1"/>
          </p:cNvSpPr>
          <p:nvPr>
            <p:ph type="body" idx="1"/>
          </p:nvPr>
        </p:nvSpPr>
        <p:spPr/>
        <p:txBody>
          <a:bodyPr lIns="96943" tIns="48472" rIns="96943" bIns="48472"/>
          <a:lstStyle/>
          <a:p>
            <a:pPr latinLnBrk="1"/>
            <a:r>
              <a:rPr lang="en-US" dirty="0"/>
              <a:t>Master specifications start at section 01001 of the solicitation and at Attachment 1 </a:t>
            </a:r>
          </a:p>
        </p:txBody>
      </p:sp>
      <p:sp>
        <p:nvSpPr>
          <p:cNvPr id="286724" name="Rectangle 3"/>
          <p:cNvSpPr>
            <a:spLocks noGrp="1" noRot="1" noChangeAspect="1" noChangeArrowheads="1" noTextEdit="1"/>
          </p:cNvSpPr>
          <p:nvPr>
            <p:ph type="sldImg"/>
          </p:nvPr>
        </p:nvSpPr>
        <p:spPr>
          <a:xfrm>
            <a:off x="458788" y="720725"/>
            <a:ext cx="6397625" cy="3598863"/>
          </a:xfrm>
          <a:ln cap="flat"/>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288770"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E88C15AA-F6E4-41AA-8524-3309AC3BBFC5}" type="slidenum">
              <a:rPr lang="en-US" sz="1300">
                <a:latin typeface="Tahoma" pitchFamily="34" charset="0"/>
              </a:rPr>
              <a:pPr algn="r" defTabSz="967421"/>
              <a:t>29</a:t>
            </a:fld>
            <a:endParaRPr lang="en-US" sz="1300" dirty="0">
              <a:latin typeface="Tahoma" pitchFamily="34" charset="0"/>
            </a:endParaRPr>
          </a:p>
        </p:txBody>
      </p:sp>
      <p:sp>
        <p:nvSpPr>
          <p:cNvPr id="288771" name="Rectangle 2"/>
          <p:cNvSpPr>
            <a:spLocks noGrp="1" noRot="1" noChangeAspect="1" noChangeArrowheads="1" noTextEdit="1"/>
          </p:cNvSpPr>
          <p:nvPr>
            <p:ph type="sldImg"/>
          </p:nvPr>
        </p:nvSpPr>
        <p:spPr>
          <a:xfrm>
            <a:off x="458788" y="720725"/>
            <a:ext cx="6397625" cy="3598863"/>
          </a:xfrm>
          <a:ln/>
        </p:spPr>
      </p:sp>
      <p:sp>
        <p:nvSpPr>
          <p:cNvPr id="288772" name="Rectangle 3"/>
          <p:cNvSpPr>
            <a:spLocks noGrp="1" noChangeArrowheads="1"/>
          </p:cNvSpPr>
          <p:nvPr>
            <p:ph type="body" idx="1"/>
          </p:nvPr>
        </p:nvSpPr>
        <p:spPr/>
        <p:txBody>
          <a:bodyPr lIns="96649" tIns="48324" rIns="96649" bIns="48324"/>
          <a:lstStyle/>
          <a:p>
            <a:r>
              <a:rPr lang="en-US" dirty="0"/>
              <a:t>Adjust time in yellow if necessary for your location – be reasonable!!!!</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290818"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EECA1ECD-8BD5-4525-85E8-B83A22D8564B}" type="slidenum">
              <a:rPr lang="en-US" sz="1300">
                <a:latin typeface="Tahoma" pitchFamily="34" charset="0"/>
              </a:rPr>
              <a:pPr algn="r" defTabSz="967421"/>
              <a:t>31</a:t>
            </a:fld>
            <a:endParaRPr lang="en-US" sz="1300" dirty="0">
              <a:latin typeface="Tahoma" pitchFamily="34" charset="0"/>
            </a:endParaRPr>
          </a:p>
        </p:txBody>
      </p:sp>
      <p:sp>
        <p:nvSpPr>
          <p:cNvPr id="290819" name="Rectangle 2"/>
          <p:cNvSpPr>
            <a:spLocks noGrp="1" noRot="1" noChangeAspect="1" noChangeArrowheads="1" noTextEdit="1"/>
          </p:cNvSpPr>
          <p:nvPr>
            <p:ph type="sldImg"/>
          </p:nvPr>
        </p:nvSpPr>
        <p:spPr>
          <a:xfrm>
            <a:off x="458788" y="720725"/>
            <a:ext cx="6397625" cy="3598863"/>
          </a:xfrm>
          <a:ln cap="flat"/>
        </p:spPr>
      </p:sp>
      <p:sp>
        <p:nvSpPr>
          <p:cNvPr id="290820" name="Rectangle 3"/>
          <p:cNvSpPr>
            <a:spLocks noGrp="1" noChangeArrowheads="1"/>
          </p:cNvSpPr>
          <p:nvPr>
            <p:ph type="body" idx="1"/>
          </p:nvPr>
        </p:nvSpPr>
        <p:spPr/>
        <p:txBody>
          <a:bodyPr lIns="96943" tIns="48472" rIns="96943" bIns="48472"/>
          <a:lstStyle/>
          <a:p>
            <a:pPr latinLnBrk="1"/>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290818"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EECA1ECD-8BD5-4525-85E8-B83A22D8564B}" type="slidenum">
              <a:rPr lang="en-US" sz="1300">
                <a:latin typeface="Tahoma" pitchFamily="34" charset="0"/>
              </a:rPr>
              <a:pPr algn="r" defTabSz="967421"/>
              <a:t>32</a:t>
            </a:fld>
            <a:endParaRPr lang="en-US" sz="1300" dirty="0">
              <a:latin typeface="Tahoma" pitchFamily="34" charset="0"/>
            </a:endParaRPr>
          </a:p>
        </p:txBody>
      </p:sp>
      <p:sp>
        <p:nvSpPr>
          <p:cNvPr id="290819" name="Rectangle 2"/>
          <p:cNvSpPr>
            <a:spLocks noGrp="1" noRot="1" noChangeAspect="1" noChangeArrowheads="1" noTextEdit="1"/>
          </p:cNvSpPr>
          <p:nvPr>
            <p:ph type="sldImg"/>
          </p:nvPr>
        </p:nvSpPr>
        <p:spPr>
          <a:xfrm>
            <a:off x="458788" y="720725"/>
            <a:ext cx="6397625" cy="3598863"/>
          </a:xfrm>
          <a:ln cap="flat"/>
        </p:spPr>
      </p:sp>
      <p:sp>
        <p:nvSpPr>
          <p:cNvPr id="290820" name="Rectangle 3"/>
          <p:cNvSpPr>
            <a:spLocks noGrp="1" noChangeArrowheads="1"/>
          </p:cNvSpPr>
          <p:nvPr>
            <p:ph type="body" idx="1"/>
          </p:nvPr>
        </p:nvSpPr>
        <p:spPr/>
        <p:txBody>
          <a:bodyPr lIns="96943" tIns="48472" rIns="96943" bIns="48472"/>
          <a:lstStyle/>
          <a:p>
            <a:pPr latinLnBrk="1"/>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292866"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93B5ED2C-6708-42F9-BD4D-5140EDF4D4AB}" type="slidenum">
              <a:rPr lang="en-US" sz="1300">
                <a:latin typeface="Tahoma" pitchFamily="34" charset="0"/>
              </a:rPr>
              <a:pPr algn="r" defTabSz="967421"/>
              <a:t>33</a:t>
            </a:fld>
            <a:endParaRPr lang="en-US" sz="1300" dirty="0">
              <a:latin typeface="Tahoma" pitchFamily="34" charset="0"/>
            </a:endParaRPr>
          </a:p>
        </p:txBody>
      </p:sp>
      <p:sp>
        <p:nvSpPr>
          <p:cNvPr id="292867" name="Rectangle 2"/>
          <p:cNvSpPr>
            <a:spLocks noGrp="1" noRot="1" noChangeAspect="1" noChangeArrowheads="1" noTextEdit="1"/>
          </p:cNvSpPr>
          <p:nvPr>
            <p:ph type="sldImg"/>
          </p:nvPr>
        </p:nvSpPr>
        <p:spPr>
          <a:xfrm>
            <a:off x="461963" y="722313"/>
            <a:ext cx="6394450" cy="3597275"/>
          </a:xfrm>
          <a:ln cap="flat">
            <a:solidFill>
              <a:schemeClr val="tx1"/>
            </a:solidFill>
          </a:ln>
        </p:spPr>
      </p:sp>
      <p:sp>
        <p:nvSpPr>
          <p:cNvPr id="292868" name="Rectangle 3"/>
          <p:cNvSpPr>
            <a:spLocks noGrp="1" noChangeArrowheads="1"/>
          </p:cNvSpPr>
          <p:nvPr>
            <p:ph type="body" idx="1"/>
          </p:nvPr>
        </p:nvSpPr>
        <p:spPr/>
        <p:txBody>
          <a:bodyPr lIns="96943" tIns="48472" rIns="96943" bIns="48472"/>
          <a:lstStyle/>
          <a:p>
            <a:pPr latinLnBrk="1"/>
            <a:r>
              <a:rPr lang="en-US" dirty="0"/>
              <a:t>KO or CO means Contracting Officer</a:t>
            </a:r>
          </a:p>
          <a:p>
            <a:pPr latinLnBrk="1"/>
            <a:r>
              <a:rPr lang="en-US" dirty="0"/>
              <a:t>Usually Offering letter is emailed with  Synopsis or SOW-  Plans (Drawings are usually distributed at Site visit, unless electronic</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294914"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706EB239-0C0A-4C73-97E4-ED4AC93EB648}" type="slidenum">
              <a:rPr lang="en-US" sz="1300">
                <a:latin typeface="Tahoma" pitchFamily="34" charset="0"/>
              </a:rPr>
              <a:pPr algn="r" defTabSz="967421"/>
              <a:t>34</a:t>
            </a:fld>
            <a:endParaRPr lang="en-US" sz="1300" dirty="0">
              <a:latin typeface="Tahoma" pitchFamily="34" charset="0"/>
            </a:endParaRPr>
          </a:p>
        </p:txBody>
      </p:sp>
      <p:sp>
        <p:nvSpPr>
          <p:cNvPr id="294915" name="Rectangle 2"/>
          <p:cNvSpPr>
            <a:spLocks noGrp="1" noRot="1" noChangeAspect="1" noChangeArrowheads="1" noTextEdit="1"/>
          </p:cNvSpPr>
          <p:nvPr>
            <p:ph type="sldImg"/>
          </p:nvPr>
        </p:nvSpPr>
        <p:spPr>
          <a:xfrm>
            <a:off x="458788" y="720725"/>
            <a:ext cx="6397625" cy="3598863"/>
          </a:xfrm>
          <a:ln/>
        </p:spPr>
      </p:sp>
      <p:sp>
        <p:nvSpPr>
          <p:cNvPr id="294916" name="Rectangle 3"/>
          <p:cNvSpPr>
            <a:spLocks noGrp="1" noChangeArrowheads="1"/>
          </p:cNvSpPr>
          <p:nvPr>
            <p:ph type="body" idx="1"/>
          </p:nvPr>
        </p:nvSpPr>
        <p:spPr/>
        <p:txBody>
          <a:bodyPr lIns="96649" tIns="48324" rIns="96649" bIns="48324"/>
          <a:lstStyle/>
          <a:p>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296962"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8EFC252A-6059-408A-8A80-A57F12D6643C}" type="slidenum">
              <a:rPr lang="en-US" sz="1300">
                <a:latin typeface="Tahoma" pitchFamily="34" charset="0"/>
              </a:rPr>
              <a:pPr algn="r" defTabSz="967421"/>
              <a:t>35</a:t>
            </a:fld>
            <a:endParaRPr lang="en-US" sz="1300" dirty="0">
              <a:latin typeface="Tahoma" pitchFamily="34" charset="0"/>
            </a:endParaRPr>
          </a:p>
        </p:txBody>
      </p:sp>
      <p:sp>
        <p:nvSpPr>
          <p:cNvPr id="296963" name="Rectangle 2"/>
          <p:cNvSpPr>
            <a:spLocks noGrp="1" noRot="1" noChangeAspect="1" noChangeArrowheads="1" noTextEdit="1"/>
          </p:cNvSpPr>
          <p:nvPr>
            <p:ph type="sldImg"/>
          </p:nvPr>
        </p:nvSpPr>
        <p:spPr>
          <a:xfrm>
            <a:off x="458788" y="720725"/>
            <a:ext cx="6397625" cy="3598863"/>
          </a:xfrm>
          <a:ln cap="flat"/>
        </p:spPr>
      </p:sp>
      <p:sp>
        <p:nvSpPr>
          <p:cNvPr id="296964" name="Rectangle 3"/>
          <p:cNvSpPr>
            <a:spLocks noGrp="1" noChangeArrowheads="1"/>
          </p:cNvSpPr>
          <p:nvPr>
            <p:ph type="body" idx="1"/>
          </p:nvPr>
        </p:nvSpPr>
        <p:spPr/>
        <p:txBody>
          <a:bodyPr lIns="96943" tIns="48472" rIns="96943" bIns="48472"/>
          <a:lstStyle/>
          <a:p>
            <a:pPr latinLnBrk="1"/>
            <a:r>
              <a:rPr lang="en-US" dirty="0"/>
              <a:t>CUI – Controlled Unclassified Information   ---should not be publish to public (</a:t>
            </a:r>
            <a:r>
              <a:rPr lang="en-US" dirty="0" err="1"/>
              <a:t>ie</a:t>
            </a:r>
            <a:r>
              <a:rPr lang="en-US" dirty="0"/>
              <a:t>. Social Media…)</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299010"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2D395191-AF6E-40AD-A58F-D7289D46370F}" type="slidenum">
              <a:rPr lang="en-US" sz="1300">
                <a:latin typeface="Tahoma" pitchFamily="34" charset="0"/>
              </a:rPr>
              <a:pPr algn="r" defTabSz="967421"/>
              <a:t>36</a:t>
            </a:fld>
            <a:endParaRPr lang="en-US" sz="1300" dirty="0">
              <a:latin typeface="Tahoma" pitchFamily="34" charset="0"/>
            </a:endParaRPr>
          </a:p>
        </p:txBody>
      </p:sp>
      <p:sp>
        <p:nvSpPr>
          <p:cNvPr id="299011" name="Rectangle 2"/>
          <p:cNvSpPr>
            <a:spLocks noGrp="1" noRot="1" noChangeAspect="1" noChangeArrowheads="1" noTextEdit="1"/>
          </p:cNvSpPr>
          <p:nvPr>
            <p:ph type="sldImg"/>
          </p:nvPr>
        </p:nvSpPr>
        <p:spPr>
          <a:xfrm>
            <a:off x="458788" y="720725"/>
            <a:ext cx="6397625" cy="3598863"/>
          </a:xfrm>
          <a:ln cap="flat"/>
        </p:spPr>
      </p:sp>
      <p:sp>
        <p:nvSpPr>
          <p:cNvPr id="299012" name="Rectangle 3"/>
          <p:cNvSpPr>
            <a:spLocks noGrp="1" noChangeArrowheads="1"/>
          </p:cNvSpPr>
          <p:nvPr>
            <p:ph type="body" idx="1"/>
          </p:nvPr>
        </p:nvSpPr>
        <p:spPr/>
        <p:txBody>
          <a:bodyPr lIns="96943" tIns="48472" rIns="96943" bIns="48472"/>
          <a:lstStyle/>
          <a:p>
            <a:pPr latinLnBrk="1"/>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301058"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BEACDBE6-5E72-42E1-B117-0C101B02D8DA}" type="slidenum">
              <a:rPr lang="en-US" sz="1300">
                <a:latin typeface="Tahoma" pitchFamily="34" charset="0"/>
              </a:rPr>
              <a:pPr algn="r" defTabSz="967421"/>
              <a:t>37</a:t>
            </a:fld>
            <a:endParaRPr lang="en-US" sz="1300" dirty="0">
              <a:latin typeface="Tahoma" pitchFamily="34" charset="0"/>
            </a:endParaRPr>
          </a:p>
        </p:txBody>
      </p:sp>
      <p:sp>
        <p:nvSpPr>
          <p:cNvPr id="301059" name="Rectangle 2"/>
          <p:cNvSpPr>
            <a:spLocks noGrp="1" noRot="1" noChangeAspect="1" noChangeArrowheads="1" noTextEdit="1"/>
          </p:cNvSpPr>
          <p:nvPr>
            <p:ph type="sldImg"/>
          </p:nvPr>
        </p:nvSpPr>
        <p:spPr>
          <a:xfrm>
            <a:off x="458788" y="720725"/>
            <a:ext cx="6397625" cy="3598863"/>
          </a:xfrm>
          <a:ln/>
        </p:spPr>
      </p:sp>
      <p:sp>
        <p:nvSpPr>
          <p:cNvPr id="301060" name="Rectangle 3"/>
          <p:cNvSpPr>
            <a:spLocks noGrp="1" noChangeArrowheads="1"/>
          </p:cNvSpPr>
          <p:nvPr>
            <p:ph type="body" idx="1"/>
          </p:nvPr>
        </p:nvSpPr>
        <p:spPr/>
        <p:txBody>
          <a:bodyPr lIns="96649" tIns="48324" rIns="96649" bIns="48324"/>
          <a:lstStyle/>
          <a:p>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303106"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1DE7BD63-B364-4D92-8C38-22AA13D46561}" type="slidenum">
              <a:rPr lang="en-US" sz="1300">
                <a:latin typeface="Tahoma" pitchFamily="34" charset="0"/>
              </a:rPr>
              <a:pPr algn="r" defTabSz="967421"/>
              <a:t>38</a:t>
            </a:fld>
            <a:endParaRPr lang="en-US" sz="1300" dirty="0">
              <a:latin typeface="Tahoma" pitchFamily="34" charset="0"/>
            </a:endParaRPr>
          </a:p>
        </p:txBody>
      </p:sp>
      <p:sp>
        <p:nvSpPr>
          <p:cNvPr id="303107" name="Rectangle 2"/>
          <p:cNvSpPr>
            <a:spLocks noGrp="1" noRot="1" noChangeAspect="1" noChangeArrowheads="1" noTextEdit="1"/>
          </p:cNvSpPr>
          <p:nvPr>
            <p:ph type="sldImg"/>
          </p:nvPr>
        </p:nvSpPr>
        <p:spPr>
          <a:xfrm>
            <a:off x="458788" y="720725"/>
            <a:ext cx="6397625" cy="3598863"/>
          </a:xfrm>
          <a:ln/>
        </p:spPr>
      </p:sp>
      <p:sp>
        <p:nvSpPr>
          <p:cNvPr id="303108" name="Rectangle 3"/>
          <p:cNvSpPr>
            <a:spLocks noGrp="1" noChangeArrowheads="1"/>
          </p:cNvSpPr>
          <p:nvPr>
            <p:ph type="body" idx="1"/>
          </p:nvPr>
        </p:nvSpPr>
        <p:spPr/>
        <p:txBody>
          <a:bodyPr lIns="96649" tIns="48324" rIns="96649" bIns="48324"/>
          <a:lstStyle/>
          <a:p>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US" dirty="0"/>
              <a:t>Module 4 2008</a:t>
            </a:r>
          </a:p>
        </p:txBody>
      </p:sp>
      <p:sp>
        <p:nvSpPr>
          <p:cNvPr id="305154" name="Rectangle 7"/>
          <p:cNvSpPr txBox="1">
            <a:spLocks noGrp="1" noChangeArrowheads="1"/>
          </p:cNvSpPr>
          <p:nvPr/>
        </p:nvSpPr>
        <p:spPr bwMode="auto">
          <a:xfrm>
            <a:off x="4144297" y="9122756"/>
            <a:ext cx="3170903" cy="478444"/>
          </a:xfrm>
          <a:prstGeom prst="rect">
            <a:avLst/>
          </a:prstGeom>
          <a:noFill/>
          <a:ln w="9525">
            <a:noFill/>
            <a:miter lim="800000"/>
            <a:headEnd/>
            <a:tailEnd/>
          </a:ln>
        </p:spPr>
        <p:txBody>
          <a:bodyPr lIns="96649" tIns="48324" rIns="96649" bIns="48324" anchor="b"/>
          <a:lstStyle/>
          <a:p>
            <a:pPr algn="r" defTabSz="967421"/>
            <a:fld id="{F2E1D871-542F-42A3-9C63-4F1B5F30E30F}" type="slidenum">
              <a:rPr lang="en-US" sz="1300">
                <a:latin typeface="Tahoma" pitchFamily="34" charset="0"/>
              </a:rPr>
              <a:pPr algn="r" defTabSz="967421"/>
              <a:t>39</a:t>
            </a:fld>
            <a:endParaRPr lang="en-US" sz="1300" dirty="0">
              <a:latin typeface="Tahoma" pitchFamily="34" charset="0"/>
            </a:endParaRPr>
          </a:p>
        </p:txBody>
      </p:sp>
      <p:sp>
        <p:nvSpPr>
          <p:cNvPr id="305155" name="Rectangle 2"/>
          <p:cNvSpPr>
            <a:spLocks noGrp="1" noRot="1" noChangeAspect="1" noChangeArrowheads="1" noTextEdit="1"/>
          </p:cNvSpPr>
          <p:nvPr>
            <p:ph type="sldImg"/>
          </p:nvPr>
        </p:nvSpPr>
        <p:spPr>
          <a:xfrm>
            <a:off x="460375" y="720725"/>
            <a:ext cx="6397625" cy="3598863"/>
          </a:xfrm>
          <a:ln cap="flat"/>
        </p:spPr>
      </p:sp>
      <p:sp>
        <p:nvSpPr>
          <p:cNvPr id="305156" name="Rectangle 3"/>
          <p:cNvSpPr>
            <a:spLocks noGrp="1" noChangeArrowheads="1"/>
          </p:cNvSpPr>
          <p:nvPr>
            <p:ph type="body" idx="1"/>
          </p:nvPr>
        </p:nvSpPr>
        <p:spPr/>
        <p:txBody>
          <a:bodyPr lIns="96943" tIns="48472" rIns="96943" bIns="48472"/>
          <a:lstStyle/>
          <a:p>
            <a:pPr latinLnBrk="1"/>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6"/>
          <p:cNvSpPr>
            <a:spLocks noGrp="1" noChangeArrowheads="1"/>
          </p:cNvSpPr>
          <p:nvPr>
            <p:ph type="ftr" sz="quarter" idx="4"/>
          </p:nvPr>
        </p:nvSpPr>
        <p:spPr>
          <a:noFill/>
        </p:spPr>
        <p:txBody>
          <a:bodyPr/>
          <a:lstStyle/>
          <a:p>
            <a:pPr defTabSz="965200"/>
            <a:r>
              <a:rPr lang="en-US" dirty="0"/>
              <a:t>SS 2011 Module 5</a:t>
            </a:r>
          </a:p>
        </p:txBody>
      </p:sp>
      <p:sp>
        <p:nvSpPr>
          <p:cNvPr id="282627" name="Rectangle 2"/>
          <p:cNvSpPr>
            <a:spLocks noGrp="1" noRot="1" noChangeAspect="1" noChangeArrowheads="1" noTextEdit="1"/>
          </p:cNvSpPr>
          <p:nvPr>
            <p:ph type="sldImg"/>
          </p:nvPr>
        </p:nvSpPr>
        <p:spPr>
          <a:xfrm>
            <a:off x="457200" y="720725"/>
            <a:ext cx="6400800" cy="3600450"/>
          </a:xfrm>
          <a:ln/>
        </p:spPr>
      </p:sp>
      <p:sp>
        <p:nvSpPr>
          <p:cNvPr id="282628" name="Rectangle 3"/>
          <p:cNvSpPr>
            <a:spLocks noGrp="1" noChangeArrowheads="1"/>
          </p:cNvSpPr>
          <p:nvPr>
            <p:ph type="body" idx="1"/>
          </p:nvPr>
        </p:nvSpPr>
        <p:spPr>
          <a:noFill/>
          <a:ln/>
        </p:spPr>
        <p:txBody>
          <a:bodyPr/>
          <a:lstStyle/>
          <a:p>
            <a:pPr eaLnBrk="1" hangingPunct="1"/>
            <a:r>
              <a:rPr lang="en-US" dirty="0" err="1"/>
              <a:t>Piee</a:t>
            </a:r>
            <a:r>
              <a:rPr lang="en-US" dirty="0"/>
              <a:t> website</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EA70C2A-6DE1-47E7-B52A-2186AB9DACC9}" type="slidenum">
              <a:rPr lang="en-US" smtClean="0"/>
              <a:pPr>
                <a:defRPr/>
              </a:pPr>
              <a:t>42</a:t>
            </a:fld>
            <a:endParaRPr lang="en-US" dirty="0"/>
          </a:p>
        </p:txBody>
      </p:sp>
    </p:spTree>
    <p:extLst>
      <p:ext uri="{BB962C8B-B14F-4D97-AF65-F5344CB8AC3E}">
        <p14:creationId xmlns:p14="http://schemas.microsoft.com/office/powerpoint/2010/main" val="34873806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ound Diagonal Corner Rectangle 6"/>
          <p:cNvSpPr/>
          <p:nvPr/>
        </p:nvSpPr>
        <p:spPr>
          <a:xfrm>
            <a:off x="219456" y="146304"/>
            <a:ext cx="11753088" cy="2505456"/>
          </a:xfrm>
          <a:prstGeom prst="round2DiagRect">
            <a:avLst>
              <a:gd name="adj1" fmla="val 11807"/>
              <a:gd name="adj2" fmla="val 0"/>
            </a:avLst>
          </a:prstGeom>
          <a:solidFill>
            <a:schemeClr val="bg2">
              <a:tint val="85000"/>
              <a:shade val="90000"/>
              <a:satMod val="150000"/>
              <a:alpha val="65000"/>
            </a:schemeClr>
          </a:solidFill>
          <a:ln w="11000" cap="rnd" cmpd="sng" algn="ctr">
            <a:solidFill>
              <a:schemeClr val="bg2">
                <a:tint val="78000"/>
                <a:satMod val="180000"/>
                <a:alpha val="88000"/>
              </a:schemeClr>
            </a:solidFill>
            <a:prstDash val="solid"/>
          </a:ln>
          <a:effectLst>
            <a:innerShdw blurRad="114300">
              <a:srgbClr val="000000">
                <a:alpha val="10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400" dirty="0"/>
          </a:p>
        </p:txBody>
      </p:sp>
      <p:sp>
        <p:nvSpPr>
          <p:cNvPr id="8" name="Title 7"/>
          <p:cNvSpPr>
            <a:spLocks noGrp="1"/>
          </p:cNvSpPr>
          <p:nvPr>
            <p:ph type="ctrTitle"/>
          </p:nvPr>
        </p:nvSpPr>
        <p:spPr>
          <a:xfrm>
            <a:off x="618979" y="381001"/>
            <a:ext cx="10972800" cy="2209800"/>
          </a:xfrm>
        </p:spPr>
        <p:txBody>
          <a:bodyPr lIns="45720" rIns="228600" anchor="b">
            <a:normAutofit/>
          </a:bodyPr>
          <a:lstStyle>
            <a:lvl1pPr marL="0" algn="r">
              <a:defRPr sz="4800"/>
            </a:lvl1pPr>
            <a:extLst/>
          </a:lstStyle>
          <a:p>
            <a:r>
              <a:rPr kumimoji="0" lang="en-US"/>
              <a:t>Click to edit Master title style</a:t>
            </a:r>
          </a:p>
        </p:txBody>
      </p:sp>
      <p:sp>
        <p:nvSpPr>
          <p:cNvPr id="9" name="Subtitle 8"/>
          <p:cNvSpPr>
            <a:spLocks noGrp="1"/>
          </p:cNvSpPr>
          <p:nvPr>
            <p:ph type="subTitle" idx="1"/>
          </p:nvPr>
        </p:nvSpPr>
        <p:spPr>
          <a:xfrm>
            <a:off x="2844800" y="2819400"/>
            <a:ext cx="8746979" cy="1752600"/>
          </a:xfrm>
        </p:spPr>
        <p:txBody>
          <a:bodyPr lIns="45720" rIns="246888"/>
          <a:lstStyle>
            <a:lvl1pPr marL="0" indent="0" algn="r">
              <a:spcBef>
                <a:spcPts val="0"/>
              </a:spcBef>
              <a:buNone/>
              <a:defRPr>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10" name="Date Placeholder 9"/>
          <p:cNvSpPr>
            <a:spLocks noGrp="1"/>
          </p:cNvSpPr>
          <p:nvPr>
            <p:ph type="dt" sz="half" idx="10"/>
          </p:nvPr>
        </p:nvSpPr>
        <p:spPr>
          <a:xfrm>
            <a:off x="7416800" y="6509004"/>
            <a:ext cx="4003040" cy="274320"/>
          </a:xfrm>
        </p:spPr>
        <p:txBody>
          <a:bodyPr vert="horz" rtlCol="0"/>
          <a:lstStyle/>
          <a:p>
            <a:pPr>
              <a:defRPr/>
            </a:pPr>
            <a:r>
              <a:rPr lang="en-US" dirty="0"/>
              <a:t>unclassified</a:t>
            </a:r>
          </a:p>
        </p:txBody>
      </p:sp>
      <p:sp>
        <p:nvSpPr>
          <p:cNvPr id="11" name="Slide Number Placeholder 10"/>
          <p:cNvSpPr>
            <a:spLocks noGrp="1"/>
          </p:cNvSpPr>
          <p:nvPr>
            <p:ph type="sldNum" sz="quarter" idx="11"/>
          </p:nvPr>
        </p:nvSpPr>
        <p:spPr>
          <a:xfrm>
            <a:off x="11518603" y="6509004"/>
            <a:ext cx="619051" cy="274320"/>
          </a:xfrm>
        </p:spPr>
        <p:txBody>
          <a:bodyPr vert="horz" rtlCol="0"/>
          <a:lstStyle>
            <a:lvl1pPr>
              <a:defRPr>
                <a:solidFill>
                  <a:schemeClr val="tx2">
                    <a:shade val="90000"/>
                  </a:schemeClr>
                </a:solidFill>
              </a:defRPr>
            </a:lvl1pPr>
            <a:extLst/>
          </a:lstStyle>
          <a:p>
            <a:pPr>
              <a:defRPr/>
            </a:pPr>
            <a:fld id="{B4EC8D88-65A6-4F33-982A-D0FF3803DC73}" type="slidenum">
              <a:rPr lang="en-US" smtClean="0"/>
              <a:pPr>
                <a:defRPr/>
              </a:pPr>
              <a:t>‹#›</a:t>
            </a:fld>
            <a:endParaRPr lang="en-US" dirty="0"/>
          </a:p>
        </p:txBody>
      </p:sp>
      <p:sp>
        <p:nvSpPr>
          <p:cNvPr id="12" name="Footer Placeholder 11"/>
          <p:cNvSpPr>
            <a:spLocks noGrp="1"/>
          </p:cNvSpPr>
          <p:nvPr>
            <p:ph type="ftr" sz="quarter" idx="12"/>
          </p:nvPr>
        </p:nvSpPr>
        <p:spPr>
          <a:xfrm>
            <a:off x="2133600" y="6509004"/>
            <a:ext cx="5209952" cy="274320"/>
          </a:xfrm>
        </p:spPr>
        <p:txBody>
          <a:bodyPr vert="horz" rtlCol="0"/>
          <a:lstStyle/>
          <a:p>
            <a:pPr>
              <a:defRPr/>
            </a:pPr>
            <a:r>
              <a:rPr lang="en-US" dirty="0"/>
              <a:t>unclassified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784523" y="1424588"/>
            <a:ext cx="1066800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400" dirty="0"/>
          </a:p>
        </p:txBody>
      </p:sp>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4" name="Date Placeholder 3"/>
          <p:cNvSpPr>
            <a:spLocks noGrp="1"/>
          </p:cNvSpPr>
          <p:nvPr>
            <p:ph type="dt" sz="half" idx="10"/>
          </p:nvPr>
        </p:nvSpPr>
        <p:spPr/>
        <p:txBody>
          <a:bodyPr/>
          <a:lstStyle/>
          <a:p>
            <a:pPr>
              <a:defRPr/>
            </a:pPr>
            <a:r>
              <a:rPr lang="en-US" dirty="0"/>
              <a:t>unclassified</a:t>
            </a:r>
          </a:p>
        </p:txBody>
      </p:sp>
      <p:sp>
        <p:nvSpPr>
          <p:cNvPr id="5" name="Footer Placeholder 4"/>
          <p:cNvSpPr>
            <a:spLocks noGrp="1"/>
          </p:cNvSpPr>
          <p:nvPr>
            <p:ph type="ftr" sz="quarter" idx="11"/>
          </p:nvPr>
        </p:nvSpPr>
        <p:spPr/>
        <p:txBody>
          <a:bodyPr/>
          <a:lstStyle/>
          <a:p>
            <a:pPr>
              <a:defRPr/>
            </a:pPr>
            <a:r>
              <a:rPr lang="en-US" dirty="0"/>
              <a:t>unclassified</a:t>
            </a:r>
          </a:p>
        </p:txBody>
      </p:sp>
      <p:sp>
        <p:nvSpPr>
          <p:cNvPr id="6" name="Slide Number Placeholder 5"/>
          <p:cNvSpPr>
            <a:spLocks noGrp="1"/>
          </p:cNvSpPr>
          <p:nvPr>
            <p:ph type="sldNum" sz="quarter" idx="12"/>
          </p:nvPr>
        </p:nvSpPr>
        <p:spPr/>
        <p:txBody>
          <a:bodyPr/>
          <a:lstStyle/>
          <a:p>
            <a:pPr>
              <a:defRPr/>
            </a:pPr>
            <a:fld id="{01CFFBE5-8CAF-4DEC-8004-03A30EC44012}" type="slidenum">
              <a:rPr lang="en-US" smtClean="0"/>
              <a:pPr>
                <a:defRPr/>
              </a:pPr>
              <a:t>‹#›</a:t>
            </a:fld>
            <a:endParaRPr lang="en-US" dirty="0"/>
          </a:p>
        </p:txBody>
      </p:sp>
      <p:pic>
        <p:nvPicPr>
          <p:cNvPr id="8" name="Picture 7" descr="NGC Logo.gif"/>
          <p:cNvPicPr>
            <a:picLocks noChangeAspect="1"/>
          </p:cNvPicPr>
          <p:nvPr userDrawn="1"/>
        </p:nvPicPr>
        <p:blipFill>
          <a:blip r:embed="rId2" cstate="print"/>
          <a:stretch>
            <a:fillRect/>
          </a:stretch>
        </p:blipFill>
        <p:spPr>
          <a:xfrm>
            <a:off x="10566400" y="5714737"/>
            <a:ext cx="1117600" cy="83531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1333504" y="3267456"/>
            <a:ext cx="987552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400" dirty="0"/>
          </a:p>
        </p:txBody>
      </p:sp>
      <p:sp>
        <p:nvSpPr>
          <p:cNvPr id="2" name="Title 1"/>
          <p:cNvSpPr>
            <a:spLocks noGrp="1"/>
          </p:cNvSpPr>
          <p:nvPr>
            <p:ph type="title"/>
          </p:nvPr>
        </p:nvSpPr>
        <p:spPr>
          <a:xfrm>
            <a:off x="963168" y="498230"/>
            <a:ext cx="10363200" cy="2731008"/>
          </a:xfrm>
        </p:spPr>
        <p:txBody>
          <a:bodyPr rIns="100584"/>
          <a:lstStyle>
            <a:lvl1pPr algn="r">
              <a:buNone/>
              <a:defRPr sz="4000" b="1" cap="none">
                <a:solidFill>
                  <a:schemeClr val="accent1">
                    <a:tint val="95000"/>
                    <a:satMod val="200000"/>
                  </a:schemeClr>
                </a:solidFill>
              </a:defRPr>
            </a:lvl1pPr>
            <a:extLst/>
          </a:lstStyle>
          <a:p>
            <a:r>
              <a:rPr kumimoji="0" lang="en-US"/>
              <a:t>Click to edit Master title style</a:t>
            </a:r>
          </a:p>
        </p:txBody>
      </p:sp>
      <p:sp>
        <p:nvSpPr>
          <p:cNvPr id="3" name="Text Placeholder 2"/>
          <p:cNvSpPr>
            <a:spLocks noGrp="1"/>
          </p:cNvSpPr>
          <p:nvPr>
            <p:ph type="body" idx="1"/>
          </p:nvPr>
        </p:nvSpPr>
        <p:spPr>
          <a:xfrm>
            <a:off x="963084" y="3287713"/>
            <a:ext cx="10363200" cy="1509712"/>
          </a:xfrm>
        </p:spPr>
        <p:txBody>
          <a:bodyPr rIns="128016" anchor="t"/>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8" name="Date Placeholder 7"/>
          <p:cNvSpPr>
            <a:spLocks noGrp="1"/>
          </p:cNvSpPr>
          <p:nvPr>
            <p:ph type="dt" sz="half" idx="10"/>
          </p:nvPr>
        </p:nvSpPr>
        <p:spPr>
          <a:xfrm>
            <a:off x="7416800" y="6513670"/>
            <a:ext cx="4003040" cy="274320"/>
          </a:xfrm>
        </p:spPr>
        <p:txBody>
          <a:bodyPr vert="horz" rtlCol="0"/>
          <a:lstStyle/>
          <a:p>
            <a:pPr>
              <a:defRPr/>
            </a:pPr>
            <a:r>
              <a:rPr lang="en-US" dirty="0"/>
              <a:t>unclassified</a:t>
            </a:r>
          </a:p>
        </p:txBody>
      </p:sp>
      <p:sp>
        <p:nvSpPr>
          <p:cNvPr id="9" name="Slide Number Placeholder 8"/>
          <p:cNvSpPr>
            <a:spLocks noGrp="1"/>
          </p:cNvSpPr>
          <p:nvPr>
            <p:ph type="sldNum" sz="quarter" idx="11"/>
          </p:nvPr>
        </p:nvSpPr>
        <p:spPr>
          <a:xfrm>
            <a:off x="11518603" y="6513670"/>
            <a:ext cx="619051" cy="274320"/>
          </a:xfrm>
        </p:spPr>
        <p:txBody>
          <a:bodyPr vert="horz" rtlCol="0"/>
          <a:lstStyle>
            <a:lvl1pPr>
              <a:defRPr>
                <a:solidFill>
                  <a:schemeClr val="tx2">
                    <a:shade val="90000"/>
                  </a:schemeClr>
                </a:solidFill>
              </a:defRPr>
            </a:lvl1pPr>
            <a:extLst/>
          </a:lstStyle>
          <a:p>
            <a:pPr>
              <a:defRPr/>
            </a:pPr>
            <a:fld id="{16CD6E77-FB02-4FA0-ACCD-D26026FFE8B1}" type="slidenum">
              <a:rPr lang="en-US" smtClean="0"/>
              <a:pPr>
                <a:defRPr/>
              </a:pPr>
              <a:t>‹#›</a:t>
            </a:fld>
            <a:endParaRPr lang="en-US" dirty="0"/>
          </a:p>
        </p:txBody>
      </p:sp>
      <p:sp>
        <p:nvSpPr>
          <p:cNvPr id="10" name="Footer Placeholder 9"/>
          <p:cNvSpPr>
            <a:spLocks noGrp="1"/>
          </p:cNvSpPr>
          <p:nvPr>
            <p:ph type="ftr" sz="quarter" idx="12"/>
          </p:nvPr>
        </p:nvSpPr>
        <p:spPr>
          <a:xfrm>
            <a:off x="2133600" y="6513670"/>
            <a:ext cx="5209952" cy="274320"/>
          </a:xfrm>
        </p:spPr>
        <p:txBody>
          <a:bodyPr vert="horz" rtlCol="0"/>
          <a:lstStyle/>
          <a:p>
            <a:pPr>
              <a:defRPr/>
            </a:pPr>
            <a:r>
              <a:rPr lang="en-US" dirty="0"/>
              <a:t>unclassified</a:t>
            </a: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609600" y="1645920"/>
            <a:ext cx="5384800" cy="452628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197600" y="1645920"/>
            <a:ext cx="5384800" cy="452628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pPr>
              <a:defRPr/>
            </a:pPr>
            <a:r>
              <a:rPr lang="en-US" dirty="0"/>
              <a:t>unclassified</a:t>
            </a:r>
          </a:p>
        </p:txBody>
      </p:sp>
      <p:sp>
        <p:nvSpPr>
          <p:cNvPr id="6" name="Footer Placeholder 5"/>
          <p:cNvSpPr>
            <a:spLocks noGrp="1"/>
          </p:cNvSpPr>
          <p:nvPr>
            <p:ph type="ftr" sz="quarter" idx="11"/>
          </p:nvPr>
        </p:nvSpPr>
        <p:spPr/>
        <p:txBody>
          <a:bodyPr/>
          <a:lstStyle/>
          <a:p>
            <a:pPr>
              <a:defRPr/>
            </a:pPr>
            <a:r>
              <a:rPr lang="en-US" dirty="0"/>
              <a:t>unclassified</a:t>
            </a:r>
          </a:p>
        </p:txBody>
      </p:sp>
      <p:sp>
        <p:nvSpPr>
          <p:cNvPr id="7" name="Slide Number Placeholder 6"/>
          <p:cNvSpPr>
            <a:spLocks noGrp="1"/>
          </p:cNvSpPr>
          <p:nvPr>
            <p:ph type="sldNum" sz="quarter" idx="12"/>
          </p:nvPr>
        </p:nvSpPr>
        <p:spPr>
          <a:xfrm>
            <a:off x="11521440" y="6514568"/>
            <a:ext cx="619051" cy="274320"/>
          </a:xfrm>
        </p:spPr>
        <p:txBody>
          <a:bodyPr/>
          <a:lstStyle/>
          <a:p>
            <a:pPr>
              <a:defRPr/>
            </a:pPr>
            <a:fld id="{7E280E2B-B8C5-4EBD-9A6B-461B66562B0D}" type="slidenum">
              <a:rPr lang="en-US" smtClean="0"/>
              <a:pPr>
                <a:defRPr/>
              </a:pPr>
              <a:t>‹#›</a:t>
            </a:fld>
            <a:endParaRPr lang="en-US" dirty="0"/>
          </a:p>
        </p:txBody>
      </p:sp>
      <p:sp>
        <p:nvSpPr>
          <p:cNvPr id="10" name="Rectangle 9"/>
          <p:cNvSpPr/>
          <p:nvPr/>
        </p:nvSpPr>
        <p:spPr>
          <a:xfrm>
            <a:off x="784523" y="1424588"/>
            <a:ext cx="1066800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400" dirty="0"/>
          </a:p>
        </p:txBody>
      </p:sp>
      <p:pic>
        <p:nvPicPr>
          <p:cNvPr id="9" name="Picture 8" descr="NGC Logo.gif"/>
          <p:cNvPicPr>
            <a:picLocks noChangeAspect="1"/>
          </p:cNvPicPr>
          <p:nvPr userDrawn="1"/>
        </p:nvPicPr>
        <p:blipFill>
          <a:blip r:embed="rId2" cstate="print"/>
          <a:stretch>
            <a:fillRect/>
          </a:stretch>
        </p:blipFill>
        <p:spPr>
          <a:xfrm>
            <a:off x="10566400" y="5714737"/>
            <a:ext cx="1117600" cy="83531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822325" y="2165216"/>
            <a:ext cx="499872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b"/>
          <a:lstStyle/>
          <a:p>
            <a:pPr algn="ctr" eaLnBrk="1" latinLnBrk="0" hangingPunct="1"/>
            <a:endParaRPr kumimoji="0" lang="en-US" sz="2400" dirty="0"/>
          </a:p>
        </p:txBody>
      </p:sp>
      <p:sp>
        <p:nvSpPr>
          <p:cNvPr id="11" name="Rectangle 10"/>
          <p:cNvSpPr/>
          <p:nvPr/>
        </p:nvSpPr>
        <p:spPr>
          <a:xfrm>
            <a:off x="6400800" y="2165216"/>
            <a:ext cx="499872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b"/>
          <a:lstStyle/>
          <a:p>
            <a:pPr algn="ctr" eaLnBrk="1" latinLnBrk="0" hangingPunct="1"/>
            <a:endParaRPr kumimoji="0" lang="en-US" sz="2400" dirty="0"/>
          </a:p>
        </p:txBody>
      </p:sp>
      <p:sp>
        <p:nvSpPr>
          <p:cNvPr id="2" name="Title 1"/>
          <p:cNvSpPr>
            <a:spLocks noGrp="1"/>
          </p:cNvSpPr>
          <p:nvPr>
            <p:ph type="title"/>
          </p:nvPr>
        </p:nvSpPr>
        <p:spPr>
          <a:xfrm>
            <a:off x="609600" y="251948"/>
            <a:ext cx="10972800" cy="1143000"/>
          </a:xfrm>
        </p:spPr>
        <p:txBody>
          <a:bodyPr anchor="b"/>
          <a:lstStyle>
            <a:lvl1pPr>
              <a:defRPr/>
            </a:lvl1pPr>
            <a:extLst/>
          </a:lstStyle>
          <a:p>
            <a:r>
              <a:rPr kumimoji="0" lang="en-US"/>
              <a:t>Click to edit Master title style</a:t>
            </a:r>
          </a:p>
        </p:txBody>
      </p:sp>
      <p:sp>
        <p:nvSpPr>
          <p:cNvPr id="3" name="Text Placeholder 2"/>
          <p:cNvSpPr>
            <a:spLocks noGrp="1"/>
          </p:cNvSpPr>
          <p:nvPr>
            <p:ph type="body" idx="1"/>
          </p:nvPr>
        </p:nvSpPr>
        <p:spPr>
          <a:xfrm>
            <a:off x="609600" y="1535113"/>
            <a:ext cx="5386917" cy="639762"/>
          </a:xfrm>
        </p:spPr>
        <p:txBody>
          <a:bodyPr anchor="b">
            <a:noAutofit/>
          </a:bodyPr>
          <a:lstStyle>
            <a:lvl1pPr marL="91440" indent="0" algn="l">
              <a:spcBef>
                <a:spcPts val="0"/>
              </a:spcBef>
              <a:buNone/>
              <a:defRPr sz="2200" b="0" cap="all" baseline="0"/>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3368" y="1535113"/>
            <a:ext cx="5389033" cy="639762"/>
          </a:xfrm>
        </p:spPr>
        <p:txBody>
          <a:bodyPr anchor="b">
            <a:noAutofit/>
          </a:bodyPr>
          <a:lstStyle>
            <a:lvl1pPr marL="91440" indent="0" algn="l">
              <a:spcBef>
                <a:spcPts val="0"/>
              </a:spcBef>
              <a:buNone/>
              <a:defRPr sz="2200" b="0" cap="all" baseline="0"/>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2362201"/>
            <a:ext cx="5386917" cy="3941763"/>
          </a:xfrm>
        </p:spPr>
        <p:txBody>
          <a:bodyPr lIns="91440"/>
          <a:lstStyle>
            <a:lvl1pPr>
              <a:defRPr sz="22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8" y="2362201"/>
            <a:ext cx="5389033" cy="3941763"/>
          </a:xfrm>
        </p:spPr>
        <p:txBody>
          <a:bodyPr/>
          <a:lstStyle>
            <a:lvl1pPr>
              <a:defRPr sz="22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pPr>
              <a:defRPr/>
            </a:pPr>
            <a:r>
              <a:rPr lang="en-US" dirty="0"/>
              <a:t>unclassified</a:t>
            </a:r>
          </a:p>
        </p:txBody>
      </p:sp>
      <p:sp>
        <p:nvSpPr>
          <p:cNvPr id="8" name="Footer Placeholder 7"/>
          <p:cNvSpPr>
            <a:spLocks noGrp="1"/>
          </p:cNvSpPr>
          <p:nvPr>
            <p:ph type="ftr" sz="quarter" idx="11"/>
          </p:nvPr>
        </p:nvSpPr>
        <p:spPr/>
        <p:txBody>
          <a:bodyPr/>
          <a:lstStyle/>
          <a:p>
            <a:pPr>
              <a:defRPr/>
            </a:pPr>
            <a:r>
              <a:rPr lang="en-US" dirty="0"/>
              <a:t>unclassified</a:t>
            </a:r>
          </a:p>
        </p:txBody>
      </p:sp>
      <p:sp>
        <p:nvSpPr>
          <p:cNvPr id="9" name="Slide Number Placeholder 8"/>
          <p:cNvSpPr>
            <a:spLocks noGrp="1"/>
          </p:cNvSpPr>
          <p:nvPr>
            <p:ph type="sldNum" sz="quarter" idx="12"/>
          </p:nvPr>
        </p:nvSpPr>
        <p:spPr>
          <a:xfrm>
            <a:off x="11521440" y="6514568"/>
            <a:ext cx="619051" cy="274320"/>
          </a:xfrm>
        </p:spPr>
        <p:txBody>
          <a:bodyPr/>
          <a:lstStyle/>
          <a:p>
            <a:pPr>
              <a:defRPr/>
            </a:pPr>
            <a:fld id="{DC3880DA-84DC-4B22-892A-F95572722545}" type="slidenum">
              <a:rPr lang="en-US" smtClean="0"/>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53218"/>
            <a:ext cx="10972800" cy="11430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a:defRPr/>
            </a:pPr>
            <a:r>
              <a:rPr lang="en-US" dirty="0"/>
              <a:t>unclassified</a:t>
            </a:r>
          </a:p>
        </p:txBody>
      </p:sp>
      <p:sp>
        <p:nvSpPr>
          <p:cNvPr id="4" name="Footer Placeholder 3"/>
          <p:cNvSpPr>
            <a:spLocks noGrp="1"/>
          </p:cNvSpPr>
          <p:nvPr>
            <p:ph type="ftr" sz="quarter" idx="11"/>
          </p:nvPr>
        </p:nvSpPr>
        <p:spPr/>
        <p:txBody>
          <a:bodyPr/>
          <a:lstStyle/>
          <a:p>
            <a:pPr>
              <a:defRPr/>
            </a:pPr>
            <a:r>
              <a:rPr lang="en-US" dirty="0"/>
              <a:t>unclassified</a:t>
            </a:r>
          </a:p>
        </p:txBody>
      </p:sp>
      <p:sp>
        <p:nvSpPr>
          <p:cNvPr id="5" name="Slide Number Placeholder 4"/>
          <p:cNvSpPr>
            <a:spLocks noGrp="1"/>
          </p:cNvSpPr>
          <p:nvPr>
            <p:ph type="sldNum" sz="quarter" idx="12"/>
          </p:nvPr>
        </p:nvSpPr>
        <p:spPr/>
        <p:txBody>
          <a:bodyPr/>
          <a:lstStyle/>
          <a:p>
            <a:pPr>
              <a:defRPr/>
            </a:pPr>
            <a:fld id="{CB1BDAD6-09D1-4B45-A2B5-4C67566834B4}" type="slidenum">
              <a:rPr lang="en-US" smtClean="0"/>
              <a:pPr>
                <a:defRPr/>
              </a:pPr>
              <a:t>‹#›</a:t>
            </a:fld>
            <a:endParaRPr lang="en-US" dirty="0"/>
          </a:p>
        </p:txBody>
      </p:sp>
      <p:sp>
        <p:nvSpPr>
          <p:cNvPr id="7" name="Rectangle 6"/>
          <p:cNvSpPr/>
          <p:nvPr/>
        </p:nvSpPr>
        <p:spPr>
          <a:xfrm>
            <a:off x="784523" y="1424588"/>
            <a:ext cx="1066800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4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r>
              <a:rPr lang="en-US" dirty="0"/>
              <a:t>unclassified</a:t>
            </a:r>
          </a:p>
        </p:txBody>
      </p:sp>
      <p:sp>
        <p:nvSpPr>
          <p:cNvPr id="3" name="Footer Placeholder 2"/>
          <p:cNvSpPr>
            <a:spLocks noGrp="1"/>
          </p:cNvSpPr>
          <p:nvPr>
            <p:ph type="ftr" sz="quarter" idx="11"/>
          </p:nvPr>
        </p:nvSpPr>
        <p:spPr/>
        <p:txBody>
          <a:bodyPr/>
          <a:lstStyle/>
          <a:p>
            <a:pPr>
              <a:defRPr/>
            </a:pPr>
            <a:r>
              <a:rPr lang="en-US" dirty="0"/>
              <a:t>unclassified</a:t>
            </a:r>
          </a:p>
        </p:txBody>
      </p:sp>
      <p:sp>
        <p:nvSpPr>
          <p:cNvPr id="4" name="Slide Number Placeholder 3"/>
          <p:cNvSpPr>
            <a:spLocks noGrp="1"/>
          </p:cNvSpPr>
          <p:nvPr>
            <p:ph type="sldNum" sz="quarter" idx="12"/>
          </p:nvPr>
        </p:nvSpPr>
        <p:spPr/>
        <p:txBody>
          <a:bodyPr/>
          <a:lstStyle/>
          <a:p>
            <a:pPr>
              <a:defRPr/>
            </a:pPr>
            <a:fld id="{115F6680-F28C-49BE-AC8C-EEEB5205E8F7}" type="slidenum">
              <a:rPr lang="en-US" smtClean="0"/>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6743403" y="1057656"/>
            <a:ext cx="499872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400" dirty="0"/>
          </a:p>
        </p:txBody>
      </p:sp>
      <p:sp>
        <p:nvSpPr>
          <p:cNvPr id="2" name="Title 1"/>
          <p:cNvSpPr>
            <a:spLocks noGrp="1"/>
          </p:cNvSpPr>
          <p:nvPr>
            <p:ph type="title"/>
          </p:nvPr>
        </p:nvSpPr>
        <p:spPr>
          <a:xfrm>
            <a:off x="6617515" y="304800"/>
            <a:ext cx="5242560" cy="762000"/>
          </a:xfrm>
        </p:spPr>
        <p:txBody>
          <a:bodyPr anchor="b"/>
          <a:lstStyle>
            <a:lvl1pPr marL="0" algn="r">
              <a:buNone/>
              <a:defRPr sz="2000" b="1"/>
            </a:lvl1pPr>
            <a:extLst/>
          </a:lstStyle>
          <a:p>
            <a:r>
              <a:rPr kumimoji="0" lang="en-US"/>
              <a:t>Click to edit Master title style</a:t>
            </a:r>
          </a:p>
        </p:txBody>
      </p:sp>
      <p:sp>
        <p:nvSpPr>
          <p:cNvPr id="3" name="Text Placeholder 2"/>
          <p:cNvSpPr>
            <a:spLocks noGrp="1"/>
          </p:cNvSpPr>
          <p:nvPr>
            <p:ph type="body" idx="2"/>
          </p:nvPr>
        </p:nvSpPr>
        <p:spPr>
          <a:xfrm>
            <a:off x="6617515" y="1107560"/>
            <a:ext cx="5242560" cy="1066800"/>
          </a:xfrm>
        </p:spPr>
        <p:txBody>
          <a:bodyPr/>
          <a:lstStyle>
            <a:lvl1pPr marL="0" indent="0" algn="r">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304800" y="2209800"/>
            <a:ext cx="11555275" cy="3977640"/>
          </a:xfrm>
        </p:spPr>
        <p:txBody>
          <a:bodyPr/>
          <a:lstStyle>
            <a:lvl1pPr marL="292608">
              <a:defRPr sz="3200"/>
            </a:lvl1pPr>
            <a:lvl2pPr marL="594360">
              <a:defRPr sz="2800"/>
            </a:lvl2pPr>
            <a:lvl3pPr marL="822960">
              <a:defRPr sz="2400"/>
            </a:lvl3pPr>
            <a:lvl4pPr marL="1051560">
              <a:defRPr sz="2000"/>
            </a:lvl4pPr>
            <a:lvl5pPr marL="1261872">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9" name="Date Placeholder 8"/>
          <p:cNvSpPr>
            <a:spLocks noGrp="1"/>
          </p:cNvSpPr>
          <p:nvPr>
            <p:ph type="dt" sz="half" idx="10"/>
          </p:nvPr>
        </p:nvSpPr>
        <p:spPr>
          <a:xfrm>
            <a:off x="7416800" y="6513670"/>
            <a:ext cx="4003040" cy="274320"/>
          </a:xfrm>
        </p:spPr>
        <p:txBody>
          <a:bodyPr vert="horz" rtlCol="0"/>
          <a:lstStyle/>
          <a:p>
            <a:pPr>
              <a:defRPr/>
            </a:pPr>
            <a:r>
              <a:rPr lang="en-US" dirty="0"/>
              <a:t>unclassified</a:t>
            </a:r>
          </a:p>
        </p:txBody>
      </p:sp>
      <p:sp>
        <p:nvSpPr>
          <p:cNvPr id="10" name="Slide Number Placeholder 9"/>
          <p:cNvSpPr>
            <a:spLocks noGrp="1"/>
          </p:cNvSpPr>
          <p:nvPr>
            <p:ph type="sldNum" sz="quarter" idx="11"/>
          </p:nvPr>
        </p:nvSpPr>
        <p:spPr>
          <a:xfrm>
            <a:off x="11518603" y="6513670"/>
            <a:ext cx="619051" cy="274320"/>
          </a:xfrm>
        </p:spPr>
        <p:txBody>
          <a:bodyPr vert="horz" rtlCol="0"/>
          <a:lstStyle>
            <a:lvl1pPr>
              <a:defRPr>
                <a:solidFill>
                  <a:schemeClr val="tx2">
                    <a:shade val="90000"/>
                  </a:schemeClr>
                </a:solidFill>
              </a:defRPr>
            </a:lvl1pPr>
            <a:extLst/>
          </a:lstStyle>
          <a:p>
            <a:pPr>
              <a:defRPr/>
            </a:pPr>
            <a:fld id="{0D8398EA-922B-43B9-8410-1A7F49497CF6}" type="slidenum">
              <a:rPr lang="en-US" smtClean="0"/>
              <a:pPr>
                <a:defRPr/>
              </a:pPr>
              <a:t>‹#›</a:t>
            </a:fld>
            <a:endParaRPr lang="en-US" dirty="0"/>
          </a:p>
        </p:txBody>
      </p:sp>
      <p:sp>
        <p:nvSpPr>
          <p:cNvPr id="11" name="Footer Placeholder 10"/>
          <p:cNvSpPr>
            <a:spLocks noGrp="1"/>
          </p:cNvSpPr>
          <p:nvPr>
            <p:ph type="ftr" sz="quarter" idx="12"/>
          </p:nvPr>
        </p:nvSpPr>
        <p:spPr>
          <a:xfrm>
            <a:off x="2133600" y="6513670"/>
            <a:ext cx="5209952" cy="274320"/>
          </a:xfrm>
        </p:spPr>
        <p:txBody>
          <a:bodyPr vert="horz" rtlCol="0"/>
          <a:lstStyle/>
          <a:p>
            <a:pPr>
              <a:defRPr/>
            </a:pPr>
            <a:r>
              <a:rPr lang="en-US" dirty="0"/>
              <a:t>unclassified</a:t>
            </a:r>
          </a:p>
        </p:txBody>
      </p:sp>
    </p:spTree>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53924" y="4724400"/>
            <a:ext cx="7315200" cy="664536"/>
          </a:xfrm>
        </p:spPr>
        <p:txBody>
          <a:bodyPr anchor="b"/>
          <a:lstStyle>
            <a:lvl1pPr marL="0" algn="r">
              <a:buNone/>
              <a:defRPr sz="2000" b="1"/>
            </a:lvl1pPr>
            <a:extLst/>
          </a:lstStyle>
          <a:p>
            <a:r>
              <a:rPr kumimoji="0" lang="en-US"/>
              <a:t>Click to edit Master title style</a:t>
            </a:r>
          </a:p>
        </p:txBody>
      </p:sp>
      <p:sp>
        <p:nvSpPr>
          <p:cNvPr id="4" name="Text Placeholder 3"/>
          <p:cNvSpPr>
            <a:spLocks noGrp="1"/>
          </p:cNvSpPr>
          <p:nvPr>
            <p:ph type="body" sz="half" idx="2"/>
          </p:nvPr>
        </p:nvSpPr>
        <p:spPr>
          <a:xfrm>
            <a:off x="4053924" y="5388937"/>
            <a:ext cx="7315200" cy="912255"/>
          </a:xfrm>
        </p:spPr>
        <p:txBody>
          <a:bodyPr/>
          <a:lstStyle>
            <a:lvl1pPr marL="0" indent="0" algn="r">
              <a:spcBef>
                <a:spcPts val="0"/>
              </a:spcBef>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13" name="Picture Placeholder 12"/>
          <p:cNvSpPr>
            <a:spLocks noGrp="1"/>
          </p:cNvSpPr>
          <p:nvPr>
            <p:ph type="pic" idx="1"/>
          </p:nvPr>
        </p:nvSpPr>
        <p:spPr>
          <a:xfrm>
            <a:off x="406400" y="249864"/>
            <a:ext cx="11379200" cy="4343400"/>
          </a:xfrm>
          <a:prstGeom prst="round2DiagRect">
            <a:avLst>
              <a:gd name="adj1" fmla="val 11403"/>
              <a:gd name="adj2" fmla="val 0"/>
            </a:avLst>
          </a:prstGeom>
          <a:solidFill>
            <a:schemeClr val="bg2">
              <a:tint val="85000"/>
              <a:shade val="90000"/>
              <a:satMod val="150000"/>
              <a:alpha val="65000"/>
            </a:schemeClr>
          </a:solidFill>
          <a:ln w="11000" cap="rnd" cmpd="sng" algn="ctr">
            <a:solidFill>
              <a:schemeClr val="bg2">
                <a:tint val="78000"/>
                <a:satMod val="180000"/>
                <a:alpha val="88000"/>
              </a:schemeClr>
            </a:solidFill>
            <a:prstDash val="solid"/>
          </a:ln>
          <a:effectLst>
            <a:innerShdw blurRad="114300">
              <a:srgbClr val="000000">
                <a:alpha val="100000"/>
              </a:srgbClr>
            </a:innerShdw>
          </a:effectLst>
        </p:spPr>
        <p:style>
          <a:lnRef idx="3">
            <a:schemeClr val="lt1"/>
          </a:lnRef>
          <a:fillRef idx="1">
            <a:schemeClr val="accent1"/>
          </a:fillRef>
          <a:effectRef idx="1">
            <a:schemeClr val="accent1"/>
          </a:effectRef>
          <a:fontRef idx="minor">
            <a:schemeClr val="lt1"/>
          </a:fontRef>
        </p:style>
        <p:txBody>
          <a:bodyPr anchor="t"/>
          <a:lstStyle>
            <a:lvl1pPr marL="0" indent="0" algn="l" rtl="0" eaLnBrk="1" latinLnBrk="0" hangingPunct="1">
              <a:buNone/>
              <a:defRPr sz="3200"/>
            </a:lvl1pPr>
            <a:extLst/>
          </a:lstStyle>
          <a:p>
            <a:pPr marL="0" algn="l" rtl="0" eaLnBrk="1" latinLnBrk="0" hangingPunct="1"/>
            <a:r>
              <a:rPr kumimoji="0" lang="en-US" dirty="0">
                <a:solidFill>
                  <a:schemeClr val="lt1"/>
                </a:solidFill>
                <a:latin typeface="+mn-lt"/>
                <a:ea typeface="+mn-ea"/>
                <a:cs typeface="+mn-cs"/>
              </a:rPr>
              <a:t>Click icon to add picture</a:t>
            </a:r>
          </a:p>
        </p:txBody>
      </p:sp>
      <p:sp>
        <p:nvSpPr>
          <p:cNvPr id="8" name="Date Placeholder 7"/>
          <p:cNvSpPr>
            <a:spLocks noGrp="1"/>
          </p:cNvSpPr>
          <p:nvPr>
            <p:ph type="dt" sz="half" idx="10"/>
          </p:nvPr>
        </p:nvSpPr>
        <p:spPr>
          <a:xfrm>
            <a:off x="7416800" y="6509004"/>
            <a:ext cx="4003040" cy="274320"/>
          </a:xfrm>
        </p:spPr>
        <p:txBody>
          <a:bodyPr vert="horz" rtlCol="0"/>
          <a:lstStyle/>
          <a:p>
            <a:pPr>
              <a:defRPr/>
            </a:pPr>
            <a:r>
              <a:rPr lang="en-US" dirty="0"/>
              <a:t>unclassified</a:t>
            </a:r>
          </a:p>
        </p:txBody>
      </p:sp>
      <p:sp>
        <p:nvSpPr>
          <p:cNvPr id="9" name="Slide Number Placeholder 8"/>
          <p:cNvSpPr>
            <a:spLocks noGrp="1"/>
          </p:cNvSpPr>
          <p:nvPr>
            <p:ph type="sldNum" sz="quarter" idx="11"/>
          </p:nvPr>
        </p:nvSpPr>
        <p:spPr>
          <a:xfrm>
            <a:off x="11518603" y="6509004"/>
            <a:ext cx="619051" cy="274320"/>
          </a:xfrm>
        </p:spPr>
        <p:txBody>
          <a:bodyPr vert="horz" rtlCol="0"/>
          <a:lstStyle>
            <a:lvl1pPr>
              <a:defRPr>
                <a:solidFill>
                  <a:schemeClr val="tx2">
                    <a:shade val="90000"/>
                  </a:schemeClr>
                </a:solidFill>
              </a:defRPr>
            </a:lvl1pPr>
            <a:extLst/>
          </a:lstStyle>
          <a:p>
            <a:pPr>
              <a:defRPr/>
            </a:pPr>
            <a:fld id="{25B1DED4-5C6B-4FE7-99FE-132ABAF3C912}" type="slidenum">
              <a:rPr lang="en-US" smtClean="0"/>
              <a:pPr>
                <a:defRPr/>
              </a:pPr>
              <a:t>‹#›</a:t>
            </a:fld>
            <a:endParaRPr lang="en-US" dirty="0"/>
          </a:p>
        </p:txBody>
      </p:sp>
      <p:sp>
        <p:nvSpPr>
          <p:cNvPr id="10" name="Footer Placeholder 9"/>
          <p:cNvSpPr>
            <a:spLocks noGrp="1"/>
          </p:cNvSpPr>
          <p:nvPr>
            <p:ph type="ftr" sz="quarter" idx="12"/>
          </p:nvPr>
        </p:nvSpPr>
        <p:spPr>
          <a:xfrm>
            <a:off x="2133600" y="6509004"/>
            <a:ext cx="5209952" cy="274320"/>
          </a:xfrm>
        </p:spPr>
        <p:txBody>
          <a:bodyPr vert="horz" rtlCol="0"/>
          <a:lstStyle/>
          <a:p>
            <a:pPr>
              <a:defRPr/>
            </a:pPr>
            <a:r>
              <a:rPr lang="en-US" dirty="0"/>
              <a:t>unclassified</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dirty="0"/>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r>
              <a:rPr lang="en-US" dirty="0"/>
              <a:t>unclassified</a:t>
            </a:r>
          </a:p>
        </p:txBody>
      </p:sp>
      <p:sp>
        <p:nvSpPr>
          <p:cNvPr id="5" name="Footer Placeholder 4"/>
          <p:cNvSpPr>
            <a:spLocks noGrp="1"/>
          </p:cNvSpPr>
          <p:nvPr>
            <p:ph type="ftr" sz="quarter" idx="11"/>
          </p:nvPr>
        </p:nvSpPr>
        <p:spPr/>
        <p:txBody>
          <a:bodyPr/>
          <a:lstStyle/>
          <a:p>
            <a:pPr>
              <a:defRPr/>
            </a:pPr>
            <a:r>
              <a:rPr lang="en-US" dirty="0"/>
              <a:t>unclassified</a:t>
            </a:r>
          </a:p>
        </p:txBody>
      </p:sp>
      <p:sp>
        <p:nvSpPr>
          <p:cNvPr id="6" name="Slide Number Placeholder 5"/>
          <p:cNvSpPr>
            <a:spLocks noGrp="1"/>
          </p:cNvSpPr>
          <p:nvPr>
            <p:ph type="sldNum" sz="quarter" idx="12"/>
          </p:nvPr>
        </p:nvSpPr>
        <p:spPr/>
        <p:txBody>
          <a:bodyPr/>
          <a:lstStyle/>
          <a:p>
            <a:pPr>
              <a:defRPr/>
            </a:pPr>
            <a:fld id="{B2D639BB-3FC1-46E3-8101-872BD9691DBF}" type="slidenum">
              <a:rPr lang="en-US" smtClean="0"/>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4" name="Date Placeholder 3"/>
          <p:cNvSpPr>
            <a:spLocks noGrp="1"/>
          </p:cNvSpPr>
          <p:nvPr>
            <p:ph type="dt" sz="half" idx="10"/>
          </p:nvPr>
        </p:nvSpPr>
        <p:spPr/>
        <p:txBody>
          <a:bodyPr/>
          <a:lstStyle/>
          <a:p>
            <a:pPr>
              <a:defRPr/>
            </a:pPr>
            <a:r>
              <a:rPr lang="en-US" dirty="0"/>
              <a:t>unclassified</a:t>
            </a:r>
          </a:p>
        </p:txBody>
      </p:sp>
      <p:sp>
        <p:nvSpPr>
          <p:cNvPr id="5" name="Footer Placeholder 4"/>
          <p:cNvSpPr>
            <a:spLocks noGrp="1"/>
          </p:cNvSpPr>
          <p:nvPr>
            <p:ph type="ftr" sz="quarter" idx="11"/>
          </p:nvPr>
        </p:nvSpPr>
        <p:spPr/>
        <p:txBody>
          <a:bodyPr/>
          <a:lstStyle/>
          <a:p>
            <a:pPr>
              <a:defRPr/>
            </a:pPr>
            <a:r>
              <a:rPr lang="en-US" dirty="0"/>
              <a:t>unclassified</a:t>
            </a:r>
          </a:p>
        </p:txBody>
      </p:sp>
      <p:sp>
        <p:nvSpPr>
          <p:cNvPr id="6" name="Slide Number Placeholder 5"/>
          <p:cNvSpPr>
            <a:spLocks noGrp="1"/>
          </p:cNvSpPr>
          <p:nvPr>
            <p:ph type="sldNum" sz="quarter" idx="12"/>
          </p:nvPr>
        </p:nvSpPr>
        <p:spPr/>
        <p:txBody>
          <a:bodyPr/>
          <a:lstStyle/>
          <a:p>
            <a:pPr>
              <a:defRPr/>
            </a:pPr>
            <a:fld id="{0267F782-40B7-46BE-8831-4ED40776E183}" type="slidenum">
              <a:rPr lang="en-US" smtClean="0"/>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srcRect/>
          <a:tile tx="0" ty="0" sx="100000" sy="100000" flip="none" algn="tl"/>
        </a:blipFill>
        <a:effectLst/>
      </p:bgPr>
    </p:bg>
    <p:spTree>
      <p:nvGrpSpPr>
        <p:cNvPr id="1" name=""/>
        <p:cNvGrpSpPr/>
        <p:nvPr/>
      </p:nvGrpSpPr>
      <p:grpSpPr>
        <a:xfrm>
          <a:off x="0" y="0"/>
          <a:ext cx="0" cy="0"/>
          <a:chOff x="0" y="0"/>
          <a:chExt cx="0" cy="0"/>
        </a:xfrm>
      </p:grpSpPr>
      <p:sp>
        <p:nvSpPr>
          <p:cNvPr id="7" name="Round Diagonal Corner Rectangle 6"/>
          <p:cNvSpPr/>
          <p:nvPr/>
        </p:nvSpPr>
        <p:spPr>
          <a:xfrm>
            <a:off x="219456" y="147085"/>
            <a:ext cx="11747795" cy="6565392"/>
          </a:xfrm>
          <a:prstGeom prst="round2DiagRect">
            <a:avLst>
              <a:gd name="adj1" fmla="val 11807"/>
              <a:gd name="adj2" fmla="val 0"/>
            </a:avLst>
          </a:prstGeom>
          <a:solidFill>
            <a:schemeClr val="bg2">
              <a:tint val="85000"/>
              <a:shade val="90000"/>
              <a:satMod val="150000"/>
              <a:alpha val="65000"/>
            </a:schemeClr>
          </a:solidFill>
          <a:ln w="11000" cap="rnd" cmpd="sng" algn="ctr">
            <a:solidFill>
              <a:schemeClr val="bg2">
                <a:tint val="78000"/>
                <a:satMod val="180000"/>
                <a:alpha val="88000"/>
              </a:schemeClr>
            </a:solidFill>
            <a:prstDash val="solid"/>
          </a:ln>
          <a:effectLst>
            <a:innerShdw blurRad="114300">
              <a:srgbClr val="000000">
                <a:alpha val="10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400" dirty="0"/>
          </a:p>
        </p:txBody>
      </p:sp>
      <p:sp>
        <p:nvSpPr>
          <p:cNvPr id="3" name="Footer Placeholder 2"/>
          <p:cNvSpPr>
            <a:spLocks noGrp="1"/>
          </p:cNvSpPr>
          <p:nvPr>
            <p:ph type="ftr" sz="quarter" idx="3"/>
          </p:nvPr>
        </p:nvSpPr>
        <p:spPr>
          <a:xfrm>
            <a:off x="1727200" y="6400800"/>
            <a:ext cx="5616352" cy="274320"/>
          </a:xfrm>
          <a:prstGeom prst="rect">
            <a:avLst/>
          </a:prstGeom>
        </p:spPr>
        <p:txBody>
          <a:bodyPr/>
          <a:lstStyle>
            <a:lvl1pPr algn="r" eaLnBrk="1" latinLnBrk="0" hangingPunct="1">
              <a:defRPr kumimoji="0" sz="1300">
                <a:solidFill>
                  <a:schemeClr val="bg2">
                    <a:tint val="60000"/>
                    <a:satMod val="155000"/>
                  </a:schemeClr>
                </a:solidFill>
              </a:defRPr>
            </a:lvl1pPr>
            <a:extLst/>
          </a:lstStyle>
          <a:p>
            <a:pPr>
              <a:defRPr/>
            </a:pPr>
            <a:r>
              <a:rPr lang="en-US" dirty="0"/>
              <a:t>unclassified</a:t>
            </a:r>
          </a:p>
        </p:txBody>
      </p:sp>
      <p:sp>
        <p:nvSpPr>
          <p:cNvPr id="14" name="Date Placeholder 13"/>
          <p:cNvSpPr>
            <a:spLocks noGrp="1"/>
          </p:cNvSpPr>
          <p:nvPr>
            <p:ph type="dt" sz="half" idx="2"/>
          </p:nvPr>
        </p:nvSpPr>
        <p:spPr>
          <a:xfrm>
            <a:off x="7416800" y="6400800"/>
            <a:ext cx="4003040" cy="274320"/>
          </a:xfrm>
          <a:prstGeom prst="rect">
            <a:avLst/>
          </a:prstGeom>
        </p:spPr>
        <p:txBody>
          <a:bodyPr/>
          <a:lstStyle>
            <a:lvl1pPr algn="l" eaLnBrk="1" latinLnBrk="0" hangingPunct="1">
              <a:defRPr kumimoji="0" sz="1300">
                <a:solidFill>
                  <a:schemeClr val="bg2">
                    <a:tint val="60000"/>
                    <a:satMod val="155000"/>
                  </a:schemeClr>
                </a:solidFill>
              </a:defRPr>
            </a:lvl1pPr>
            <a:extLst/>
          </a:lstStyle>
          <a:p>
            <a:pPr>
              <a:defRPr/>
            </a:pPr>
            <a:r>
              <a:rPr lang="en-US" dirty="0"/>
              <a:t>unclassified</a:t>
            </a:r>
          </a:p>
        </p:txBody>
      </p:sp>
      <p:sp>
        <p:nvSpPr>
          <p:cNvPr id="23" name="Slide Number Placeholder 22"/>
          <p:cNvSpPr>
            <a:spLocks noGrp="1"/>
          </p:cNvSpPr>
          <p:nvPr>
            <p:ph type="sldNum" sz="quarter" idx="4"/>
          </p:nvPr>
        </p:nvSpPr>
        <p:spPr>
          <a:xfrm>
            <a:off x="11518603" y="6514568"/>
            <a:ext cx="619051" cy="274320"/>
          </a:xfrm>
          <a:prstGeom prst="rect">
            <a:avLst/>
          </a:prstGeom>
        </p:spPr>
        <p:txBody>
          <a:bodyPr anchor="ctr"/>
          <a:lstStyle>
            <a:lvl1pPr algn="r" eaLnBrk="1" latinLnBrk="0" hangingPunct="1">
              <a:defRPr kumimoji="0" sz="1600">
                <a:solidFill>
                  <a:schemeClr val="tx2">
                    <a:shade val="90000"/>
                  </a:schemeClr>
                </a:solidFill>
                <a:effectLst/>
              </a:defRPr>
            </a:lvl1pPr>
            <a:extLst/>
          </a:lstStyle>
          <a:p>
            <a:pPr>
              <a:defRPr/>
            </a:pPr>
            <a:fld id="{EFD2E8FF-C658-4B78-96FD-E8ADA9E71794}" type="slidenum">
              <a:rPr lang="en-US" smtClean="0"/>
              <a:pPr>
                <a:defRPr/>
              </a:pPr>
              <a:t>‹#›</a:t>
            </a:fld>
            <a:endParaRPr lang="en-US" dirty="0"/>
          </a:p>
        </p:txBody>
      </p:sp>
      <p:sp>
        <p:nvSpPr>
          <p:cNvPr id="22" name="Title Placeholder 21"/>
          <p:cNvSpPr>
            <a:spLocks noGrp="1"/>
          </p:cNvSpPr>
          <p:nvPr>
            <p:ph type="title"/>
          </p:nvPr>
        </p:nvSpPr>
        <p:spPr>
          <a:xfrm>
            <a:off x="609600" y="253536"/>
            <a:ext cx="10972800" cy="1143000"/>
          </a:xfrm>
          <a:prstGeom prst="rect">
            <a:avLst/>
          </a:prstGeom>
        </p:spPr>
        <p:txBody>
          <a:bodyPr rIns="91440" anchor="b">
            <a:normAutofit/>
            <a:scene3d>
              <a:camera prst="orthographicFront"/>
              <a:lightRig rig="soft" dir="t">
                <a:rot lat="0" lon="0" rev="2400000"/>
              </a:lightRig>
            </a:scene3d>
            <a:sp3d>
              <a:bevelT w="19050" h="12700"/>
            </a:sp3d>
          </a:bodyPr>
          <a:lstStyle/>
          <a:p>
            <a:r>
              <a:rPr kumimoji="0" lang="en-US"/>
              <a:t>Click to edit Master title style</a:t>
            </a:r>
          </a:p>
        </p:txBody>
      </p:sp>
      <p:sp>
        <p:nvSpPr>
          <p:cNvPr id="13" name="Text Placeholder 12"/>
          <p:cNvSpPr>
            <a:spLocks noGrp="1"/>
          </p:cNvSpPr>
          <p:nvPr>
            <p:ph type="body" idx="1"/>
          </p:nvPr>
        </p:nvSpPr>
        <p:spPr>
          <a:xfrm>
            <a:off x="609600" y="1646237"/>
            <a:ext cx="10972800" cy="452628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Tree>
  </p:cSld>
  <p:clrMap bg1="dk1" tx1="lt1" bg2="dk2" tx2="lt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Lst>
  <p:hf hdr="0" ftr="0" dt="0"/>
  <p:txStyles>
    <p:titleStyle>
      <a:lvl1pPr marL="54864" algn="r" rtl="0" eaLnBrk="1" latinLnBrk="0" hangingPunct="1">
        <a:spcBef>
          <a:spcPct val="0"/>
        </a:spcBef>
        <a:buNone/>
        <a:defRPr kumimoji="0" sz="4600" kern="1200">
          <a:solidFill>
            <a:schemeClr val="tx2">
              <a:tint val="100000"/>
              <a:shade val="90000"/>
              <a:satMod val="250000"/>
              <a:alpha val="100000"/>
            </a:schemeClr>
          </a:solidFill>
          <a:effectLst>
            <a:outerShdw blurRad="38100" dist="25500" dir="5400000" algn="tl" rotWithShape="0">
              <a:srgbClr val="000000">
                <a:satMod val="180000"/>
                <a:alpha val="75000"/>
              </a:srgbClr>
            </a:outerShdw>
          </a:effectLst>
          <a:latin typeface="+mj-lt"/>
          <a:ea typeface="+mj-ea"/>
          <a:cs typeface="+mj-cs"/>
        </a:defRPr>
      </a:lvl1pPr>
      <a:extLst/>
    </p:titleStyle>
    <p:bodyStyle>
      <a:lvl1pPr marL="292100" indent="-292100" algn="l" rtl="0" eaLnBrk="1" latinLnBrk="0" hangingPunct="1">
        <a:spcBef>
          <a:spcPts val="0"/>
        </a:spcBef>
        <a:buClr>
          <a:schemeClr val="accent1"/>
        </a:buClr>
        <a:buSzPct val="70000"/>
        <a:buFont typeface="Wingdings 2"/>
        <a:buChar char=""/>
        <a:defRPr kumimoji="0" sz="3200" kern="1200">
          <a:solidFill>
            <a:schemeClr val="tx1"/>
          </a:solidFill>
          <a:latin typeface="+mn-lt"/>
          <a:ea typeface="+mn-ea"/>
          <a:cs typeface="+mn-cs"/>
        </a:defRPr>
      </a:lvl1pPr>
      <a:lvl2pPr marL="640080" indent="-228600" algn="l" rtl="0" eaLnBrk="1" latinLnBrk="0" hangingPunct="1">
        <a:spcBef>
          <a:spcPts val="400"/>
        </a:spcBef>
        <a:buClr>
          <a:schemeClr val="accent2"/>
        </a:buClr>
        <a:buSzPct val="90000"/>
        <a:buFontTx/>
        <a:buChar char="•"/>
        <a:defRPr kumimoji="0" sz="2600" kern="1200">
          <a:solidFill>
            <a:schemeClr val="tx1"/>
          </a:solidFill>
          <a:latin typeface="+mn-lt"/>
          <a:ea typeface="+mn-ea"/>
          <a:cs typeface="+mn-cs"/>
        </a:defRPr>
      </a:lvl2pPr>
      <a:lvl3pPr marL="822960" indent="-192024" algn="l" rtl="0" eaLnBrk="1" latinLnBrk="0" hangingPunct="1">
        <a:spcBef>
          <a:spcPts val="400"/>
        </a:spcBef>
        <a:buClr>
          <a:schemeClr val="accent3"/>
        </a:buClr>
        <a:buSzPct val="100000"/>
        <a:buFont typeface="Wingdings 2"/>
        <a:buChar char=""/>
        <a:defRPr kumimoji="0" sz="2300" kern="1200">
          <a:solidFill>
            <a:schemeClr val="tx1"/>
          </a:solidFill>
          <a:latin typeface="+mn-lt"/>
          <a:ea typeface="+mn-ea"/>
          <a:cs typeface="+mn-cs"/>
        </a:defRPr>
      </a:lvl3pPr>
      <a:lvl4pPr marL="1005840" indent="-182880" algn="l" rtl="0" eaLnBrk="1" latinLnBrk="0" hangingPunct="1">
        <a:spcBef>
          <a:spcPts val="400"/>
        </a:spcBef>
        <a:buClr>
          <a:schemeClr val="accent3"/>
        </a:buClr>
        <a:buSzPct val="100000"/>
        <a:buFont typeface="Wingdings 2"/>
        <a:buChar char=""/>
        <a:defRPr kumimoji="0" sz="2000" kern="1200">
          <a:solidFill>
            <a:schemeClr val="tx1"/>
          </a:solidFill>
          <a:latin typeface="+mn-lt"/>
          <a:ea typeface="+mn-ea"/>
          <a:cs typeface="+mn-cs"/>
        </a:defRPr>
      </a:lvl4pPr>
      <a:lvl5pPr marL="1188720" indent="-182880" algn="l" rtl="0" eaLnBrk="1" latinLnBrk="0" hangingPunct="1">
        <a:spcBef>
          <a:spcPts val="400"/>
        </a:spcBef>
        <a:buClr>
          <a:schemeClr val="accent3"/>
        </a:buClr>
        <a:buSzPct val="100000"/>
        <a:buFont typeface="Wingdings 2"/>
        <a:buChar char=""/>
        <a:defRPr kumimoji="0" sz="1900" kern="1200">
          <a:solidFill>
            <a:schemeClr val="tx1"/>
          </a:solidFill>
          <a:latin typeface="+mn-lt"/>
          <a:ea typeface="+mn-ea"/>
          <a:cs typeface="+mn-cs"/>
        </a:defRPr>
      </a:lvl5pPr>
      <a:lvl6pPr marL="1371600" indent="-173736" algn="l" rtl="0" eaLnBrk="1" latinLnBrk="0" hangingPunct="1">
        <a:spcBef>
          <a:spcPts val="400"/>
        </a:spcBef>
        <a:buClr>
          <a:schemeClr val="accent4"/>
        </a:buClr>
        <a:buFont typeface="Wingdings 2"/>
        <a:buChar char=""/>
        <a:defRPr kumimoji="0" sz="1800" kern="1200" baseline="0">
          <a:solidFill>
            <a:schemeClr val="tx1"/>
          </a:solidFill>
          <a:latin typeface="+mn-lt"/>
          <a:ea typeface="+mn-ea"/>
          <a:cs typeface="+mn-cs"/>
        </a:defRPr>
      </a:lvl6pPr>
      <a:lvl7pPr marL="155448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7pPr>
      <a:lvl8pPr marL="173736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8pPr>
      <a:lvl9pPr marL="192024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7.w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w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w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piee.eb.mil/"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0.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1.w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2.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mailto:cezar.y.deveas.mil@army.mil" TargetMode="External"/><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hyperlink" Target="mailto:nanthony.g.reyes1.civ@army.mi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www.sam.gov/" TargetMode="External"/><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hyperlink" Target="https://www.dol.gov/agencies/whd/government-contracts/construction" TargetMode="External"/><Relationship Id="rId4" Type="http://schemas.openxmlformats.org/officeDocument/2006/relationships/hyperlink" Target="https://wawf.be.mil/"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39.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emf"/><Relationship Id="rId4" Type="http://schemas.openxmlformats.org/officeDocument/2006/relationships/image" Target="../media/image1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A4335A-8586-B555-B508-3071AB2E25D5}"/>
              </a:ext>
            </a:extLst>
          </p:cNvPr>
          <p:cNvSpPr>
            <a:spLocks noGrp="1"/>
          </p:cNvSpPr>
          <p:nvPr>
            <p:ph type="sldNum" sz="quarter" idx="12"/>
          </p:nvPr>
        </p:nvSpPr>
        <p:spPr/>
        <p:txBody>
          <a:bodyPr/>
          <a:lstStyle/>
          <a:p>
            <a:pPr>
              <a:defRPr/>
            </a:pPr>
            <a:fld id="{115F6680-F28C-49BE-AC8C-EEEB5205E8F7}" type="slidenum">
              <a:rPr lang="en-US" smtClean="0"/>
              <a:pPr>
                <a:defRPr/>
              </a:pPr>
              <a:t>1</a:t>
            </a:fld>
            <a:endParaRPr lang="en-US" dirty="0"/>
          </a:p>
        </p:txBody>
      </p:sp>
      <p:sp>
        <p:nvSpPr>
          <p:cNvPr id="4" name="TextBox 3">
            <a:extLst>
              <a:ext uri="{FF2B5EF4-FFF2-40B4-BE49-F238E27FC236}">
                <a16:creationId xmlns:a16="http://schemas.microsoft.com/office/drawing/2014/main" id="{42BF3059-0F56-5760-77D4-7DB6D5BAFC20}"/>
              </a:ext>
            </a:extLst>
          </p:cNvPr>
          <p:cNvSpPr txBox="1"/>
          <p:nvPr/>
        </p:nvSpPr>
        <p:spPr>
          <a:xfrm>
            <a:off x="1079648" y="533400"/>
            <a:ext cx="10032703" cy="954107"/>
          </a:xfrm>
          <a:prstGeom prst="rect">
            <a:avLst/>
          </a:prstGeom>
          <a:noFill/>
        </p:spPr>
        <p:txBody>
          <a:bodyPr wrap="square">
            <a:spAutoFit/>
          </a:bodyPr>
          <a:lstStyle/>
          <a:p>
            <a:r>
              <a:rPr lang="en-US" altLang="en-US" sz="2800" i="1" dirty="0">
                <a:solidFill>
                  <a:srgbClr val="ADFDF9"/>
                </a:solidFill>
              </a:rPr>
              <a:t>DISCLAIMER </a:t>
            </a:r>
            <a:br>
              <a:rPr lang="en-US" altLang="en-US" sz="2800" i="1" dirty="0">
                <a:solidFill>
                  <a:srgbClr val="ADFDF9"/>
                </a:solidFill>
              </a:rPr>
            </a:br>
            <a:r>
              <a:rPr lang="en-US" altLang="en-US" sz="2800" dirty="0">
                <a:solidFill>
                  <a:srgbClr val="ADFDF9"/>
                </a:solidFill>
              </a:rPr>
              <a:t>        The following is a brief overview of the proposal requirements </a:t>
            </a:r>
            <a:endParaRPr lang="en-US" sz="2800" dirty="0">
              <a:solidFill>
                <a:srgbClr val="ADFDF9"/>
              </a:solidFill>
            </a:endParaRPr>
          </a:p>
        </p:txBody>
      </p:sp>
      <p:sp>
        <p:nvSpPr>
          <p:cNvPr id="6" name="TextBox 5">
            <a:extLst>
              <a:ext uri="{FF2B5EF4-FFF2-40B4-BE49-F238E27FC236}">
                <a16:creationId xmlns:a16="http://schemas.microsoft.com/office/drawing/2014/main" id="{5C7022B4-943F-A5B7-7A10-A0FC7D402660}"/>
              </a:ext>
            </a:extLst>
          </p:cNvPr>
          <p:cNvSpPr txBox="1"/>
          <p:nvPr/>
        </p:nvSpPr>
        <p:spPr>
          <a:xfrm>
            <a:off x="971550" y="2367171"/>
            <a:ext cx="10248900" cy="2123658"/>
          </a:xfrm>
          <a:prstGeom prst="rect">
            <a:avLst/>
          </a:prstGeom>
          <a:noFill/>
        </p:spPr>
        <p:txBody>
          <a:bodyPr wrap="square">
            <a:spAutoFit/>
          </a:bodyPr>
          <a:lstStyle/>
          <a:p>
            <a:pPr algn="ctr" eaLnBrk="1" hangingPunct="1">
              <a:buFontTx/>
              <a:buNone/>
            </a:pPr>
            <a:r>
              <a:rPr lang="en-US" altLang="en-US" sz="4400" dirty="0"/>
              <a:t>Offerors Are Strongly Cautioned To Carefully Read The Requirements Of The Solicitation And Comply Accordingly</a:t>
            </a:r>
          </a:p>
        </p:txBody>
      </p:sp>
    </p:spTree>
    <p:extLst>
      <p:ext uri="{BB962C8B-B14F-4D97-AF65-F5344CB8AC3E}">
        <p14:creationId xmlns:p14="http://schemas.microsoft.com/office/powerpoint/2010/main" val="2723053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5170" name="Rectangle 2"/>
          <p:cNvSpPr>
            <a:spLocks noGrp="1" noChangeArrowheads="1"/>
          </p:cNvSpPr>
          <p:nvPr>
            <p:ph type="ctrTitle" idx="4294967295"/>
          </p:nvPr>
        </p:nvSpPr>
        <p:spPr>
          <a:xfrm>
            <a:off x="1752600" y="685800"/>
            <a:ext cx="8991600" cy="1752600"/>
          </a:xfrm>
        </p:spPr>
        <p:txBody>
          <a:bodyPr lIns="92075" tIns="46038" rIns="92075" bIns="46038" anchor="b">
            <a:normAutofit fontScale="90000"/>
            <a:scene3d>
              <a:camera prst="orthographicFront"/>
              <a:lightRig rig="soft" dir="t">
                <a:rot lat="0" lon="0" rev="2400000"/>
              </a:lightRig>
            </a:scene3d>
            <a:sp3d>
              <a:bevelT w="19050" h="12700"/>
            </a:sp3d>
          </a:bodyPr>
          <a:lstStyle/>
          <a:p>
            <a:pPr algn="ctr"/>
            <a:r>
              <a:rPr lang="en-US" sz="3600" dirty="0"/>
              <a:t>CONSTRUCTION SERVICES</a:t>
            </a:r>
            <a:br>
              <a:rPr lang="en-US" sz="3600" dirty="0"/>
            </a:br>
            <a:r>
              <a:rPr lang="en-US" sz="3600" dirty="0"/>
              <a:t>MULTIPLE AWARD TASK ORDER CONTRACT</a:t>
            </a:r>
            <a:br>
              <a:rPr lang="en-US" sz="3600" dirty="0"/>
            </a:br>
            <a:r>
              <a:rPr lang="en-US" sz="3600" dirty="0"/>
              <a:t>(MATOC)</a:t>
            </a:r>
          </a:p>
        </p:txBody>
      </p:sp>
      <p:sp>
        <p:nvSpPr>
          <p:cNvPr id="135171" name="Rectangle 3"/>
          <p:cNvSpPr>
            <a:spLocks noGrp="1" noChangeArrowheads="1"/>
          </p:cNvSpPr>
          <p:nvPr>
            <p:ph type="subTitle" idx="4294967295"/>
          </p:nvPr>
        </p:nvSpPr>
        <p:spPr>
          <a:xfrm>
            <a:off x="3009900" y="4536822"/>
            <a:ext cx="6477000" cy="990600"/>
          </a:xfrm>
        </p:spPr>
        <p:txBody>
          <a:bodyPr lIns="92075" tIns="46038" rIns="92075" bIns="46038">
            <a:normAutofit/>
          </a:bodyPr>
          <a:lstStyle/>
          <a:p>
            <a:pPr marL="0" indent="0" algn="ctr">
              <a:buNone/>
            </a:pPr>
            <a:r>
              <a:rPr lang="en-US" sz="2800" dirty="0"/>
              <a:t>PRE-PROPOSAL CONFERENCE</a:t>
            </a:r>
          </a:p>
          <a:p>
            <a:pPr marL="0" indent="0" algn="ctr">
              <a:buNone/>
            </a:pPr>
            <a:r>
              <a:rPr lang="en-US" sz="2800" dirty="0"/>
              <a:t>15-May-2025</a:t>
            </a:r>
          </a:p>
        </p:txBody>
      </p:sp>
      <p:pic>
        <p:nvPicPr>
          <p:cNvPr id="4" name="Picture 3">
            <a:extLst>
              <a:ext uri="{FF2B5EF4-FFF2-40B4-BE49-F238E27FC236}">
                <a16:creationId xmlns:a16="http://schemas.microsoft.com/office/drawing/2014/main" id="{37189057-3C84-FF03-BD4A-AD27CDB5EF94}"/>
              </a:ext>
            </a:extLst>
          </p:cNvPr>
          <p:cNvPicPr>
            <a:picLocks noChangeAspect="1"/>
          </p:cNvPicPr>
          <p:nvPr/>
        </p:nvPicPr>
        <p:blipFill>
          <a:blip r:embed="rId3"/>
          <a:stretch>
            <a:fillRect/>
          </a:stretch>
        </p:blipFill>
        <p:spPr>
          <a:xfrm>
            <a:off x="5372100" y="2593723"/>
            <a:ext cx="1752600" cy="1752600"/>
          </a:xfrm>
          <a:prstGeom prst="rect">
            <a:avLst/>
          </a:prstGeom>
        </p:spPr>
      </p:pic>
      <p:pic>
        <p:nvPicPr>
          <p:cNvPr id="5" name="Picture 4">
            <a:extLst>
              <a:ext uri="{FF2B5EF4-FFF2-40B4-BE49-F238E27FC236}">
                <a16:creationId xmlns:a16="http://schemas.microsoft.com/office/drawing/2014/main" id="{72C98D39-C07F-BE4D-EA66-C89AA3CA9CBA}"/>
              </a:ext>
            </a:extLst>
          </p:cNvPr>
          <p:cNvPicPr>
            <a:picLocks noChangeAspect="1"/>
          </p:cNvPicPr>
          <p:nvPr/>
        </p:nvPicPr>
        <p:blipFill>
          <a:blip r:embed="rId4"/>
          <a:stretch>
            <a:fillRect/>
          </a:stretch>
        </p:blipFill>
        <p:spPr>
          <a:xfrm>
            <a:off x="1885947" y="4742696"/>
            <a:ext cx="1638306" cy="1569453"/>
          </a:xfrm>
          <a:prstGeom prst="rect">
            <a:avLst/>
          </a:prstGeom>
        </p:spPr>
      </p:pic>
      <p:pic>
        <p:nvPicPr>
          <p:cNvPr id="7" name="Picture 6">
            <a:extLst>
              <a:ext uri="{FF2B5EF4-FFF2-40B4-BE49-F238E27FC236}">
                <a16:creationId xmlns:a16="http://schemas.microsoft.com/office/drawing/2014/main" id="{CDAB9AE6-97A0-E1C3-5251-D1EDC8FB3339}"/>
              </a:ext>
            </a:extLst>
          </p:cNvPr>
          <p:cNvPicPr>
            <a:picLocks noChangeAspect="1"/>
          </p:cNvPicPr>
          <p:nvPr/>
        </p:nvPicPr>
        <p:blipFill>
          <a:blip r:embed="rId5"/>
          <a:stretch>
            <a:fillRect/>
          </a:stretch>
        </p:blipFill>
        <p:spPr>
          <a:xfrm>
            <a:off x="9218038" y="4847470"/>
            <a:ext cx="1392815" cy="1481890"/>
          </a:xfrm>
          <a:prstGeom prst="rect">
            <a:avLst/>
          </a:prstGeom>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ctrTitle" idx="4294967295"/>
          </p:nvPr>
        </p:nvSpPr>
        <p:spPr>
          <a:xfrm>
            <a:off x="965200" y="685800"/>
            <a:ext cx="10287000" cy="1219200"/>
          </a:xfrm>
        </p:spPr>
        <p:txBody>
          <a:bodyPr lIns="92075" tIns="46038" rIns="92075" bIns="46038" anchor="b">
            <a:normAutofit/>
            <a:scene3d>
              <a:camera prst="orthographicFront"/>
              <a:lightRig rig="soft" dir="t">
                <a:rot lat="0" lon="0" rev="2400000"/>
              </a:lightRig>
            </a:scene3d>
            <a:sp3d>
              <a:bevelT w="19050" h="12700"/>
            </a:sp3d>
          </a:bodyPr>
          <a:lstStyle/>
          <a:p>
            <a:pPr algn="ctr"/>
            <a:r>
              <a:rPr lang="en-US" sz="3600" dirty="0"/>
              <a:t>Multiple Award Task Order Contract </a:t>
            </a:r>
            <a:br>
              <a:rPr lang="en-US" sz="3600" dirty="0"/>
            </a:br>
            <a:r>
              <a:rPr lang="en-US" sz="3600" dirty="0"/>
              <a:t>"MATOC”</a:t>
            </a:r>
          </a:p>
        </p:txBody>
      </p:sp>
      <p:sp>
        <p:nvSpPr>
          <p:cNvPr id="137219" name="Rectangle 3"/>
          <p:cNvSpPr>
            <a:spLocks noGrp="1" noChangeArrowheads="1"/>
          </p:cNvSpPr>
          <p:nvPr>
            <p:ph type="subTitle" idx="4294967295"/>
          </p:nvPr>
        </p:nvSpPr>
        <p:spPr>
          <a:xfrm>
            <a:off x="927100" y="4495800"/>
            <a:ext cx="10363200" cy="2514600"/>
          </a:xfrm>
        </p:spPr>
        <p:txBody>
          <a:bodyPr lIns="92075" tIns="46038" rIns="92075" bIns="46038">
            <a:normAutofit/>
          </a:bodyPr>
          <a:lstStyle/>
          <a:p>
            <a:pPr marL="0" indent="0" algn="ctr">
              <a:buNone/>
            </a:pPr>
            <a:r>
              <a:rPr lang="en-US" dirty="0"/>
              <a:t>Competitive</a:t>
            </a:r>
          </a:p>
          <a:p>
            <a:pPr marL="0" indent="0" algn="ctr">
              <a:buNone/>
            </a:pPr>
            <a:r>
              <a:rPr lang="en-US" dirty="0"/>
              <a:t>Indefinite Delivery Indefinite Quantity(IDIQ)</a:t>
            </a:r>
          </a:p>
          <a:p>
            <a:pPr marL="0" indent="0" algn="ctr">
              <a:buNone/>
            </a:pPr>
            <a:r>
              <a:rPr lang="en-US" dirty="0"/>
              <a:t>MATOC</a:t>
            </a:r>
          </a:p>
        </p:txBody>
      </p:sp>
      <p:graphicFrame>
        <p:nvGraphicFramePr>
          <p:cNvPr id="236548" name="Object 4"/>
          <p:cNvGraphicFramePr>
            <a:graphicFrameLocks/>
          </p:cNvGraphicFramePr>
          <p:nvPr>
            <p:extLst>
              <p:ext uri="{D42A27DB-BD31-4B8C-83A1-F6EECF244321}">
                <p14:modId xmlns:p14="http://schemas.microsoft.com/office/powerpoint/2010/main" val="1934702303"/>
              </p:ext>
            </p:extLst>
          </p:nvPr>
        </p:nvGraphicFramePr>
        <p:xfrm>
          <a:off x="4800600" y="1981201"/>
          <a:ext cx="2616200" cy="2163763"/>
        </p:xfrm>
        <a:graphic>
          <a:graphicData uri="http://schemas.openxmlformats.org/presentationml/2006/ole">
            <mc:AlternateContent xmlns:mc="http://schemas.openxmlformats.org/markup-compatibility/2006">
              <mc:Choice xmlns:v="urn:schemas-microsoft-com:vml" Requires="v">
                <p:oleObj name="Clip" r:id="rId3" imgW="2616120" imgH="2163600" progId="">
                  <p:embed/>
                </p:oleObj>
              </mc:Choice>
              <mc:Fallback>
                <p:oleObj name="Clip" r:id="rId3" imgW="2616120" imgH="2163600" progId="">
                  <p:embed/>
                  <p:pic>
                    <p:nvPicPr>
                      <p:cNvPr id="236548"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1981201"/>
                        <a:ext cx="2616200" cy="2163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a:xfrm>
            <a:off x="914400" y="990600"/>
            <a:ext cx="10363200" cy="1400438"/>
          </a:xfrm>
        </p:spPr>
        <p:txBody>
          <a:bodyPr lIns="92075" tIns="46038" rIns="92075" bIns="46038" anchor="b">
            <a:normAutofit/>
            <a:scene3d>
              <a:camera prst="orthographicFront"/>
              <a:lightRig rig="soft" dir="t">
                <a:rot lat="0" lon="0" rev="2400000"/>
              </a:lightRig>
            </a:scene3d>
            <a:sp3d>
              <a:bevelT w="19050" h="12700"/>
            </a:sp3d>
          </a:bodyPr>
          <a:lstStyle/>
          <a:p>
            <a:pPr algn="ctr"/>
            <a:r>
              <a:rPr lang="en-US" dirty="0"/>
              <a:t>MATOC </a:t>
            </a:r>
            <a:br>
              <a:rPr lang="en-US" dirty="0"/>
            </a:br>
            <a:r>
              <a:rPr lang="en-US" dirty="0"/>
              <a:t>PERIOD OF PERFORMANCE</a:t>
            </a:r>
            <a:endParaRPr lang="en-US" sz="3200" dirty="0"/>
          </a:p>
        </p:txBody>
      </p:sp>
      <p:sp>
        <p:nvSpPr>
          <p:cNvPr id="139267" name="Rectangle 3"/>
          <p:cNvSpPr>
            <a:spLocks noGrp="1" noChangeArrowheads="1"/>
          </p:cNvSpPr>
          <p:nvPr>
            <p:ph type="body" idx="1"/>
          </p:nvPr>
        </p:nvSpPr>
        <p:spPr>
          <a:xfrm>
            <a:off x="2246313" y="3810000"/>
            <a:ext cx="7772400" cy="2514600"/>
          </a:xfrm>
        </p:spPr>
        <p:txBody>
          <a:bodyPr lIns="92075" tIns="46038" rIns="92075" bIns="46038" anchor="t">
            <a:normAutofit fontScale="92500" lnSpcReduction="10000"/>
          </a:bodyPr>
          <a:lstStyle/>
          <a:p>
            <a:pPr marL="458788" indent="-458788" algn="l">
              <a:buFont typeface="Arial" panose="020B0604020202020204" pitchFamily="34" charset="0"/>
              <a:buChar char="•"/>
            </a:pPr>
            <a:r>
              <a:rPr lang="en-US" sz="3000" dirty="0"/>
              <a:t>Five-Year Ordering Period</a:t>
            </a:r>
          </a:p>
          <a:p>
            <a:pPr marL="457200" indent="-457200" algn="l">
              <a:buFont typeface="Arial" panose="020B0604020202020204" pitchFamily="34" charset="0"/>
              <a:buChar char="•"/>
            </a:pPr>
            <a:r>
              <a:rPr lang="en-US" sz="3000" dirty="0"/>
              <a:t>On- and off-ramping procedures for non- or under-performing contractors at Contracting Officer’s discretion</a:t>
            </a:r>
          </a:p>
          <a:p>
            <a:pPr marL="457200" indent="-457200" algn="l">
              <a:buFont typeface="Arial" panose="020B0604020202020204" pitchFamily="34" charset="0"/>
              <a:buChar char="•"/>
            </a:pPr>
            <a:r>
              <a:rPr lang="en-US" sz="3000" dirty="0"/>
              <a:t>See Section 01 00 00, para. 12 in General Requirements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a:xfrm>
            <a:off x="1066800" y="381000"/>
            <a:ext cx="9144000" cy="1143000"/>
          </a:xfrm>
        </p:spPr>
        <p:txBody>
          <a:bodyPr lIns="92075" tIns="46038" rIns="92075" bIns="46038" anchor="b">
            <a:normAutofit fontScale="90000"/>
            <a:scene3d>
              <a:camera prst="orthographicFront"/>
              <a:lightRig rig="soft" dir="t">
                <a:rot lat="0" lon="0" rev="2400000"/>
              </a:lightRig>
            </a:scene3d>
            <a:sp3d>
              <a:bevelT w="19050" h="12700"/>
            </a:sp3d>
          </a:bodyPr>
          <a:lstStyle/>
          <a:p>
            <a:r>
              <a:rPr lang="en-US" dirty="0"/>
              <a:t>Scope (work) of MATOC Contract</a:t>
            </a:r>
          </a:p>
        </p:txBody>
      </p:sp>
      <p:sp>
        <p:nvSpPr>
          <p:cNvPr id="141315" name="Rectangle 3"/>
          <p:cNvSpPr>
            <a:spLocks noGrp="1" noChangeArrowheads="1"/>
          </p:cNvSpPr>
          <p:nvPr>
            <p:ph idx="1"/>
          </p:nvPr>
        </p:nvSpPr>
        <p:spPr>
          <a:xfrm>
            <a:off x="1600200" y="1524000"/>
            <a:ext cx="6781800" cy="4526280"/>
          </a:xfrm>
        </p:spPr>
        <p:txBody>
          <a:bodyPr lIns="92075" tIns="46038" rIns="92075" bIns="46038">
            <a:normAutofit/>
          </a:bodyPr>
          <a:lstStyle/>
          <a:p>
            <a:pPr marL="0" indent="0" algn="ctr">
              <a:buNone/>
            </a:pPr>
            <a:endParaRPr lang="en-US" sz="3600" dirty="0"/>
          </a:p>
          <a:p>
            <a:pPr marL="0" indent="0" algn="ctr">
              <a:buNone/>
            </a:pPr>
            <a:r>
              <a:rPr lang="en-US" sz="3600" dirty="0"/>
              <a:t>“SCOPE”</a:t>
            </a:r>
          </a:p>
          <a:p>
            <a:pPr marL="0" indent="0" algn="ctr">
              <a:buNone/>
            </a:pPr>
            <a:r>
              <a:rPr lang="en-US" sz="3600" dirty="0"/>
              <a:t>Covers a broad range of construction, repair,  and maintenance services in support of the National Guard in the State of Hawaii</a:t>
            </a:r>
          </a:p>
        </p:txBody>
      </p:sp>
      <p:graphicFrame>
        <p:nvGraphicFramePr>
          <p:cNvPr id="240644" name="Object 4"/>
          <p:cNvGraphicFramePr>
            <a:graphicFrameLocks/>
          </p:cNvGraphicFramePr>
          <p:nvPr/>
        </p:nvGraphicFramePr>
        <p:xfrm>
          <a:off x="8610601" y="2819400"/>
          <a:ext cx="1660525" cy="2832100"/>
        </p:xfrm>
        <a:graphic>
          <a:graphicData uri="http://schemas.openxmlformats.org/presentationml/2006/ole">
            <mc:AlternateContent xmlns:mc="http://schemas.openxmlformats.org/markup-compatibility/2006">
              <mc:Choice xmlns:v="urn:schemas-microsoft-com:vml" Requires="v">
                <p:oleObj name="Clip" r:id="rId3" imgW="1660320" imgH="2831760" progId="">
                  <p:embed/>
                </p:oleObj>
              </mc:Choice>
              <mc:Fallback>
                <p:oleObj name="Clip" r:id="rId3" imgW="1660320" imgH="2831760" progId="">
                  <p:embed/>
                  <p:pic>
                    <p:nvPicPr>
                      <p:cNvPr id="240644"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10601" y="2819400"/>
                        <a:ext cx="1660525" cy="283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p:txBody>
          <a:bodyPr lIns="92075" tIns="46038" rIns="92075" bIns="46038" anchor="b">
            <a:normAutofit/>
            <a:scene3d>
              <a:camera prst="orthographicFront"/>
              <a:lightRig rig="soft" dir="t">
                <a:rot lat="0" lon="0" rev="2400000"/>
              </a:lightRig>
            </a:scene3d>
            <a:sp3d>
              <a:bevelT w="19050" h="12700"/>
            </a:sp3d>
          </a:bodyPr>
          <a:lstStyle/>
          <a:p>
            <a:r>
              <a:rPr lang="en-US" dirty="0"/>
              <a:t>Choice of Locations</a:t>
            </a:r>
          </a:p>
        </p:txBody>
      </p:sp>
      <p:sp>
        <p:nvSpPr>
          <p:cNvPr id="145411" name="Rectangle 3"/>
          <p:cNvSpPr>
            <a:spLocks noGrp="1" noChangeArrowheads="1"/>
          </p:cNvSpPr>
          <p:nvPr>
            <p:ph idx="1"/>
          </p:nvPr>
        </p:nvSpPr>
        <p:spPr/>
        <p:txBody>
          <a:bodyPr lIns="92075" tIns="46038" rIns="92075" bIns="46038">
            <a:normAutofit/>
          </a:bodyPr>
          <a:lstStyle/>
          <a:p>
            <a:pPr algn="l"/>
            <a:r>
              <a:rPr lang="en-US" sz="2000" dirty="0"/>
              <a:t>LOCATIONS OF WORK – The majority of projects will be performed at the Hawaii Air National Guard Campus, JBPHH-HI 96853 on the island of Oahu. Contractors shall identify all location(s) they desire to be considered for award of individual task orders. Contractors will be provided a fair opportunity to compete for Task Orders including at these locations indicated below, if they are awarded a contract.</a:t>
            </a:r>
          </a:p>
          <a:p>
            <a:pPr lvl="1"/>
            <a:r>
              <a:rPr lang="en-US" sz="2800" dirty="0">
                <a:solidFill>
                  <a:srgbClr val="FFFF00"/>
                </a:solidFill>
              </a:rPr>
              <a:t>ISLAND OF OAHU</a:t>
            </a:r>
          </a:p>
          <a:p>
            <a:pPr lvl="1"/>
            <a:r>
              <a:rPr lang="en-US" sz="2800" dirty="0">
                <a:solidFill>
                  <a:srgbClr val="FFFF00"/>
                </a:solidFill>
              </a:rPr>
              <a:t>ISLAND OF MAUI</a:t>
            </a:r>
          </a:p>
          <a:p>
            <a:pPr lvl="1"/>
            <a:r>
              <a:rPr lang="en-US" sz="2800" dirty="0">
                <a:solidFill>
                  <a:srgbClr val="FFFF00"/>
                </a:solidFill>
              </a:rPr>
              <a:t>ISLAND OF HAWAII</a:t>
            </a:r>
          </a:p>
          <a:p>
            <a:pPr lvl="1"/>
            <a:r>
              <a:rPr lang="en-US" sz="2800" dirty="0">
                <a:solidFill>
                  <a:srgbClr val="FFFF00"/>
                </a:solidFill>
              </a:rPr>
              <a:t>ISLAND OF KAUAI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a:xfrm>
            <a:off x="1676400" y="253536"/>
            <a:ext cx="8534400" cy="1143000"/>
          </a:xfrm>
        </p:spPr>
        <p:txBody>
          <a:bodyPr lIns="92075" tIns="46038" rIns="92075" bIns="46038" anchor="b">
            <a:normAutofit fontScale="90000"/>
            <a:scene3d>
              <a:camera prst="orthographicFront"/>
              <a:lightRig rig="soft" dir="t">
                <a:rot lat="0" lon="0" rev="2400000"/>
              </a:lightRig>
            </a:scene3d>
            <a:sp3d>
              <a:bevelT w="19050" h="12700"/>
            </a:sp3d>
          </a:bodyPr>
          <a:lstStyle/>
          <a:p>
            <a:r>
              <a:rPr lang="en-US" b="0" dirty="0">
                <a:solidFill>
                  <a:schemeClr val="bg1"/>
                </a:solidFill>
              </a:rPr>
              <a:t> </a:t>
            </a:r>
            <a:r>
              <a:rPr lang="en-US" dirty="0"/>
              <a:t>Number of Basic MATOC Awards</a:t>
            </a:r>
          </a:p>
        </p:txBody>
      </p:sp>
      <p:sp>
        <p:nvSpPr>
          <p:cNvPr id="149507" name="Rectangle 3"/>
          <p:cNvSpPr>
            <a:spLocks noGrp="1" noChangeArrowheads="1"/>
          </p:cNvSpPr>
          <p:nvPr>
            <p:ph idx="1"/>
          </p:nvPr>
        </p:nvSpPr>
        <p:spPr/>
        <p:txBody>
          <a:bodyPr lIns="92075" tIns="46038" rIns="92075" bIns="46038">
            <a:normAutofit/>
          </a:bodyPr>
          <a:lstStyle/>
          <a:p>
            <a:pPr>
              <a:buClr>
                <a:schemeClr val="tx2">
                  <a:lumMod val="50000"/>
                </a:schemeClr>
              </a:buClr>
            </a:pPr>
            <a:r>
              <a:rPr lang="en-US" dirty="0"/>
              <a:t>A Minimum of 2 and no greater than a Maximum of 7 Small Business Awards Anticipated</a:t>
            </a:r>
          </a:p>
          <a:p>
            <a:pPr lvl="1">
              <a:buClr>
                <a:schemeClr val="tx2">
                  <a:lumMod val="50000"/>
                </a:schemeClr>
              </a:buClr>
            </a:pPr>
            <a:r>
              <a:rPr lang="en-US" dirty="0"/>
              <a:t>Task orders may be set-aside for socio-economic groups such as HUBZone, Service Disabled Veteran Owned Business, Woman Owned Small Business, etc. provided two or more contractors in the socio-economic group are awarded a MATOC Basic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lIns="92075" tIns="46038" rIns="92075" bIns="46038" anchor="b">
            <a:normAutofit/>
            <a:scene3d>
              <a:camera prst="orthographicFront"/>
              <a:lightRig rig="soft" dir="t">
                <a:rot lat="0" lon="0" rev="2400000"/>
              </a:lightRig>
            </a:scene3d>
            <a:sp3d>
              <a:bevelT w="19050" h="12700"/>
            </a:sp3d>
          </a:bodyPr>
          <a:lstStyle/>
          <a:p>
            <a:r>
              <a:rPr lang="en-US" dirty="0"/>
              <a:t>Dollar Limits of MATOC Contract</a:t>
            </a:r>
          </a:p>
        </p:txBody>
      </p:sp>
      <p:sp>
        <p:nvSpPr>
          <p:cNvPr id="147459" name="Rectangle 3"/>
          <p:cNvSpPr>
            <a:spLocks noGrp="1" noChangeArrowheads="1"/>
          </p:cNvSpPr>
          <p:nvPr>
            <p:ph idx="1"/>
          </p:nvPr>
        </p:nvSpPr>
        <p:spPr>
          <a:xfrm>
            <a:off x="1981200" y="1646237"/>
            <a:ext cx="6400800" cy="4526280"/>
          </a:xfrm>
        </p:spPr>
        <p:txBody>
          <a:bodyPr lIns="92075" tIns="46038" rIns="92075" bIns="46038">
            <a:normAutofit/>
          </a:bodyPr>
          <a:lstStyle/>
          <a:p>
            <a:pPr marL="609600" indent="-609600">
              <a:buClr>
                <a:schemeClr val="tx2">
                  <a:lumMod val="50000"/>
                </a:schemeClr>
              </a:buClr>
              <a:buSzTx/>
            </a:pPr>
            <a:r>
              <a:rPr lang="en-US" sz="3000" dirty="0"/>
              <a:t>$49,500,000.00 program limit for all MATOCs awarded</a:t>
            </a:r>
          </a:p>
          <a:p>
            <a:pPr marL="957580" lvl="1" indent="-609600">
              <a:buClr>
                <a:schemeClr val="tx2">
                  <a:lumMod val="50000"/>
                </a:schemeClr>
              </a:buClr>
              <a:buSzTx/>
            </a:pPr>
            <a:r>
              <a:rPr lang="en-US" sz="2400" dirty="0"/>
              <a:t>All contracts share the total capacity limit</a:t>
            </a:r>
          </a:p>
        </p:txBody>
      </p:sp>
      <p:graphicFrame>
        <p:nvGraphicFramePr>
          <p:cNvPr id="246788" name="Object 4"/>
          <p:cNvGraphicFramePr>
            <a:graphicFrameLocks/>
          </p:cNvGraphicFramePr>
          <p:nvPr/>
        </p:nvGraphicFramePr>
        <p:xfrm>
          <a:off x="8229600" y="2057400"/>
          <a:ext cx="1828800" cy="3060700"/>
        </p:xfrm>
        <a:graphic>
          <a:graphicData uri="http://schemas.openxmlformats.org/presentationml/2006/ole">
            <mc:AlternateContent xmlns:mc="http://schemas.openxmlformats.org/markup-compatibility/2006">
              <mc:Choice xmlns:v="urn:schemas-microsoft-com:vml" Requires="v">
                <p:oleObj name="Clip" r:id="rId3" imgW="2033280" imgH="3365280" progId="">
                  <p:embed/>
                </p:oleObj>
              </mc:Choice>
              <mc:Fallback>
                <p:oleObj name="Clip" r:id="rId3" imgW="2033280" imgH="3365280" progId="">
                  <p:embed/>
                  <p:pic>
                    <p:nvPicPr>
                      <p:cNvPr id="246788"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29600" y="2057400"/>
                        <a:ext cx="1828800" cy="306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1026"/>
          <p:cNvSpPr>
            <a:spLocks noGrp="1" noChangeArrowheads="1"/>
          </p:cNvSpPr>
          <p:nvPr>
            <p:ph type="title"/>
          </p:nvPr>
        </p:nvSpPr>
        <p:spPr/>
        <p:txBody>
          <a:bodyPr lIns="92075" tIns="46038" rIns="92075" bIns="46038" anchor="b">
            <a:normAutofit/>
            <a:scene3d>
              <a:camera prst="orthographicFront"/>
              <a:lightRig rig="soft" dir="t">
                <a:rot lat="0" lon="0" rev="2400000"/>
              </a:lightRig>
            </a:scene3d>
            <a:sp3d>
              <a:bevelT w="19050" h="12700"/>
            </a:sp3d>
          </a:bodyPr>
          <a:lstStyle/>
          <a:p>
            <a:r>
              <a:rPr lang="en-US" dirty="0"/>
              <a:t>Dollar Limits of Task Order</a:t>
            </a:r>
          </a:p>
        </p:txBody>
      </p:sp>
      <p:sp>
        <p:nvSpPr>
          <p:cNvPr id="212995" name="Rectangle 1027"/>
          <p:cNvSpPr>
            <a:spLocks noGrp="1" noChangeArrowheads="1"/>
          </p:cNvSpPr>
          <p:nvPr>
            <p:ph idx="1"/>
          </p:nvPr>
        </p:nvSpPr>
        <p:spPr>
          <a:xfrm>
            <a:off x="1981200" y="1646237"/>
            <a:ext cx="6934200" cy="4526280"/>
          </a:xfrm>
        </p:spPr>
        <p:txBody>
          <a:bodyPr lIns="92075" tIns="46038" rIns="92075" bIns="46038">
            <a:normAutofit/>
          </a:bodyPr>
          <a:lstStyle/>
          <a:p>
            <a:pPr marL="609600" indent="-609600" algn="ctr">
              <a:buNone/>
            </a:pPr>
            <a:r>
              <a:rPr lang="en-US" sz="2800" dirty="0"/>
              <a:t>$10,000,000.00 Per Task Order </a:t>
            </a:r>
          </a:p>
          <a:p>
            <a:pPr marL="609600" indent="-609600" algn="ctr">
              <a:buNone/>
            </a:pPr>
            <a:r>
              <a:rPr lang="en-US" sz="2800" dirty="0"/>
              <a:t>for the General Task Order Contract</a:t>
            </a:r>
          </a:p>
          <a:p>
            <a:pPr marL="609600" indent="-609600" algn="ctr">
              <a:buNone/>
            </a:pPr>
            <a:endParaRPr lang="en-US" sz="2800" dirty="0"/>
          </a:p>
          <a:p>
            <a:pPr marL="609600" indent="-609600" algn="ctr">
              <a:buNone/>
            </a:pPr>
            <a:endParaRPr lang="en-US" sz="2800" dirty="0"/>
          </a:p>
          <a:p>
            <a:pPr marL="609600" indent="-609600" algn="ctr">
              <a:buNone/>
            </a:pPr>
            <a:r>
              <a:rPr lang="en-US" sz="2800" dirty="0"/>
              <a:t>$2,000 MINIMUM ORDER which will be issued at time of basic contract award</a:t>
            </a:r>
          </a:p>
        </p:txBody>
      </p:sp>
      <p:graphicFrame>
        <p:nvGraphicFramePr>
          <p:cNvPr id="248836" name="Object 4"/>
          <p:cNvGraphicFramePr>
            <a:graphicFrameLocks/>
          </p:cNvGraphicFramePr>
          <p:nvPr/>
        </p:nvGraphicFramePr>
        <p:xfrm>
          <a:off x="8382000" y="1752600"/>
          <a:ext cx="1828800" cy="3060700"/>
        </p:xfrm>
        <a:graphic>
          <a:graphicData uri="http://schemas.openxmlformats.org/presentationml/2006/ole">
            <mc:AlternateContent xmlns:mc="http://schemas.openxmlformats.org/markup-compatibility/2006">
              <mc:Choice xmlns:v="urn:schemas-microsoft-com:vml" Requires="v">
                <p:oleObj name="Clip" r:id="rId3" imgW="2033280" imgH="3365280" progId="">
                  <p:embed/>
                </p:oleObj>
              </mc:Choice>
              <mc:Fallback>
                <p:oleObj name="Clip" r:id="rId3" imgW="2033280" imgH="3365280" progId="">
                  <p:embed/>
                  <p:pic>
                    <p:nvPicPr>
                      <p:cNvPr id="248836"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0" y="1752600"/>
                        <a:ext cx="1828800" cy="306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p:txBody>
          <a:bodyPr lIns="92075" tIns="46038" rIns="92075" bIns="46038" anchor="b">
            <a:normAutofit/>
            <a:scene3d>
              <a:camera prst="orthographicFront"/>
              <a:lightRig rig="soft" dir="t">
                <a:rot lat="0" lon="0" rev="2400000"/>
              </a:lightRig>
            </a:scene3d>
            <a:sp3d>
              <a:bevelT w="19050" h="12700"/>
            </a:sp3d>
          </a:bodyPr>
          <a:lstStyle/>
          <a:p>
            <a:r>
              <a:rPr lang="en-US" dirty="0">
                <a:solidFill>
                  <a:schemeClr val="bg1"/>
                </a:solidFill>
              </a:rPr>
              <a:t> </a:t>
            </a:r>
            <a:r>
              <a:rPr lang="en-US" dirty="0"/>
              <a:t>8(a) Contractor Requirements</a:t>
            </a:r>
          </a:p>
        </p:txBody>
      </p:sp>
      <p:sp>
        <p:nvSpPr>
          <p:cNvPr id="217091" name="Rectangle 3"/>
          <p:cNvSpPr>
            <a:spLocks noGrp="1" noChangeArrowheads="1"/>
          </p:cNvSpPr>
          <p:nvPr>
            <p:ph idx="1"/>
          </p:nvPr>
        </p:nvSpPr>
        <p:spPr>
          <a:xfrm>
            <a:off x="1981200" y="2362200"/>
            <a:ext cx="8229600" cy="3810317"/>
          </a:xfrm>
        </p:spPr>
        <p:txBody>
          <a:bodyPr lIns="92075" tIns="46038" rIns="92075" bIns="46038">
            <a:normAutofit/>
          </a:bodyPr>
          <a:lstStyle/>
          <a:p>
            <a:pPr algn="ctr">
              <a:buFontTx/>
              <a:buNone/>
            </a:pPr>
            <a:r>
              <a:rPr lang="en-US" sz="3600" dirty="0">
                <a:effectLst>
                  <a:outerShdw blurRad="38100" dist="38100" dir="2700000" algn="tl">
                    <a:srgbClr val="000000">
                      <a:alpha val="43137"/>
                    </a:srgbClr>
                  </a:outerShdw>
                </a:effectLst>
              </a:rPr>
              <a:t>NOTE: </a:t>
            </a:r>
          </a:p>
          <a:p>
            <a:pPr algn="ctr">
              <a:buFontTx/>
              <a:buNone/>
            </a:pPr>
            <a:r>
              <a:rPr lang="en-US" sz="3600" dirty="0">
                <a:solidFill>
                  <a:srgbClr val="FFFF00"/>
                </a:solidFill>
                <a:effectLst>
                  <a:outerShdw blurRad="38100" dist="38100" dir="2700000" algn="tl">
                    <a:srgbClr val="000000">
                      <a:alpha val="43137"/>
                    </a:srgbClr>
                  </a:outerShdw>
                </a:effectLst>
              </a:rPr>
              <a:t>8(a) Contractors must have approved business plans on file and services by Hawaii District Office SBA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lIns="92075" tIns="46038" rIns="92075" bIns="46038" anchor="b">
            <a:normAutofit/>
            <a:scene3d>
              <a:camera prst="orthographicFront"/>
              <a:lightRig rig="soft" dir="t">
                <a:rot lat="0" lon="0" rev="2400000"/>
              </a:lightRig>
            </a:scene3d>
            <a:sp3d>
              <a:bevelT w="19050" h="12700"/>
            </a:sp3d>
          </a:bodyPr>
          <a:lstStyle/>
          <a:p>
            <a:r>
              <a:rPr lang="en-US" dirty="0"/>
              <a:t>Award of Task Orders</a:t>
            </a:r>
          </a:p>
        </p:txBody>
      </p:sp>
      <p:sp>
        <p:nvSpPr>
          <p:cNvPr id="242691" name="Rectangle 3"/>
          <p:cNvSpPr>
            <a:spLocks noChangeArrowheads="1"/>
          </p:cNvSpPr>
          <p:nvPr/>
        </p:nvSpPr>
        <p:spPr bwMode="auto">
          <a:xfrm>
            <a:off x="1752600" y="2133600"/>
            <a:ext cx="8686800" cy="3429000"/>
          </a:xfrm>
          <a:prstGeom prst="rect">
            <a:avLst/>
          </a:prstGeom>
          <a:noFill/>
          <a:ln w="9525">
            <a:noFill/>
            <a:miter lim="800000"/>
            <a:headEnd/>
            <a:tailEnd/>
          </a:ln>
        </p:spPr>
        <p:txBody>
          <a:bodyPr lIns="92075" tIns="46038" rIns="92075" bIns="46038"/>
          <a:lstStyle/>
          <a:p>
            <a:pPr algn="ctr" eaLnBrk="0" hangingPunct="0">
              <a:spcBef>
                <a:spcPct val="20000"/>
              </a:spcBef>
            </a:pPr>
            <a:r>
              <a:rPr lang="en-US" sz="3200" dirty="0">
                <a:effectLst>
                  <a:outerShdw blurRad="38100" dist="38100" dir="2700000" algn="tl">
                    <a:srgbClr val="000000">
                      <a:alpha val="43137"/>
                    </a:srgbClr>
                  </a:outerShdw>
                </a:effectLst>
                <a:latin typeface="+mj-lt"/>
              </a:rPr>
              <a:t>FEDERAL CONTRACTING OFFICERS</a:t>
            </a:r>
          </a:p>
          <a:p>
            <a:pPr algn="ctr" eaLnBrk="0" hangingPunct="0">
              <a:spcBef>
                <a:spcPct val="20000"/>
              </a:spcBef>
            </a:pPr>
            <a:r>
              <a:rPr lang="en-US" sz="3200" dirty="0">
                <a:effectLst>
                  <a:outerShdw blurRad="38100" dist="38100" dir="2700000" algn="tl">
                    <a:srgbClr val="000000">
                      <a:alpha val="43137"/>
                    </a:srgbClr>
                  </a:outerShdw>
                </a:effectLst>
                <a:latin typeface="+mj-lt"/>
              </a:rPr>
              <a:t> AT</a:t>
            </a:r>
          </a:p>
          <a:p>
            <a:pPr algn="ctr" eaLnBrk="0" hangingPunct="0">
              <a:spcBef>
                <a:spcPct val="20000"/>
              </a:spcBef>
            </a:pPr>
            <a:r>
              <a:rPr lang="en-US" sz="3200" dirty="0">
                <a:effectLst>
                  <a:outerShdw blurRad="38100" dist="38100" dir="2700000" algn="tl">
                    <a:srgbClr val="000000">
                      <a:alpha val="43137"/>
                    </a:srgbClr>
                  </a:outerShdw>
                </a:effectLst>
                <a:latin typeface="+mj-lt"/>
              </a:rPr>
              <a:t>THE AIR &amp; ARMY NATIONAL GUARD UNIT </a:t>
            </a:r>
          </a:p>
          <a:p>
            <a:pPr algn="ctr" eaLnBrk="0" hangingPunct="0">
              <a:spcBef>
                <a:spcPct val="20000"/>
              </a:spcBef>
            </a:pPr>
            <a:r>
              <a:rPr lang="en-US" sz="3200" dirty="0">
                <a:effectLst>
                  <a:outerShdw blurRad="38100" dist="38100" dir="2700000" algn="tl">
                    <a:srgbClr val="000000">
                      <a:alpha val="43137"/>
                    </a:srgbClr>
                  </a:outerShdw>
                </a:effectLst>
                <a:latin typeface="+mj-lt"/>
              </a:rPr>
              <a:t>IN HAWAII MAY AWARD TASK ORDERS</a:t>
            </a:r>
          </a:p>
          <a:p>
            <a:pPr algn="ctr" eaLnBrk="0" hangingPunct="0">
              <a:spcBef>
                <a:spcPct val="20000"/>
              </a:spcBef>
            </a:pPr>
            <a:endParaRPr lang="en-US" sz="3200" dirty="0">
              <a:effectLst>
                <a:outerShdw blurRad="38100" dist="38100" dir="2700000" algn="tl">
                  <a:srgbClr val="000000">
                    <a:alpha val="43137"/>
                  </a:srgbClr>
                </a:outerShdw>
              </a:effectLst>
              <a:latin typeface="+mj-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idx="4294967295"/>
          </p:nvPr>
        </p:nvSpPr>
        <p:spPr/>
        <p:txBody>
          <a:bodyPr/>
          <a:lstStyle/>
          <a:p>
            <a:r>
              <a:rPr lang="en-US" dirty="0"/>
              <a:t>Disclaimer</a:t>
            </a:r>
          </a:p>
        </p:txBody>
      </p:sp>
      <p:sp>
        <p:nvSpPr>
          <p:cNvPr id="157699" name="Rectangle 3"/>
          <p:cNvSpPr>
            <a:spLocks noGrp="1" noChangeArrowheads="1"/>
          </p:cNvSpPr>
          <p:nvPr>
            <p:ph type="body" idx="4294967295"/>
          </p:nvPr>
        </p:nvSpPr>
        <p:spPr>
          <a:xfrm>
            <a:off x="1752600" y="2286000"/>
            <a:ext cx="8534400" cy="4038600"/>
          </a:xfrm>
        </p:spPr>
        <p:txBody>
          <a:bodyPr/>
          <a:lstStyle/>
          <a:p>
            <a:pPr algn="ctr">
              <a:buFontTx/>
              <a:buNone/>
            </a:pPr>
            <a:r>
              <a:rPr lang="en-US" dirty="0">
                <a:effectLst>
                  <a:outerShdw blurRad="38100" dist="38100" dir="2700000" algn="tl">
                    <a:srgbClr val="000000">
                      <a:alpha val="43137"/>
                    </a:srgbClr>
                  </a:outerShdw>
                </a:effectLst>
              </a:rPr>
              <a:t>THE FOLLOWING IS A BRIEF OVERVIEW OF THE PROPOSAL REQUIREMENTS</a:t>
            </a:r>
          </a:p>
          <a:p>
            <a:pPr algn="ctr">
              <a:buFontTx/>
              <a:buNone/>
            </a:pPr>
            <a:endParaRPr lang="en-US" dirty="0">
              <a:effectLst>
                <a:outerShdw blurRad="38100" dist="38100" dir="2700000" algn="tl">
                  <a:srgbClr val="000000">
                    <a:alpha val="43137"/>
                  </a:srgbClr>
                </a:outerShdw>
              </a:effectLst>
            </a:endParaRPr>
          </a:p>
          <a:p>
            <a:pPr algn="ctr">
              <a:buFontTx/>
              <a:buNone/>
            </a:pPr>
            <a:r>
              <a:rPr lang="en-US" dirty="0">
                <a:effectLst>
                  <a:outerShdw blurRad="38100" dist="38100" dir="2700000" algn="tl">
                    <a:srgbClr val="000000">
                      <a:alpha val="43137"/>
                    </a:srgbClr>
                  </a:outerShdw>
                </a:effectLst>
              </a:rPr>
              <a:t>Offerors are cautioned to carefully read the requirements of the solicitation and comply accordingly</a:t>
            </a:r>
          </a:p>
          <a:p>
            <a:pPr algn="ctr">
              <a:buFontTx/>
              <a:buNone/>
            </a:pPr>
            <a:endParaRPr lang="en-US" dirty="0"/>
          </a:p>
          <a:p>
            <a:pPr algn="ctr">
              <a:buFontTx/>
              <a:buNone/>
            </a:pPr>
            <a:endParaRPr lang="en-US"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p:txBody>
          <a:bodyPr/>
          <a:lstStyle/>
          <a:p>
            <a:r>
              <a:rPr lang="en-US" dirty="0"/>
              <a:t>What to Submit</a:t>
            </a:r>
          </a:p>
        </p:txBody>
      </p:sp>
      <p:sp>
        <p:nvSpPr>
          <p:cNvPr id="159747" name="Rectangle 3"/>
          <p:cNvSpPr>
            <a:spLocks noGrp="1" noChangeArrowheads="1"/>
          </p:cNvSpPr>
          <p:nvPr>
            <p:ph idx="1"/>
          </p:nvPr>
        </p:nvSpPr>
        <p:spPr/>
        <p:txBody>
          <a:bodyPr>
            <a:normAutofit lnSpcReduction="10000"/>
          </a:bodyPr>
          <a:lstStyle/>
          <a:p>
            <a:pPr>
              <a:lnSpc>
                <a:spcPct val="90000"/>
              </a:lnSpc>
              <a:buClr>
                <a:schemeClr val="tx2">
                  <a:lumMod val="50000"/>
                </a:schemeClr>
              </a:buClr>
            </a:pPr>
            <a:r>
              <a:rPr lang="en-US" sz="2800" dirty="0"/>
              <a:t>Section 00 21 16 (Submission Requirements &amp; Instructions) of the RFP details required information and format</a:t>
            </a:r>
          </a:p>
          <a:p>
            <a:pPr lvl="1">
              <a:lnSpc>
                <a:spcPct val="90000"/>
              </a:lnSpc>
              <a:buClr>
                <a:schemeClr val="tx2">
                  <a:lumMod val="50000"/>
                </a:schemeClr>
              </a:buClr>
            </a:pPr>
            <a:r>
              <a:rPr lang="en-US" dirty="0"/>
              <a:t>Proposal in two separate packages in a fully electronic proposal submission. Submit electronic proposals via the PIEE solicitation module website </a:t>
            </a:r>
            <a:r>
              <a:rPr lang="en-US" dirty="0">
                <a:solidFill>
                  <a:srgbClr val="00B0F0"/>
                </a:solidFill>
                <a:hlinkClick r:id="rId3">
                  <a:extLst>
                    <a:ext uri="{A12FA001-AC4F-418D-AE19-62706E023703}">
                      <ahyp:hlinkClr xmlns:ahyp="http://schemas.microsoft.com/office/drawing/2018/hyperlinkcolor" val="tx"/>
                    </a:ext>
                  </a:extLst>
                </a:hlinkClick>
              </a:rPr>
              <a:t>https://piee.eb.mil/</a:t>
            </a:r>
            <a:r>
              <a:rPr lang="en-US" dirty="0"/>
              <a:t>.</a:t>
            </a:r>
            <a:r>
              <a:rPr lang="en-US" dirty="0">
                <a:solidFill>
                  <a:srgbClr val="FF0000"/>
                </a:solidFill>
              </a:rPr>
              <a:t> </a:t>
            </a:r>
            <a:endParaRPr lang="en-US" dirty="0"/>
          </a:p>
          <a:p>
            <a:pPr lvl="1">
              <a:lnSpc>
                <a:spcPct val="90000"/>
              </a:lnSpc>
              <a:buClr>
                <a:schemeClr val="tx2">
                  <a:lumMod val="50000"/>
                </a:schemeClr>
              </a:buClr>
              <a:buNone/>
            </a:pPr>
            <a:endParaRPr lang="en-US" dirty="0"/>
          </a:p>
          <a:p>
            <a:pPr lvl="1">
              <a:lnSpc>
                <a:spcPct val="90000"/>
              </a:lnSpc>
              <a:buClr>
                <a:schemeClr val="tx2">
                  <a:lumMod val="50000"/>
                </a:schemeClr>
              </a:buClr>
            </a:pPr>
            <a:r>
              <a:rPr lang="en-US" dirty="0"/>
              <a:t>Package 1 - VOLUME 1 </a:t>
            </a:r>
          </a:p>
          <a:p>
            <a:pPr lvl="2">
              <a:lnSpc>
                <a:spcPct val="90000"/>
              </a:lnSpc>
              <a:buClr>
                <a:schemeClr val="tx2">
                  <a:lumMod val="50000"/>
                </a:schemeClr>
              </a:buClr>
            </a:pPr>
            <a:r>
              <a:rPr lang="en-US" dirty="0"/>
              <a:t>PRICE/COST, PRO FORMA DOCUMENTS</a:t>
            </a:r>
          </a:p>
          <a:p>
            <a:pPr lvl="2">
              <a:lnSpc>
                <a:spcPct val="90000"/>
              </a:lnSpc>
              <a:buClr>
                <a:schemeClr val="tx2">
                  <a:lumMod val="50000"/>
                </a:schemeClr>
              </a:buClr>
              <a:buNone/>
            </a:pPr>
            <a:endParaRPr lang="en-US" dirty="0"/>
          </a:p>
          <a:p>
            <a:pPr lvl="1">
              <a:lnSpc>
                <a:spcPct val="90000"/>
              </a:lnSpc>
              <a:buClr>
                <a:schemeClr val="tx2">
                  <a:lumMod val="50000"/>
                </a:schemeClr>
              </a:buClr>
            </a:pPr>
            <a:r>
              <a:rPr lang="en-US" dirty="0"/>
              <a:t>Package 2 – VOLUME 2</a:t>
            </a:r>
          </a:p>
          <a:p>
            <a:pPr lvl="2">
              <a:lnSpc>
                <a:spcPct val="90000"/>
              </a:lnSpc>
              <a:buClr>
                <a:schemeClr val="tx2">
                  <a:lumMod val="50000"/>
                </a:schemeClr>
              </a:buClr>
            </a:pPr>
            <a:r>
              <a:rPr lang="en-US" dirty="0"/>
              <a:t>Part I TECHNICAL REQUIREMENTS</a:t>
            </a:r>
          </a:p>
          <a:p>
            <a:pPr lvl="2">
              <a:lnSpc>
                <a:spcPct val="90000"/>
              </a:lnSpc>
              <a:buClr>
                <a:schemeClr val="tx2">
                  <a:lumMod val="50000"/>
                </a:schemeClr>
              </a:buClr>
            </a:pPr>
            <a:r>
              <a:rPr lang="en-US" dirty="0"/>
              <a:t>Part II PAST PERFORMANCE REQUIREMENTS</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title" idx="4294967295"/>
          </p:nvPr>
        </p:nvSpPr>
        <p:spPr>
          <a:xfrm>
            <a:off x="1981200" y="304800"/>
            <a:ext cx="8229600" cy="1143000"/>
          </a:xfrm>
        </p:spPr>
        <p:txBody>
          <a:bodyPr>
            <a:normAutofit fontScale="90000"/>
          </a:bodyPr>
          <a:lstStyle/>
          <a:p>
            <a:r>
              <a:rPr lang="en-US" dirty="0"/>
              <a:t>VOLUME I</a:t>
            </a:r>
            <a:br>
              <a:rPr lang="en-US" dirty="0"/>
            </a:br>
            <a:endParaRPr lang="en-US" dirty="0"/>
          </a:p>
        </p:txBody>
      </p:sp>
      <p:sp>
        <p:nvSpPr>
          <p:cNvPr id="161795" name="Rectangle 3"/>
          <p:cNvSpPr>
            <a:spLocks noGrp="1" noChangeArrowheads="1"/>
          </p:cNvSpPr>
          <p:nvPr>
            <p:ph type="body" idx="4294967295"/>
          </p:nvPr>
        </p:nvSpPr>
        <p:spPr>
          <a:xfrm>
            <a:off x="1485900" y="1066800"/>
            <a:ext cx="9220200" cy="5181599"/>
          </a:xfrm>
        </p:spPr>
        <p:txBody>
          <a:bodyPr>
            <a:normAutofit lnSpcReduction="10000"/>
          </a:bodyPr>
          <a:lstStyle/>
          <a:p>
            <a:pPr>
              <a:buClr>
                <a:schemeClr val="tx2">
                  <a:lumMod val="50000"/>
                </a:schemeClr>
              </a:buClr>
            </a:pPr>
            <a:r>
              <a:rPr lang="en-US" sz="2800" dirty="0"/>
              <a:t>Cover Letter </a:t>
            </a:r>
          </a:p>
          <a:p>
            <a:pPr>
              <a:buClr>
                <a:schemeClr val="tx2">
                  <a:lumMod val="50000"/>
                </a:schemeClr>
              </a:buClr>
            </a:pPr>
            <a:r>
              <a:rPr lang="en-US" sz="2800" dirty="0"/>
              <a:t>SF 1442 - Signed</a:t>
            </a:r>
          </a:p>
          <a:p>
            <a:pPr>
              <a:buClr>
                <a:schemeClr val="tx2">
                  <a:lumMod val="50000"/>
                </a:schemeClr>
              </a:buClr>
            </a:pPr>
            <a:r>
              <a:rPr lang="en-US" sz="2800" dirty="0">
                <a:solidFill>
                  <a:srgbClr val="FFFF00"/>
                </a:solidFill>
              </a:rPr>
              <a:t>AREAS of CONSIDERATION - Section 00 01 10</a:t>
            </a:r>
          </a:p>
          <a:p>
            <a:pPr lvl="1">
              <a:buClr>
                <a:schemeClr val="tx2">
                  <a:lumMod val="50000"/>
                </a:schemeClr>
              </a:buClr>
            </a:pPr>
            <a:r>
              <a:rPr lang="en-US" sz="2200" dirty="0">
                <a:solidFill>
                  <a:srgbClr val="FFFF00"/>
                </a:solidFill>
              </a:rPr>
              <a:t>Island of Oahu</a:t>
            </a:r>
          </a:p>
          <a:p>
            <a:pPr lvl="1">
              <a:buClr>
                <a:schemeClr val="tx2">
                  <a:lumMod val="50000"/>
                </a:schemeClr>
              </a:buClr>
            </a:pPr>
            <a:r>
              <a:rPr lang="en-US" sz="2200" dirty="0">
                <a:solidFill>
                  <a:srgbClr val="FFFF00"/>
                </a:solidFill>
              </a:rPr>
              <a:t>Island of Maui</a:t>
            </a:r>
          </a:p>
          <a:p>
            <a:pPr lvl="1">
              <a:buClr>
                <a:schemeClr val="tx2">
                  <a:lumMod val="50000"/>
                </a:schemeClr>
              </a:buClr>
            </a:pPr>
            <a:r>
              <a:rPr lang="en-US" sz="2200" dirty="0">
                <a:solidFill>
                  <a:srgbClr val="FFFF00"/>
                </a:solidFill>
              </a:rPr>
              <a:t>Island of Hawaii</a:t>
            </a:r>
          </a:p>
          <a:p>
            <a:pPr lvl="1">
              <a:buClr>
                <a:schemeClr val="tx2">
                  <a:lumMod val="50000"/>
                </a:schemeClr>
              </a:buClr>
            </a:pPr>
            <a:r>
              <a:rPr lang="en-US" sz="2200" dirty="0">
                <a:solidFill>
                  <a:srgbClr val="FFFF00"/>
                </a:solidFill>
              </a:rPr>
              <a:t>Island of Kauai</a:t>
            </a:r>
          </a:p>
          <a:p>
            <a:pPr>
              <a:buClr>
                <a:schemeClr val="tx2">
                  <a:lumMod val="50000"/>
                </a:schemeClr>
              </a:buClr>
            </a:pPr>
            <a:r>
              <a:rPr lang="en-US" sz="3000" dirty="0"/>
              <a:t>REPRESENTATIONS &amp; CERTIFICATIONS – Section 00 45 00</a:t>
            </a:r>
            <a:endParaRPr lang="en-US" sz="3000" dirty="0">
              <a:solidFill>
                <a:srgbClr val="FFFF00"/>
              </a:solidFill>
            </a:endParaRPr>
          </a:p>
          <a:p>
            <a:pPr>
              <a:buClr>
                <a:schemeClr val="tx2">
                  <a:lumMod val="50000"/>
                </a:schemeClr>
              </a:buClr>
            </a:pPr>
            <a:r>
              <a:rPr lang="en-US" sz="3000" dirty="0"/>
              <a:t>EXHIBIT D</a:t>
            </a:r>
          </a:p>
          <a:p>
            <a:pPr lvl="1">
              <a:buClr>
                <a:schemeClr val="tx2">
                  <a:lumMod val="50000"/>
                </a:schemeClr>
              </a:buClr>
            </a:pPr>
            <a:r>
              <a:rPr lang="en-US" sz="3000" dirty="0"/>
              <a:t>Price for Prototypical Project</a:t>
            </a:r>
          </a:p>
          <a:p>
            <a:pPr>
              <a:buClr>
                <a:schemeClr val="tx2">
                  <a:lumMod val="50000"/>
                </a:schemeClr>
              </a:buClr>
            </a:pPr>
            <a:r>
              <a:rPr lang="en-US" sz="3000" dirty="0"/>
              <a:t>Documentation of adequate financial resources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3" name="Rectangle 3"/>
          <p:cNvSpPr>
            <a:spLocks noGrp="1" noChangeArrowheads="1"/>
          </p:cNvSpPr>
          <p:nvPr>
            <p:ph type="body" idx="4294967295"/>
          </p:nvPr>
        </p:nvSpPr>
        <p:spPr>
          <a:xfrm>
            <a:off x="1905000" y="1676400"/>
            <a:ext cx="8534400" cy="5181600"/>
          </a:xfrm>
        </p:spPr>
        <p:txBody>
          <a:bodyPr lIns="92075" tIns="46038" rIns="92075" bIns="46038">
            <a:normAutofit/>
          </a:bodyPr>
          <a:lstStyle/>
          <a:p>
            <a:pPr marL="0" indent="0">
              <a:buClr>
                <a:schemeClr val="tx2">
                  <a:lumMod val="50000"/>
                </a:schemeClr>
              </a:buClr>
              <a:buNone/>
            </a:pPr>
            <a:r>
              <a:rPr lang="en-US" sz="2800" dirty="0"/>
              <a:t>Volume 2, PART 1 – Technical Capability Proposal</a:t>
            </a:r>
          </a:p>
          <a:p>
            <a:pPr marL="0" indent="0">
              <a:buClr>
                <a:schemeClr val="tx2">
                  <a:lumMod val="50000"/>
                </a:schemeClr>
              </a:buClr>
              <a:buNone/>
            </a:pPr>
            <a:endParaRPr lang="en-US" sz="2800" dirty="0"/>
          </a:p>
          <a:p>
            <a:pPr marL="0" indent="0">
              <a:buClr>
                <a:schemeClr val="tx2">
                  <a:lumMod val="50000"/>
                </a:schemeClr>
              </a:buClr>
              <a:buNone/>
            </a:pPr>
            <a:endParaRPr lang="en-US" sz="2800" dirty="0"/>
          </a:p>
          <a:p>
            <a:pPr marL="0" indent="0">
              <a:buClr>
                <a:schemeClr val="tx2">
                  <a:lumMod val="50000"/>
                </a:schemeClr>
              </a:buClr>
              <a:buNone/>
            </a:pPr>
            <a:r>
              <a:rPr lang="en-US" sz="2800" dirty="0"/>
              <a:t>Part 1 is comprised of three (3) subfactors</a:t>
            </a:r>
          </a:p>
          <a:p>
            <a:pPr>
              <a:buClr>
                <a:schemeClr val="tx2">
                  <a:lumMod val="50000"/>
                </a:schemeClr>
              </a:buClr>
            </a:pPr>
            <a:r>
              <a:rPr lang="en-US" sz="2800" dirty="0"/>
              <a:t>SUBFACTOR 1 – Experience and Capability</a:t>
            </a:r>
          </a:p>
          <a:p>
            <a:pPr>
              <a:buClr>
                <a:schemeClr val="tx2">
                  <a:lumMod val="50000"/>
                </a:schemeClr>
              </a:buClr>
            </a:pPr>
            <a:r>
              <a:rPr lang="en-US" sz="2800" dirty="0"/>
              <a:t>SUBFACTOR 2 – Organization and Key Personnel</a:t>
            </a:r>
          </a:p>
          <a:p>
            <a:pPr>
              <a:buClr>
                <a:schemeClr val="tx2">
                  <a:lumMod val="50000"/>
                </a:schemeClr>
              </a:buClr>
            </a:pPr>
            <a:r>
              <a:rPr lang="en-US" sz="2800" dirty="0"/>
              <a:t>SUBFACTOR 3 – Scheduling Methodology</a:t>
            </a:r>
          </a:p>
          <a:p>
            <a:pPr>
              <a:buClr>
                <a:schemeClr val="tx2">
                  <a:lumMod val="50000"/>
                </a:schemeClr>
              </a:buClr>
            </a:pPr>
            <a:endParaRPr lang="en-US" sz="2800" dirty="0"/>
          </a:p>
        </p:txBody>
      </p:sp>
      <p:sp>
        <p:nvSpPr>
          <p:cNvPr id="5" name="Rectangle 2"/>
          <p:cNvSpPr txBox="1">
            <a:spLocks noChangeArrowheads="1"/>
          </p:cNvSpPr>
          <p:nvPr/>
        </p:nvSpPr>
        <p:spPr>
          <a:xfrm>
            <a:off x="1981200" y="457200"/>
            <a:ext cx="8229600" cy="1143000"/>
          </a:xfrm>
          <a:prstGeom prst="rect">
            <a:avLst/>
          </a:prstGeom>
        </p:spPr>
        <p:txBody>
          <a:bodyPr rIns="91440" anchor="b">
            <a:normAutofit fontScale="90000" lnSpcReduction="20000"/>
            <a:scene3d>
              <a:camera prst="orthographicFront"/>
              <a:lightRig rig="soft" dir="t">
                <a:rot lat="0" lon="0" rev="2400000"/>
              </a:lightRig>
            </a:scene3d>
            <a:sp3d>
              <a:bevelT w="19050" h="12700"/>
            </a:sp3d>
          </a:bodyPr>
          <a:lstStyle/>
          <a:p>
            <a:pPr marL="54864" algn="r" fontAlgn="auto">
              <a:spcAft>
                <a:spcPts val="0"/>
              </a:spcAft>
              <a:defRPr/>
            </a:pPr>
            <a:r>
              <a:rPr lang="en-US" sz="4600" dirty="0">
                <a:solidFill>
                  <a:schemeClr val="tx2">
                    <a:tint val="100000"/>
                    <a:shade val="90000"/>
                    <a:satMod val="250000"/>
                    <a:alpha val="100000"/>
                  </a:schemeClr>
                </a:solidFill>
                <a:effectLst>
                  <a:outerShdw blurRad="38100" dist="25500" dir="5400000" algn="tl" rotWithShape="0">
                    <a:srgbClr val="000000">
                      <a:satMod val="180000"/>
                      <a:alpha val="75000"/>
                    </a:srgbClr>
                  </a:outerShdw>
                </a:effectLst>
                <a:latin typeface="+mj-lt"/>
                <a:ea typeface="+mj-ea"/>
                <a:cs typeface="+mj-cs"/>
              </a:rPr>
              <a:t>VOLUME 2</a:t>
            </a:r>
            <a:br>
              <a:rPr lang="en-US" sz="4600" dirty="0">
                <a:solidFill>
                  <a:schemeClr val="tx2">
                    <a:tint val="100000"/>
                    <a:shade val="90000"/>
                    <a:satMod val="250000"/>
                    <a:alpha val="100000"/>
                  </a:schemeClr>
                </a:solidFill>
                <a:effectLst>
                  <a:outerShdw blurRad="38100" dist="25500" dir="5400000" algn="tl" rotWithShape="0">
                    <a:srgbClr val="000000">
                      <a:satMod val="180000"/>
                      <a:alpha val="75000"/>
                    </a:srgbClr>
                  </a:outerShdw>
                </a:effectLst>
                <a:latin typeface="+mj-lt"/>
                <a:ea typeface="+mj-ea"/>
                <a:cs typeface="+mj-cs"/>
              </a:rPr>
            </a:br>
            <a:endParaRPr lang="en-US" sz="4600" dirty="0">
              <a:solidFill>
                <a:schemeClr val="tx2">
                  <a:tint val="100000"/>
                  <a:shade val="90000"/>
                  <a:satMod val="250000"/>
                  <a:alpha val="100000"/>
                </a:schemeClr>
              </a:solidFill>
              <a:effectLst>
                <a:outerShdw blurRad="38100" dist="25500" dir="5400000" algn="tl" rotWithShape="0">
                  <a:srgbClr val="000000">
                    <a:satMod val="180000"/>
                    <a:alpha val="75000"/>
                  </a:srgbClr>
                </a:outerShdw>
              </a:effectLst>
              <a:latin typeface="+mj-lt"/>
              <a:ea typeface="+mj-ea"/>
              <a:cs typeface="+mj-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title" idx="4294967295"/>
          </p:nvPr>
        </p:nvSpPr>
        <p:spPr>
          <a:xfrm>
            <a:off x="1981200" y="457200"/>
            <a:ext cx="8229600" cy="1143000"/>
          </a:xfrm>
        </p:spPr>
        <p:txBody>
          <a:bodyPr>
            <a:normAutofit fontScale="90000"/>
          </a:bodyPr>
          <a:lstStyle/>
          <a:p>
            <a:r>
              <a:rPr lang="en-US" dirty="0"/>
              <a:t>VOLUME 2</a:t>
            </a:r>
            <a:br>
              <a:rPr lang="en-US" dirty="0"/>
            </a:br>
            <a:endParaRPr lang="en-US" dirty="0"/>
          </a:p>
        </p:txBody>
      </p:sp>
      <p:sp>
        <p:nvSpPr>
          <p:cNvPr id="165891" name="Rectangle 3"/>
          <p:cNvSpPr>
            <a:spLocks noGrp="1" noChangeArrowheads="1"/>
          </p:cNvSpPr>
          <p:nvPr>
            <p:ph type="body" idx="4294967295"/>
          </p:nvPr>
        </p:nvSpPr>
        <p:spPr>
          <a:xfrm>
            <a:off x="1676400" y="1295400"/>
            <a:ext cx="9296400" cy="4495800"/>
          </a:xfrm>
        </p:spPr>
        <p:txBody>
          <a:bodyPr>
            <a:normAutofit fontScale="92500"/>
          </a:bodyPr>
          <a:lstStyle/>
          <a:p>
            <a:pPr>
              <a:buClr>
                <a:schemeClr val="tx2">
                  <a:lumMod val="50000"/>
                </a:schemeClr>
              </a:buClr>
            </a:pPr>
            <a:r>
              <a:rPr lang="en-US" dirty="0"/>
              <a:t>Part 1-TECHNICAL CAPABILITY PROPOSAL</a:t>
            </a:r>
          </a:p>
          <a:p>
            <a:pPr lvl="1">
              <a:buClr>
                <a:schemeClr val="tx2">
                  <a:lumMod val="50000"/>
                </a:schemeClr>
              </a:buClr>
            </a:pPr>
            <a:r>
              <a:rPr lang="en-US" dirty="0"/>
              <a:t>Read the sub factor requirements in Section 00 21 16. LIMIT </a:t>
            </a:r>
            <a:r>
              <a:rPr lang="en-US" b="1" dirty="0"/>
              <a:t>to </a:t>
            </a:r>
            <a:r>
              <a:rPr lang="en-US" b="1" dirty="0">
                <a:solidFill>
                  <a:srgbClr val="FFFF00"/>
                </a:solidFill>
              </a:rPr>
              <a:t>20 single pages (10 double sided pages) </a:t>
            </a:r>
            <a:r>
              <a:rPr lang="en-US" b="1" dirty="0"/>
              <a:t>exclusive of tabs, indexes, dividers, and attachments listed in this exhibit</a:t>
            </a:r>
            <a:r>
              <a:rPr lang="en-US" dirty="0"/>
              <a:t>.  Any additional attachments you provide will be included in the page count provided</a:t>
            </a:r>
          </a:p>
          <a:p>
            <a:pPr lvl="2">
              <a:buClr>
                <a:schemeClr val="tx2">
                  <a:lumMod val="50000"/>
                </a:schemeClr>
              </a:buClr>
            </a:pPr>
            <a:r>
              <a:rPr lang="en-US" sz="3200" dirty="0"/>
              <a:t>Answer questions carefully and thoroughly</a:t>
            </a:r>
          </a:p>
          <a:p>
            <a:pPr lvl="2">
              <a:buClr>
                <a:schemeClr val="tx2">
                  <a:lumMod val="50000"/>
                </a:schemeClr>
              </a:buClr>
            </a:pPr>
            <a:r>
              <a:rPr lang="en-US" sz="3200" dirty="0"/>
              <a:t>Include  required Attachments </a:t>
            </a:r>
          </a:p>
          <a:p>
            <a:pPr lvl="2">
              <a:buClr>
                <a:schemeClr val="tx2">
                  <a:lumMod val="50000"/>
                </a:schemeClr>
              </a:buClr>
            </a:pPr>
            <a:r>
              <a:rPr lang="en-US" sz="3200" dirty="0"/>
              <a:t>Consider evaluating your proposal IAW Section 00 22 16 before submitting</a:t>
            </a:r>
          </a:p>
          <a:p>
            <a:pPr lvl="2">
              <a:buClr>
                <a:schemeClr val="tx2">
                  <a:lumMod val="50000"/>
                </a:schemeClr>
              </a:buClr>
              <a:buNone/>
            </a:pPr>
            <a:endParaRPr lang="en-US" sz="3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3" name="Rectangle 3"/>
          <p:cNvSpPr>
            <a:spLocks noGrp="1" noChangeArrowheads="1"/>
          </p:cNvSpPr>
          <p:nvPr>
            <p:ph type="body" idx="4294967295"/>
          </p:nvPr>
        </p:nvSpPr>
        <p:spPr>
          <a:xfrm>
            <a:off x="2003323" y="1371600"/>
            <a:ext cx="8534400" cy="4800600"/>
          </a:xfrm>
        </p:spPr>
        <p:txBody>
          <a:bodyPr lIns="92075" tIns="46038" rIns="92075" bIns="46038">
            <a:normAutofit lnSpcReduction="10000"/>
          </a:bodyPr>
          <a:lstStyle/>
          <a:p>
            <a:pPr>
              <a:buClr>
                <a:schemeClr val="tx2">
                  <a:lumMod val="50000"/>
                </a:schemeClr>
              </a:buClr>
            </a:pPr>
            <a:r>
              <a:rPr lang="en-US" sz="2800" dirty="0"/>
              <a:t>Volume 2, PART II - Past Performance Proposal</a:t>
            </a:r>
          </a:p>
          <a:p>
            <a:pPr lvl="1">
              <a:buClr>
                <a:schemeClr val="tx2">
                  <a:lumMod val="50000"/>
                </a:schemeClr>
              </a:buClr>
            </a:pPr>
            <a:r>
              <a:rPr lang="en-US" dirty="0"/>
              <a:t> Complete Exhibit A –Past P</a:t>
            </a:r>
            <a:r>
              <a:rPr lang="en-US" sz="2800" dirty="0"/>
              <a:t>erformance Relevancy Information Form-  Min 3/Max 5 of Part 1 &amp; One Part 2</a:t>
            </a:r>
          </a:p>
          <a:p>
            <a:pPr lvl="1">
              <a:buClr>
                <a:schemeClr val="tx2">
                  <a:lumMod val="50000"/>
                </a:schemeClr>
              </a:buClr>
            </a:pPr>
            <a:endParaRPr lang="en-US" dirty="0"/>
          </a:p>
          <a:p>
            <a:pPr>
              <a:buClr>
                <a:schemeClr val="tx2">
                  <a:lumMod val="50000"/>
                </a:schemeClr>
              </a:buClr>
            </a:pPr>
            <a:r>
              <a:rPr lang="en-US" sz="2800" dirty="0"/>
              <a:t>Have Subcontractors Complete- Exhibit B</a:t>
            </a:r>
          </a:p>
          <a:p>
            <a:pPr lvl="1">
              <a:buClr>
                <a:schemeClr val="tx2">
                  <a:lumMod val="50000"/>
                </a:schemeClr>
              </a:buClr>
            </a:pPr>
            <a:r>
              <a:rPr lang="en-US" dirty="0"/>
              <a:t> Subcontractor Consent and Information Form</a:t>
            </a:r>
          </a:p>
          <a:p>
            <a:pPr marL="411480" lvl="1" indent="0">
              <a:buClr>
                <a:schemeClr val="tx2">
                  <a:lumMod val="50000"/>
                </a:schemeClr>
              </a:buClr>
              <a:buNone/>
            </a:pPr>
            <a:endParaRPr lang="en-US" dirty="0"/>
          </a:p>
          <a:p>
            <a:pPr>
              <a:buClr>
                <a:schemeClr val="tx2">
                  <a:lumMod val="50000"/>
                </a:schemeClr>
              </a:buClr>
            </a:pPr>
            <a:r>
              <a:rPr lang="en-US" sz="2800" dirty="0"/>
              <a:t>List of clients (name and number) you sent Exhibit C questionnaires to and/or  final CPARS forms for the Exhibit A Part 1 projects</a:t>
            </a:r>
          </a:p>
        </p:txBody>
      </p:sp>
      <p:sp>
        <p:nvSpPr>
          <p:cNvPr id="5" name="Rectangle 2"/>
          <p:cNvSpPr txBox="1">
            <a:spLocks noChangeArrowheads="1"/>
          </p:cNvSpPr>
          <p:nvPr/>
        </p:nvSpPr>
        <p:spPr>
          <a:xfrm>
            <a:off x="1981200" y="457200"/>
            <a:ext cx="8229600" cy="1143000"/>
          </a:xfrm>
          <a:prstGeom prst="rect">
            <a:avLst/>
          </a:prstGeom>
        </p:spPr>
        <p:txBody>
          <a:bodyPr rIns="91440" anchor="b">
            <a:normAutofit fontScale="90000" lnSpcReduction="20000"/>
            <a:scene3d>
              <a:camera prst="orthographicFront"/>
              <a:lightRig rig="soft" dir="t">
                <a:rot lat="0" lon="0" rev="2400000"/>
              </a:lightRig>
            </a:scene3d>
            <a:sp3d>
              <a:bevelT w="19050" h="12700"/>
            </a:sp3d>
          </a:bodyPr>
          <a:lstStyle/>
          <a:p>
            <a:pPr marL="54864" algn="r" fontAlgn="auto">
              <a:spcAft>
                <a:spcPts val="0"/>
              </a:spcAft>
              <a:defRPr/>
            </a:pPr>
            <a:r>
              <a:rPr lang="en-US" sz="4600" dirty="0">
                <a:solidFill>
                  <a:schemeClr val="tx2">
                    <a:tint val="100000"/>
                    <a:shade val="90000"/>
                    <a:satMod val="250000"/>
                    <a:alpha val="100000"/>
                  </a:schemeClr>
                </a:solidFill>
                <a:effectLst>
                  <a:outerShdw blurRad="38100" dist="25500" dir="5400000" algn="tl" rotWithShape="0">
                    <a:srgbClr val="000000">
                      <a:satMod val="180000"/>
                      <a:alpha val="75000"/>
                    </a:srgbClr>
                  </a:outerShdw>
                </a:effectLst>
                <a:latin typeface="+mj-lt"/>
                <a:ea typeface="+mj-ea"/>
                <a:cs typeface="+mj-cs"/>
              </a:rPr>
              <a:t>VOLUME 2</a:t>
            </a:r>
            <a:br>
              <a:rPr lang="en-US" sz="4600" dirty="0">
                <a:solidFill>
                  <a:schemeClr val="tx2">
                    <a:tint val="100000"/>
                    <a:shade val="90000"/>
                    <a:satMod val="250000"/>
                    <a:alpha val="100000"/>
                  </a:schemeClr>
                </a:solidFill>
                <a:effectLst>
                  <a:outerShdw blurRad="38100" dist="25500" dir="5400000" algn="tl" rotWithShape="0">
                    <a:srgbClr val="000000">
                      <a:satMod val="180000"/>
                      <a:alpha val="75000"/>
                    </a:srgbClr>
                  </a:outerShdw>
                </a:effectLst>
                <a:latin typeface="+mj-lt"/>
                <a:ea typeface="+mj-ea"/>
                <a:cs typeface="+mj-cs"/>
              </a:rPr>
            </a:br>
            <a:endParaRPr lang="en-US" sz="4600" dirty="0">
              <a:solidFill>
                <a:schemeClr val="tx2">
                  <a:tint val="100000"/>
                  <a:shade val="90000"/>
                  <a:satMod val="250000"/>
                  <a:alpha val="100000"/>
                </a:schemeClr>
              </a:solidFill>
              <a:effectLst>
                <a:outerShdw blurRad="38100" dist="25500" dir="5400000" algn="tl" rotWithShape="0">
                  <a:srgbClr val="000000">
                    <a:satMod val="180000"/>
                    <a:alpha val="75000"/>
                  </a:srgbClr>
                </a:outerShdw>
              </a:effectLst>
              <a:latin typeface="+mj-lt"/>
              <a:ea typeface="+mj-ea"/>
              <a:cs typeface="+mj-cs"/>
            </a:endParaRPr>
          </a:p>
        </p:txBody>
      </p:sp>
    </p:spTree>
    <p:extLst>
      <p:ext uri="{BB962C8B-B14F-4D97-AF65-F5344CB8AC3E}">
        <p14:creationId xmlns:p14="http://schemas.microsoft.com/office/powerpoint/2010/main" val="20348087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title" idx="4294967295"/>
          </p:nvPr>
        </p:nvSpPr>
        <p:spPr>
          <a:xfrm>
            <a:off x="4038600" y="304800"/>
            <a:ext cx="5791200" cy="990600"/>
          </a:xfrm>
        </p:spPr>
        <p:txBody>
          <a:bodyPr lIns="92075" tIns="46038" rIns="92075" bIns="46038" anchor="b">
            <a:normAutofit/>
            <a:scene3d>
              <a:camera prst="orthographicFront"/>
              <a:lightRig rig="soft" dir="t">
                <a:rot lat="0" lon="0" rev="2400000"/>
              </a:lightRig>
            </a:scene3d>
            <a:sp3d>
              <a:bevelT w="19050" h="12700"/>
            </a:sp3d>
          </a:bodyPr>
          <a:lstStyle/>
          <a:p>
            <a:r>
              <a:rPr lang="en-US" dirty="0"/>
              <a:t>Exhibit C</a:t>
            </a:r>
          </a:p>
        </p:txBody>
      </p:sp>
      <p:sp>
        <p:nvSpPr>
          <p:cNvPr id="163843" name="Rectangle 3"/>
          <p:cNvSpPr>
            <a:spLocks noGrp="1" noChangeArrowheads="1"/>
          </p:cNvSpPr>
          <p:nvPr>
            <p:ph type="body" idx="4294967295"/>
          </p:nvPr>
        </p:nvSpPr>
        <p:spPr>
          <a:xfrm>
            <a:off x="1905000" y="1447800"/>
            <a:ext cx="8763000" cy="5181600"/>
          </a:xfrm>
        </p:spPr>
        <p:txBody>
          <a:bodyPr lIns="92075" tIns="46038" rIns="92075" bIns="46038">
            <a:normAutofit/>
          </a:bodyPr>
          <a:lstStyle/>
          <a:p>
            <a:pPr>
              <a:buClr>
                <a:schemeClr val="tx2">
                  <a:lumMod val="50000"/>
                </a:schemeClr>
              </a:buClr>
            </a:pPr>
            <a:r>
              <a:rPr lang="en-US" sz="2800" dirty="0"/>
              <a:t>(Exhibit C Package)  Send Questionnaires to References Introduction Letter, Exhibit C and Questionnaire</a:t>
            </a:r>
          </a:p>
          <a:p>
            <a:pPr lvl="1">
              <a:buClr>
                <a:schemeClr val="tx2">
                  <a:lumMod val="50000"/>
                </a:schemeClr>
              </a:buClr>
            </a:pPr>
            <a:r>
              <a:rPr lang="en-US" dirty="0"/>
              <a:t> References must be included with the proposal</a:t>
            </a:r>
            <a:endParaRPr lang="en-US" u="sng" dirty="0"/>
          </a:p>
          <a:p>
            <a:pPr lvl="1">
              <a:buClr>
                <a:schemeClr val="tx2">
                  <a:lumMod val="50000"/>
                </a:schemeClr>
              </a:buClr>
            </a:pPr>
            <a:r>
              <a:rPr lang="en-US" dirty="0"/>
              <a:t>Email and Fax addresses available</a:t>
            </a:r>
          </a:p>
          <a:p>
            <a:pPr marL="0" indent="0">
              <a:buClr>
                <a:schemeClr val="tx2">
                  <a:lumMod val="50000"/>
                </a:schemeClr>
              </a:buClr>
              <a:buNone/>
            </a:pPr>
            <a:endParaRPr lang="en-US" sz="2800" dirty="0"/>
          </a:p>
          <a:p>
            <a:pPr>
              <a:buClr>
                <a:schemeClr val="tx2">
                  <a:lumMod val="50000"/>
                </a:schemeClr>
              </a:buClr>
            </a:pPr>
            <a:r>
              <a:rPr lang="en-US" sz="2800" dirty="0"/>
              <a:t>If you have a CPARS Final Evaluation for the project that may be included in lieu of sending form - place behind applicable Exhibit 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p:nvPr>
        </p:nvSpPr>
        <p:spPr/>
        <p:txBody>
          <a:bodyPr>
            <a:normAutofit fontScale="90000"/>
          </a:bodyPr>
          <a:lstStyle/>
          <a:p>
            <a:r>
              <a:rPr lang="en-US" dirty="0"/>
              <a:t>Section 00100- </a:t>
            </a:r>
            <a:br>
              <a:rPr lang="en-US" dirty="0"/>
            </a:br>
            <a:r>
              <a:rPr lang="en-US" dirty="0"/>
              <a:t>Special Contract Provisions</a:t>
            </a:r>
          </a:p>
        </p:txBody>
      </p:sp>
      <p:sp>
        <p:nvSpPr>
          <p:cNvPr id="178179" name="Rectangle 3"/>
          <p:cNvSpPr>
            <a:spLocks noGrp="1" noChangeArrowheads="1"/>
          </p:cNvSpPr>
          <p:nvPr>
            <p:ph idx="1"/>
          </p:nvPr>
        </p:nvSpPr>
        <p:spPr/>
        <p:txBody>
          <a:bodyPr>
            <a:normAutofit/>
          </a:bodyPr>
          <a:lstStyle/>
          <a:p>
            <a:pPr>
              <a:buClr>
                <a:schemeClr val="tx2">
                  <a:lumMod val="50000"/>
                </a:schemeClr>
              </a:buClr>
            </a:pPr>
            <a:r>
              <a:rPr lang="en-US" dirty="0"/>
              <a:t>Offerors should carefully read section 00 21 00 and section 01 00 00 General Requirements before preparing proposal</a:t>
            </a:r>
          </a:p>
          <a:p>
            <a:pPr lvl="1">
              <a:buClr>
                <a:schemeClr val="tx2">
                  <a:lumMod val="50000"/>
                </a:schemeClr>
              </a:buClr>
            </a:pPr>
            <a:r>
              <a:rPr lang="en-US" sz="3200" dirty="0"/>
              <a:t> Important basic contract requirements and conditions are contained in these sections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p:txBody>
          <a:bodyPr lIns="92075" tIns="46038" rIns="92075" bIns="46038" anchor="b">
            <a:normAutofit/>
            <a:scene3d>
              <a:camera prst="orthographicFront"/>
              <a:lightRig rig="soft" dir="t">
                <a:rot lat="0" lon="0" rev="2400000"/>
              </a:lightRig>
            </a:scene3d>
            <a:sp3d>
              <a:bevelT w="19050" h="12700"/>
            </a:sp3d>
          </a:bodyPr>
          <a:lstStyle/>
          <a:p>
            <a:r>
              <a:rPr lang="en-US" sz="3600" dirty="0"/>
              <a:t>The Prototypical Project</a:t>
            </a:r>
          </a:p>
        </p:txBody>
      </p:sp>
      <p:sp>
        <p:nvSpPr>
          <p:cNvPr id="167939" name="Rectangle 3"/>
          <p:cNvSpPr>
            <a:spLocks noGrp="1" noChangeArrowheads="1"/>
          </p:cNvSpPr>
          <p:nvPr>
            <p:ph idx="1"/>
          </p:nvPr>
        </p:nvSpPr>
        <p:spPr/>
        <p:txBody>
          <a:bodyPr lIns="92075" tIns="46038" rIns="92075" bIns="46038">
            <a:normAutofit/>
          </a:bodyPr>
          <a:lstStyle/>
          <a:p>
            <a:r>
              <a:rPr lang="en-US" dirty="0"/>
              <a:t>Represents type of smaller projects that may be awarded under this contract</a:t>
            </a:r>
          </a:p>
          <a:p>
            <a:r>
              <a:rPr lang="en-US" dirty="0"/>
              <a:t>Measures contractors’ estimating system</a:t>
            </a:r>
          </a:p>
          <a:p>
            <a:pPr>
              <a:buFontTx/>
              <a:buNone/>
            </a:pP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p:txBody>
          <a:bodyPr lIns="92075" tIns="46038" rIns="92075" bIns="46038" anchor="b">
            <a:normAutofit/>
            <a:scene3d>
              <a:camera prst="orthographicFront"/>
              <a:lightRig rig="soft" dir="t">
                <a:rot lat="0" lon="0" rev="2400000"/>
              </a:lightRig>
            </a:scene3d>
            <a:sp3d>
              <a:bevelT w="19050" h="12700"/>
            </a:sp3d>
          </a:bodyPr>
          <a:lstStyle/>
          <a:p>
            <a:r>
              <a:rPr lang="en-US" dirty="0"/>
              <a:t>Proposal Evaluation</a:t>
            </a:r>
          </a:p>
        </p:txBody>
      </p:sp>
      <p:sp>
        <p:nvSpPr>
          <p:cNvPr id="169988" name="Rectangle 4"/>
          <p:cNvSpPr>
            <a:spLocks noGrp="1" noChangeArrowheads="1"/>
          </p:cNvSpPr>
          <p:nvPr>
            <p:ph idx="1"/>
          </p:nvPr>
        </p:nvSpPr>
        <p:spPr>
          <a:xfrm>
            <a:off x="609600" y="1646237"/>
            <a:ext cx="11125200" cy="4526280"/>
          </a:xfrm>
        </p:spPr>
        <p:txBody>
          <a:bodyPr>
            <a:normAutofit/>
          </a:bodyPr>
          <a:lstStyle/>
          <a:p>
            <a:pPr>
              <a:lnSpc>
                <a:spcPct val="90000"/>
              </a:lnSpc>
            </a:pPr>
            <a:r>
              <a:rPr lang="en-US" dirty="0"/>
              <a:t>Detailed in Section 00 22 16 of the RFP</a:t>
            </a:r>
          </a:p>
          <a:p>
            <a:pPr>
              <a:lnSpc>
                <a:spcPct val="90000"/>
              </a:lnSpc>
            </a:pPr>
            <a:r>
              <a:rPr lang="en-US" u="sng" dirty="0"/>
              <a:t>CAREFULLY</a:t>
            </a:r>
            <a:r>
              <a:rPr lang="en-US" dirty="0"/>
              <a:t> review sections 00 21 00, 00 21 16 &amp; 00 22 16 and 00 73 00 through 01 00 00 when preparing proposal</a:t>
            </a:r>
          </a:p>
          <a:p>
            <a:pPr>
              <a:lnSpc>
                <a:spcPct val="90000"/>
              </a:lnSpc>
            </a:pPr>
            <a:r>
              <a:rPr lang="en-US" dirty="0"/>
              <a:t>Comply with Section 00 21 00 AND 00 21 16  requirements</a:t>
            </a:r>
          </a:p>
          <a:p>
            <a:pPr>
              <a:lnSpc>
                <a:spcPct val="90000"/>
              </a:lnSpc>
            </a:pPr>
            <a:r>
              <a:rPr lang="en-US" dirty="0"/>
              <a:t>Inquire in writing if you have questions</a:t>
            </a:r>
          </a:p>
          <a:p>
            <a:pPr>
              <a:lnSpc>
                <a:spcPct val="90000"/>
              </a:lnSpc>
            </a:pPr>
            <a:r>
              <a:rPr lang="en-US" dirty="0"/>
              <a:t>Failure to furnish a complete proposal may result in elimination from consideration</a:t>
            </a:r>
          </a:p>
          <a:p>
            <a:pPr>
              <a:lnSpc>
                <a:spcPct val="90000"/>
              </a:lnSpc>
            </a:pPr>
            <a:endParaRPr lang="en-US" dirty="0"/>
          </a:p>
          <a:p>
            <a:pPr>
              <a:lnSpc>
                <a:spcPct val="90000"/>
              </a:lnSpc>
              <a:buFontTx/>
              <a:buNone/>
            </a:pPr>
            <a:endParaRPr lang="en-US" dirty="0"/>
          </a:p>
        </p:txBody>
      </p:sp>
      <p:sp>
        <p:nvSpPr>
          <p:cNvPr id="269315" name="Rectangle 3"/>
          <p:cNvSpPr>
            <a:spLocks noChangeArrowheads="1"/>
          </p:cNvSpPr>
          <p:nvPr/>
        </p:nvSpPr>
        <p:spPr bwMode="auto">
          <a:xfrm>
            <a:off x="2057400" y="2514600"/>
            <a:ext cx="8153400" cy="4038600"/>
          </a:xfrm>
          <a:prstGeom prst="rect">
            <a:avLst/>
          </a:prstGeom>
          <a:noFill/>
          <a:ln w="9525">
            <a:noFill/>
            <a:miter lim="800000"/>
            <a:headEnd/>
            <a:tailEnd/>
          </a:ln>
        </p:spPr>
        <p:txBody>
          <a:bodyPr lIns="92075" tIns="46038" rIns="92075" bIns="46038"/>
          <a:lstStyle/>
          <a:p>
            <a:pPr eaLnBrk="0" hangingPunct="0">
              <a:spcBef>
                <a:spcPct val="20000"/>
              </a:spcBef>
              <a:buClr>
                <a:schemeClr val="tx2"/>
              </a:buClr>
            </a:pPr>
            <a:endParaRPr lang="en-US" sz="3200" dirty="0">
              <a:latin typeface="Tahoma" pitchFamily="34" charset="0"/>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p:txBody>
          <a:bodyPr lIns="92075" tIns="46038" rIns="92075" bIns="46038" anchor="b">
            <a:normAutofit/>
            <a:scene3d>
              <a:camera prst="orthographicFront"/>
              <a:lightRig rig="soft" dir="t">
                <a:rot lat="0" lon="0" rev="2400000"/>
              </a:lightRig>
            </a:scene3d>
            <a:sp3d>
              <a:bevelT w="19050" h="12700"/>
            </a:sp3d>
          </a:bodyPr>
          <a:lstStyle/>
          <a:p>
            <a:r>
              <a:rPr lang="en-US" dirty="0"/>
              <a:t>Best Value Award Basis</a:t>
            </a:r>
          </a:p>
        </p:txBody>
      </p:sp>
      <p:sp>
        <p:nvSpPr>
          <p:cNvPr id="174083" name="Rectangle 3"/>
          <p:cNvSpPr>
            <a:spLocks noChangeArrowheads="1"/>
          </p:cNvSpPr>
          <p:nvPr/>
        </p:nvSpPr>
        <p:spPr bwMode="auto">
          <a:xfrm>
            <a:off x="1066800" y="1905000"/>
            <a:ext cx="9753600" cy="4038600"/>
          </a:xfrm>
          <a:prstGeom prst="rect">
            <a:avLst/>
          </a:prstGeom>
          <a:noFill/>
          <a:ln w="9525">
            <a:noFill/>
            <a:miter lim="800000"/>
            <a:headEnd/>
            <a:tailEnd/>
          </a:ln>
        </p:spPr>
        <p:txBody>
          <a:bodyPr lIns="92075" tIns="46038" rIns="92075" bIns="46038"/>
          <a:lstStyle/>
          <a:p>
            <a:r>
              <a:rPr lang="en-US" sz="3200" dirty="0">
                <a:latin typeface="+mn-lt"/>
              </a:rPr>
              <a:t>3 Evaluation factors: Technical, Past Performance and Price</a:t>
            </a:r>
          </a:p>
          <a:p>
            <a:endParaRPr lang="en-US" sz="3200" dirty="0">
              <a:latin typeface="+mn-lt"/>
            </a:endParaRPr>
          </a:p>
          <a:p>
            <a:r>
              <a:rPr lang="en-US" sz="3200" dirty="0">
                <a:latin typeface="+mn-lt"/>
              </a:rPr>
              <a:t>Technical factor is approximately equal to Past Performance and when combined, the non-price factors are approximately equal to the Price Factor.</a:t>
            </a:r>
            <a:endParaRPr lang="en-US" sz="3200" dirty="0">
              <a:effectLst>
                <a:outerShdw blurRad="38100" dist="38100" dir="2700000" algn="tl">
                  <a:srgbClr val="000000">
                    <a:alpha val="43137"/>
                  </a:srgbClr>
                </a:outerShdw>
              </a:effectLst>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74083">
                                            <p:txEl>
                                              <p:pRg st="0" end="0"/>
                                            </p:txEl>
                                          </p:spTgt>
                                        </p:tgtEl>
                                        <p:attrNameLst>
                                          <p:attrName>style.visibility</p:attrName>
                                        </p:attrNameLst>
                                      </p:cBhvr>
                                      <p:to>
                                        <p:strVal val="visible"/>
                                      </p:to>
                                    </p:set>
                                    <p:animEffect transition="in" filter="box(out)">
                                      <p:cBhvr>
                                        <p:cTn id="7" dur="500"/>
                                        <p:tgtEl>
                                          <p:spTgt spid="1740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74083">
                                            <p:txEl>
                                              <p:pRg st="2" end="2"/>
                                            </p:txEl>
                                          </p:spTgt>
                                        </p:tgtEl>
                                        <p:attrNameLst>
                                          <p:attrName>style.visibility</p:attrName>
                                        </p:attrNameLst>
                                      </p:cBhvr>
                                      <p:to>
                                        <p:strVal val="visible"/>
                                      </p:to>
                                    </p:set>
                                    <p:animEffect transition="in" filter="box(out)">
                                      <p:cBhvr>
                                        <p:cTn id="12" dur="500"/>
                                        <p:tgtEl>
                                          <p:spTgt spid="17408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3"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p:txBody>
          <a:bodyPr lIns="92075" tIns="46038" rIns="92075" bIns="46038" anchor="b">
            <a:normAutofit/>
            <a:scene3d>
              <a:camera prst="orthographicFront"/>
              <a:lightRig rig="soft" dir="t">
                <a:rot lat="0" lon="0" rev="2400000"/>
              </a:lightRig>
            </a:scene3d>
            <a:sp3d>
              <a:bevelT w="19050" h="12700"/>
            </a:sp3d>
          </a:bodyPr>
          <a:lstStyle/>
          <a:p>
            <a:r>
              <a:rPr lang="en-US" dirty="0"/>
              <a:t>Best Value Award Decision</a:t>
            </a:r>
          </a:p>
        </p:txBody>
      </p:sp>
      <p:sp>
        <p:nvSpPr>
          <p:cNvPr id="275459" name="Rectangle 3"/>
          <p:cNvSpPr>
            <a:spLocks noChangeArrowheads="1"/>
          </p:cNvSpPr>
          <p:nvPr/>
        </p:nvSpPr>
        <p:spPr bwMode="auto">
          <a:xfrm>
            <a:off x="2133600" y="1676400"/>
            <a:ext cx="8382000" cy="4953000"/>
          </a:xfrm>
          <a:prstGeom prst="rect">
            <a:avLst/>
          </a:prstGeom>
          <a:noFill/>
          <a:ln w="9525">
            <a:noFill/>
            <a:miter lim="800000"/>
            <a:headEnd/>
            <a:tailEnd/>
          </a:ln>
        </p:spPr>
        <p:txBody>
          <a:bodyPr lIns="92075" tIns="46038" rIns="92075" bIns="46038"/>
          <a:lstStyle/>
          <a:p>
            <a:pPr algn="ctr" eaLnBrk="0" hangingPunct="0">
              <a:spcBef>
                <a:spcPct val="20000"/>
              </a:spcBef>
            </a:pPr>
            <a:r>
              <a:rPr lang="en-US" sz="3600" dirty="0">
                <a:effectLst>
                  <a:outerShdw blurRad="38100" dist="38100" dir="2700000" algn="tl">
                    <a:srgbClr val="000000">
                      <a:alpha val="43137"/>
                    </a:srgbClr>
                  </a:outerShdw>
                </a:effectLst>
                <a:latin typeface="+mj-lt"/>
              </a:rPr>
              <a:t>Best Value is defined as an award based on the greatest overall benefit in response to the requirement.</a:t>
            </a:r>
          </a:p>
          <a:p>
            <a:pPr algn="ctr" eaLnBrk="0" hangingPunct="0">
              <a:spcBef>
                <a:spcPct val="20000"/>
              </a:spcBef>
            </a:pPr>
            <a:endParaRPr lang="en-US" sz="3600" dirty="0">
              <a:effectLst>
                <a:outerShdw blurRad="38100" dist="38100" dir="2700000" algn="tl">
                  <a:srgbClr val="000000">
                    <a:alpha val="43137"/>
                  </a:srgbClr>
                </a:outerShdw>
              </a:effectLst>
              <a:latin typeface="+mj-lt"/>
            </a:endParaRPr>
          </a:p>
          <a:p>
            <a:pPr algn="ctr" eaLnBrk="0" hangingPunct="0">
              <a:spcBef>
                <a:spcPct val="20000"/>
              </a:spcBef>
            </a:pPr>
            <a:r>
              <a:rPr lang="en-US" sz="3600" dirty="0">
                <a:effectLst>
                  <a:outerShdw blurRad="38100" dist="38100" dir="2700000" algn="tl">
                    <a:srgbClr val="000000">
                      <a:alpha val="43137"/>
                    </a:srgbClr>
                  </a:outerShdw>
                </a:effectLst>
                <a:latin typeface="+mj-lt"/>
              </a:rPr>
              <a:t>Award is based on other factors in addition to price.  </a:t>
            </a:r>
            <a:endParaRPr lang="en-US" sz="3200" dirty="0">
              <a:effectLst>
                <a:outerShdw blurRad="38100" dist="38100" dir="2700000" algn="tl">
                  <a:srgbClr val="000000">
                    <a:alpha val="43137"/>
                  </a:srgbClr>
                </a:outerShdw>
              </a:effectLst>
              <a:latin typeface="+mj-l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p:txBody>
          <a:bodyPr/>
          <a:lstStyle/>
          <a:p>
            <a:r>
              <a:rPr lang="en-US" dirty="0"/>
              <a:t>MATOC Awards</a:t>
            </a:r>
          </a:p>
        </p:txBody>
      </p:sp>
      <p:sp>
        <p:nvSpPr>
          <p:cNvPr id="176131" name="Rectangle 3"/>
          <p:cNvSpPr>
            <a:spLocks noGrp="1" noChangeArrowheads="1"/>
          </p:cNvSpPr>
          <p:nvPr>
            <p:ph idx="1"/>
          </p:nvPr>
        </p:nvSpPr>
        <p:spPr/>
        <p:txBody>
          <a:bodyPr/>
          <a:lstStyle/>
          <a:p>
            <a:pPr marL="0" indent="0" algn="ctr">
              <a:buNone/>
            </a:pPr>
            <a:r>
              <a:rPr lang="en-US" sz="3600" dirty="0">
                <a:effectLst>
                  <a:outerShdw blurRad="38100" dist="38100" dir="2700000" algn="tl">
                    <a:srgbClr val="000000">
                      <a:alpha val="43137"/>
                    </a:srgbClr>
                  </a:outerShdw>
                </a:effectLst>
              </a:rPr>
              <a:t>The Contractors whose proposals provide the best value to the Government,  price and other non-cost factions considered will be awarded contracts</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a:xfrm>
            <a:off x="1524000" y="253536"/>
            <a:ext cx="8839200" cy="1143000"/>
          </a:xfrm>
        </p:spPr>
        <p:txBody>
          <a:bodyPr lIns="92075" tIns="46038" rIns="92075" bIns="46038" anchor="b">
            <a:normAutofit fontScale="90000"/>
            <a:scene3d>
              <a:camera prst="orthographicFront"/>
              <a:lightRig rig="soft" dir="t">
                <a:rot lat="0" lon="0" rev="2400000"/>
              </a:lightRig>
            </a:scene3d>
            <a:sp3d>
              <a:bevelT w="19050" h="12700"/>
            </a:sp3d>
          </a:bodyPr>
          <a:lstStyle/>
          <a:p>
            <a:r>
              <a:rPr lang="en-US" dirty="0"/>
              <a:t>Task Order Award &amp; </a:t>
            </a:r>
            <a:br>
              <a:rPr lang="en-US" dirty="0"/>
            </a:br>
            <a:r>
              <a:rPr lang="en-US" dirty="0"/>
              <a:t>Fair Opportunity</a:t>
            </a:r>
          </a:p>
        </p:txBody>
      </p:sp>
      <p:sp>
        <p:nvSpPr>
          <p:cNvPr id="180227" name="Rectangle 3"/>
          <p:cNvSpPr>
            <a:spLocks noGrp="1" noChangeArrowheads="1"/>
          </p:cNvSpPr>
          <p:nvPr>
            <p:ph idx="1"/>
          </p:nvPr>
        </p:nvSpPr>
        <p:spPr>
          <a:xfrm>
            <a:off x="4114800" y="1676400"/>
            <a:ext cx="6248400" cy="4526280"/>
          </a:xfrm>
        </p:spPr>
        <p:txBody>
          <a:bodyPr lIns="92075" tIns="46038" rIns="92075" bIns="46038">
            <a:normAutofit/>
          </a:bodyPr>
          <a:lstStyle/>
          <a:p>
            <a:pPr marL="0" indent="0" algn="ctr">
              <a:buNone/>
            </a:pPr>
            <a:r>
              <a:rPr lang="en-US" sz="3600" dirty="0">
                <a:effectLst>
                  <a:outerShdw blurRad="38100" dist="38100" dir="2700000" algn="tl">
                    <a:srgbClr val="000000">
                      <a:alpha val="43137"/>
                    </a:srgbClr>
                  </a:outerShdw>
                </a:effectLst>
              </a:rPr>
              <a:t>Every Contractor who is awarded a MATOC contract will be given a </a:t>
            </a:r>
            <a:r>
              <a:rPr lang="en-US" sz="3600" u="sng" dirty="0">
                <a:effectLst>
                  <a:outerShdw blurRad="38100" dist="38100" dir="2700000" algn="tl">
                    <a:srgbClr val="000000">
                      <a:alpha val="43137"/>
                    </a:srgbClr>
                  </a:outerShdw>
                </a:effectLst>
              </a:rPr>
              <a:t>FAIR OPPORTUNITY </a:t>
            </a:r>
            <a:r>
              <a:rPr lang="en-US" sz="3600" dirty="0">
                <a:effectLst>
                  <a:outerShdw blurRad="38100" dist="38100" dir="2700000" algn="tl">
                    <a:srgbClr val="000000">
                      <a:alpha val="43137"/>
                    </a:srgbClr>
                  </a:outerShdw>
                </a:effectLst>
              </a:rPr>
              <a:t>to complete for the award of Task Orders unless an exemption applies</a:t>
            </a:r>
          </a:p>
        </p:txBody>
      </p:sp>
      <p:graphicFrame>
        <p:nvGraphicFramePr>
          <p:cNvPr id="279556" name="Object 4"/>
          <p:cNvGraphicFramePr>
            <a:graphicFrameLocks/>
          </p:cNvGraphicFramePr>
          <p:nvPr/>
        </p:nvGraphicFramePr>
        <p:xfrm>
          <a:off x="1905000" y="2362200"/>
          <a:ext cx="2133600" cy="1905000"/>
        </p:xfrm>
        <a:graphic>
          <a:graphicData uri="http://schemas.openxmlformats.org/presentationml/2006/ole">
            <mc:AlternateContent xmlns:mc="http://schemas.openxmlformats.org/markup-compatibility/2006">
              <mc:Choice xmlns:v="urn:schemas-microsoft-com:vml" Requires="v">
                <p:oleObj name="Clip" r:id="rId3" imgW="2298600" imgH="2074680" progId="">
                  <p:embed/>
                </p:oleObj>
              </mc:Choice>
              <mc:Fallback>
                <p:oleObj name="Clip" r:id="rId3" imgW="2298600" imgH="2074680" progId="">
                  <p:embed/>
                  <p:pic>
                    <p:nvPicPr>
                      <p:cNvPr id="279556"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2362200"/>
                        <a:ext cx="21336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ChangeArrowheads="1"/>
          </p:cNvSpPr>
          <p:nvPr>
            <p:ph type="title"/>
          </p:nvPr>
        </p:nvSpPr>
        <p:spPr/>
        <p:txBody>
          <a:bodyPr lIns="92075" tIns="46038" rIns="92075" bIns="46038" anchor="b">
            <a:normAutofit/>
            <a:scene3d>
              <a:camera prst="orthographicFront"/>
              <a:lightRig rig="soft" dir="t">
                <a:rot lat="0" lon="0" rev="2400000"/>
              </a:lightRig>
            </a:scene3d>
            <a:sp3d>
              <a:bevelT w="19050" h="12700"/>
            </a:sp3d>
          </a:bodyPr>
          <a:lstStyle/>
          <a:p>
            <a:r>
              <a:rPr lang="en-US" dirty="0"/>
              <a:t>Fair Opportunity Exemptions</a:t>
            </a:r>
          </a:p>
        </p:txBody>
      </p:sp>
      <p:sp>
        <p:nvSpPr>
          <p:cNvPr id="182275" name="Rectangle 3"/>
          <p:cNvSpPr>
            <a:spLocks noGrp="1" noChangeArrowheads="1"/>
          </p:cNvSpPr>
          <p:nvPr>
            <p:ph idx="1"/>
          </p:nvPr>
        </p:nvSpPr>
        <p:spPr>
          <a:xfrm>
            <a:off x="3657600" y="1646237"/>
            <a:ext cx="6553200" cy="4526280"/>
          </a:xfrm>
          <a:ln>
            <a:noFill/>
          </a:ln>
        </p:spPr>
        <p:txBody>
          <a:bodyPr lIns="92075" tIns="46038" rIns="92075" bIns="46038">
            <a:normAutofit/>
          </a:bodyPr>
          <a:lstStyle/>
          <a:p>
            <a:pPr>
              <a:lnSpc>
                <a:spcPct val="90000"/>
              </a:lnSpc>
            </a:pPr>
            <a:r>
              <a:rPr lang="en-US" dirty="0">
                <a:effectLst>
                  <a:outerShdw blurRad="38100" dist="38100" dir="2700000" algn="tl">
                    <a:srgbClr val="000000">
                      <a:alpha val="43137"/>
                    </a:srgbClr>
                  </a:outerShdw>
                </a:effectLst>
              </a:rPr>
              <a:t>Urgent or emergency requirements </a:t>
            </a:r>
          </a:p>
          <a:p>
            <a:pPr>
              <a:lnSpc>
                <a:spcPct val="90000"/>
              </a:lnSpc>
            </a:pPr>
            <a:r>
              <a:rPr lang="en-US" dirty="0">
                <a:effectLst>
                  <a:outerShdw blurRad="38100" dist="38100" dir="2700000" algn="tl">
                    <a:srgbClr val="000000">
                      <a:alpha val="43137"/>
                    </a:srgbClr>
                  </a:outerShdw>
                </a:effectLst>
              </a:rPr>
              <a:t>Services are unique or highly specialized interest of economy and efficiency</a:t>
            </a:r>
          </a:p>
          <a:p>
            <a:pPr>
              <a:lnSpc>
                <a:spcPct val="90000"/>
              </a:lnSpc>
            </a:pPr>
            <a:r>
              <a:rPr lang="en-US" dirty="0">
                <a:effectLst>
                  <a:outerShdw blurRad="38100" dist="38100" dir="2700000" algn="tl">
                    <a:srgbClr val="000000">
                      <a:alpha val="43137"/>
                    </a:srgbClr>
                  </a:outerShdw>
                </a:effectLst>
              </a:rPr>
              <a:t>Satisfy the minimum guarantee</a:t>
            </a:r>
          </a:p>
          <a:p>
            <a:pPr>
              <a:lnSpc>
                <a:spcPct val="90000"/>
              </a:lnSpc>
              <a:buNone/>
            </a:pPr>
            <a:endParaRPr lang="en-US" dirty="0">
              <a:effectLst>
                <a:outerShdw blurRad="38100" dist="38100" dir="2700000" algn="tl">
                  <a:srgbClr val="000000">
                    <a:alpha val="43137"/>
                  </a:srgbClr>
                </a:outerShdw>
              </a:effectLst>
            </a:endParaRPr>
          </a:p>
          <a:p>
            <a:pPr>
              <a:lnSpc>
                <a:spcPct val="90000"/>
              </a:lnSpc>
              <a:buFontTx/>
              <a:buNone/>
            </a:pPr>
            <a:r>
              <a:rPr lang="en-US" sz="2800" dirty="0">
                <a:effectLst>
                  <a:outerShdw blurRad="38100" dist="38100" dir="2700000" algn="tl">
                    <a:srgbClr val="000000">
                      <a:alpha val="43137"/>
                    </a:srgbClr>
                  </a:outerShdw>
                </a:effectLst>
              </a:rPr>
              <a:t>	</a:t>
            </a:r>
            <a:r>
              <a:rPr lang="en-US" sz="2800" dirty="0">
                <a:solidFill>
                  <a:srgbClr val="92D050"/>
                </a:solidFill>
                <a:effectLst>
                  <a:outerShdw blurRad="38100" dist="38100" dir="2700000" algn="tl">
                    <a:srgbClr val="000000">
                      <a:alpha val="43137"/>
                    </a:srgbClr>
                  </a:outerShdw>
                </a:effectLst>
              </a:rPr>
              <a:t>NOTE:  THIS IS NOT A REQUIREMENTS CONTRACT</a:t>
            </a:r>
            <a:endParaRPr lang="en-US" dirty="0">
              <a:solidFill>
                <a:srgbClr val="92D050"/>
              </a:solidFill>
              <a:effectLst>
                <a:outerShdw blurRad="38100" dist="38100" dir="2700000" algn="tl">
                  <a:srgbClr val="000000">
                    <a:alpha val="43137"/>
                  </a:srgbClr>
                </a:outerShdw>
              </a:effectLst>
            </a:endParaRPr>
          </a:p>
        </p:txBody>
      </p:sp>
      <p:graphicFrame>
        <p:nvGraphicFramePr>
          <p:cNvPr id="281604" name="Object 4"/>
          <p:cNvGraphicFramePr>
            <a:graphicFrameLocks/>
          </p:cNvGraphicFramePr>
          <p:nvPr/>
        </p:nvGraphicFramePr>
        <p:xfrm>
          <a:off x="1828800" y="3429000"/>
          <a:ext cx="1828800" cy="2743200"/>
        </p:xfrm>
        <a:graphic>
          <a:graphicData uri="http://schemas.openxmlformats.org/presentationml/2006/ole">
            <mc:AlternateContent xmlns:mc="http://schemas.openxmlformats.org/markup-compatibility/2006">
              <mc:Choice xmlns:v="urn:schemas-microsoft-com:vml" Requires="v">
                <p:oleObj name="Clip" r:id="rId3" imgW="2679480" imgH="3288960" progId="">
                  <p:embed/>
                </p:oleObj>
              </mc:Choice>
              <mc:Fallback>
                <p:oleObj name="Clip" r:id="rId3" imgW="2679480" imgH="3288960" progId="">
                  <p:embed/>
                  <p:pic>
                    <p:nvPicPr>
                      <p:cNvPr id="281604"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3429000"/>
                        <a:ext cx="182880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3074"/>
          <p:cNvSpPr>
            <a:spLocks noGrp="1" noChangeArrowheads="1"/>
          </p:cNvSpPr>
          <p:nvPr>
            <p:ph type="title"/>
          </p:nvPr>
        </p:nvSpPr>
        <p:spPr>
          <a:xfrm>
            <a:off x="1676400" y="253536"/>
            <a:ext cx="8534400" cy="1143000"/>
          </a:xfrm>
        </p:spPr>
        <p:txBody>
          <a:bodyPr lIns="92075" tIns="46038" rIns="92075" bIns="46038" anchor="b">
            <a:normAutofit fontScale="90000"/>
            <a:scene3d>
              <a:camera prst="orthographicFront"/>
              <a:lightRig rig="soft" dir="t">
                <a:rot lat="0" lon="0" rev="2400000"/>
              </a:lightRig>
            </a:scene3d>
            <a:sp3d>
              <a:bevelT w="19050" h="12700"/>
            </a:sp3d>
          </a:bodyPr>
          <a:lstStyle/>
          <a:p>
            <a:r>
              <a:rPr lang="en-US" sz="3600" dirty="0"/>
              <a:t>Other Times You May Not Be Given An Opportunity To Compete</a:t>
            </a:r>
          </a:p>
        </p:txBody>
      </p:sp>
      <p:sp>
        <p:nvSpPr>
          <p:cNvPr id="184323" name="Rectangle 3075"/>
          <p:cNvSpPr>
            <a:spLocks noGrp="1" noChangeArrowheads="1"/>
          </p:cNvSpPr>
          <p:nvPr>
            <p:ph idx="1"/>
          </p:nvPr>
        </p:nvSpPr>
        <p:spPr/>
        <p:txBody>
          <a:bodyPr lIns="92075" tIns="46038" rIns="92075" bIns="46038">
            <a:normAutofit/>
          </a:bodyPr>
          <a:lstStyle/>
          <a:p>
            <a:pPr>
              <a:buClr>
                <a:schemeClr val="tx2">
                  <a:lumMod val="50000"/>
                </a:schemeClr>
              </a:buClr>
            </a:pPr>
            <a:r>
              <a:rPr lang="en-US" sz="2400" dirty="0"/>
              <a:t>KO May limit competition or exclude a contractor for the following reasons:</a:t>
            </a:r>
          </a:p>
          <a:p>
            <a:pPr lvl="1">
              <a:buClr>
                <a:schemeClr val="tx2">
                  <a:lumMod val="50000"/>
                </a:schemeClr>
              </a:buClr>
            </a:pPr>
            <a:r>
              <a:rPr lang="en-US" sz="2400" dirty="0"/>
              <a:t>Satisfy Agency Small Business Program Goals</a:t>
            </a:r>
          </a:p>
          <a:p>
            <a:pPr lvl="2">
              <a:buClr>
                <a:schemeClr val="tx2">
                  <a:lumMod val="50000"/>
                </a:schemeClr>
              </a:buClr>
            </a:pPr>
            <a:r>
              <a:rPr lang="en-US" dirty="0"/>
              <a:t>Projects will be set-aside for Small Business Administration (SBA) 8(a) Program participant, HUB Zone, Service-Disabled Veteran-Owned Small Business (SDVOSB), and/or Women Owned Small Business (WOSB)</a:t>
            </a:r>
          </a:p>
          <a:p>
            <a:pPr lvl="1">
              <a:buClr>
                <a:schemeClr val="tx2">
                  <a:lumMod val="50000"/>
                </a:schemeClr>
              </a:buClr>
            </a:pPr>
            <a:r>
              <a:rPr lang="en-US" sz="2400" dirty="0">
                <a:cs typeface="Tahoma" pitchFamily="34" charset="0"/>
              </a:rPr>
              <a:t>Failure to prosecute the work diligently on a current Task Order Award</a:t>
            </a:r>
          </a:p>
          <a:p>
            <a:pPr lvl="1">
              <a:buClr>
                <a:schemeClr val="tx2">
                  <a:lumMod val="50000"/>
                </a:schemeClr>
              </a:buClr>
            </a:pPr>
            <a:r>
              <a:rPr lang="en-US" sz="2400" dirty="0">
                <a:cs typeface="Tahoma" pitchFamily="34" charset="0"/>
              </a:rPr>
              <a:t>Order outside your areas of consideration</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lIns="92075" tIns="46038" rIns="92075" bIns="46038" anchor="b">
            <a:normAutofit/>
            <a:scene3d>
              <a:camera prst="orthographicFront"/>
              <a:lightRig rig="soft" dir="t">
                <a:rot lat="0" lon="0" rev="2400000"/>
              </a:lightRig>
            </a:scene3d>
            <a:sp3d>
              <a:bevelT w="19050" h="12700"/>
            </a:sp3d>
          </a:bodyPr>
          <a:lstStyle/>
          <a:p>
            <a:r>
              <a:rPr lang="en-US" dirty="0"/>
              <a:t>Master Specification</a:t>
            </a:r>
          </a:p>
        </p:txBody>
      </p:sp>
      <p:sp>
        <p:nvSpPr>
          <p:cNvPr id="285699" name="Rectangle 3"/>
          <p:cNvSpPr>
            <a:spLocks noChangeArrowheads="1"/>
          </p:cNvSpPr>
          <p:nvPr/>
        </p:nvSpPr>
        <p:spPr bwMode="auto">
          <a:xfrm>
            <a:off x="1828800" y="1905000"/>
            <a:ext cx="8839200" cy="4648200"/>
          </a:xfrm>
          <a:prstGeom prst="rect">
            <a:avLst/>
          </a:prstGeom>
          <a:noFill/>
          <a:ln w="9525">
            <a:noFill/>
            <a:miter lim="800000"/>
            <a:headEnd/>
            <a:tailEnd/>
          </a:ln>
        </p:spPr>
        <p:txBody>
          <a:bodyPr lIns="92075" tIns="46038" rIns="92075" bIns="46038"/>
          <a:lstStyle/>
          <a:p>
            <a:pPr eaLnBrk="0" hangingPunct="0">
              <a:spcBef>
                <a:spcPct val="20000"/>
              </a:spcBef>
              <a:buClr>
                <a:schemeClr val="tx2">
                  <a:lumMod val="50000"/>
                </a:schemeClr>
              </a:buClr>
              <a:buFont typeface="Arial" pitchFamily="34" charset="0"/>
              <a:buChar char="•"/>
            </a:pPr>
            <a:r>
              <a:rPr lang="en-US" sz="2800" dirty="0">
                <a:solidFill>
                  <a:srgbClr val="FFFF00"/>
                </a:solidFill>
                <a:latin typeface="+mj-lt"/>
              </a:rPr>
              <a:t> </a:t>
            </a:r>
            <a:r>
              <a:rPr lang="en-US" sz="2800" dirty="0">
                <a:solidFill>
                  <a:srgbClr val="FFFFFF"/>
                </a:solidFill>
                <a:latin typeface="+mj-lt"/>
              </a:rPr>
              <a:t>The Master specification, also referred to as the default specification </a:t>
            </a:r>
          </a:p>
          <a:p>
            <a:pPr lvl="1" eaLnBrk="0" hangingPunct="0">
              <a:spcBef>
                <a:spcPct val="20000"/>
              </a:spcBef>
              <a:buClr>
                <a:schemeClr val="tx2">
                  <a:lumMod val="50000"/>
                </a:schemeClr>
              </a:buClr>
              <a:buFont typeface="Arial" pitchFamily="34" charset="0"/>
              <a:buChar char="•"/>
            </a:pPr>
            <a:r>
              <a:rPr lang="en-US" sz="2800" dirty="0">
                <a:solidFill>
                  <a:srgbClr val="FFFFFF"/>
                </a:solidFill>
                <a:latin typeface="+mj-lt"/>
              </a:rPr>
              <a:t> Establishes an industrial and/or commercial standards for maintenance and repair of Government Facilities</a:t>
            </a:r>
          </a:p>
          <a:p>
            <a:pPr lvl="1" eaLnBrk="0" hangingPunct="0">
              <a:spcBef>
                <a:spcPct val="20000"/>
              </a:spcBef>
              <a:buClr>
                <a:schemeClr val="tx2">
                  <a:lumMod val="50000"/>
                </a:schemeClr>
              </a:buClr>
              <a:buFont typeface="Arial" pitchFamily="34" charset="0"/>
              <a:buChar char="•"/>
            </a:pPr>
            <a:r>
              <a:rPr lang="en-US" sz="2800" dirty="0">
                <a:solidFill>
                  <a:srgbClr val="FFFFFF"/>
                </a:solidFill>
                <a:latin typeface="+mj-lt"/>
              </a:rPr>
              <a:t>If SOW does not address a specification for an element of work, the master/default specification applies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p:txBody>
          <a:bodyPr>
            <a:normAutofit/>
          </a:bodyPr>
          <a:lstStyle/>
          <a:p>
            <a:r>
              <a:rPr lang="en-US" dirty="0"/>
              <a:t>Contractor’s Location</a:t>
            </a:r>
          </a:p>
        </p:txBody>
      </p:sp>
      <p:sp>
        <p:nvSpPr>
          <p:cNvPr id="188419" name="Rectangle 3"/>
          <p:cNvSpPr>
            <a:spLocks noGrp="1" noChangeArrowheads="1"/>
          </p:cNvSpPr>
          <p:nvPr>
            <p:ph idx="1"/>
          </p:nvPr>
        </p:nvSpPr>
        <p:spPr/>
        <p:txBody>
          <a:bodyPr/>
          <a:lstStyle/>
          <a:p>
            <a:pPr>
              <a:buSzTx/>
            </a:pPr>
            <a:r>
              <a:rPr lang="en-US" sz="2800" dirty="0"/>
              <a:t> Normal response time is two (2) days for site visit and three (3) days to thirty (30) for proposal depending on complexity </a:t>
            </a:r>
          </a:p>
          <a:p>
            <a:pPr>
              <a:buSzTx/>
            </a:pPr>
            <a:r>
              <a:rPr lang="en-US" sz="2800" dirty="0"/>
              <a:t>Contractors must be able to respond within 120 Minutes in the event of an emergency to view a site and possibly give a price. (For projects on island of Oahu)</a:t>
            </a:r>
          </a:p>
        </p:txBody>
      </p:sp>
      <p:graphicFrame>
        <p:nvGraphicFramePr>
          <p:cNvPr id="287748" name="Object 4"/>
          <p:cNvGraphicFramePr>
            <a:graphicFrameLocks noChangeAspect="1"/>
          </p:cNvGraphicFramePr>
          <p:nvPr/>
        </p:nvGraphicFramePr>
        <p:xfrm>
          <a:off x="7467600" y="4334750"/>
          <a:ext cx="1884362" cy="2218450"/>
        </p:xfrm>
        <a:graphic>
          <a:graphicData uri="http://schemas.openxmlformats.org/presentationml/2006/ole">
            <mc:AlternateContent xmlns:mc="http://schemas.openxmlformats.org/markup-compatibility/2006">
              <mc:Choice xmlns:v="urn:schemas-microsoft-com:vml" Requires="v">
                <p:oleObj name="Clip" r:id="rId3" imgW="2826720" imgH="3497040" progId="">
                  <p:embed/>
                </p:oleObj>
              </mc:Choice>
              <mc:Fallback>
                <p:oleObj name="Clip" r:id="rId3" imgW="2826720" imgH="3497040" progId="">
                  <p:embed/>
                  <p:pic>
                    <p:nvPicPr>
                      <p:cNvPr id="28774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67600" y="4334750"/>
                        <a:ext cx="1884362" cy="2218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Insurance Requirements</a:t>
            </a:r>
          </a:p>
        </p:txBody>
      </p:sp>
      <p:sp>
        <p:nvSpPr>
          <p:cNvPr id="4" name="Content Placeholder 3"/>
          <p:cNvSpPr>
            <a:spLocks noGrp="1"/>
          </p:cNvSpPr>
          <p:nvPr>
            <p:ph idx="1"/>
          </p:nvPr>
        </p:nvSpPr>
        <p:spPr/>
        <p:txBody>
          <a:bodyPr/>
          <a:lstStyle/>
          <a:p>
            <a:r>
              <a:rPr lang="en-US" dirty="0"/>
              <a:t>MATOC contractors are required to have insurance while under contract- not just when the task order is issued.</a:t>
            </a:r>
          </a:p>
          <a:p>
            <a:r>
              <a:rPr lang="en-US" dirty="0"/>
              <a:t>You will have access to base for contract related events </a:t>
            </a:r>
          </a:p>
          <a:p>
            <a:r>
              <a:rPr lang="en-US" dirty="0"/>
              <a:t>Must be in place if responding to emergencies</a:t>
            </a:r>
          </a:p>
        </p:txBody>
      </p:sp>
      <p:sp>
        <p:nvSpPr>
          <p:cNvPr id="2" name="Slide Number Placeholder 1"/>
          <p:cNvSpPr>
            <a:spLocks noGrp="1"/>
          </p:cNvSpPr>
          <p:nvPr>
            <p:ph type="sldNum" sz="quarter" idx="12"/>
          </p:nvPr>
        </p:nvSpPr>
        <p:spPr/>
        <p:txBody>
          <a:bodyPr/>
          <a:lstStyle/>
          <a:p>
            <a:pPr>
              <a:defRPr/>
            </a:pPr>
            <a:fld id="{115F6680-F28C-49BE-AC8C-EEEB5205E8F7}" type="slidenum">
              <a:rPr lang="en-US" smtClean="0"/>
              <a:pPr>
                <a:defRPr/>
              </a:pPr>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normAutofit/>
          </a:bodyPr>
          <a:lstStyle/>
          <a:p>
            <a:r>
              <a:rPr lang="en-US" dirty="0"/>
              <a:t>Construction Wage Rates&amp; Bonds</a:t>
            </a:r>
          </a:p>
        </p:txBody>
      </p:sp>
      <p:sp>
        <p:nvSpPr>
          <p:cNvPr id="190467" name="Rectangle 3"/>
          <p:cNvSpPr>
            <a:spLocks noGrp="1" noChangeArrowheads="1"/>
          </p:cNvSpPr>
          <p:nvPr>
            <p:ph idx="1"/>
          </p:nvPr>
        </p:nvSpPr>
        <p:spPr/>
        <p:txBody>
          <a:bodyPr>
            <a:normAutofit/>
          </a:bodyPr>
          <a:lstStyle/>
          <a:p>
            <a:pPr>
              <a:lnSpc>
                <a:spcPct val="90000"/>
              </a:lnSpc>
              <a:buClr>
                <a:schemeClr val="tx2">
                  <a:lumMod val="50000"/>
                </a:schemeClr>
              </a:buClr>
              <a:buSzTx/>
            </a:pPr>
            <a:r>
              <a:rPr lang="en-US" sz="2800" dirty="0"/>
              <a:t>Most current Construction Wage rates will apply to each MATOC Request for Proposal</a:t>
            </a:r>
          </a:p>
          <a:p>
            <a:pPr lvl="1">
              <a:lnSpc>
                <a:spcPct val="90000"/>
              </a:lnSpc>
              <a:buClr>
                <a:schemeClr val="tx2">
                  <a:lumMod val="50000"/>
                </a:schemeClr>
              </a:buClr>
              <a:buSzTx/>
            </a:pPr>
            <a:r>
              <a:rPr lang="en-US" dirty="0"/>
              <a:t>Link to Web site will be provided- Note the most current wage determination at time of award of Task Order applies to the Task Order</a:t>
            </a:r>
          </a:p>
          <a:p>
            <a:pPr>
              <a:lnSpc>
                <a:spcPct val="90000"/>
              </a:lnSpc>
              <a:buClr>
                <a:schemeClr val="tx2">
                  <a:lumMod val="50000"/>
                </a:schemeClr>
              </a:buClr>
              <a:buSzTx/>
            </a:pPr>
            <a:r>
              <a:rPr lang="en-US" sz="2800" dirty="0"/>
              <a:t>Performance and Payment bonds are established by each Task Order </a:t>
            </a:r>
          </a:p>
          <a:p>
            <a:pPr lvl="1">
              <a:lnSpc>
                <a:spcPct val="90000"/>
              </a:lnSpc>
              <a:buClr>
                <a:schemeClr val="tx2">
                  <a:lumMod val="50000"/>
                </a:schemeClr>
              </a:buClr>
            </a:pPr>
            <a:r>
              <a:rPr lang="en-US" dirty="0"/>
              <a:t> PAYMENT BOND - T.O.&gt;35K</a:t>
            </a:r>
          </a:p>
          <a:p>
            <a:pPr lvl="1">
              <a:lnSpc>
                <a:spcPct val="90000"/>
              </a:lnSpc>
              <a:buClr>
                <a:schemeClr val="tx2">
                  <a:lumMod val="50000"/>
                </a:schemeClr>
              </a:buClr>
            </a:pPr>
            <a:r>
              <a:rPr lang="en-US" dirty="0"/>
              <a:t> PERFORMANCE BOND - T.O.&gt;$150K</a:t>
            </a:r>
          </a:p>
        </p:txBody>
      </p:sp>
      <p:sp>
        <p:nvSpPr>
          <p:cNvPr id="289796" name="Rectangle 4"/>
          <p:cNvSpPr>
            <a:spLocks noChangeArrowheads="1"/>
          </p:cNvSpPr>
          <p:nvPr/>
        </p:nvSpPr>
        <p:spPr bwMode="auto">
          <a:xfrm>
            <a:off x="1752600" y="2057400"/>
            <a:ext cx="8915400" cy="3581400"/>
          </a:xfrm>
          <a:prstGeom prst="rect">
            <a:avLst/>
          </a:prstGeom>
          <a:noFill/>
          <a:ln w="9525">
            <a:noFill/>
            <a:miter lim="800000"/>
            <a:headEnd/>
            <a:tailEnd/>
          </a:ln>
        </p:spPr>
        <p:txBody>
          <a:bodyPr lIns="92075" tIns="46038" rIns="92075" bIns="46038"/>
          <a:lstStyle/>
          <a:p>
            <a:pPr lvl="1" eaLnBrk="0" hangingPunct="0">
              <a:spcBef>
                <a:spcPct val="20000"/>
              </a:spcBef>
            </a:pPr>
            <a:endParaRPr lang="en-US" sz="3200" i="1" dirty="0">
              <a:latin typeface="Tahoma"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normAutofit/>
          </a:bodyPr>
          <a:lstStyle/>
          <a:p>
            <a:r>
              <a:rPr lang="en-US" dirty="0"/>
              <a:t>Bid Bonds</a:t>
            </a:r>
          </a:p>
        </p:txBody>
      </p:sp>
      <p:sp>
        <p:nvSpPr>
          <p:cNvPr id="190467" name="Rectangle 3"/>
          <p:cNvSpPr>
            <a:spLocks noGrp="1" noChangeArrowheads="1"/>
          </p:cNvSpPr>
          <p:nvPr>
            <p:ph idx="1"/>
          </p:nvPr>
        </p:nvSpPr>
        <p:spPr/>
        <p:txBody>
          <a:bodyPr>
            <a:normAutofit/>
          </a:bodyPr>
          <a:lstStyle/>
          <a:p>
            <a:pPr>
              <a:lnSpc>
                <a:spcPct val="90000"/>
              </a:lnSpc>
              <a:buClr>
                <a:schemeClr val="tx2">
                  <a:lumMod val="50000"/>
                </a:schemeClr>
              </a:buClr>
              <a:buSzTx/>
            </a:pPr>
            <a:r>
              <a:rPr lang="en-US" sz="4000" dirty="0"/>
              <a:t>If Performance &amp; Payment Bonds are required, a bid bond must also be submitted with the proposal</a:t>
            </a:r>
          </a:p>
        </p:txBody>
      </p:sp>
      <p:sp>
        <p:nvSpPr>
          <p:cNvPr id="289796" name="Rectangle 4"/>
          <p:cNvSpPr>
            <a:spLocks noChangeArrowheads="1"/>
          </p:cNvSpPr>
          <p:nvPr/>
        </p:nvSpPr>
        <p:spPr bwMode="auto">
          <a:xfrm>
            <a:off x="1752600" y="2057400"/>
            <a:ext cx="8915400" cy="3581400"/>
          </a:xfrm>
          <a:prstGeom prst="rect">
            <a:avLst/>
          </a:prstGeom>
          <a:noFill/>
          <a:ln w="9525">
            <a:noFill/>
            <a:miter lim="800000"/>
            <a:headEnd/>
            <a:tailEnd/>
          </a:ln>
        </p:spPr>
        <p:txBody>
          <a:bodyPr lIns="92075" tIns="46038" rIns="92075" bIns="46038"/>
          <a:lstStyle/>
          <a:p>
            <a:pPr lvl="1" eaLnBrk="0" hangingPunct="0">
              <a:spcBef>
                <a:spcPct val="20000"/>
              </a:spcBef>
            </a:pPr>
            <a:endParaRPr lang="en-US" sz="3200" i="1" dirty="0">
              <a:latin typeface="Tahoma" pitchFamily="34" charset="0"/>
            </a:endParaRPr>
          </a:p>
        </p:txBody>
      </p:sp>
    </p:spTree>
    <p:extLst>
      <p:ext uri="{BB962C8B-B14F-4D97-AF65-F5344CB8AC3E}">
        <p14:creationId xmlns:p14="http://schemas.microsoft.com/office/powerpoint/2010/main" val="9436040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lIns="92075" tIns="46038" rIns="92075" bIns="46038" anchor="b">
            <a:normAutofit fontScale="90000"/>
            <a:scene3d>
              <a:camera prst="orthographicFront"/>
              <a:lightRig rig="soft" dir="t">
                <a:rot lat="0" lon="0" rev="2400000"/>
              </a:lightRig>
            </a:scene3d>
            <a:sp3d>
              <a:bevelT w="19050" h="12700"/>
            </a:sp3d>
          </a:bodyPr>
          <a:lstStyle/>
          <a:p>
            <a:r>
              <a:rPr lang="en-US" dirty="0"/>
              <a:t>Task Order Award</a:t>
            </a:r>
            <a:br>
              <a:rPr lang="en-US" dirty="0"/>
            </a:br>
            <a:r>
              <a:rPr lang="en-US" dirty="0"/>
              <a:t>Execution Procedures</a:t>
            </a:r>
            <a:endParaRPr lang="en-US" sz="1800" dirty="0">
              <a:solidFill>
                <a:schemeClr val="bg1"/>
              </a:solidFill>
            </a:endParaRPr>
          </a:p>
        </p:txBody>
      </p:sp>
      <p:sp>
        <p:nvSpPr>
          <p:cNvPr id="192515" name="Rectangle 3"/>
          <p:cNvSpPr>
            <a:spLocks noGrp="1" noChangeArrowheads="1"/>
          </p:cNvSpPr>
          <p:nvPr>
            <p:ph idx="1"/>
          </p:nvPr>
        </p:nvSpPr>
        <p:spPr/>
        <p:txBody>
          <a:bodyPr lIns="92075" tIns="46038" rIns="92075" bIns="46038">
            <a:normAutofit/>
          </a:bodyPr>
          <a:lstStyle/>
          <a:p>
            <a:pPr>
              <a:buClr>
                <a:schemeClr val="tx2">
                  <a:lumMod val="50000"/>
                </a:schemeClr>
              </a:buClr>
            </a:pPr>
            <a:r>
              <a:rPr lang="en-US" sz="2800" dirty="0"/>
              <a:t>KO establishes site visit &amp; notifies MATOC Contractors by email</a:t>
            </a:r>
          </a:p>
          <a:p>
            <a:pPr lvl="1">
              <a:buClr>
                <a:schemeClr val="tx2">
                  <a:lumMod val="50000"/>
                </a:schemeClr>
              </a:buClr>
            </a:pPr>
            <a:r>
              <a:rPr lang="en-US" sz="2800" dirty="0"/>
              <a:t>Provides MATOC Project synopsis, offering letter and basis for award &amp; when available SOW/Plans/Wage Rates etc.(RFQ/RFP) (Note in some instances this will be provided at the site visit) </a:t>
            </a:r>
          </a:p>
          <a:p>
            <a:pPr lvl="1">
              <a:buClr>
                <a:schemeClr val="tx2">
                  <a:lumMod val="50000"/>
                </a:schemeClr>
              </a:buClr>
            </a:pPr>
            <a:r>
              <a:rPr lang="en-US" sz="2800" dirty="0"/>
              <a:t>KO &amp; Engineer conducts the site visit with MATOC Contractors</a:t>
            </a:r>
          </a:p>
          <a:p>
            <a:pPr lvl="1">
              <a:buClr>
                <a:schemeClr val="tx2">
                  <a:lumMod val="50000"/>
                </a:schemeClr>
              </a:buClr>
            </a:pPr>
            <a:r>
              <a:rPr lang="en-US" sz="2800" dirty="0"/>
              <a:t>KO validates proposal due date with Contractors</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p:txBody>
          <a:bodyPr>
            <a:normAutofit fontScale="90000"/>
          </a:bodyPr>
          <a:lstStyle/>
          <a:p>
            <a:r>
              <a:rPr lang="en-US" dirty="0"/>
              <a:t>Task Order Award </a:t>
            </a:r>
            <a:br>
              <a:rPr lang="en-US" dirty="0"/>
            </a:br>
            <a:r>
              <a:rPr lang="en-US" dirty="0"/>
              <a:t>Execution Procedures</a:t>
            </a:r>
            <a:endParaRPr lang="en-US" sz="3600" dirty="0"/>
          </a:p>
        </p:txBody>
      </p:sp>
      <p:sp>
        <p:nvSpPr>
          <p:cNvPr id="194563" name="Rectangle 3"/>
          <p:cNvSpPr>
            <a:spLocks noGrp="1" noChangeArrowheads="1"/>
          </p:cNvSpPr>
          <p:nvPr>
            <p:ph idx="1"/>
          </p:nvPr>
        </p:nvSpPr>
        <p:spPr>
          <a:xfrm>
            <a:off x="381000" y="1813718"/>
            <a:ext cx="11430000" cy="3230563"/>
          </a:xfrm>
        </p:spPr>
        <p:txBody>
          <a:bodyPr>
            <a:noAutofit/>
          </a:bodyPr>
          <a:lstStyle/>
          <a:p>
            <a:pPr>
              <a:lnSpc>
                <a:spcPct val="90000"/>
              </a:lnSpc>
            </a:pPr>
            <a:r>
              <a:rPr lang="en-US" sz="2800" dirty="0"/>
              <a:t>Contractor submits questions to KO who will provide answers to all </a:t>
            </a:r>
          </a:p>
          <a:p>
            <a:pPr>
              <a:lnSpc>
                <a:spcPct val="90000"/>
              </a:lnSpc>
            </a:pPr>
            <a:r>
              <a:rPr lang="en-US" sz="2800" dirty="0"/>
              <a:t>If necessary, engineer makes changes via addendum and forwards to KO who issues Amendment </a:t>
            </a:r>
          </a:p>
          <a:p>
            <a:pPr>
              <a:lnSpc>
                <a:spcPct val="90000"/>
              </a:lnSpc>
            </a:pPr>
            <a:r>
              <a:rPr lang="en-US" sz="2800" dirty="0"/>
              <a:t>Contractor submits price or best value proposal by hand carried, email, or fax as applicable</a:t>
            </a:r>
          </a:p>
          <a:p>
            <a:pPr>
              <a:lnSpc>
                <a:spcPct val="90000"/>
              </a:lnSpc>
            </a:pPr>
            <a:r>
              <a:rPr lang="en-US" sz="2800" dirty="0"/>
              <a:t>KO does evaluation and makes award upon receipt of funds</a:t>
            </a:r>
          </a:p>
          <a:p>
            <a:pPr>
              <a:lnSpc>
                <a:spcPct val="90000"/>
              </a:lnSpc>
            </a:pPr>
            <a:r>
              <a:rPr lang="en-US" sz="2800" dirty="0"/>
              <a:t>KO emails award notice to awardees</a:t>
            </a:r>
          </a:p>
          <a:p>
            <a:pPr>
              <a:lnSpc>
                <a:spcPct val="90000"/>
              </a:lnSpc>
            </a:pPr>
            <a:r>
              <a:rPr lang="en-US" sz="2800" dirty="0"/>
              <a:t>Notifies all others of award only</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p:txBody>
          <a:bodyPr lIns="92075" tIns="46038" rIns="92075" bIns="46038" anchor="b">
            <a:normAutofit/>
            <a:scene3d>
              <a:camera prst="orthographicFront"/>
              <a:lightRig rig="soft" dir="t">
                <a:rot lat="0" lon="0" rev="2400000"/>
              </a:lightRig>
            </a:scene3d>
            <a:sp3d>
              <a:bevelT w="19050" h="12700"/>
            </a:sp3d>
          </a:bodyPr>
          <a:lstStyle/>
          <a:p>
            <a:r>
              <a:rPr lang="en-US" dirty="0"/>
              <a:t>Plans and Specifications</a:t>
            </a:r>
          </a:p>
        </p:txBody>
      </p:sp>
      <p:sp>
        <p:nvSpPr>
          <p:cNvPr id="295939" name="Rectangle 3"/>
          <p:cNvSpPr>
            <a:spLocks noChangeArrowheads="1"/>
          </p:cNvSpPr>
          <p:nvPr/>
        </p:nvSpPr>
        <p:spPr bwMode="auto">
          <a:xfrm>
            <a:off x="1447800" y="1524000"/>
            <a:ext cx="8991600" cy="4953000"/>
          </a:xfrm>
          <a:prstGeom prst="rect">
            <a:avLst/>
          </a:prstGeom>
          <a:noFill/>
          <a:ln w="9525">
            <a:noFill/>
            <a:miter lim="800000"/>
            <a:headEnd/>
            <a:tailEnd/>
          </a:ln>
        </p:spPr>
        <p:txBody>
          <a:bodyPr lIns="92075" tIns="46038" rIns="92075" bIns="46038"/>
          <a:lstStyle/>
          <a:p>
            <a:pPr marL="231775" indent="-231775" eaLnBrk="0" hangingPunct="0">
              <a:spcBef>
                <a:spcPct val="20000"/>
              </a:spcBef>
              <a:buClr>
                <a:schemeClr val="tx2">
                  <a:lumMod val="50000"/>
                </a:schemeClr>
              </a:buClr>
              <a:buFont typeface="Arial" pitchFamily="34" charset="0"/>
              <a:buChar char="•"/>
            </a:pPr>
            <a:r>
              <a:rPr lang="en-US" sz="2800" dirty="0">
                <a:latin typeface="+mj-lt"/>
              </a:rPr>
              <a:t> Normal method of distribution will be via email or web posting</a:t>
            </a:r>
          </a:p>
          <a:p>
            <a:pPr marL="231775" indent="-231775" eaLnBrk="0" hangingPunct="0">
              <a:spcBef>
                <a:spcPct val="20000"/>
              </a:spcBef>
              <a:buClr>
                <a:schemeClr val="tx2">
                  <a:lumMod val="50000"/>
                </a:schemeClr>
              </a:buClr>
              <a:buFont typeface="Arial" pitchFamily="34" charset="0"/>
              <a:buChar char="•"/>
            </a:pPr>
            <a:r>
              <a:rPr lang="en-US" sz="2800" dirty="0">
                <a:latin typeface="+mj-lt"/>
              </a:rPr>
              <a:t> When issued on CD/DVD one set of project plans  &amp; specifications will be provided to each MATOC contractor at no cost.</a:t>
            </a:r>
          </a:p>
          <a:p>
            <a:pPr marL="231775" indent="-231775" eaLnBrk="0" hangingPunct="0">
              <a:spcBef>
                <a:spcPct val="20000"/>
              </a:spcBef>
              <a:buClr>
                <a:schemeClr val="tx2">
                  <a:lumMod val="50000"/>
                </a:schemeClr>
              </a:buClr>
              <a:buFont typeface="Arial" pitchFamily="34" charset="0"/>
              <a:buChar char="•"/>
            </a:pPr>
            <a:r>
              <a:rPr lang="en-US" sz="2800" dirty="0">
                <a:latin typeface="+mj-lt"/>
              </a:rPr>
              <a:t> It is the MATOC contractors responsibility to notify their subcontractors and provide them copies.</a:t>
            </a:r>
          </a:p>
          <a:p>
            <a:pPr marL="231775" indent="-231775" eaLnBrk="0" hangingPunct="0">
              <a:spcBef>
                <a:spcPct val="20000"/>
              </a:spcBef>
              <a:buClr>
                <a:schemeClr val="tx2">
                  <a:lumMod val="50000"/>
                </a:schemeClr>
              </a:buClr>
              <a:buFont typeface="Arial" pitchFamily="34" charset="0"/>
              <a:buChar char="•"/>
            </a:pPr>
            <a:r>
              <a:rPr lang="en-US" sz="2800" dirty="0">
                <a:latin typeface="+mj-lt"/>
              </a:rPr>
              <a:t> Electronic versions when available will be on the Web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p:txBody>
          <a:bodyPr lIns="92075" tIns="46038" rIns="92075" bIns="46038" anchor="b">
            <a:normAutofit/>
            <a:scene3d>
              <a:camera prst="orthographicFront"/>
              <a:lightRig rig="soft" dir="t">
                <a:rot lat="0" lon="0" rev="2400000"/>
              </a:lightRig>
            </a:scene3d>
            <a:sp3d>
              <a:bevelT w="19050" h="12700"/>
            </a:sp3d>
          </a:bodyPr>
          <a:lstStyle/>
          <a:p>
            <a:pPr algn="ctr"/>
            <a:r>
              <a:rPr lang="en-US" sz="4800" dirty="0"/>
              <a:t>PROPOSALS ARE DUE</a:t>
            </a:r>
            <a:br>
              <a:rPr lang="en-US" sz="4800" dirty="0"/>
            </a:br>
            <a:r>
              <a:rPr lang="en-US" sz="4800" dirty="0"/>
              <a:t> NOT </a:t>
            </a:r>
            <a:br>
              <a:rPr lang="en-US" sz="4800" dirty="0"/>
            </a:br>
            <a:r>
              <a:rPr lang="en-US" sz="4800" dirty="0"/>
              <a:t>LATER THAN</a:t>
            </a:r>
          </a:p>
        </p:txBody>
      </p:sp>
      <p:sp>
        <p:nvSpPr>
          <p:cNvPr id="198659" name="Rectangle 3"/>
          <p:cNvSpPr>
            <a:spLocks noGrp="1" noChangeArrowheads="1"/>
          </p:cNvSpPr>
          <p:nvPr>
            <p:ph type="body" idx="1"/>
          </p:nvPr>
        </p:nvSpPr>
        <p:spPr>
          <a:xfrm>
            <a:off x="2246313" y="3287712"/>
            <a:ext cx="7772400" cy="2655888"/>
          </a:xfrm>
        </p:spPr>
        <p:txBody>
          <a:bodyPr lIns="92075" tIns="46038" rIns="92075" bIns="46038" anchor="t">
            <a:normAutofit fontScale="92500" lnSpcReduction="10000"/>
          </a:bodyPr>
          <a:lstStyle/>
          <a:p>
            <a:pPr algn="ctr"/>
            <a:r>
              <a:rPr lang="en-US" sz="6600">
                <a:solidFill>
                  <a:srgbClr val="FFFF00"/>
                </a:solidFill>
              </a:rPr>
              <a:t>11 June 2025 </a:t>
            </a:r>
            <a:endParaRPr lang="en-US" sz="6600" dirty="0">
              <a:solidFill>
                <a:srgbClr val="FFFF00"/>
              </a:solidFill>
            </a:endParaRPr>
          </a:p>
          <a:p>
            <a:pPr algn="ctr"/>
            <a:r>
              <a:rPr lang="en-US" sz="6600" dirty="0">
                <a:solidFill>
                  <a:srgbClr val="FFFF00"/>
                </a:solidFill>
              </a:rPr>
              <a:t>3:30pm HST</a:t>
            </a:r>
            <a:endParaRPr lang="en-US" sz="2800" dirty="0">
              <a:solidFill>
                <a:srgbClr val="FFFF00"/>
              </a:solidFill>
            </a:endParaRPr>
          </a:p>
          <a:p>
            <a:pPr algn="ctr"/>
            <a:r>
              <a:rPr lang="en-US" sz="2800" dirty="0"/>
              <a:t>DON’T FORGET TO HAVE PAST PERFORMANCE REFERENCES SENT IN BY THIS TIME &amp; DATE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lstStyle/>
          <a:p>
            <a:r>
              <a:rPr lang="en-US" dirty="0"/>
              <a:t>Important Reminders</a:t>
            </a:r>
          </a:p>
        </p:txBody>
      </p:sp>
      <p:sp>
        <p:nvSpPr>
          <p:cNvPr id="200707" name="Rectangle 3"/>
          <p:cNvSpPr>
            <a:spLocks noGrp="1" noChangeArrowheads="1"/>
          </p:cNvSpPr>
          <p:nvPr>
            <p:ph idx="1"/>
          </p:nvPr>
        </p:nvSpPr>
        <p:spPr/>
        <p:txBody>
          <a:bodyPr>
            <a:normAutofit/>
          </a:bodyPr>
          <a:lstStyle/>
          <a:p>
            <a:r>
              <a:rPr lang="en-US" sz="2800" dirty="0"/>
              <a:t>Award is contemplated to be made without discussions - do not anticipate a chance to make corrections or changes </a:t>
            </a:r>
          </a:p>
          <a:p>
            <a:r>
              <a:rPr lang="en-US" sz="2800" dirty="0"/>
              <a:t>Your first proposal will probably be your only proposal!</a:t>
            </a:r>
          </a:p>
          <a:p>
            <a:r>
              <a:rPr lang="en-US" sz="2800" dirty="0"/>
              <a:t>Read the solicitation requirements carefully! </a:t>
            </a:r>
          </a:p>
          <a:p>
            <a:r>
              <a:rPr lang="en-US" sz="2800" dirty="0"/>
              <a:t>Consider using Section 00 22 16 to “rate” yourself before submitting the proposal - Is it complete?</a:t>
            </a:r>
          </a:p>
          <a:p>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title"/>
          </p:nvPr>
        </p:nvSpPr>
        <p:spPr/>
        <p:txBody>
          <a:bodyPr/>
          <a:lstStyle/>
          <a:p>
            <a:r>
              <a:rPr lang="en-US" dirty="0"/>
              <a:t>Important Reminders</a:t>
            </a:r>
            <a:r>
              <a:rPr lang="en-US" dirty="0">
                <a:solidFill>
                  <a:schemeClr val="bg1"/>
                </a:solidFill>
              </a:rPr>
              <a:t> </a:t>
            </a:r>
          </a:p>
        </p:txBody>
      </p:sp>
      <p:sp>
        <p:nvSpPr>
          <p:cNvPr id="202755" name="Rectangle 3"/>
          <p:cNvSpPr>
            <a:spLocks noGrp="1" noChangeArrowheads="1"/>
          </p:cNvSpPr>
          <p:nvPr>
            <p:ph idx="1"/>
          </p:nvPr>
        </p:nvSpPr>
        <p:spPr/>
        <p:txBody>
          <a:bodyPr/>
          <a:lstStyle/>
          <a:p>
            <a:pPr>
              <a:lnSpc>
                <a:spcPct val="90000"/>
              </a:lnSpc>
              <a:buClr>
                <a:schemeClr val="tx2">
                  <a:lumMod val="50000"/>
                </a:schemeClr>
              </a:buClr>
            </a:pPr>
            <a:r>
              <a:rPr lang="en-US" sz="2800" dirty="0"/>
              <a:t>All Amendments will be publicized on the SAM website</a:t>
            </a:r>
          </a:p>
          <a:p>
            <a:pPr>
              <a:lnSpc>
                <a:spcPct val="90000"/>
              </a:lnSpc>
              <a:buClr>
                <a:schemeClr val="tx2">
                  <a:lumMod val="50000"/>
                </a:schemeClr>
              </a:buClr>
            </a:pPr>
            <a:r>
              <a:rPr lang="en-US" sz="2800" dirty="0"/>
              <a:t>Check site regularly for changes &amp; refresh the page</a:t>
            </a:r>
          </a:p>
          <a:p>
            <a:pPr>
              <a:lnSpc>
                <a:spcPct val="90000"/>
              </a:lnSpc>
              <a:buClr>
                <a:schemeClr val="tx2">
                  <a:lumMod val="50000"/>
                </a:schemeClr>
              </a:buClr>
            </a:pPr>
            <a:r>
              <a:rPr lang="en-US" sz="2800" dirty="0"/>
              <a:t>After closing no information will be available until award</a:t>
            </a:r>
          </a:p>
          <a:p>
            <a:pPr lvl="1">
              <a:lnSpc>
                <a:spcPct val="90000"/>
              </a:lnSpc>
              <a:buClr>
                <a:schemeClr val="tx2">
                  <a:lumMod val="50000"/>
                </a:schemeClr>
              </a:buClr>
            </a:pPr>
            <a:r>
              <a:rPr lang="en-US" dirty="0"/>
              <a:t>Awards will be posted to the web </a:t>
            </a:r>
          </a:p>
          <a:p>
            <a:pPr lvl="1">
              <a:lnSpc>
                <a:spcPct val="90000"/>
              </a:lnSpc>
              <a:buClr>
                <a:schemeClr val="tx2">
                  <a:lumMod val="50000"/>
                </a:schemeClr>
              </a:buClr>
            </a:pPr>
            <a:r>
              <a:rPr lang="en-US" dirty="0"/>
              <a:t>Results should be announced in approximately 90 days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p:txBody>
          <a:bodyPr lIns="92075" tIns="46038" rIns="92075" bIns="46038" anchor="b">
            <a:normAutofit/>
            <a:scene3d>
              <a:camera prst="orthographicFront"/>
              <a:lightRig rig="soft" dir="t">
                <a:rot lat="0" lon="0" rev="2400000"/>
              </a:lightRig>
            </a:scene3d>
            <a:sp3d>
              <a:bevelT w="19050" h="12700"/>
            </a:sp3d>
          </a:bodyPr>
          <a:lstStyle/>
          <a:p>
            <a:r>
              <a:rPr lang="en-US" dirty="0"/>
              <a:t>Questions</a:t>
            </a:r>
          </a:p>
        </p:txBody>
      </p:sp>
      <p:sp>
        <p:nvSpPr>
          <p:cNvPr id="204804" name="Rectangle 4"/>
          <p:cNvSpPr>
            <a:spLocks noGrp="1" noChangeArrowheads="1"/>
          </p:cNvSpPr>
          <p:nvPr>
            <p:ph idx="1"/>
          </p:nvPr>
        </p:nvSpPr>
        <p:spPr/>
        <p:txBody>
          <a:bodyPr>
            <a:normAutofit/>
          </a:bodyPr>
          <a:lstStyle/>
          <a:p>
            <a:r>
              <a:rPr lang="en-US" sz="2800" dirty="0"/>
              <a:t>Questions must be submitted in writing via email to </a:t>
            </a:r>
            <a:r>
              <a:rPr lang="en-US" sz="2800" dirty="0">
                <a:hlinkClick r:id="rId3">
                  <a:extLst>
                    <a:ext uri="{A12FA001-AC4F-418D-AE19-62706E023703}">
                      <ahyp:hlinkClr xmlns:ahyp="http://schemas.microsoft.com/office/drawing/2018/hyperlinkcolor" val="tx"/>
                    </a:ext>
                  </a:extLst>
                </a:hlinkClick>
              </a:rPr>
              <a:t>cezar.y.deveas.mil@army.</a:t>
            </a:r>
            <a:r>
              <a:rPr lang="en-US" sz="2800" dirty="0">
                <a:hlinkClick r:id="rId3">
                  <a:extLst>
                    <a:ext uri="{A12FA001-AC4F-418D-AE19-62706E023703}">
                      <ahyp:hlinkClr xmlns:ahyp="http://schemas.microsoft.com/office/drawing/2018/hyperlinkcolor" val="tx"/>
                    </a:ext>
                  </a:extLst>
                </a:hlinkClick>
              </a:rPr>
              <a:t>m</a:t>
            </a:r>
            <a:r>
              <a:rPr lang="en-US" sz="2800" dirty="0">
                <a:hlinkClick r:id="rId3">
                  <a:extLst>
                    <a:ext uri="{A12FA001-AC4F-418D-AE19-62706E023703}">
                      <ahyp:hlinkClr xmlns:ahyp="http://schemas.microsoft.com/office/drawing/2018/hyperlinkcolor" val="tx"/>
                    </a:ext>
                  </a:extLst>
                </a:hlinkClick>
              </a:rPr>
              <a:t>il</a:t>
            </a:r>
            <a:r>
              <a:rPr lang="en-US" sz="2800" dirty="0"/>
              <a:t> and </a:t>
            </a:r>
            <a:r>
              <a:rPr lang="en-US" sz="2800" dirty="0">
                <a:hlinkClick r:id="rId4">
                  <a:extLst>
                    <a:ext uri="{A12FA001-AC4F-418D-AE19-62706E023703}">
                      <ahyp:hlinkClr xmlns:ahyp="http://schemas.microsoft.com/office/drawing/2018/hyperlinkcolor" val="tx"/>
                    </a:ext>
                  </a:extLst>
                </a:hlinkClick>
              </a:rPr>
              <a:t>anthony.g.reyes1.civ@army.mil</a:t>
            </a:r>
            <a:r>
              <a:rPr lang="en-US" sz="2800" dirty="0"/>
              <a:t> </a:t>
            </a:r>
            <a:endParaRPr lang="en-US" sz="2800" u="sng" dirty="0"/>
          </a:p>
          <a:p>
            <a:r>
              <a:rPr lang="en-US" sz="2800" dirty="0"/>
              <a:t>Submit questions NLT COB  </a:t>
            </a:r>
            <a:r>
              <a:rPr lang="en-US" sz="2800" dirty="0">
                <a:solidFill>
                  <a:srgbClr val="FFFF00"/>
                </a:solidFill>
              </a:rPr>
              <a:t>fifth business day prior </a:t>
            </a:r>
            <a:r>
              <a:rPr lang="en-US" sz="2800">
                <a:solidFill>
                  <a:srgbClr val="FFFF00"/>
                </a:solidFill>
              </a:rPr>
              <a:t>to solicitation closing</a:t>
            </a:r>
            <a:endParaRPr lang="en-US" sz="2800" dirty="0">
              <a:solidFill>
                <a:srgbClr val="FFFF00"/>
              </a:solidFill>
            </a:endParaRPr>
          </a:p>
          <a:p>
            <a:r>
              <a:rPr lang="en-US" sz="2800" dirty="0"/>
              <a:t>Submit questions to KO only do not call other government personnel</a:t>
            </a:r>
          </a:p>
          <a:p>
            <a:r>
              <a:rPr lang="en-US" sz="2800" dirty="0"/>
              <a:t>Questions received late may be held and addressed after RFP closing with those who submitted offerors</a:t>
            </a:r>
          </a:p>
          <a:p>
            <a:r>
              <a:rPr lang="en-US" sz="2800" dirty="0"/>
              <a:t>Questions and answers will be posted to the web site only</a:t>
            </a:r>
            <a:endParaRPr lang="en-US" sz="2800" u="sng" dirty="0"/>
          </a:p>
        </p:txBody>
      </p:sp>
      <p:sp>
        <p:nvSpPr>
          <p:cNvPr id="304131" name="Rectangle 3"/>
          <p:cNvSpPr>
            <a:spLocks noChangeArrowheads="1"/>
          </p:cNvSpPr>
          <p:nvPr/>
        </p:nvSpPr>
        <p:spPr bwMode="auto">
          <a:xfrm>
            <a:off x="2133600" y="2057400"/>
            <a:ext cx="7772400" cy="4495800"/>
          </a:xfrm>
          <a:prstGeom prst="rect">
            <a:avLst/>
          </a:prstGeom>
          <a:noFill/>
          <a:ln w="9525">
            <a:noFill/>
            <a:miter lim="800000"/>
            <a:headEnd/>
            <a:tailEnd/>
          </a:ln>
        </p:spPr>
        <p:txBody>
          <a:bodyPr lIns="92075" tIns="46038" rIns="92075" bIns="46038"/>
          <a:lstStyle/>
          <a:p>
            <a:pPr algn="ctr" eaLnBrk="0" hangingPunct="0">
              <a:spcBef>
                <a:spcPct val="20000"/>
              </a:spcBef>
            </a:pPr>
            <a:endParaRPr lang="en-US" sz="3400" b="1" dirty="0">
              <a:latin typeface="Tahoma" pitchFamily="34" charset="0"/>
            </a:endParaRPr>
          </a:p>
          <a:p>
            <a:pPr algn="r" eaLnBrk="0" hangingPunct="0">
              <a:spcBef>
                <a:spcPct val="20000"/>
              </a:spcBef>
            </a:pPr>
            <a:r>
              <a:rPr lang="en-US" sz="3400" dirty="0">
                <a:latin typeface="Tahoma" pitchFamily="34" charset="0"/>
              </a:rPr>
              <a:t>  </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a:xfrm>
            <a:off x="3200400" y="304800"/>
            <a:ext cx="7010400" cy="1143000"/>
          </a:xfrm>
        </p:spPr>
        <p:txBody>
          <a:bodyPr/>
          <a:lstStyle/>
          <a:p>
            <a:r>
              <a:rPr lang="en-US" dirty="0"/>
              <a:t>Answers to Questions</a:t>
            </a:r>
          </a:p>
        </p:txBody>
      </p:sp>
      <p:sp>
        <p:nvSpPr>
          <p:cNvPr id="190467" name="Rectangle 3"/>
          <p:cNvSpPr>
            <a:spLocks noGrp="1" noChangeArrowheads="1"/>
          </p:cNvSpPr>
          <p:nvPr>
            <p:ph type="body" idx="1"/>
          </p:nvPr>
        </p:nvSpPr>
        <p:spPr>
          <a:xfrm>
            <a:off x="2209800" y="2057400"/>
            <a:ext cx="8077200" cy="4572000"/>
          </a:xfrm>
          <a:ln/>
        </p:spPr>
        <p:txBody>
          <a:bodyPr/>
          <a:lstStyle/>
          <a:p>
            <a:pPr>
              <a:lnSpc>
                <a:spcPct val="90000"/>
              </a:lnSpc>
            </a:pPr>
            <a:r>
              <a:rPr lang="en-US" b="0" dirty="0">
                <a:effectLst/>
              </a:rPr>
              <a:t>All questions, on a non-attribution basis, and the answers will be posted to the SAM website </a:t>
            </a:r>
          </a:p>
          <a:p>
            <a:pPr>
              <a:lnSpc>
                <a:spcPct val="90000"/>
              </a:lnSpc>
            </a:pPr>
            <a:r>
              <a:rPr lang="en-US" b="0" dirty="0">
                <a:effectLst/>
              </a:rPr>
              <a:t>If necessary addendums, issued by an amendment, will also be posted</a:t>
            </a:r>
          </a:p>
          <a:p>
            <a:pPr>
              <a:lnSpc>
                <a:spcPct val="90000"/>
              </a:lnSpc>
            </a:pPr>
            <a:r>
              <a:rPr lang="en-US" b="0" dirty="0">
                <a:effectLst/>
              </a:rPr>
              <a:t>Check web site regularly and don’t forget to refresh web page</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title"/>
          </p:nvPr>
        </p:nvSpPr>
        <p:spPr/>
        <p:txBody>
          <a:bodyPr/>
          <a:lstStyle/>
          <a:p>
            <a:pPr eaLnBrk="1" hangingPunct="1">
              <a:defRPr/>
            </a:pPr>
            <a:r>
              <a:rPr lang="en-US" dirty="0"/>
              <a:t>Helpful Websites</a:t>
            </a:r>
          </a:p>
        </p:txBody>
      </p:sp>
      <p:sp>
        <p:nvSpPr>
          <p:cNvPr id="187395" name="Rectangle 3"/>
          <p:cNvSpPr>
            <a:spLocks noGrp="1" noChangeArrowheads="1"/>
          </p:cNvSpPr>
          <p:nvPr>
            <p:ph idx="1"/>
          </p:nvPr>
        </p:nvSpPr>
        <p:spPr>
          <a:xfrm>
            <a:off x="1752600" y="1981200"/>
            <a:ext cx="8534400" cy="4114800"/>
          </a:xfrm>
        </p:spPr>
        <p:txBody>
          <a:bodyPr/>
          <a:lstStyle/>
          <a:p>
            <a:pPr eaLnBrk="1" hangingPunct="1">
              <a:defRPr/>
            </a:pPr>
            <a:r>
              <a:rPr lang="en-US" dirty="0">
                <a:effectLst/>
                <a:latin typeface="+mj-lt"/>
                <a:hlinkClick r:id="rId3">
                  <a:extLst>
                    <a:ext uri="{A12FA001-AC4F-418D-AE19-62706E023703}">
                      <ahyp:hlinkClr xmlns:ahyp="http://schemas.microsoft.com/office/drawing/2018/hyperlinkcolor" val="tx"/>
                    </a:ext>
                  </a:extLst>
                </a:hlinkClick>
              </a:rPr>
              <a:t>www.sam.gov</a:t>
            </a:r>
            <a:endParaRPr lang="en-US" dirty="0">
              <a:effectLst/>
              <a:latin typeface="+mj-lt"/>
            </a:endParaRPr>
          </a:p>
          <a:p>
            <a:pPr eaLnBrk="1" hangingPunct="1">
              <a:defRPr/>
            </a:pPr>
            <a:r>
              <a:rPr lang="en-US" dirty="0">
                <a:latin typeface="+mj-lt"/>
                <a:hlinkClick r:id="rId4">
                  <a:extLst>
                    <a:ext uri="{A12FA001-AC4F-418D-AE19-62706E023703}">
                      <ahyp:hlinkClr xmlns:ahyp="http://schemas.microsoft.com/office/drawing/2018/hyperlinkcolor" val="tx"/>
                    </a:ext>
                  </a:extLst>
                </a:hlinkClick>
              </a:rPr>
              <a:t>https://wawf.eb.mil</a:t>
            </a:r>
            <a:r>
              <a:rPr lang="en-US" dirty="0">
                <a:latin typeface="+mj-lt"/>
              </a:rPr>
              <a:t> </a:t>
            </a:r>
            <a:endParaRPr lang="en-US" dirty="0">
              <a:effectLst/>
              <a:latin typeface="+mj-lt"/>
            </a:endParaRPr>
          </a:p>
          <a:p>
            <a:pPr>
              <a:defRPr/>
            </a:pPr>
            <a:r>
              <a:rPr lang="en-US" dirty="0">
                <a:latin typeface="+mj-lt"/>
                <a:hlinkClick r:id="rId5">
                  <a:extLst>
                    <a:ext uri="{A12FA001-AC4F-418D-AE19-62706E023703}">
                      <ahyp:hlinkClr xmlns:ahyp="http://schemas.microsoft.com/office/drawing/2018/hyperlinkcolor" val="tx"/>
                    </a:ext>
                  </a:extLst>
                </a:hlinkClick>
              </a:rPr>
              <a:t>https://www.dol.gov/agencies/whd/government-contracts/construction</a:t>
            </a:r>
            <a:r>
              <a:rPr lang="en-US" dirty="0">
                <a:latin typeface="+mj-lt"/>
              </a:rPr>
              <a:t> </a:t>
            </a:r>
            <a:endParaRPr lang="en-US" dirty="0">
              <a:effectLst/>
              <a:latin typeface="Times New Roman" pitchFamily="18" charset="0"/>
            </a:endParaRPr>
          </a:p>
          <a:p>
            <a:pPr eaLnBrk="1" hangingPunct="1">
              <a:buFontTx/>
              <a:buNone/>
              <a:defRPr/>
            </a:pPr>
            <a:endParaRPr lang="en-US" dirty="0"/>
          </a:p>
        </p:txBody>
      </p:sp>
      <p:sp>
        <p:nvSpPr>
          <p:cNvPr id="4" name="Slide Number Placeholder 3"/>
          <p:cNvSpPr>
            <a:spLocks noGrp="1"/>
          </p:cNvSpPr>
          <p:nvPr>
            <p:ph type="sldNum" sz="quarter" idx="12"/>
          </p:nvPr>
        </p:nvSpPr>
        <p:spPr/>
        <p:txBody>
          <a:bodyPr/>
          <a:lstStyle/>
          <a:p>
            <a:pPr>
              <a:defRPr/>
            </a:pPr>
            <a:fld id="{01CFFBE5-8CAF-4DEC-8004-03A30EC44012}" type="slidenum">
              <a:rPr lang="en-US" smtClean="0"/>
              <a:pPr>
                <a:defRPr/>
              </a:pPr>
              <a:t>41</a:t>
            </a:fld>
            <a:endParaRPr lang="en-US" dirty="0"/>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normAutofit fontScale="92500" lnSpcReduction="20000"/>
          </a:bodyPr>
          <a:lstStyle/>
          <a:p>
            <a:pPr>
              <a:defRPr/>
            </a:pPr>
            <a:fld id="{553E2FAA-AB31-44C0-B39F-D555FCAA419A}" type="slidenum">
              <a:rPr lang="en-US">
                <a:solidFill>
                  <a:schemeClr val="tx2">
                    <a:shade val="90000"/>
                  </a:schemeClr>
                </a:solidFill>
              </a:rPr>
              <a:pPr>
                <a:defRPr/>
              </a:pPr>
              <a:t>42</a:t>
            </a:fld>
            <a:endParaRPr lang="en-US" dirty="0">
              <a:solidFill>
                <a:schemeClr val="tx2">
                  <a:shade val="90000"/>
                </a:schemeClr>
              </a:solidFill>
            </a:endParaRPr>
          </a:p>
        </p:txBody>
      </p:sp>
      <p:pic>
        <p:nvPicPr>
          <p:cNvPr id="16387" name="Picture 6" descr="MCj01560530000[1]"/>
          <p:cNvPicPr>
            <a:picLocks noGrp="1" noChangeAspect="1" noChangeArrowheads="1"/>
          </p:cNvPicPr>
          <p:nvPr>
            <p:ph idx="4294967295"/>
          </p:nvPr>
        </p:nvPicPr>
        <p:blipFill>
          <a:blip r:embed="rId3" cstate="print"/>
          <a:srcRect/>
          <a:stretch>
            <a:fillRect/>
          </a:stretch>
        </p:blipFill>
        <p:spPr>
          <a:xfrm>
            <a:off x="7848601" y="2057400"/>
            <a:ext cx="1438275" cy="1581150"/>
          </a:xfrm>
        </p:spPr>
      </p:pic>
      <p:sp>
        <p:nvSpPr>
          <p:cNvPr id="57346" name="Rectangle 2"/>
          <p:cNvSpPr>
            <a:spLocks noGrp="1" noChangeArrowheads="1"/>
          </p:cNvSpPr>
          <p:nvPr>
            <p:ph type="title" idx="4294967295"/>
          </p:nvPr>
        </p:nvSpPr>
        <p:spPr>
          <a:xfrm>
            <a:off x="3657600" y="304800"/>
            <a:ext cx="6553200" cy="1143000"/>
          </a:xfrm>
        </p:spPr>
        <p:txBody>
          <a:bodyPr/>
          <a:lstStyle/>
          <a:p>
            <a:pPr>
              <a:defRPr/>
            </a:pPr>
            <a:r>
              <a:rPr lang="en-US" sz="6000" dirty="0">
                <a:solidFill>
                  <a:srgbClr val="DEF5FA">
                    <a:tint val="100000"/>
                    <a:shade val="90000"/>
                    <a:satMod val="250000"/>
                    <a:alpha val="100000"/>
                  </a:srgbClr>
                </a:solidFill>
              </a:rPr>
              <a:t>Questions</a:t>
            </a:r>
            <a:endParaRPr lang="en-US" sz="6000" dirty="0">
              <a:solidFill>
                <a:schemeClr val="accent3">
                  <a:lumMod val="60000"/>
                  <a:lumOff val="40000"/>
                </a:schemeClr>
              </a:solidFill>
              <a:effectLst>
                <a:outerShdw blurRad="38100" dist="38100" dir="2700000" algn="tl">
                  <a:srgbClr val="000000">
                    <a:alpha val="43137"/>
                  </a:srgbClr>
                </a:outerShdw>
              </a:effectLst>
            </a:endParaRPr>
          </a:p>
        </p:txBody>
      </p:sp>
      <p:pic>
        <p:nvPicPr>
          <p:cNvPr id="16389" name="Picture 3" descr="MCj01560530000[1]"/>
          <p:cNvPicPr>
            <a:picLocks noChangeAspect="1" noChangeArrowheads="1"/>
          </p:cNvPicPr>
          <p:nvPr/>
        </p:nvPicPr>
        <p:blipFill>
          <a:blip r:embed="rId4" cstate="print"/>
          <a:srcRect/>
          <a:stretch>
            <a:fillRect/>
          </a:stretch>
        </p:blipFill>
        <p:spPr bwMode="auto">
          <a:xfrm>
            <a:off x="2209801" y="4432300"/>
            <a:ext cx="1522413" cy="1739900"/>
          </a:xfrm>
          <a:prstGeom prst="rect">
            <a:avLst/>
          </a:prstGeom>
          <a:noFill/>
          <a:ln w="9525">
            <a:noFill/>
            <a:miter lim="800000"/>
            <a:headEnd/>
            <a:tailEnd/>
          </a:ln>
        </p:spPr>
      </p:pic>
      <p:pic>
        <p:nvPicPr>
          <p:cNvPr id="16390" name="Picture 4" descr="MCj00787110000[1]"/>
          <p:cNvPicPr>
            <a:picLocks noChangeAspect="1" noChangeArrowheads="1"/>
          </p:cNvPicPr>
          <p:nvPr/>
        </p:nvPicPr>
        <p:blipFill>
          <a:blip r:embed="rId5" cstate="print">
            <a:lum bright="62000"/>
            <a:grayscl/>
          </a:blip>
          <a:srcRect/>
          <a:stretch>
            <a:fillRect/>
          </a:stretch>
        </p:blipFill>
        <p:spPr bwMode="auto">
          <a:xfrm>
            <a:off x="5562601" y="2057401"/>
            <a:ext cx="1622425" cy="3933825"/>
          </a:xfrm>
          <a:prstGeom prst="rect">
            <a:avLst/>
          </a:prstGeom>
          <a:noFill/>
          <a:ln w="9525">
            <a:noFill/>
            <a:miter lim="800000"/>
            <a:headEnd/>
            <a:tailEnd/>
          </a:ln>
        </p:spPr>
      </p:pic>
      <p:pic>
        <p:nvPicPr>
          <p:cNvPr id="16391" name="Picture 5" descr="MCj04315120000[1]"/>
          <p:cNvPicPr>
            <a:picLocks noChangeAspect="1" noChangeArrowheads="1"/>
          </p:cNvPicPr>
          <p:nvPr/>
        </p:nvPicPr>
        <p:blipFill>
          <a:blip r:embed="rId6" cstate="print"/>
          <a:srcRect/>
          <a:stretch>
            <a:fillRect/>
          </a:stretch>
        </p:blipFill>
        <p:spPr bwMode="auto">
          <a:xfrm>
            <a:off x="2895600" y="2057400"/>
            <a:ext cx="1828800" cy="1828800"/>
          </a:xfrm>
          <a:prstGeom prst="rect">
            <a:avLst/>
          </a:prstGeom>
          <a:noFill/>
          <a:ln w="9525">
            <a:noFill/>
            <a:miter lim="800000"/>
            <a:headEnd/>
            <a:tailEnd/>
          </a:ln>
        </p:spPr>
      </p:pic>
      <p:pic>
        <p:nvPicPr>
          <p:cNvPr id="16392" name="Picture 7" descr="MCj04315120000[1]"/>
          <p:cNvPicPr>
            <a:picLocks noChangeAspect="1" noChangeArrowheads="1"/>
          </p:cNvPicPr>
          <p:nvPr/>
        </p:nvPicPr>
        <p:blipFill>
          <a:blip r:embed="rId6" cstate="print"/>
          <a:srcRect/>
          <a:stretch>
            <a:fillRect/>
          </a:stretch>
        </p:blipFill>
        <p:spPr bwMode="auto">
          <a:xfrm>
            <a:off x="7848600" y="4572000"/>
            <a:ext cx="1828800" cy="1828800"/>
          </a:xfrm>
          <a:prstGeom prst="rect">
            <a:avLst/>
          </a:prstGeom>
          <a:noFill/>
          <a:ln w="9525">
            <a:noFill/>
            <a:miter lim="800000"/>
            <a:headEnd/>
            <a:tailEnd/>
          </a:ln>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oundry">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Foundry">
      <a:majorFont>
        <a:latin typeface="Rockwell"/>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oundry">
      <a:fillStyleLst>
        <a:solidFill>
          <a:schemeClr val="phClr"/>
        </a:solidFill>
        <a:gradFill rotWithShape="1">
          <a:gsLst>
            <a:gs pos="0">
              <a:schemeClr val="phClr">
                <a:tint val="70000"/>
                <a:satMod val="180000"/>
              </a:schemeClr>
            </a:gs>
            <a:gs pos="62000">
              <a:schemeClr val="phClr">
                <a:tint val="30000"/>
                <a:satMod val="180000"/>
              </a:schemeClr>
            </a:gs>
            <a:gs pos="100000">
              <a:schemeClr val="phClr">
                <a:tint val="22000"/>
                <a:satMod val="180000"/>
              </a:schemeClr>
            </a:gs>
          </a:gsLst>
          <a:lin ang="16200000" scaled="0"/>
        </a:gradFill>
        <a:gradFill rotWithShape="1">
          <a:gsLst>
            <a:gs pos="0">
              <a:schemeClr val="phClr">
                <a:shade val="58000"/>
                <a:satMod val="150000"/>
              </a:schemeClr>
            </a:gs>
            <a:gs pos="72000">
              <a:schemeClr val="phClr">
                <a:tint val="90000"/>
                <a:satMod val="135000"/>
              </a:schemeClr>
            </a:gs>
            <a:gs pos="100000">
              <a:schemeClr val="phClr">
                <a:tint val="80000"/>
                <a:satMod val="155000"/>
              </a:schemeClr>
            </a:gs>
          </a:gsLst>
          <a:lin ang="16200000" scaled="0"/>
        </a:gradFill>
      </a:fillStyleLst>
      <a:lnStyleLst>
        <a:ln w="9525" cap="flat" cmpd="sng" algn="ctr">
          <a:solidFill>
            <a:schemeClr val="phClr">
              <a:shade val="80000"/>
            </a:schemeClr>
          </a:solidFill>
          <a:prstDash val="solid"/>
        </a:ln>
        <a:ln w="38100" cap="flat" cmpd="sng" algn="ctr">
          <a:solidFill>
            <a:schemeClr val="phClr"/>
          </a:solidFill>
          <a:prstDash val="solid"/>
        </a:ln>
        <a:ln w="38100" cap="flat" cmpd="sng" algn="ctr">
          <a:solidFill>
            <a:schemeClr val="phClr"/>
          </a:solidFill>
          <a:prstDash val="solid"/>
        </a:ln>
      </a:lnStyleLst>
      <a:effectStyleLst>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scene3d>
            <a:camera prst="orthographicFront" fov="0">
              <a:rot lat="0" lon="0" rev="0"/>
            </a:camera>
            <a:lightRig rig="soft" dir="tl">
              <a:rot lat="0" lon="0" rev="20000000"/>
            </a:lightRig>
          </a:scene3d>
          <a:sp3d prstMaterial="matte">
            <a:bevelT w="63500" h="63500" prst="coolSlant"/>
          </a:sp3d>
        </a:effectStyle>
      </a:effectStyleLst>
      <a:bgFillStyleLst>
        <a:solidFill>
          <a:schemeClr val="phClr"/>
        </a:solidFill>
        <a:gradFill rotWithShape="1">
          <a:gsLst>
            <a:gs pos="0">
              <a:schemeClr val="phClr">
                <a:tint val="75000"/>
                <a:satMod val="400000"/>
              </a:schemeClr>
            </a:gs>
            <a:gs pos="20000">
              <a:schemeClr val="phClr">
                <a:tint val="80000"/>
                <a:satMod val="355000"/>
              </a:schemeClr>
            </a:gs>
            <a:gs pos="100000">
              <a:schemeClr val="phClr">
                <a:tint val="95000"/>
                <a:shade val="55000"/>
                <a:satMod val="355000"/>
              </a:schemeClr>
            </a:gs>
          </a:gsLst>
          <a:path path="circle">
            <a:fillToRect l="67500" t="35000" r="32500" b="65000"/>
          </a:path>
        </a:gradFill>
        <a:blipFill>
          <a:blip xmlns:r="http://schemas.openxmlformats.org/officeDocument/2006/relationships" r:embed="rId1">
            <a:duotone>
              <a:schemeClr val="phClr">
                <a:shade val="30000"/>
                <a:satMod val="120000"/>
              </a:schemeClr>
              <a:schemeClr val="phClr">
                <a:tint val="70000"/>
                <a:satMod val="250000"/>
              </a:schemeClr>
            </a:duotone>
          </a:blip>
          <a:tile tx="0" ty="0" sx="50000" sy="50000" flip="none" algn="t"/>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D436AC1C44FBE48B76F8349B3BD355C" ma:contentTypeVersion="5" ma:contentTypeDescription="Create a new document." ma:contentTypeScope="" ma:versionID="4bdbd19c689189cee7662f26f731a6bc">
  <xsd:schema xmlns:xsd="http://www.w3.org/2001/XMLSchema" xmlns:xs="http://www.w3.org/2001/XMLSchema" xmlns:p="http://schemas.microsoft.com/office/2006/metadata/properties" xmlns:ns2="75be966c-58ea-4732-98f0-fa2ff5b304f1" targetNamespace="http://schemas.microsoft.com/office/2006/metadata/properties" ma:root="true" ma:fieldsID="83376b0b4f3b1d915b321f704af085c7" ns2:_="">
    <xsd:import namespace="75be966c-58ea-4732-98f0-fa2ff5b304f1"/>
    <xsd:element name="properties">
      <xsd:complexType>
        <xsd:sequence>
          <xsd:element name="documentManagement">
            <xsd:complexType>
              <xsd:all>
                <xsd:element ref="ns2:_dlc_DocId" minOccurs="0"/>
                <xsd:element ref="ns2:_dlc_DocIdUrl" minOccurs="0"/>
                <xsd:element ref="ns2: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be966c-58ea-4732-98f0-fa2ff5b304f1"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dlc_DocId xmlns="75be966c-58ea-4732-98f0-fa2ff5b304f1">ZKCPYJD76D4Y-1650450769-342</_dlc_DocId>
    <_dlc_DocIdUrl xmlns="75be966c-58ea-4732-98f0-fa2ff5b304f1">
      <Url>https://portal.ng.mil/ngb/STAFF/D01/D01/S01/_layouts/15/DocIdRedir.aspx?ID=ZKCPYJD76D4Y-1650450769-342</Url>
      <Description>ZKCPYJD76D4Y-1650450769-342</Description>
    </_dlc_DocIdUrl>
    <_dlc_DocIdPersistId xmlns="75be966c-58ea-4732-98f0-fa2ff5b304f1">false</_dlc_DocIdPersistId>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F4B3BA32-58CB-4C9C-9BB8-9A887EEBC6F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5be966c-58ea-4732-98f0-fa2ff5b304f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26633AC-4294-4AC0-AE00-8A58EC92D82A}">
  <ds:schemaRefs>
    <ds:schemaRef ds:uri="75be966c-58ea-4732-98f0-fa2ff5b304f1"/>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http://purl.org/dc/elements/1.1/"/>
    <ds:schemaRef ds:uri="http://schemas.microsoft.com/office/2006/metadata/properties"/>
    <ds:schemaRef ds:uri="http://www.w3.org/XML/1998/namespace"/>
    <ds:schemaRef ds:uri="http://purl.org/dc/terms/"/>
  </ds:schemaRefs>
</ds:datastoreItem>
</file>

<file path=customXml/itemProps3.xml><?xml version="1.0" encoding="utf-8"?>
<ds:datastoreItem xmlns:ds="http://schemas.openxmlformats.org/officeDocument/2006/customXml" ds:itemID="{747FD69C-1D57-4746-AC94-1803645964FF}">
  <ds:schemaRefs>
    <ds:schemaRef ds:uri="http://schemas.microsoft.com/sharepoint/v3/contenttype/forms"/>
  </ds:schemaRefs>
</ds:datastoreItem>
</file>

<file path=customXml/itemProps4.xml><?xml version="1.0" encoding="utf-8"?>
<ds:datastoreItem xmlns:ds="http://schemas.openxmlformats.org/officeDocument/2006/customXml" ds:itemID="{E6532D50-AD1D-4889-A245-2C861F793052}">
  <ds:schemaRefs>
    <ds:schemaRef ds:uri="http://schemas.microsoft.com/sharepoint/events"/>
  </ds:schemaRefs>
</ds:datastoreItem>
</file>

<file path=docMetadata/LabelInfo.xml><?xml version="1.0" encoding="utf-8"?>
<clbl:labelList xmlns:clbl="http://schemas.microsoft.com/office/2020/mipLabelMetadata">
  <clbl:label id="{fae6d70f-954b-4811-92b6-0530d6f84c43}" enabled="0" method="" siteId="{fae6d70f-954b-4811-92b6-0530d6f84c43}" removed="1"/>
</clbl:labelList>
</file>

<file path=docProps/app.xml><?xml version="1.0" encoding="utf-8"?>
<Properties xmlns="http://schemas.openxmlformats.org/officeDocument/2006/extended-properties" xmlns:vt="http://schemas.openxmlformats.org/officeDocument/2006/docPropsVTypes">
  <Template/>
  <TotalTime>5117</TotalTime>
  <Words>2747</Words>
  <Application>Microsoft Office PowerPoint</Application>
  <PresentationFormat>Widescreen</PresentationFormat>
  <Paragraphs>306</Paragraphs>
  <Slides>42</Slides>
  <Notes>39</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49" baseType="lpstr">
      <vt:lpstr>Arial</vt:lpstr>
      <vt:lpstr>Rockwell</vt:lpstr>
      <vt:lpstr>Tahoma</vt:lpstr>
      <vt:lpstr>Times New Roman</vt:lpstr>
      <vt:lpstr>Wingdings 2</vt:lpstr>
      <vt:lpstr>Foundry</vt:lpstr>
      <vt:lpstr>Clip</vt:lpstr>
      <vt:lpstr>PowerPoint Presentation</vt:lpstr>
      <vt:lpstr>CONSTRUCTION SERVICES MULTIPLE AWARD TASK ORDER CONTRACT (MATOC)</vt:lpstr>
      <vt:lpstr>Multiple Award Task Order Contract  "MATOC”</vt:lpstr>
      <vt:lpstr>MATOC  PERIOD OF PERFORMANCE</vt:lpstr>
      <vt:lpstr>Scope (work) of MATOC Contract</vt:lpstr>
      <vt:lpstr>Choice of Locations</vt:lpstr>
      <vt:lpstr> Number of Basic MATOC Awards</vt:lpstr>
      <vt:lpstr>Dollar Limits of MATOC Contract</vt:lpstr>
      <vt:lpstr>Dollar Limits of Task Order</vt:lpstr>
      <vt:lpstr> 8(a) Contractor Requirements</vt:lpstr>
      <vt:lpstr>Award of Task Orders</vt:lpstr>
      <vt:lpstr>Disclaimer</vt:lpstr>
      <vt:lpstr>What to Submit</vt:lpstr>
      <vt:lpstr>VOLUME I </vt:lpstr>
      <vt:lpstr>PowerPoint Presentation</vt:lpstr>
      <vt:lpstr>VOLUME 2 </vt:lpstr>
      <vt:lpstr>PowerPoint Presentation</vt:lpstr>
      <vt:lpstr>Exhibit C</vt:lpstr>
      <vt:lpstr>Section 00100-  Special Contract Provisions</vt:lpstr>
      <vt:lpstr>The Prototypical Project</vt:lpstr>
      <vt:lpstr>Proposal Evaluation</vt:lpstr>
      <vt:lpstr>Best Value Award Basis</vt:lpstr>
      <vt:lpstr>Best Value Award Decision</vt:lpstr>
      <vt:lpstr>MATOC Awards</vt:lpstr>
      <vt:lpstr>Task Order Award &amp;  Fair Opportunity</vt:lpstr>
      <vt:lpstr>Fair Opportunity Exemptions</vt:lpstr>
      <vt:lpstr>Other Times You May Not Be Given An Opportunity To Compete</vt:lpstr>
      <vt:lpstr>Master Specification</vt:lpstr>
      <vt:lpstr>Contractor’s Location</vt:lpstr>
      <vt:lpstr>Insurance Requirements</vt:lpstr>
      <vt:lpstr>Construction Wage Rates&amp; Bonds</vt:lpstr>
      <vt:lpstr>Bid Bonds</vt:lpstr>
      <vt:lpstr>Task Order Award Execution Procedures</vt:lpstr>
      <vt:lpstr>Task Order Award  Execution Procedures</vt:lpstr>
      <vt:lpstr>Plans and Specifications</vt:lpstr>
      <vt:lpstr>PROPOSALS ARE DUE  NOT  LATER THAN</vt:lpstr>
      <vt:lpstr>Important Reminders</vt:lpstr>
      <vt:lpstr>Important Reminders </vt:lpstr>
      <vt:lpstr>Questions</vt:lpstr>
      <vt:lpstr>Answers to Questions</vt:lpstr>
      <vt:lpstr>Helpful Websites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valadee</dc:creator>
  <cp:lastModifiedBy>De Veas, Cezar Y SMSgt USAF NG HIANG (USA)</cp:lastModifiedBy>
  <cp:revision>388</cp:revision>
  <dcterms:created xsi:type="dcterms:W3CDTF">2004-02-06T21:23:55Z</dcterms:created>
  <dcterms:modified xsi:type="dcterms:W3CDTF">2025-05-15T02:31:04Z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0x010100FD436AC1C44FBE48B76F8349B3BD355C</vt:lpwstr>
  </property>
  <property fmtid="{D5CDD505-2E9C-101B-9397-08002B2CF9AE}" pid="3" name="_dlc_DocIdItemGuid">
    <vt:lpwstr>64ab9125-b0ba-4855-a611-f0f8e16017a5</vt:lpwstr>
  </property>
  <property fmtid="{D5CDD505-2E9C-101B-9397-08002B2CF9AE}" pid="4" name="Order">
    <vt:r8>127400</vt:r8>
  </property>
  <property fmtid="{D5CDD505-2E9C-101B-9397-08002B2CF9AE}" pid="5" name="TemplateUrl">
    <vt:lpwstr/>
  </property>
  <property fmtid="{D5CDD505-2E9C-101B-9397-08002B2CF9AE}" pid="6" name="xd_Signature">
    <vt:bool>false</vt:bool>
  </property>
  <property fmtid="{D5CDD505-2E9C-101B-9397-08002B2CF9AE}" pid="7" name="xd_ProgID">
    <vt:lpwstr/>
  </property>
</Properties>
</file>