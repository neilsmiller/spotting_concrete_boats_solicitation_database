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tti, Andrew P CTR USARMY JPEO AA (USA)" userId="5a5ee3b0-b31f-4954-9014-57bb914faaff" providerId="ADAL" clId="{086FAFC4-126C-4F5B-A221-1C0C389A2263}"/>
    <pc:docChg chg="undo custSel modSld">
      <pc:chgData name="Nicoletti, Andrew P CTR USARMY JPEO AA (USA)" userId="5a5ee3b0-b31f-4954-9014-57bb914faaff" providerId="ADAL" clId="{086FAFC4-126C-4F5B-A221-1C0C389A2263}" dt="2025-11-21T15:29:12.559" v="15" actId="20577"/>
      <pc:docMkLst>
        <pc:docMk/>
      </pc:docMkLst>
      <pc:sldChg chg="modSp mod">
        <pc:chgData name="Nicoletti, Andrew P CTR USARMY JPEO AA (USA)" userId="5a5ee3b0-b31f-4954-9014-57bb914faaff" providerId="ADAL" clId="{086FAFC4-126C-4F5B-A221-1C0C389A2263}" dt="2025-11-21T15:29:12.559" v="15" actId="20577"/>
        <pc:sldMkLst>
          <pc:docMk/>
          <pc:sldMk cId="1237515577" sldId="256"/>
        </pc:sldMkLst>
        <pc:spChg chg="mod">
          <ac:chgData name="Nicoletti, Andrew P CTR USARMY JPEO AA (USA)" userId="5a5ee3b0-b31f-4954-9014-57bb914faaff" providerId="ADAL" clId="{086FAFC4-126C-4F5B-A221-1C0C389A2263}" dt="2025-11-21T15:29:12.559" v="15" actId="20577"/>
          <ac:spMkLst>
            <pc:docMk/>
            <pc:sldMk cId="1237515577" sldId="256"/>
            <ac:spMk id="11" creationId="{E3323857-4677-F507-AEC7-F448B02FFC57}"/>
          </ac:spMkLst>
        </pc:spChg>
        <pc:spChg chg="mod">
          <ac:chgData name="Nicoletti, Andrew P CTR USARMY JPEO AA (USA)" userId="5a5ee3b0-b31f-4954-9014-57bb914faaff" providerId="ADAL" clId="{086FAFC4-126C-4F5B-A221-1C0C389A2263}" dt="2025-11-21T15:27:52.972" v="0" actId="14100"/>
          <ac:spMkLst>
            <pc:docMk/>
            <pc:sldMk cId="1237515577" sldId="256"/>
            <ac:spMk id="12" creationId="{25E8D4E9-3CFC-4C2C-3C29-75AA21FCA1DD}"/>
          </ac:spMkLst>
        </pc:spChg>
        <pc:spChg chg="mod">
          <ac:chgData name="Nicoletti, Andrew P CTR USARMY JPEO AA (USA)" userId="5a5ee3b0-b31f-4954-9014-57bb914faaff" providerId="ADAL" clId="{086FAFC4-126C-4F5B-A221-1C0C389A2263}" dt="2025-11-21T15:27:55.194" v="1" actId="14100"/>
          <ac:spMkLst>
            <pc:docMk/>
            <pc:sldMk cId="1237515577" sldId="256"/>
            <ac:spMk id="13" creationId="{16E44524-8100-06EF-8F84-D7A0F616690B}"/>
          </ac:spMkLst>
        </pc:spChg>
        <pc:graphicFrameChg chg="modGraphic">
          <ac:chgData name="Nicoletti, Andrew P CTR USARMY JPEO AA (USA)" userId="5a5ee3b0-b31f-4954-9014-57bb914faaff" providerId="ADAL" clId="{086FAFC4-126C-4F5B-A221-1C0C389A2263}" dt="2025-11-21T15:28:22.014" v="4" actId="255"/>
          <ac:graphicFrameMkLst>
            <pc:docMk/>
            <pc:sldMk cId="1237515577" sldId="256"/>
            <ac:graphicFrameMk id="14" creationId="{2E301DAB-2B69-17E4-50AA-941E92627E73}"/>
          </ac:graphicFrameMkLst>
        </pc:graphicFrameChg>
      </pc:sldChg>
    </pc:docChg>
  </pc:docChgLst>
  <pc:docChgLst>
    <pc:chgData name="Eldredge-McMillan, Andrae CIV USARMY ACC (USA)" userId="30fa9f6e-43ba-4b52-8d9f-5bdc83e409cb" providerId="ADAL" clId="{2978EF87-50AC-420D-B6C3-5562C7D6D310}"/>
    <pc:docChg chg="modSld">
      <pc:chgData name="Eldredge-McMillan, Andrae CIV USARMY ACC (USA)" userId="30fa9f6e-43ba-4b52-8d9f-5bdc83e409cb" providerId="ADAL" clId="{2978EF87-50AC-420D-B6C3-5562C7D6D310}" dt="2025-12-16T14:01:43.366" v="10" actId="20577"/>
      <pc:docMkLst>
        <pc:docMk/>
      </pc:docMkLst>
      <pc:sldChg chg="modSp mod">
        <pc:chgData name="Eldredge-McMillan, Andrae CIV USARMY ACC (USA)" userId="30fa9f6e-43ba-4b52-8d9f-5bdc83e409cb" providerId="ADAL" clId="{2978EF87-50AC-420D-B6C3-5562C7D6D310}" dt="2025-12-16T14:01:43.366" v="10" actId="20577"/>
        <pc:sldMkLst>
          <pc:docMk/>
          <pc:sldMk cId="1237515577" sldId="256"/>
        </pc:sldMkLst>
        <pc:spChg chg="mod">
          <ac:chgData name="Eldredge-McMillan, Andrae CIV USARMY ACC (USA)" userId="30fa9f6e-43ba-4b52-8d9f-5bdc83e409cb" providerId="ADAL" clId="{2978EF87-50AC-420D-B6C3-5562C7D6D310}" dt="2025-12-16T14:01:43.366" v="10" actId="20577"/>
          <ac:spMkLst>
            <pc:docMk/>
            <pc:sldMk cId="1237515577" sldId="256"/>
            <ac:spMk id="13" creationId="{16E44524-8100-06EF-8F84-D7A0F61669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CC5D7-2905-E72B-6A90-06FD6F952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1D409-5CCC-BB17-7F40-26CC5784A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7A32-BC9D-9483-6DFD-91B95889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6B5D-EB13-F5F6-5069-39E36A96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58B5B-CC63-B102-7D62-950B8D4A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5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C173-45D5-37DB-D3E7-C7B76049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7DCC3-91A2-0BF4-0F01-FFDEB8858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5A1D1-75AE-00CA-CFF4-8317652A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10FC1-179A-5898-B389-63711B81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84A9D-F4EC-1ECA-C932-CF51FA17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0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A7B1-BD76-C2CE-9FFF-1F4B9A5B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182A5-FE8E-7C1B-E607-FF6103CF0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9C5C5-84E6-A236-A92A-6F3C42EB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3FF80-8383-5ECA-5C45-1668F185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5AB75-D6F5-9ECE-8A97-11B73AFB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5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5674-D7CC-0EFC-4E41-29EEAA04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233C5-44BE-6836-F6B8-A1A5A6CD2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A0B53-8C55-BBB2-5B79-FECEE3720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D7F29-E740-E312-65F8-CCA4B9C78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EE1EF-22CF-47A8-BE5C-1118A970D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5BE4F-0851-C869-E1F5-AA17959F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1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A24F-73EB-87CB-4938-9F7B9997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98108-1EBF-C402-A70B-926BB7142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D119E-443C-BF83-F899-0D49E3702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8E174-4251-9BB3-0AA5-EFD1A59E5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1F0E8-E68D-6BE7-333A-52CD43454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3691E-DC3B-05BA-9904-47F2915F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6081C3-A236-C777-B58A-DC11B152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850C6-C261-DEC8-24F7-E5D7B64C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F0142-7B97-0015-F3E8-AF733E07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1CC3A-64F4-555F-1FBF-4D060612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D9735-9F94-583A-B73C-62912698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F7BA5-CAA0-9034-E4E2-88DEC534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73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5119A2-CDFA-8271-AD64-26E36C6C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7E231-3DDB-BAC0-5F96-D0967F80E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19ABA-BE01-28C8-31D6-5046AF9A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1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C5F3-0FFA-93D9-A24F-369E5AAA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6055F-1A8E-A843-D9E1-9C4DE789B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53B44-CF03-2560-7A9F-0DD60E6A7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1AE12-4CAC-9EB1-0B9A-2B012175F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069A9-1CD8-AADC-8B55-11280823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C0E8C-D707-4B7B-BBCC-4C754848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7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72E2-D719-B068-EE5B-B9F20231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8B8A9-B45A-B0B4-B309-37BDE872B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E54B2-3629-615E-42AA-4D66575BF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7A970-9893-076F-7315-FDEC0EE9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C7DDC-8DB1-689E-2553-65D79EB7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B251A-93DE-8077-1509-A4E6EF7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C4884-87AE-943D-03E0-04F539E0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5FF96-DB60-670A-54FC-D09CD0612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81BE8-60C2-F66E-EFBD-870C9017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8E2DD-C07F-6F55-644C-F9BEC843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9CD7-5A0C-518D-7182-BC507240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4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7840DE-F56D-C226-3BCF-FBE544A87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A0B8A-AEF2-3D6F-E4EF-B20F8DC53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1CCE-5640-E388-9368-C46D83F7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B2298-5D7F-3892-E6B2-807BC79B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E570F-B464-0A36-0878-3C7F6EE6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7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2E606B-5BFC-F1A8-EC42-C4677669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423D3-ED06-4A21-BF3A-E1D3A7988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5616C-8E02-1508-D984-827DC5DD4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6EDCF-39F7-40DD-A938-967662827C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AD677-0BA6-4F24-ED3F-D338572EA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ED588-5A02-E0B8-2397-D5CDFF9DD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53D5C-A477-4CA3-A476-64FD310FB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9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1893D6-7E3A-8826-33E3-324E27378F7D}"/>
              </a:ext>
            </a:extLst>
          </p:cNvPr>
          <p:cNvCxnSpPr>
            <a:cxnSpLocks/>
          </p:cNvCxnSpPr>
          <p:nvPr/>
        </p:nvCxnSpPr>
        <p:spPr>
          <a:xfrm>
            <a:off x="6096000" y="670999"/>
            <a:ext cx="3394" cy="61148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76886D-9FFF-144B-9A9C-FF9235EB3EA3}"/>
              </a:ext>
            </a:extLst>
          </p:cNvPr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D629D5-094C-B7BB-2C4C-9A7F18186E36}"/>
              </a:ext>
            </a:extLst>
          </p:cNvPr>
          <p:cNvSpPr txBox="1"/>
          <p:nvPr/>
        </p:nvSpPr>
        <p:spPr>
          <a:xfrm>
            <a:off x="4997404" y="190774"/>
            <a:ext cx="2197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# , Project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135A5-D42B-675C-043C-67DEC11F06E7}"/>
              </a:ext>
            </a:extLst>
          </p:cNvPr>
          <p:cNvSpPr txBox="1"/>
          <p:nvPr/>
        </p:nvSpPr>
        <p:spPr>
          <a:xfrm>
            <a:off x="139953" y="560106"/>
            <a:ext cx="59594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concise description of the goal of the solution.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Solution: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description of the technology or solution proposed.  </a:t>
            </a:r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323857-4677-F507-AEC7-F448B02FFC57}"/>
              </a:ext>
            </a:extLst>
          </p:cNvPr>
          <p:cNvSpPr txBox="1"/>
          <p:nvPr/>
        </p:nvSpPr>
        <p:spPr>
          <a:xfrm>
            <a:off x="133164" y="3517037"/>
            <a:ext cx="59594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Brief statement that identifies the advantages of proposed solution.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Bulleted list of technical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or schedule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Availability: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Description of the current state of the proposed solution or technology maturation.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E8D4E9-3CFC-4C2C-3C29-75AA21FCA1DD}"/>
              </a:ext>
            </a:extLst>
          </p:cNvPr>
          <p:cNvSpPr txBox="1"/>
          <p:nvPr/>
        </p:nvSpPr>
        <p:spPr>
          <a:xfrm>
            <a:off x="6232559" y="560106"/>
            <a:ext cx="58939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Contract Type: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Far-based or OTA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Approach: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Brief outline of how the solution will be integrated into Army manufacturing operations (e.g. pilot to scale-up).</a:t>
            </a:r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Readiness Level / Manufacturing Readiness Level: </a:t>
            </a:r>
          </a:p>
          <a:p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Interoperability: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Brief description of how the solution scales across multiple facilities and integrates with legacy systems. </a:t>
            </a:r>
            <a:endParaRPr lang="en-US" sz="1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E44524-8100-06EF-8F84-D7A0F616690B}"/>
              </a:ext>
            </a:extLst>
          </p:cNvPr>
          <p:cNvSpPr txBox="1"/>
          <p:nvPr/>
        </p:nvSpPr>
        <p:spPr>
          <a:xfrm>
            <a:off x="6232559" y="3517037"/>
            <a:ext cx="58837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Deliverables and Milestones in Capability Delivery/Implementation: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Bulleted list must include anticipated delivery date of functioning capability.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Funding ($M)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add text to delineate Government funding from Private investment/cost share contribution proposed.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E301DAB-2B69-17E4-50AA-941E92627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055369"/>
              </p:ext>
            </p:extLst>
          </p:nvPr>
        </p:nvGraphicFramePr>
        <p:xfrm>
          <a:off x="6163626" y="5564773"/>
          <a:ext cx="5966227" cy="1198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25410">
                  <a:extLst>
                    <a:ext uri="{9D8B030D-6E8A-4147-A177-3AD203B41FA5}">
                      <a16:colId xmlns:a16="http://schemas.microsoft.com/office/drawing/2014/main" val="372333881"/>
                    </a:ext>
                  </a:extLst>
                </a:gridCol>
                <a:gridCol w="825885">
                  <a:extLst>
                    <a:ext uri="{9D8B030D-6E8A-4147-A177-3AD203B41FA5}">
                      <a16:colId xmlns:a16="http://schemas.microsoft.com/office/drawing/2014/main" val="2713852456"/>
                    </a:ext>
                  </a:extLst>
                </a:gridCol>
                <a:gridCol w="705660">
                  <a:extLst>
                    <a:ext uri="{9D8B030D-6E8A-4147-A177-3AD203B41FA5}">
                      <a16:colId xmlns:a16="http://schemas.microsoft.com/office/drawing/2014/main" val="3396125071"/>
                    </a:ext>
                  </a:extLst>
                </a:gridCol>
                <a:gridCol w="852318">
                  <a:extLst>
                    <a:ext uri="{9D8B030D-6E8A-4147-A177-3AD203B41FA5}">
                      <a16:colId xmlns:a16="http://schemas.microsoft.com/office/drawing/2014/main" val="496753454"/>
                    </a:ext>
                  </a:extLst>
                </a:gridCol>
                <a:gridCol w="852318">
                  <a:extLst>
                    <a:ext uri="{9D8B030D-6E8A-4147-A177-3AD203B41FA5}">
                      <a16:colId xmlns:a16="http://schemas.microsoft.com/office/drawing/2014/main" val="2853170145"/>
                    </a:ext>
                  </a:extLst>
                </a:gridCol>
                <a:gridCol w="852318">
                  <a:extLst>
                    <a:ext uri="{9D8B030D-6E8A-4147-A177-3AD203B41FA5}">
                      <a16:colId xmlns:a16="http://schemas.microsoft.com/office/drawing/2014/main" val="2947273293"/>
                    </a:ext>
                  </a:extLst>
                </a:gridCol>
                <a:gridCol w="852318">
                  <a:extLst>
                    <a:ext uri="{9D8B030D-6E8A-4147-A177-3AD203B41FA5}">
                      <a16:colId xmlns:a16="http://schemas.microsoft.com/office/drawing/2014/main" val="2457949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Funding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40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325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590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51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209</Words>
  <Application>Microsoft Office PowerPoint</Application>
  <PresentationFormat>Widescreen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Nicoletti, Andrew P CTR USARMY JPEO AA (USA)</dc:creator>
  <cp:lastModifiedBy>Eldredge-McMillan, Andrae CIV USARMY ACC (USA)</cp:lastModifiedBy>
  <cp:revision>1</cp:revision>
  <dcterms:created xsi:type="dcterms:W3CDTF">2025-11-21T14:45:22Z</dcterms:created>
  <dcterms:modified xsi:type="dcterms:W3CDTF">2025-12-16T14:01:50Z</dcterms:modified>
</cp:coreProperties>
</file>